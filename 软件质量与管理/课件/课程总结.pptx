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7"/>
  </p:notesMasterIdLst>
  <p:sldIdLst>
    <p:sldId id="427" r:id="rId2"/>
    <p:sldId id="447" r:id="rId3"/>
    <p:sldId id="448" r:id="rId4"/>
    <p:sldId id="449" r:id="rId5"/>
    <p:sldId id="438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 autoAdjust="0"/>
    <p:restoredTop sz="74879" autoAdjust="0"/>
  </p:normalViewPr>
  <p:slideViewPr>
    <p:cSldViewPr>
      <p:cViewPr varScale="1">
        <p:scale>
          <a:sx n="164" d="100"/>
          <a:sy n="164" d="100"/>
        </p:scale>
        <p:origin x="42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32D64606-3579-5CE0-B985-F68156F8B9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6456BA4D-A745-4D8F-CD06-5ECAF9BA195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C3A1AD-3CDF-EE46-9B2C-3CF47100B581}" type="datetimeFigureOut">
              <a:rPr lang="zh-CN" altLang="en-US"/>
              <a:pPr>
                <a:defRPr/>
              </a:pPr>
              <a:t>2026/6/15</a:t>
            </a:fld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65C526B-F01A-BF83-5C09-59D688738C5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7EC39D12-ED3E-7BD7-79C6-E5B7D6B5BC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72038" name="Rectangle 6">
            <a:extLst>
              <a:ext uri="{FF2B5EF4-FFF2-40B4-BE49-F238E27FC236}">
                <a16:creationId xmlns:a16="http://schemas.microsoft.com/office/drawing/2014/main" id="{FC0D5542-9696-1518-232A-8EBA3AFFDA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9" name="Rectangle 7">
            <a:extLst>
              <a:ext uri="{FF2B5EF4-FFF2-40B4-BE49-F238E27FC236}">
                <a16:creationId xmlns:a16="http://schemas.microsoft.com/office/drawing/2014/main" id="{86EE88F2-7F93-F18D-5CF4-8BEC4C487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2DD7D59-7818-9847-93EF-A2CBA50B49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>
            <a:extLst>
              <a:ext uri="{FF2B5EF4-FFF2-40B4-BE49-F238E27FC236}">
                <a16:creationId xmlns:a16="http://schemas.microsoft.com/office/drawing/2014/main" id="{F81522A7-FC7B-82B9-4838-EF4549D995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备注占位符 2">
            <a:extLst>
              <a:ext uri="{FF2B5EF4-FFF2-40B4-BE49-F238E27FC236}">
                <a16:creationId xmlns:a16="http://schemas.microsoft.com/office/drawing/2014/main" id="{38C13DD4-489A-D818-3DB0-D99CC7E53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7" name="灯片编号占位符 3">
            <a:extLst>
              <a:ext uri="{FF2B5EF4-FFF2-40B4-BE49-F238E27FC236}">
                <a16:creationId xmlns:a16="http://schemas.microsoft.com/office/drawing/2014/main" id="{BD53CE73-5400-5E45-D9A4-4DF6561FB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101CEA-EFA0-AD44-80A2-490207A0F570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">
            <a:extLst>
              <a:ext uri="{FF2B5EF4-FFF2-40B4-BE49-F238E27FC236}">
                <a16:creationId xmlns:a16="http://schemas.microsoft.com/office/drawing/2014/main" id="{008256B1-5670-72DB-242F-AE45CAEA7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6">
            <a:extLst>
              <a:ext uri="{FF2B5EF4-FFF2-40B4-BE49-F238E27FC236}">
                <a16:creationId xmlns:a16="http://schemas.microsoft.com/office/drawing/2014/main" id="{004F0899-83FC-64E0-5EE0-410479ABD65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27635E-ED87-29AE-66B6-F1946590F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8" y="188913"/>
            <a:ext cx="3163887" cy="7223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417579636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F90B22-F82E-2DE9-0B54-59425F9420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93786-1FEA-8C40-B511-6FA3237A49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5685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DDF7BF-3BF0-C3A6-7FE6-1BC6DEB373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73D0F-4AA8-3D43-80A5-66380C7C5A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133281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9046DE9-C697-3321-B86A-DA8426A6CE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00A58-56D5-EC4C-90EC-E894C3FE05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966173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20BD0B-0024-66E2-14E1-95F32B55B3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F86E-ED3C-1849-9074-EB9ACD0A44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5001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CBA099B-53C6-27E5-6759-768A729D1F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51213-E256-F94E-B6B9-1C6C795A3F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901600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4780C5C-D562-67A4-5D57-1072085019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E9F09-79CC-D646-BC0F-4882ABC0F3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68864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4E93CAC-43FC-A60A-D707-F1ED0949934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C9DE5-437C-EE44-86EA-6FDF8B905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021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B345D2-6EE8-DE4A-B2D2-42F5DEE7AD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F9D34-A286-2849-848A-15FD3D4724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65504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723089-1F04-6096-118C-D8E33C39E8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75192-49AB-9D47-8F65-678B35CA52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34504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614BD8-FD19-E3F8-5CFA-69FC8425FB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30237-54DC-A34C-8CDD-B7FCCA18B3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30246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2EDF57-909C-17CA-695B-60059AD711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F4F5B-CBF6-6741-8EFF-3654FBCE2B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5670267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>
            <a:extLst>
              <a:ext uri="{FF2B5EF4-FFF2-40B4-BE49-F238E27FC236}">
                <a16:creationId xmlns:a16="http://schemas.microsoft.com/office/drawing/2014/main" id="{F103A6DE-2928-1087-F7D2-1665559951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9519F8-8E50-C033-0480-8E2ED5692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5BCA7C3-E499-76B0-93FB-DCD4895064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50061414-AE47-4C41-B7C5-BC74D7ABA2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8628D915-BEA6-5CBC-B629-9445570EA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Text Box 16">
            <a:extLst>
              <a:ext uri="{FF2B5EF4-FFF2-40B4-BE49-F238E27FC236}">
                <a16:creationId xmlns:a16="http://schemas.microsoft.com/office/drawing/2014/main" id="{5D2C82A5-99F1-7599-3246-2ECF7FEBC09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E68BB92-4FC0-3FE5-A153-0199A56C959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380288" y="6453188"/>
            <a:ext cx="1579562" cy="3603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副标题 2">
            <a:extLst>
              <a:ext uri="{FF2B5EF4-FFF2-40B4-BE49-F238E27FC236}">
                <a16:creationId xmlns:a16="http://schemas.microsoft.com/office/drawing/2014/main" id="{827FBD0B-F00B-B9FC-EC11-81ED6BDF16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荣国平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南京大学软件学院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>
                <a:ea typeface="宋体" panose="02010600030101010101" pitchFamily="2" charset="-122"/>
              </a:rPr>
              <a:t>2026</a:t>
            </a:r>
            <a:r>
              <a:rPr lang="zh-CN" altLang="en-US">
                <a:ea typeface="宋体" panose="02010600030101010101" pitchFamily="2" charset="-122"/>
              </a:rPr>
              <a:t>年 </a:t>
            </a:r>
            <a:r>
              <a:rPr lang="zh-CN" altLang="en-US" dirty="0">
                <a:ea typeface="宋体" panose="02010600030101010101" pitchFamily="2" charset="-122"/>
              </a:rPr>
              <a:t>春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2" name="标题 1">
            <a:extLst>
              <a:ext uri="{FF2B5EF4-FFF2-40B4-BE49-F238E27FC236}">
                <a16:creationId xmlns:a16="http://schemas.microsoft.com/office/drawing/2014/main" id="{397F0FC0-5478-9A9F-3ABB-4AB65EA2118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软件质量与管理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课程总结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FE05007-37D6-0566-A9C1-205D37CB1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过程线</a:t>
            </a:r>
          </a:p>
        </p:txBody>
      </p:sp>
      <p:sp>
        <p:nvSpPr>
          <p:cNvPr id="35842" name="幻灯片编号占位符 3">
            <a:extLst>
              <a:ext uri="{FF2B5EF4-FFF2-40B4-BE49-F238E27FC236}">
                <a16:creationId xmlns:a16="http://schemas.microsoft.com/office/drawing/2014/main" id="{72636637-1F14-DC06-2826-52C127498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B1D017-DA9D-5641-B055-1CB2BC70DF78}" type="slidenum">
              <a:rPr lang="en-US" altLang="zh-CN" smtClean="0">
                <a:latin typeface="Verdana" panose="020B0604030504040204" pitchFamily="34" charset="0"/>
              </a:rPr>
              <a:pPr/>
              <a:t>2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36DCA7-93FB-611D-7DAC-C2B252506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3675"/>
            <a:ext cx="8870602" cy="4114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FE05007-37D6-0566-A9C1-205D37CB1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项目管理线</a:t>
            </a:r>
          </a:p>
        </p:txBody>
      </p:sp>
      <p:sp>
        <p:nvSpPr>
          <p:cNvPr id="35842" name="幻灯片编号占位符 3">
            <a:extLst>
              <a:ext uri="{FF2B5EF4-FFF2-40B4-BE49-F238E27FC236}">
                <a16:creationId xmlns:a16="http://schemas.microsoft.com/office/drawing/2014/main" id="{72636637-1F14-DC06-2826-52C127498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B1D017-DA9D-5641-B055-1CB2BC70DF78}" type="slidenum">
              <a:rPr lang="en-US" altLang="zh-CN" smtClean="0">
                <a:latin typeface="Verdana" panose="020B0604030504040204" pitchFamily="34" charset="0"/>
              </a:rPr>
              <a:pPr/>
              <a:t>3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9AF6A7-12D7-F6C0-0618-B11631BA2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9144000" cy="432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8260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FE05007-37D6-0566-A9C1-205D37CB1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质量管理线</a:t>
            </a:r>
          </a:p>
        </p:txBody>
      </p:sp>
      <p:sp>
        <p:nvSpPr>
          <p:cNvPr id="35842" name="幻灯片编号占位符 3">
            <a:extLst>
              <a:ext uri="{FF2B5EF4-FFF2-40B4-BE49-F238E27FC236}">
                <a16:creationId xmlns:a16="http://schemas.microsoft.com/office/drawing/2014/main" id="{72636637-1F14-DC06-2826-52C127498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B1D017-DA9D-5641-B055-1CB2BC70DF78}" type="slidenum">
              <a:rPr lang="en-US" altLang="zh-CN" smtClean="0">
                <a:latin typeface="Verdana" panose="020B0604030504040204" pitchFamily="34" charset="0"/>
              </a:rPr>
              <a:pPr/>
              <a:t>4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62C528-6921-4552-AC4E-C47CB9FBA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1" y="1981200"/>
            <a:ext cx="9118459" cy="272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1548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E6F4BD98-4215-5150-EB56-1AD631410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我的联系方式</a:t>
            </a:r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F4AD88B2-BA2C-C987-F324-5ABAEBE01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2286000"/>
            <a:ext cx="8763000" cy="3657600"/>
          </a:xfrm>
        </p:spPr>
        <p:txBody>
          <a:bodyPr/>
          <a:lstStyle/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荣国平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费彝民楼</a:t>
            </a:r>
            <a:r>
              <a:rPr lang="en-US" altLang="zh-CN" dirty="0">
                <a:ea typeface="宋体" panose="02010600030101010101" pitchFamily="2" charset="-122"/>
              </a:rPr>
              <a:t>B-917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ronggp@nju.edu.cn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https://</a:t>
            </a:r>
            <a:r>
              <a:rPr lang="en-US" altLang="zh-CN" dirty="0" err="1">
                <a:ea typeface="宋体" panose="02010600030101010101" pitchFamily="2" charset="-122"/>
              </a:rPr>
              <a:t>softeng.nju.edu.cn</a:t>
            </a:r>
            <a:r>
              <a:rPr lang="en-US" altLang="zh-CN" dirty="0">
                <a:ea typeface="宋体" panose="02010600030101010101" pitchFamily="2" charset="-122"/>
              </a:rPr>
              <a:t>/faculty/</a:t>
            </a:r>
            <a:r>
              <a:rPr lang="en-US" altLang="zh-CN" dirty="0" err="1">
                <a:ea typeface="宋体" panose="02010600030101010101" pitchFamily="2" charset="-122"/>
              </a:rPr>
              <a:t>GuopingRong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</a:p>
        </p:txBody>
      </p:sp>
      <p:sp>
        <p:nvSpPr>
          <p:cNvPr id="36867" name="灯片编号占位符 3">
            <a:extLst>
              <a:ext uri="{FF2B5EF4-FFF2-40B4-BE49-F238E27FC236}">
                <a16:creationId xmlns:a16="http://schemas.microsoft.com/office/drawing/2014/main" id="{397E6A9C-ABC6-763F-9567-D662276B3A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0C3167-E0ED-4646-BB85-8171958A8608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2781496-37FE-F5B3-6C95-949F24698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90599"/>
            <a:ext cx="3048000" cy="3027265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课程实践</Template>
  <TotalTime>9416</TotalTime>
  <Words>61</Words>
  <Application>Microsoft Macintosh PowerPoint</Application>
  <PresentationFormat>全屏显示(4:3)</PresentationFormat>
  <Paragraphs>17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宋体</vt:lpstr>
      <vt:lpstr>Arial</vt:lpstr>
      <vt:lpstr>Calibri</vt:lpstr>
      <vt:lpstr>Verdana</vt:lpstr>
      <vt:lpstr>Wingdings</vt:lpstr>
      <vt:lpstr>PowerPoint Template</vt:lpstr>
      <vt:lpstr>软件质量与管理 课程总结</vt:lpstr>
      <vt:lpstr>过程线</vt:lpstr>
      <vt:lpstr>项目管理线</vt:lpstr>
      <vt:lpstr>质量管理线</vt:lpstr>
      <vt:lpstr>我的联系方式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Guoping Rong</cp:lastModifiedBy>
  <cp:revision>211</cp:revision>
  <cp:lastPrinted>1601-01-01T00:00:00Z</cp:lastPrinted>
  <dcterms:created xsi:type="dcterms:W3CDTF">1601-01-01T00:00:00Z</dcterms:created>
  <dcterms:modified xsi:type="dcterms:W3CDTF">2026-06-15T02:38:10Z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