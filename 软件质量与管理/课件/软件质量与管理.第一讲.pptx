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1"/>
    <p:sldMasterId id="2147483797" r:id="rId2"/>
  </p:sldMasterIdLst>
  <p:notesMasterIdLst>
    <p:notesMasterId r:id="rId18"/>
  </p:notesMasterIdLst>
  <p:sldIdLst>
    <p:sldId id="427" r:id="rId3"/>
    <p:sldId id="388" r:id="rId4"/>
    <p:sldId id="428" r:id="rId5"/>
    <p:sldId id="429" r:id="rId6"/>
    <p:sldId id="438" r:id="rId7"/>
    <p:sldId id="446" r:id="rId8"/>
    <p:sldId id="1696" r:id="rId9"/>
    <p:sldId id="439" r:id="rId10"/>
    <p:sldId id="440" r:id="rId11"/>
    <p:sldId id="441" r:id="rId12"/>
    <p:sldId id="442" r:id="rId13"/>
    <p:sldId id="445" r:id="rId14"/>
    <p:sldId id="444" r:id="rId15"/>
    <p:sldId id="435" r:id="rId16"/>
    <p:sldId id="1697" r:id="rId17"/>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00FF"/>
    <a:srgbClr val="7575F1"/>
    <a:srgbClr val="90B0D6"/>
    <a:srgbClr val="9B6BFB"/>
    <a:srgbClr val="7469FD"/>
    <a:srgbClr val="AD8CDA"/>
    <a:srgbClr val="6D7A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595" autoAdjust="0"/>
    <p:restoredTop sz="74700" autoAdjust="0"/>
  </p:normalViewPr>
  <p:slideViewPr>
    <p:cSldViewPr>
      <p:cViewPr varScale="1">
        <p:scale>
          <a:sx n="107" d="100"/>
          <a:sy n="107" d="100"/>
        </p:scale>
        <p:origin x="1880"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image" Target="../media/image19.png"/></Relationships>
</file>

<file path=ppt/diagrams/_rels/data2.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image" Target="../media/image19.png"/></Relationships>
</file>

<file path=ppt/diagrams/_rels/drawing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image" Target="../media/image19.png"/></Relationships>
</file>

<file path=ppt/diagrams/_rels/drawing2.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image" Target="../media/image19.png"/></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FD81651-A661-44EB-9AA9-AC69FD04039C}" type="doc">
      <dgm:prSet loTypeId="urn:microsoft.com/office/officeart/2005/8/layout/hList7" loCatId="list" qsTypeId="urn:microsoft.com/office/officeart/2005/8/quickstyle/simple1" qsCatId="simple" csTypeId="urn:microsoft.com/office/officeart/2005/8/colors/accent2_1" csCatId="accent2" phldr="1"/>
      <dgm:spPr/>
      <dgm:t>
        <a:bodyPr/>
        <a:lstStyle/>
        <a:p>
          <a:endParaRPr lang="LID4096"/>
        </a:p>
      </dgm:t>
    </dgm:pt>
    <dgm:pt modelId="{4C29683C-34D7-4177-A511-976C6355C7DD}">
      <dgm:prSet custT="1"/>
      <dgm:spPr>
        <a:solidFill>
          <a:schemeClr val="accent3">
            <a:lumMod val="20000"/>
            <a:lumOff val="80000"/>
          </a:schemeClr>
        </a:solidFill>
        <a:ln>
          <a:solidFill>
            <a:schemeClr val="accent3">
              <a:lumMod val="75000"/>
            </a:schemeClr>
          </a:solidFill>
        </a:ln>
      </dgm:spPr>
      <dgm:t>
        <a:bodyPr/>
        <a:lstStyle/>
        <a:p>
          <a:pPr algn="ctr"/>
          <a:r>
            <a:rPr lang="zh-CN" altLang="en-US" sz="1600" b="1" dirty="0"/>
            <a:t>大语言模型</a:t>
          </a:r>
          <a:br>
            <a:rPr lang="en-US" altLang="zh-CN" sz="1600" b="1" dirty="0"/>
          </a:br>
          <a:r>
            <a:rPr lang="en-US" altLang="zh-CN" sz="1400" b="0" dirty="0"/>
            <a:t>(</a:t>
          </a:r>
          <a:r>
            <a:rPr lang="zh-CN" altLang="en-US" sz="1400" b="0" dirty="0"/>
            <a:t>如 </a:t>
          </a:r>
          <a:r>
            <a:rPr lang="en-US" altLang="zh-CN" sz="1400" b="0" dirty="0"/>
            <a:t>ChatGPT)</a:t>
          </a:r>
          <a:r>
            <a:rPr lang="en-US" sz="1400" b="0" dirty="0"/>
            <a:t> </a:t>
          </a:r>
          <a:endParaRPr lang="zh-Hans-HK" sz="1600" b="0" dirty="0"/>
        </a:p>
      </dgm:t>
    </dgm:pt>
    <dgm:pt modelId="{AC411AF3-90CA-4318-9EDB-82774D7C0268}" type="parTrans" cxnId="{7E96FBDE-D38E-4979-BCB6-22C805FF7428}">
      <dgm:prSet/>
      <dgm:spPr/>
      <dgm:t>
        <a:bodyPr/>
        <a:lstStyle/>
        <a:p>
          <a:endParaRPr lang="LID4096"/>
        </a:p>
      </dgm:t>
    </dgm:pt>
    <dgm:pt modelId="{D948F039-8F0F-4A68-9C58-A1BF63396BA8}" type="sibTrans" cxnId="{7E96FBDE-D38E-4979-BCB6-22C805FF7428}">
      <dgm:prSet/>
      <dgm:spPr/>
      <dgm:t>
        <a:bodyPr/>
        <a:lstStyle/>
        <a:p>
          <a:endParaRPr lang="LID4096"/>
        </a:p>
      </dgm:t>
    </dgm:pt>
    <dgm:pt modelId="{8BEB63D6-A32C-40E7-A895-C90BC9B736D5}">
      <dgm:prSet custT="1"/>
      <dgm:spPr>
        <a:solidFill>
          <a:schemeClr val="accent4">
            <a:lumMod val="20000"/>
            <a:lumOff val="80000"/>
          </a:schemeClr>
        </a:solidFill>
        <a:ln>
          <a:solidFill>
            <a:schemeClr val="accent4">
              <a:lumMod val="75000"/>
            </a:schemeClr>
          </a:solidFill>
        </a:ln>
      </dgm:spPr>
      <dgm:t>
        <a:bodyPr/>
        <a:lstStyle/>
        <a:p>
          <a:r>
            <a:rPr lang="zh-CN" sz="1600" b="1" dirty="0"/>
            <a:t>软件工程师</a:t>
          </a:r>
          <a:br>
            <a:rPr lang="en-US" altLang="zh-CN" sz="1600" b="1" dirty="0"/>
          </a:br>
          <a:r>
            <a:rPr lang="en-US" altLang="zh-CN" sz="1400" b="0" dirty="0"/>
            <a:t>(</a:t>
          </a:r>
          <a:r>
            <a:rPr lang="zh-CN" sz="1400" b="0" dirty="0"/>
            <a:t>人类专家</a:t>
          </a:r>
          <a:r>
            <a:rPr lang="en-US" altLang="zh-CN" sz="1400" b="0" dirty="0"/>
            <a:t>)</a:t>
          </a:r>
          <a:endParaRPr lang="zh-Hans-HK" sz="1600" dirty="0"/>
        </a:p>
      </dgm:t>
    </dgm:pt>
    <dgm:pt modelId="{108771EE-1C0E-4B1F-9149-5F46B3137F80}" type="parTrans" cxnId="{CDE48E05-C635-4F39-B8B0-6500199EC6B0}">
      <dgm:prSet/>
      <dgm:spPr/>
      <dgm:t>
        <a:bodyPr/>
        <a:lstStyle/>
        <a:p>
          <a:endParaRPr lang="LID4096"/>
        </a:p>
      </dgm:t>
    </dgm:pt>
    <dgm:pt modelId="{5E4785F1-7CE6-451C-BE25-7A737A5A2B64}" type="sibTrans" cxnId="{CDE48E05-C635-4F39-B8B0-6500199EC6B0}">
      <dgm:prSet/>
      <dgm:spPr/>
      <dgm:t>
        <a:bodyPr/>
        <a:lstStyle/>
        <a:p>
          <a:endParaRPr lang="LID4096"/>
        </a:p>
      </dgm:t>
    </dgm:pt>
    <dgm:pt modelId="{76BB738D-2728-4419-8C05-A73EB75B3779}" type="pres">
      <dgm:prSet presAssocID="{BFD81651-A661-44EB-9AA9-AC69FD04039C}" presName="Name0" presStyleCnt="0">
        <dgm:presLayoutVars>
          <dgm:dir/>
          <dgm:resizeHandles val="exact"/>
        </dgm:presLayoutVars>
      </dgm:prSet>
      <dgm:spPr/>
    </dgm:pt>
    <dgm:pt modelId="{35E7CBDC-D5DA-4086-B9A0-D04A248F53FF}" type="pres">
      <dgm:prSet presAssocID="{BFD81651-A661-44EB-9AA9-AC69FD04039C}" presName="fgShape" presStyleLbl="fgShp" presStyleIdx="0" presStyleCnt="1" custScaleY="133154"/>
      <dgm:spPr>
        <a:gradFill rotWithShape="0">
          <a:gsLst>
            <a:gs pos="0">
              <a:schemeClr val="accent3">
                <a:lumMod val="75000"/>
              </a:schemeClr>
            </a:gs>
            <a:gs pos="97000">
              <a:schemeClr val="accent4">
                <a:lumMod val="75000"/>
              </a:schemeClr>
            </a:gs>
          </a:gsLst>
          <a:lin ang="0" scaled="0"/>
        </a:gradFill>
      </dgm:spPr>
    </dgm:pt>
    <dgm:pt modelId="{C5EDC95E-5E82-432B-BF31-40AF82EC2487}" type="pres">
      <dgm:prSet presAssocID="{BFD81651-A661-44EB-9AA9-AC69FD04039C}" presName="linComp" presStyleCnt="0"/>
      <dgm:spPr/>
    </dgm:pt>
    <dgm:pt modelId="{A22676B4-F826-48C6-AA5D-331189A1296A}" type="pres">
      <dgm:prSet presAssocID="{4C29683C-34D7-4177-A511-976C6355C7DD}" presName="compNode" presStyleCnt="0"/>
      <dgm:spPr/>
    </dgm:pt>
    <dgm:pt modelId="{99EC0113-D67B-42C0-82D6-4C3D6F80B123}" type="pres">
      <dgm:prSet presAssocID="{4C29683C-34D7-4177-A511-976C6355C7DD}" presName="bkgdShape" presStyleLbl="node1" presStyleIdx="0" presStyleCnt="2" custScaleY="95459"/>
      <dgm:spPr/>
    </dgm:pt>
    <dgm:pt modelId="{57A5EF03-8923-4B16-809F-DC2302569D23}" type="pres">
      <dgm:prSet presAssocID="{4C29683C-34D7-4177-A511-976C6355C7DD}" presName="nodeTx" presStyleLbl="node1" presStyleIdx="0" presStyleCnt="2">
        <dgm:presLayoutVars>
          <dgm:bulletEnabled val="1"/>
        </dgm:presLayoutVars>
      </dgm:prSet>
      <dgm:spPr/>
    </dgm:pt>
    <dgm:pt modelId="{15AEAFCE-8818-4C14-ADE9-BE3FC1BFAF51}" type="pres">
      <dgm:prSet presAssocID="{4C29683C-34D7-4177-A511-976C6355C7DD}" presName="invisiNode" presStyleLbl="node1" presStyleIdx="0" presStyleCnt="2"/>
      <dgm:spPr/>
    </dgm:pt>
    <dgm:pt modelId="{D209DC20-2E73-42E0-926A-2F7C4E712AEC}" type="pres">
      <dgm:prSet presAssocID="{4C29683C-34D7-4177-A511-976C6355C7DD}" presName="imagNode" presStyleLbl="fgImgPlace1" presStyleIdx="0" presStyleCnt="2"/>
      <dgm:spPr>
        <a:blipFill>
          <a:blip xmlns:r="http://schemas.openxmlformats.org/officeDocument/2006/relationships" r:embed="rId1">
            <a:biLevel thresh="50000"/>
          </a:blip>
          <a:srcRect/>
          <a:stretch>
            <a:fillRect/>
          </a:stretch>
        </a:blipFill>
        <a:ln w="19050">
          <a:solidFill>
            <a:schemeClr val="tx1"/>
          </a:solidFill>
        </a:ln>
      </dgm:spPr>
    </dgm:pt>
    <dgm:pt modelId="{DDC73AA7-159D-467F-B6A8-E4F62965018D}" type="pres">
      <dgm:prSet presAssocID="{D948F039-8F0F-4A68-9C58-A1BF63396BA8}" presName="sibTrans" presStyleLbl="sibTrans2D1" presStyleIdx="0" presStyleCnt="0"/>
      <dgm:spPr/>
    </dgm:pt>
    <dgm:pt modelId="{E2FC48CB-5E9E-4BB5-9AEB-C646D22A0F2C}" type="pres">
      <dgm:prSet presAssocID="{8BEB63D6-A32C-40E7-A895-C90BC9B736D5}" presName="compNode" presStyleCnt="0"/>
      <dgm:spPr/>
    </dgm:pt>
    <dgm:pt modelId="{8678E430-DE4B-4EDB-A909-331C9C088E2F}" type="pres">
      <dgm:prSet presAssocID="{8BEB63D6-A32C-40E7-A895-C90BC9B736D5}" presName="bkgdShape" presStyleLbl="node1" presStyleIdx="1" presStyleCnt="2" custScaleY="95459"/>
      <dgm:spPr/>
    </dgm:pt>
    <dgm:pt modelId="{1F59FBD2-EDC3-4D6D-8244-C0A5AF930A8B}" type="pres">
      <dgm:prSet presAssocID="{8BEB63D6-A32C-40E7-A895-C90BC9B736D5}" presName="nodeTx" presStyleLbl="node1" presStyleIdx="1" presStyleCnt="2">
        <dgm:presLayoutVars>
          <dgm:bulletEnabled val="1"/>
        </dgm:presLayoutVars>
      </dgm:prSet>
      <dgm:spPr/>
    </dgm:pt>
    <dgm:pt modelId="{B027F14F-3E99-434C-83D7-EDC3E0D315AF}" type="pres">
      <dgm:prSet presAssocID="{8BEB63D6-A32C-40E7-A895-C90BC9B736D5}" presName="invisiNode" presStyleLbl="node1" presStyleIdx="1" presStyleCnt="2"/>
      <dgm:spPr/>
    </dgm:pt>
    <dgm:pt modelId="{32024376-DB53-4187-824A-C441AAB028F7}" type="pres">
      <dgm:prSet presAssocID="{8BEB63D6-A32C-40E7-A895-C90BC9B736D5}" presName="imagNode" presStyleLbl="fgImgPlace1" presStyleIdx="1" presStyleCnt="2"/>
      <dgm:spPr>
        <a:blipFill>
          <a:blip xmlns:r="http://schemas.openxmlformats.org/officeDocument/2006/relationships" r:embed="rId2">
            <a:extLst>
              <a:ext uri="{96DAC541-7B7A-43D3-8B79-37D633B846F1}">
                <asvg:svgBlip xmlns:asvg="http://schemas.microsoft.com/office/drawing/2016/SVG/main" r:embed="rId3"/>
              </a:ext>
            </a:extLst>
          </a:blip>
          <a:srcRect/>
          <a:stretch>
            <a:fillRect/>
          </a:stretch>
        </a:blipFill>
        <a:ln w="19050">
          <a:solidFill>
            <a:schemeClr val="tx1"/>
          </a:solidFill>
        </a:ln>
      </dgm:spPr>
      <dgm:extLst>
        <a:ext uri="{E40237B7-FDA0-4F09-8148-C483321AD2D9}">
          <dgm14:cNvPr xmlns:dgm14="http://schemas.microsoft.com/office/drawing/2010/diagram" id="0" name="" descr="讲师 纯色填充"/>
        </a:ext>
      </dgm:extLst>
    </dgm:pt>
  </dgm:ptLst>
  <dgm:cxnLst>
    <dgm:cxn modelId="{CDE48E05-C635-4F39-B8B0-6500199EC6B0}" srcId="{BFD81651-A661-44EB-9AA9-AC69FD04039C}" destId="{8BEB63D6-A32C-40E7-A895-C90BC9B736D5}" srcOrd="1" destOrd="0" parTransId="{108771EE-1C0E-4B1F-9149-5F46B3137F80}" sibTransId="{5E4785F1-7CE6-451C-BE25-7A737A5A2B64}"/>
    <dgm:cxn modelId="{4BF08010-B67E-4414-91F4-601CE2684C0A}" type="presOf" srcId="{BFD81651-A661-44EB-9AA9-AC69FD04039C}" destId="{76BB738D-2728-4419-8C05-A73EB75B3779}" srcOrd="0" destOrd="0" presId="urn:microsoft.com/office/officeart/2005/8/layout/hList7"/>
    <dgm:cxn modelId="{0EB1D54D-EA55-4B16-B59F-BE63534561EC}" type="presOf" srcId="{8BEB63D6-A32C-40E7-A895-C90BC9B736D5}" destId="{1F59FBD2-EDC3-4D6D-8244-C0A5AF930A8B}" srcOrd="1" destOrd="0" presId="urn:microsoft.com/office/officeart/2005/8/layout/hList7"/>
    <dgm:cxn modelId="{1A6FD99F-B518-4B87-A759-4C559C87985A}" type="presOf" srcId="{4C29683C-34D7-4177-A511-976C6355C7DD}" destId="{57A5EF03-8923-4B16-809F-DC2302569D23}" srcOrd="1" destOrd="0" presId="urn:microsoft.com/office/officeart/2005/8/layout/hList7"/>
    <dgm:cxn modelId="{687198B2-43D5-48F6-9474-F0A2773EE42B}" type="presOf" srcId="{8BEB63D6-A32C-40E7-A895-C90BC9B736D5}" destId="{8678E430-DE4B-4EDB-A909-331C9C088E2F}" srcOrd="0" destOrd="0" presId="urn:microsoft.com/office/officeart/2005/8/layout/hList7"/>
    <dgm:cxn modelId="{7E96FBDE-D38E-4979-BCB6-22C805FF7428}" srcId="{BFD81651-A661-44EB-9AA9-AC69FD04039C}" destId="{4C29683C-34D7-4177-A511-976C6355C7DD}" srcOrd="0" destOrd="0" parTransId="{AC411AF3-90CA-4318-9EDB-82774D7C0268}" sibTransId="{D948F039-8F0F-4A68-9C58-A1BF63396BA8}"/>
    <dgm:cxn modelId="{12C34AE8-B6D5-4FB1-AE45-C6B68E277A31}" type="presOf" srcId="{4C29683C-34D7-4177-A511-976C6355C7DD}" destId="{99EC0113-D67B-42C0-82D6-4C3D6F80B123}" srcOrd="0" destOrd="0" presId="urn:microsoft.com/office/officeart/2005/8/layout/hList7"/>
    <dgm:cxn modelId="{6740D1F6-C1E0-451C-B9EE-65FE01DF6B29}" type="presOf" srcId="{D948F039-8F0F-4A68-9C58-A1BF63396BA8}" destId="{DDC73AA7-159D-467F-B6A8-E4F62965018D}" srcOrd="0" destOrd="0" presId="urn:microsoft.com/office/officeart/2005/8/layout/hList7"/>
    <dgm:cxn modelId="{9B7FB713-043B-453E-900F-71C093F8280B}" type="presParOf" srcId="{76BB738D-2728-4419-8C05-A73EB75B3779}" destId="{35E7CBDC-D5DA-4086-B9A0-D04A248F53FF}" srcOrd="0" destOrd="0" presId="urn:microsoft.com/office/officeart/2005/8/layout/hList7"/>
    <dgm:cxn modelId="{0EA9FA85-E266-4D80-B669-8310628EDE01}" type="presParOf" srcId="{76BB738D-2728-4419-8C05-A73EB75B3779}" destId="{C5EDC95E-5E82-432B-BF31-40AF82EC2487}" srcOrd="1" destOrd="0" presId="urn:microsoft.com/office/officeart/2005/8/layout/hList7"/>
    <dgm:cxn modelId="{75B73B6B-B62F-4B81-9995-7044CDFC6622}" type="presParOf" srcId="{C5EDC95E-5E82-432B-BF31-40AF82EC2487}" destId="{A22676B4-F826-48C6-AA5D-331189A1296A}" srcOrd="0" destOrd="0" presId="urn:microsoft.com/office/officeart/2005/8/layout/hList7"/>
    <dgm:cxn modelId="{C18FB065-ECB0-4F45-B2FB-5CCFB79A795A}" type="presParOf" srcId="{A22676B4-F826-48C6-AA5D-331189A1296A}" destId="{99EC0113-D67B-42C0-82D6-4C3D6F80B123}" srcOrd="0" destOrd="0" presId="urn:microsoft.com/office/officeart/2005/8/layout/hList7"/>
    <dgm:cxn modelId="{7E3948D2-8BF3-4DBE-A111-0A1FD4748169}" type="presParOf" srcId="{A22676B4-F826-48C6-AA5D-331189A1296A}" destId="{57A5EF03-8923-4B16-809F-DC2302569D23}" srcOrd="1" destOrd="0" presId="urn:microsoft.com/office/officeart/2005/8/layout/hList7"/>
    <dgm:cxn modelId="{8260EA1E-4819-48C5-B0FA-676BB5D1FCCE}" type="presParOf" srcId="{A22676B4-F826-48C6-AA5D-331189A1296A}" destId="{15AEAFCE-8818-4C14-ADE9-BE3FC1BFAF51}" srcOrd="2" destOrd="0" presId="urn:microsoft.com/office/officeart/2005/8/layout/hList7"/>
    <dgm:cxn modelId="{5DA5E605-92BB-42DF-8B72-F64C9B4A7017}" type="presParOf" srcId="{A22676B4-F826-48C6-AA5D-331189A1296A}" destId="{D209DC20-2E73-42E0-926A-2F7C4E712AEC}" srcOrd="3" destOrd="0" presId="urn:microsoft.com/office/officeart/2005/8/layout/hList7"/>
    <dgm:cxn modelId="{6A023BE7-F8F4-400D-B4AD-B2D1138075D4}" type="presParOf" srcId="{C5EDC95E-5E82-432B-BF31-40AF82EC2487}" destId="{DDC73AA7-159D-467F-B6A8-E4F62965018D}" srcOrd="1" destOrd="0" presId="urn:microsoft.com/office/officeart/2005/8/layout/hList7"/>
    <dgm:cxn modelId="{FE779113-04B2-4E1F-BF4A-E1E5356602B7}" type="presParOf" srcId="{C5EDC95E-5E82-432B-BF31-40AF82EC2487}" destId="{E2FC48CB-5E9E-4BB5-9AEB-C646D22A0F2C}" srcOrd="2" destOrd="0" presId="urn:microsoft.com/office/officeart/2005/8/layout/hList7"/>
    <dgm:cxn modelId="{98A2A26B-0025-4917-8060-BE510B1EB3B8}" type="presParOf" srcId="{E2FC48CB-5E9E-4BB5-9AEB-C646D22A0F2C}" destId="{8678E430-DE4B-4EDB-A909-331C9C088E2F}" srcOrd="0" destOrd="0" presId="urn:microsoft.com/office/officeart/2005/8/layout/hList7"/>
    <dgm:cxn modelId="{09518E28-33B3-4C4D-B052-6D5198CB0B08}" type="presParOf" srcId="{E2FC48CB-5E9E-4BB5-9AEB-C646D22A0F2C}" destId="{1F59FBD2-EDC3-4D6D-8244-C0A5AF930A8B}" srcOrd="1" destOrd="0" presId="urn:microsoft.com/office/officeart/2005/8/layout/hList7"/>
    <dgm:cxn modelId="{0C2495BE-31E3-4739-B9EE-5416A9F3A7BB}" type="presParOf" srcId="{E2FC48CB-5E9E-4BB5-9AEB-C646D22A0F2C}" destId="{B027F14F-3E99-434C-83D7-EDC3E0D315AF}" srcOrd="2" destOrd="0" presId="urn:microsoft.com/office/officeart/2005/8/layout/hList7"/>
    <dgm:cxn modelId="{44052FA3-1A29-4896-B471-D02994B5202D}" type="presParOf" srcId="{E2FC48CB-5E9E-4BB5-9AEB-C646D22A0F2C}" destId="{32024376-DB53-4187-824A-C441AAB028F7}" srcOrd="3" destOrd="0" presId="urn:microsoft.com/office/officeart/2005/8/layout/hList7"/>
  </dgm:cxnLst>
  <dgm:bg/>
  <dgm:whole>
    <a:ln>
      <a:noFill/>
    </a:ln>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FD81651-A661-44EB-9AA9-AC69FD04039C}" type="doc">
      <dgm:prSet loTypeId="urn:microsoft.com/office/officeart/2005/8/layout/hList7" loCatId="list" qsTypeId="urn:microsoft.com/office/officeart/2005/8/quickstyle/simple1" qsCatId="simple" csTypeId="urn:microsoft.com/office/officeart/2005/8/colors/accent2_1" csCatId="accent2" phldr="1"/>
      <dgm:spPr/>
      <dgm:t>
        <a:bodyPr/>
        <a:lstStyle/>
        <a:p>
          <a:endParaRPr lang="LID4096"/>
        </a:p>
      </dgm:t>
    </dgm:pt>
    <dgm:pt modelId="{8BEB63D6-A32C-40E7-A895-C90BC9B736D5}">
      <dgm:prSet custT="1"/>
      <dgm:spPr>
        <a:solidFill>
          <a:schemeClr val="accent5">
            <a:lumMod val="20000"/>
            <a:lumOff val="80000"/>
          </a:schemeClr>
        </a:solidFill>
        <a:ln>
          <a:solidFill>
            <a:schemeClr val="accent5">
              <a:lumMod val="75000"/>
            </a:schemeClr>
          </a:solidFill>
        </a:ln>
      </dgm:spPr>
      <dgm:t>
        <a:bodyPr/>
        <a:lstStyle/>
        <a:p>
          <a:r>
            <a:rPr lang="zh-CN" sz="1600" b="1" dirty="0"/>
            <a:t>传统</a:t>
          </a:r>
          <a:r>
            <a:rPr lang="zh-CN" altLang="en-US" sz="1600" b="0" dirty="0"/>
            <a:t>的</a:t>
          </a:r>
          <a:br>
            <a:rPr lang="en-US" altLang="zh-CN" sz="1600" b="1" dirty="0"/>
          </a:br>
          <a:r>
            <a:rPr lang="zh-CN" sz="1600" b="0" dirty="0"/>
            <a:t>软件工程</a:t>
          </a:r>
          <a:endParaRPr lang="zh-Hans-HK" sz="1600" dirty="0"/>
        </a:p>
      </dgm:t>
    </dgm:pt>
    <dgm:pt modelId="{5E4785F1-7CE6-451C-BE25-7A737A5A2B64}" type="sibTrans" cxnId="{CDE48E05-C635-4F39-B8B0-6500199EC6B0}">
      <dgm:prSet/>
      <dgm:spPr/>
      <dgm:t>
        <a:bodyPr/>
        <a:lstStyle/>
        <a:p>
          <a:endParaRPr lang="LID4096"/>
        </a:p>
      </dgm:t>
    </dgm:pt>
    <dgm:pt modelId="{108771EE-1C0E-4B1F-9149-5F46B3137F80}" type="parTrans" cxnId="{CDE48E05-C635-4F39-B8B0-6500199EC6B0}">
      <dgm:prSet/>
      <dgm:spPr/>
      <dgm:t>
        <a:bodyPr/>
        <a:lstStyle/>
        <a:p>
          <a:endParaRPr lang="LID4096"/>
        </a:p>
      </dgm:t>
    </dgm:pt>
    <dgm:pt modelId="{4C29683C-34D7-4177-A511-976C6355C7DD}">
      <dgm:prSet custT="1"/>
      <dgm:spPr>
        <a:solidFill>
          <a:schemeClr val="accent1">
            <a:lumMod val="20000"/>
            <a:lumOff val="80000"/>
          </a:schemeClr>
        </a:solidFill>
      </dgm:spPr>
      <dgm:t>
        <a:bodyPr/>
        <a:lstStyle/>
        <a:p>
          <a:r>
            <a:rPr lang="en-US" sz="1600" b="1" dirty="0"/>
            <a:t>LLM </a:t>
          </a:r>
          <a:r>
            <a:rPr lang="zh-CN" sz="1600" b="1" dirty="0"/>
            <a:t>赋能</a:t>
          </a:r>
          <a:r>
            <a:rPr lang="zh-CN" sz="1600" b="0" dirty="0"/>
            <a:t>的</a:t>
          </a:r>
          <a:br>
            <a:rPr lang="en-US" altLang="zh-CN" sz="1600" b="0" dirty="0"/>
          </a:br>
          <a:r>
            <a:rPr lang="zh-CN" sz="1600" b="0" dirty="0"/>
            <a:t>软件工程</a:t>
          </a:r>
          <a:endParaRPr lang="zh-Hans-HK" sz="1600" b="1" dirty="0"/>
        </a:p>
      </dgm:t>
    </dgm:pt>
    <dgm:pt modelId="{D948F039-8F0F-4A68-9C58-A1BF63396BA8}" type="sibTrans" cxnId="{7E96FBDE-D38E-4979-BCB6-22C805FF7428}">
      <dgm:prSet/>
      <dgm:spPr/>
      <dgm:t>
        <a:bodyPr/>
        <a:lstStyle/>
        <a:p>
          <a:endParaRPr lang="LID4096"/>
        </a:p>
      </dgm:t>
    </dgm:pt>
    <dgm:pt modelId="{AC411AF3-90CA-4318-9EDB-82774D7C0268}" type="parTrans" cxnId="{7E96FBDE-D38E-4979-BCB6-22C805FF7428}">
      <dgm:prSet/>
      <dgm:spPr/>
      <dgm:t>
        <a:bodyPr/>
        <a:lstStyle/>
        <a:p>
          <a:endParaRPr lang="LID4096"/>
        </a:p>
      </dgm:t>
    </dgm:pt>
    <dgm:pt modelId="{76BB738D-2728-4419-8C05-A73EB75B3779}" type="pres">
      <dgm:prSet presAssocID="{BFD81651-A661-44EB-9AA9-AC69FD04039C}" presName="Name0" presStyleCnt="0">
        <dgm:presLayoutVars>
          <dgm:dir/>
          <dgm:resizeHandles val="exact"/>
        </dgm:presLayoutVars>
      </dgm:prSet>
      <dgm:spPr/>
    </dgm:pt>
    <dgm:pt modelId="{35E7CBDC-D5DA-4086-B9A0-D04A248F53FF}" type="pres">
      <dgm:prSet presAssocID="{BFD81651-A661-44EB-9AA9-AC69FD04039C}" presName="fgShape" presStyleLbl="fgShp" presStyleIdx="0" presStyleCnt="1" custScaleY="133154"/>
      <dgm:spPr>
        <a:gradFill rotWithShape="0">
          <a:gsLst>
            <a:gs pos="0">
              <a:schemeClr val="accent2">
                <a:lumMod val="75000"/>
              </a:schemeClr>
            </a:gs>
            <a:gs pos="97000">
              <a:schemeClr val="accent5">
                <a:lumMod val="75000"/>
              </a:schemeClr>
            </a:gs>
          </a:gsLst>
          <a:lin ang="0" scaled="0"/>
        </a:gradFill>
      </dgm:spPr>
    </dgm:pt>
    <dgm:pt modelId="{C5EDC95E-5E82-432B-BF31-40AF82EC2487}" type="pres">
      <dgm:prSet presAssocID="{BFD81651-A661-44EB-9AA9-AC69FD04039C}" presName="linComp" presStyleCnt="0"/>
      <dgm:spPr/>
    </dgm:pt>
    <dgm:pt modelId="{A22676B4-F826-48C6-AA5D-331189A1296A}" type="pres">
      <dgm:prSet presAssocID="{4C29683C-34D7-4177-A511-976C6355C7DD}" presName="compNode" presStyleCnt="0"/>
      <dgm:spPr/>
    </dgm:pt>
    <dgm:pt modelId="{99EC0113-D67B-42C0-82D6-4C3D6F80B123}" type="pres">
      <dgm:prSet presAssocID="{4C29683C-34D7-4177-A511-976C6355C7DD}" presName="bkgdShape" presStyleLbl="node1" presStyleIdx="0" presStyleCnt="2" custScaleY="95459"/>
      <dgm:spPr/>
    </dgm:pt>
    <dgm:pt modelId="{57A5EF03-8923-4B16-809F-DC2302569D23}" type="pres">
      <dgm:prSet presAssocID="{4C29683C-34D7-4177-A511-976C6355C7DD}" presName="nodeTx" presStyleLbl="node1" presStyleIdx="0" presStyleCnt="2">
        <dgm:presLayoutVars>
          <dgm:bulletEnabled val="1"/>
        </dgm:presLayoutVars>
      </dgm:prSet>
      <dgm:spPr/>
    </dgm:pt>
    <dgm:pt modelId="{15AEAFCE-8818-4C14-ADE9-BE3FC1BFAF51}" type="pres">
      <dgm:prSet presAssocID="{4C29683C-34D7-4177-A511-976C6355C7DD}" presName="invisiNode" presStyleLbl="node1" presStyleIdx="0" presStyleCnt="2"/>
      <dgm:spPr/>
    </dgm:pt>
    <dgm:pt modelId="{D209DC20-2E73-42E0-926A-2F7C4E712AEC}" type="pres">
      <dgm:prSet presAssocID="{4C29683C-34D7-4177-A511-976C6355C7DD}" presName="imagNode" presStyleLbl="fgImgPlace1" presStyleIdx="0" presStyleCnt="2"/>
      <dgm:spPr>
        <a:blipFill>
          <a:blip xmlns:r="http://schemas.openxmlformats.org/officeDocument/2006/relationships" r:embed="rId1">
            <a:biLevel thresh="50000"/>
          </a:blip>
          <a:srcRect/>
          <a:stretch>
            <a:fillRect/>
          </a:stretch>
        </a:blipFill>
        <a:ln w="19050">
          <a:solidFill>
            <a:schemeClr val="tx1"/>
          </a:solidFill>
        </a:ln>
      </dgm:spPr>
    </dgm:pt>
    <dgm:pt modelId="{DDC73AA7-159D-467F-B6A8-E4F62965018D}" type="pres">
      <dgm:prSet presAssocID="{D948F039-8F0F-4A68-9C58-A1BF63396BA8}" presName="sibTrans" presStyleLbl="sibTrans2D1" presStyleIdx="0" presStyleCnt="0"/>
      <dgm:spPr/>
    </dgm:pt>
    <dgm:pt modelId="{E2FC48CB-5E9E-4BB5-9AEB-C646D22A0F2C}" type="pres">
      <dgm:prSet presAssocID="{8BEB63D6-A32C-40E7-A895-C90BC9B736D5}" presName="compNode" presStyleCnt="0"/>
      <dgm:spPr/>
    </dgm:pt>
    <dgm:pt modelId="{8678E430-DE4B-4EDB-A909-331C9C088E2F}" type="pres">
      <dgm:prSet presAssocID="{8BEB63D6-A32C-40E7-A895-C90BC9B736D5}" presName="bkgdShape" presStyleLbl="node1" presStyleIdx="1" presStyleCnt="2" custScaleY="95459"/>
      <dgm:spPr/>
    </dgm:pt>
    <dgm:pt modelId="{1F59FBD2-EDC3-4D6D-8244-C0A5AF930A8B}" type="pres">
      <dgm:prSet presAssocID="{8BEB63D6-A32C-40E7-A895-C90BC9B736D5}" presName="nodeTx" presStyleLbl="node1" presStyleIdx="1" presStyleCnt="2">
        <dgm:presLayoutVars>
          <dgm:bulletEnabled val="1"/>
        </dgm:presLayoutVars>
      </dgm:prSet>
      <dgm:spPr/>
    </dgm:pt>
    <dgm:pt modelId="{B027F14F-3E99-434C-83D7-EDC3E0D315AF}" type="pres">
      <dgm:prSet presAssocID="{8BEB63D6-A32C-40E7-A895-C90BC9B736D5}" presName="invisiNode" presStyleLbl="node1" presStyleIdx="1" presStyleCnt="2"/>
      <dgm:spPr/>
    </dgm:pt>
    <dgm:pt modelId="{32024376-DB53-4187-824A-C441AAB028F7}" type="pres">
      <dgm:prSet presAssocID="{8BEB63D6-A32C-40E7-A895-C90BC9B736D5}" presName="imagNode" presStyleLbl="fgImgPlace1" presStyleIdx="1" presStyleCnt="2"/>
      <dgm:spPr>
        <a:blipFill>
          <a:blip xmlns:r="http://schemas.openxmlformats.org/officeDocument/2006/relationships" r:embed="rId2">
            <a:extLst>
              <a:ext uri="{96DAC541-7B7A-43D3-8B79-37D633B846F1}">
                <asvg:svgBlip xmlns:asvg="http://schemas.microsoft.com/office/drawing/2016/SVG/main" r:embed="rId3"/>
              </a:ext>
            </a:extLst>
          </a:blip>
          <a:srcRect/>
          <a:stretch>
            <a:fillRect/>
          </a:stretch>
        </a:blipFill>
        <a:ln w="19050">
          <a:solidFill>
            <a:schemeClr val="tx1"/>
          </a:solidFill>
        </a:ln>
      </dgm:spPr>
      <dgm:extLst>
        <a:ext uri="{E40237B7-FDA0-4F09-8148-C483321AD2D9}">
          <dgm14:cNvPr xmlns:dgm14="http://schemas.microsoft.com/office/drawing/2010/diagram" id="0" name="" descr="男程序员 纯色填充"/>
        </a:ext>
      </dgm:extLst>
    </dgm:pt>
  </dgm:ptLst>
  <dgm:cxnLst>
    <dgm:cxn modelId="{CDE48E05-C635-4F39-B8B0-6500199EC6B0}" srcId="{BFD81651-A661-44EB-9AA9-AC69FD04039C}" destId="{8BEB63D6-A32C-40E7-A895-C90BC9B736D5}" srcOrd="1" destOrd="0" parTransId="{108771EE-1C0E-4B1F-9149-5F46B3137F80}" sibTransId="{5E4785F1-7CE6-451C-BE25-7A737A5A2B64}"/>
    <dgm:cxn modelId="{4BF08010-B67E-4414-91F4-601CE2684C0A}" type="presOf" srcId="{BFD81651-A661-44EB-9AA9-AC69FD04039C}" destId="{76BB738D-2728-4419-8C05-A73EB75B3779}" srcOrd="0" destOrd="0" presId="urn:microsoft.com/office/officeart/2005/8/layout/hList7"/>
    <dgm:cxn modelId="{0EB1D54D-EA55-4B16-B59F-BE63534561EC}" type="presOf" srcId="{8BEB63D6-A32C-40E7-A895-C90BC9B736D5}" destId="{1F59FBD2-EDC3-4D6D-8244-C0A5AF930A8B}" srcOrd="1" destOrd="0" presId="urn:microsoft.com/office/officeart/2005/8/layout/hList7"/>
    <dgm:cxn modelId="{1A6FD99F-B518-4B87-A759-4C559C87985A}" type="presOf" srcId="{4C29683C-34D7-4177-A511-976C6355C7DD}" destId="{57A5EF03-8923-4B16-809F-DC2302569D23}" srcOrd="1" destOrd="0" presId="urn:microsoft.com/office/officeart/2005/8/layout/hList7"/>
    <dgm:cxn modelId="{687198B2-43D5-48F6-9474-F0A2773EE42B}" type="presOf" srcId="{8BEB63D6-A32C-40E7-A895-C90BC9B736D5}" destId="{8678E430-DE4B-4EDB-A909-331C9C088E2F}" srcOrd="0" destOrd="0" presId="urn:microsoft.com/office/officeart/2005/8/layout/hList7"/>
    <dgm:cxn modelId="{7E96FBDE-D38E-4979-BCB6-22C805FF7428}" srcId="{BFD81651-A661-44EB-9AA9-AC69FD04039C}" destId="{4C29683C-34D7-4177-A511-976C6355C7DD}" srcOrd="0" destOrd="0" parTransId="{AC411AF3-90CA-4318-9EDB-82774D7C0268}" sibTransId="{D948F039-8F0F-4A68-9C58-A1BF63396BA8}"/>
    <dgm:cxn modelId="{12C34AE8-B6D5-4FB1-AE45-C6B68E277A31}" type="presOf" srcId="{4C29683C-34D7-4177-A511-976C6355C7DD}" destId="{99EC0113-D67B-42C0-82D6-4C3D6F80B123}" srcOrd="0" destOrd="0" presId="urn:microsoft.com/office/officeart/2005/8/layout/hList7"/>
    <dgm:cxn modelId="{6740D1F6-C1E0-451C-B9EE-65FE01DF6B29}" type="presOf" srcId="{D948F039-8F0F-4A68-9C58-A1BF63396BA8}" destId="{DDC73AA7-159D-467F-B6A8-E4F62965018D}" srcOrd="0" destOrd="0" presId="urn:microsoft.com/office/officeart/2005/8/layout/hList7"/>
    <dgm:cxn modelId="{9B7FB713-043B-453E-900F-71C093F8280B}" type="presParOf" srcId="{76BB738D-2728-4419-8C05-A73EB75B3779}" destId="{35E7CBDC-D5DA-4086-B9A0-D04A248F53FF}" srcOrd="0" destOrd="0" presId="urn:microsoft.com/office/officeart/2005/8/layout/hList7"/>
    <dgm:cxn modelId="{0EA9FA85-E266-4D80-B669-8310628EDE01}" type="presParOf" srcId="{76BB738D-2728-4419-8C05-A73EB75B3779}" destId="{C5EDC95E-5E82-432B-BF31-40AF82EC2487}" srcOrd="1" destOrd="0" presId="urn:microsoft.com/office/officeart/2005/8/layout/hList7"/>
    <dgm:cxn modelId="{75B73B6B-B62F-4B81-9995-7044CDFC6622}" type="presParOf" srcId="{C5EDC95E-5E82-432B-BF31-40AF82EC2487}" destId="{A22676B4-F826-48C6-AA5D-331189A1296A}" srcOrd="0" destOrd="0" presId="urn:microsoft.com/office/officeart/2005/8/layout/hList7"/>
    <dgm:cxn modelId="{C18FB065-ECB0-4F45-B2FB-5CCFB79A795A}" type="presParOf" srcId="{A22676B4-F826-48C6-AA5D-331189A1296A}" destId="{99EC0113-D67B-42C0-82D6-4C3D6F80B123}" srcOrd="0" destOrd="0" presId="urn:microsoft.com/office/officeart/2005/8/layout/hList7"/>
    <dgm:cxn modelId="{7E3948D2-8BF3-4DBE-A111-0A1FD4748169}" type="presParOf" srcId="{A22676B4-F826-48C6-AA5D-331189A1296A}" destId="{57A5EF03-8923-4B16-809F-DC2302569D23}" srcOrd="1" destOrd="0" presId="urn:microsoft.com/office/officeart/2005/8/layout/hList7"/>
    <dgm:cxn modelId="{8260EA1E-4819-48C5-B0FA-676BB5D1FCCE}" type="presParOf" srcId="{A22676B4-F826-48C6-AA5D-331189A1296A}" destId="{15AEAFCE-8818-4C14-ADE9-BE3FC1BFAF51}" srcOrd="2" destOrd="0" presId="urn:microsoft.com/office/officeart/2005/8/layout/hList7"/>
    <dgm:cxn modelId="{5DA5E605-92BB-42DF-8B72-F64C9B4A7017}" type="presParOf" srcId="{A22676B4-F826-48C6-AA5D-331189A1296A}" destId="{D209DC20-2E73-42E0-926A-2F7C4E712AEC}" srcOrd="3" destOrd="0" presId="urn:microsoft.com/office/officeart/2005/8/layout/hList7"/>
    <dgm:cxn modelId="{6A023BE7-F8F4-400D-B4AD-B2D1138075D4}" type="presParOf" srcId="{C5EDC95E-5E82-432B-BF31-40AF82EC2487}" destId="{DDC73AA7-159D-467F-B6A8-E4F62965018D}" srcOrd="1" destOrd="0" presId="urn:microsoft.com/office/officeart/2005/8/layout/hList7"/>
    <dgm:cxn modelId="{FE779113-04B2-4E1F-BF4A-E1E5356602B7}" type="presParOf" srcId="{C5EDC95E-5E82-432B-BF31-40AF82EC2487}" destId="{E2FC48CB-5E9E-4BB5-9AEB-C646D22A0F2C}" srcOrd="2" destOrd="0" presId="urn:microsoft.com/office/officeart/2005/8/layout/hList7"/>
    <dgm:cxn modelId="{98A2A26B-0025-4917-8060-BE510B1EB3B8}" type="presParOf" srcId="{E2FC48CB-5E9E-4BB5-9AEB-C646D22A0F2C}" destId="{8678E430-DE4B-4EDB-A909-331C9C088E2F}" srcOrd="0" destOrd="0" presId="urn:microsoft.com/office/officeart/2005/8/layout/hList7"/>
    <dgm:cxn modelId="{09518E28-33B3-4C4D-B052-6D5198CB0B08}" type="presParOf" srcId="{E2FC48CB-5E9E-4BB5-9AEB-C646D22A0F2C}" destId="{1F59FBD2-EDC3-4D6D-8244-C0A5AF930A8B}" srcOrd="1" destOrd="0" presId="urn:microsoft.com/office/officeart/2005/8/layout/hList7"/>
    <dgm:cxn modelId="{0C2495BE-31E3-4739-B9EE-5416A9F3A7BB}" type="presParOf" srcId="{E2FC48CB-5E9E-4BB5-9AEB-C646D22A0F2C}" destId="{B027F14F-3E99-434C-83D7-EDC3E0D315AF}" srcOrd="2" destOrd="0" presId="urn:microsoft.com/office/officeart/2005/8/layout/hList7"/>
    <dgm:cxn modelId="{44052FA3-1A29-4896-B471-D02994B5202D}" type="presParOf" srcId="{E2FC48CB-5E9E-4BB5-9AEB-C646D22A0F2C}" destId="{32024376-DB53-4187-824A-C441AAB028F7}" srcOrd="3" destOrd="0" presId="urn:microsoft.com/office/officeart/2005/8/layout/hList7"/>
  </dgm:cxnLst>
  <dgm:bg/>
  <dgm:whole>
    <a:ln>
      <a:noFill/>
    </a:ln>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82A5C72-B0CC-1840-9ADF-5804A8C93DB2}" type="doc">
      <dgm:prSet loTypeId="urn:microsoft.com/office/officeart/2005/8/layout/pyramid3" loCatId="" qsTypeId="urn:microsoft.com/office/officeart/2005/8/quickstyle/simple1" qsCatId="simple" csTypeId="urn:microsoft.com/office/officeart/2005/8/colors/accent1_2" csCatId="accent1" phldr="1"/>
      <dgm:spPr/>
    </dgm:pt>
    <dgm:pt modelId="{366B719A-DF51-6741-9A95-70124EBFBB5A}">
      <dgm:prSet phldrT="[文本]" custT="1"/>
      <dgm:spPr>
        <a:solidFill>
          <a:srgbClr val="009999">
            <a:hueOff val="0"/>
            <a:satOff val="0"/>
            <a:lumOff val="0"/>
            <a:alphaOff val="0"/>
          </a:srgbClr>
        </a:solidFill>
        <a:ln w="25400" cap="flat" cmpd="sng" algn="ctr">
          <a:solidFill>
            <a:srgbClr val="FFFFFF">
              <a:hueOff val="0"/>
              <a:satOff val="0"/>
              <a:lumOff val="0"/>
              <a:alphaOff val="0"/>
            </a:srgbClr>
          </a:solidFill>
          <a:prstDash val="solid"/>
        </a:ln>
        <a:effectLst/>
      </dgm:spPr>
      <dgm:t>
        <a:bodyPr spcFirstLastPara="0" vert="horz" wrap="square" lIns="25400" tIns="25400" rIns="25400" bIns="25400" numCol="1" spcCol="1270" anchor="ctr" anchorCtr="0"/>
        <a:lstStyle/>
        <a:p>
          <a:r>
            <a:rPr lang="zh-CN" altLang="en-US" sz="1600" kern="1200" dirty="0"/>
            <a:t>具体</a:t>
          </a:r>
          <a:r>
            <a:rPr lang="zh-CN" altLang="en-US" sz="1600" kern="1200" dirty="0">
              <a:solidFill>
                <a:srgbClr val="163794">
                  <a:hueOff val="0"/>
                  <a:satOff val="0"/>
                  <a:lumOff val="0"/>
                  <a:alphaOff val="0"/>
                </a:srgbClr>
              </a:solidFill>
              <a:latin typeface="Arial"/>
              <a:ea typeface="+mn-ea"/>
              <a:cs typeface="+mn-cs"/>
            </a:rPr>
            <a:t>方案</a:t>
          </a:r>
        </a:p>
      </dgm:t>
    </dgm:pt>
    <dgm:pt modelId="{F11C8B78-028E-3449-9652-A66C717A73D2}" type="parTrans" cxnId="{15621859-253C-7444-83F6-214FD48EA122}">
      <dgm:prSet/>
      <dgm:spPr/>
      <dgm:t>
        <a:bodyPr/>
        <a:lstStyle/>
        <a:p>
          <a:endParaRPr lang="zh-CN" altLang="en-US" sz="1200"/>
        </a:p>
      </dgm:t>
    </dgm:pt>
    <dgm:pt modelId="{82167E03-38E3-5F47-931C-1CE0521C2A79}" type="sibTrans" cxnId="{15621859-253C-7444-83F6-214FD48EA122}">
      <dgm:prSet/>
      <dgm:spPr/>
      <dgm:t>
        <a:bodyPr/>
        <a:lstStyle/>
        <a:p>
          <a:endParaRPr lang="zh-CN" altLang="en-US" sz="1200"/>
        </a:p>
      </dgm:t>
    </dgm:pt>
    <dgm:pt modelId="{DDC4441F-C719-9F4E-AC94-4031D4C24C2B}">
      <dgm:prSet phldrT="[文本]" custT="1"/>
      <dgm:spPr/>
      <dgm:t>
        <a:bodyPr/>
        <a:lstStyle/>
        <a:p>
          <a:r>
            <a:rPr lang="zh-CN" altLang="en-US" sz="1200" dirty="0"/>
            <a:t>参考模型（</a:t>
          </a:r>
          <a:r>
            <a:rPr lang="en-US" altLang="zh-CN" sz="1200" dirty="0"/>
            <a:t>SPICE</a:t>
          </a:r>
          <a:r>
            <a:rPr lang="zh-CN" altLang="en-US" sz="1200" dirty="0"/>
            <a:t>，</a:t>
          </a:r>
          <a:r>
            <a:rPr lang="en-US" altLang="zh-CN" sz="1200" dirty="0"/>
            <a:t>CMMI</a:t>
          </a:r>
          <a:r>
            <a:rPr lang="zh-CN" altLang="en-US" sz="1200" dirty="0"/>
            <a:t>）</a:t>
          </a:r>
        </a:p>
      </dgm:t>
    </dgm:pt>
    <dgm:pt modelId="{DFF68165-C686-8A4D-9C8A-3F828C69EDB3}" type="parTrans" cxnId="{1375230A-6998-3F4C-8735-66058A92A044}">
      <dgm:prSet/>
      <dgm:spPr/>
      <dgm:t>
        <a:bodyPr/>
        <a:lstStyle/>
        <a:p>
          <a:endParaRPr lang="zh-CN" altLang="en-US" sz="1200"/>
        </a:p>
      </dgm:t>
    </dgm:pt>
    <dgm:pt modelId="{40C45BCA-91CB-724D-8F49-CEE180B6D358}" type="sibTrans" cxnId="{1375230A-6998-3F4C-8735-66058A92A044}">
      <dgm:prSet/>
      <dgm:spPr/>
      <dgm:t>
        <a:bodyPr/>
        <a:lstStyle/>
        <a:p>
          <a:endParaRPr lang="zh-CN" altLang="en-US" sz="1200"/>
        </a:p>
      </dgm:t>
    </dgm:pt>
    <dgm:pt modelId="{05902A5D-1F6E-7F47-82AC-CC11B037261E}">
      <dgm:prSet phldrT="[文本]" custT="1"/>
      <dgm:spPr/>
      <dgm:t>
        <a:bodyPr anchor="t"/>
        <a:lstStyle/>
        <a:p>
          <a:r>
            <a:rPr lang="zh-CN" altLang="en-US" sz="1200" dirty="0"/>
            <a:t>元模型</a:t>
          </a:r>
          <a:br>
            <a:rPr lang="en-US" altLang="zh-CN" sz="1200" dirty="0"/>
          </a:br>
          <a:r>
            <a:rPr lang="zh-CN" altLang="en-US" sz="1200" dirty="0"/>
            <a:t>（</a:t>
          </a:r>
          <a:r>
            <a:rPr lang="en-US" altLang="zh-CN" sz="1200" dirty="0"/>
            <a:t>PDCA</a:t>
          </a:r>
          <a:r>
            <a:rPr lang="zh-CN" altLang="en-US" sz="1200" dirty="0"/>
            <a:t>， </a:t>
          </a:r>
          <a:r>
            <a:rPr lang="en-US" altLang="zh-CN" sz="1200" dirty="0"/>
            <a:t>IDEAL</a:t>
          </a:r>
          <a:r>
            <a:rPr lang="zh-CN" altLang="en-US" sz="1200" dirty="0"/>
            <a:t>）</a:t>
          </a:r>
        </a:p>
      </dgm:t>
    </dgm:pt>
    <dgm:pt modelId="{7508FDD2-65F5-D24E-8491-3CAFFE70AC39}" type="parTrans" cxnId="{65775CB7-D7EB-204C-8476-FD88F57B82CB}">
      <dgm:prSet/>
      <dgm:spPr/>
      <dgm:t>
        <a:bodyPr/>
        <a:lstStyle/>
        <a:p>
          <a:endParaRPr lang="zh-CN" altLang="en-US" sz="1200"/>
        </a:p>
      </dgm:t>
    </dgm:pt>
    <dgm:pt modelId="{B8ED00B7-0158-5F4F-9A55-814E5E7040C0}" type="sibTrans" cxnId="{65775CB7-D7EB-204C-8476-FD88F57B82CB}">
      <dgm:prSet/>
      <dgm:spPr/>
      <dgm:t>
        <a:bodyPr/>
        <a:lstStyle/>
        <a:p>
          <a:endParaRPr lang="zh-CN" altLang="en-US" sz="1200"/>
        </a:p>
      </dgm:t>
    </dgm:pt>
    <dgm:pt modelId="{766637F5-601E-7944-8671-83B4F299E52F}" type="pres">
      <dgm:prSet presAssocID="{482A5C72-B0CC-1840-9ADF-5804A8C93DB2}" presName="Name0" presStyleCnt="0">
        <dgm:presLayoutVars>
          <dgm:dir/>
          <dgm:animLvl val="lvl"/>
          <dgm:resizeHandles val="exact"/>
        </dgm:presLayoutVars>
      </dgm:prSet>
      <dgm:spPr/>
    </dgm:pt>
    <dgm:pt modelId="{583F5667-7A76-E043-8A6B-6666B3134872}" type="pres">
      <dgm:prSet presAssocID="{366B719A-DF51-6741-9A95-70124EBFBB5A}" presName="Name8" presStyleCnt="0"/>
      <dgm:spPr/>
    </dgm:pt>
    <dgm:pt modelId="{A8BF205F-A6D3-5F4A-8880-E19A80000F8C}" type="pres">
      <dgm:prSet presAssocID="{366B719A-DF51-6741-9A95-70124EBFBB5A}" presName="level" presStyleLbl="node1" presStyleIdx="0" presStyleCnt="3" custScaleX="100000" custScaleY="86878" custLinFactNeighborX="-11499" custLinFactNeighborY="-8528">
        <dgm:presLayoutVars>
          <dgm:chMax val="1"/>
          <dgm:bulletEnabled val="1"/>
        </dgm:presLayoutVars>
      </dgm:prSet>
      <dgm:spPr>
        <a:xfrm rot="10800000">
          <a:off x="0" y="0"/>
          <a:ext cx="6096000" cy="1354666"/>
        </a:xfrm>
        <a:prstGeom prst="trapezoid">
          <a:avLst>
            <a:gd name="adj" fmla="val 75000"/>
          </a:avLst>
        </a:prstGeom>
      </dgm:spPr>
    </dgm:pt>
    <dgm:pt modelId="{E36896D4-FCC5-8442-8C4A-F40C2EA5747C}" type="pres">
      <dgm:prSet presAssocID="{366B719A-DF51-6741-9A95-70124EBFBB5A}" presName="levelTx" presStyleLbl="revTx" presStyleIdx="0" presStyleCnt="0">
        <dgm:presLayoutVars>
          <dgm:chMax val="1"/>
          <dgm:bulletEnabled val="1"/>
        </dgm:presLayoutVars>
      </dgm:prSet>
      <dgm:spPr/>
    </dgm:pt>
    <dgm:pt modelId="{F9FBF756-FDE9-004D-A710-B04D5645C5C8}" type="pres">
      <dgm:prSet presAssocID="{DDC4441F-C719-9F4E-AC94-4031D4C24C2B}" presName="Name8" presStyleCnt="0"/>
      <dgm:spPr/>
    </dgm:pt>
    <dgm:pt modelId="{E2AB24F0-EF82-E849-8CA3-076F503FC697}" type="pres">
      <dgm:prSet presAssocID="{DDC4441F-C719-9F4E-AC94-4031D4C24C2B}" presName="level" presStyleLbl="node1" presStyleIdx="1" presStyleCnt="3" custScaleX="89128" custScaleY="44635">
        <dgm:presLayoutVars>
          <dgm:chMax val="1"/>
          <dgm:bulletEnabled val="1"/>
        </dgm:presLayoutVars>
      </dgm:prSet>
      <dgm:spPr/>
    </dgm:pt>
    <dgm:pt modelId="{2B4DED71-31B5-6244-914A-4B2499A6E229}" type="pres">
      <dgm:prSet presAssocID="{DDC4441F-C719-9F4E-AC94-4031D4C24C2B}" presName="levelTx" presStyleLbl="revTx" presStyleIdx="0" presStyleCnt="0">
        <dgm:presLayoutVars>
          <dgm:chMax val="1"/>
          <dgm:bulletEnabled val="1"/>
        </dgm:presLayoutVars>
      </dgm:prSet>
      <dgm:spPr/>
    </dgm:pt>
    <dgm:pt modelId="{4C986DC4-6108-1C46-B225-A5EA7956AE15}" type="pres">
      <dgm:prSet presAssocID="{05902A5D-1F6E-7F47-82AC-CC11B037261E}" presName="Name8" presStyleCnt="0"/>
      <dgm:spPr/>
    </dgm:pt>
    <dgm:pt modelId="{9ACE64DF-A3A2-0347-830E-EC8BF51EF3CA}" type="pres">
      <dgm:prSet presAssocID="{05902A5D-1F6E-7F47-82AC-CC11B037261E}" presName="level" presStyleLbl="node1" presStyleIdx="2" presStyleCnt="3" custScaleX="88037" custScaleY="145683">
        <dgm:presLayoutVars>
          <dgm:chMax val="1"/>
          <dgm:bulletEnabled val="1"/>
        </dgm:presLayoutVars>
      </dgm:prSet>
      <dgm:spPr/>
    </dgm:pt>
    <dgm:pt modelId="{003DBAB0-DAE4-4245-9FAA-94E5D53255ED}" type="pres">
      <dgm:prSet presAssocID="{05902A5D-1F6E-7F47-82AC-CC11B037261E}" presName="levelTx" presStyleLbl="revTx" presStyleIdx="0" presStyleCnt="0">
        <dgm:presLayoutVars>
          <dgm:chMax val="1"/>
          <dgm:bulletEnabled val="1"/>
        </dgm:presLayoutVars>
      </dgm:prSet>
      <dgm:spPr/>
    </dgm:pt>
  </dgm:ptLst>
  <dgm:cxnLst>
    <dgm:cxn modelId="{1375230A-6998-3F4C-8735-66058A92A044}" srcId="{482A5C72-B0CC-1840-9ADF-5804A8C93DB2}" destId="{DDC4441F-C719-9F4E-AC94-4031D4C24C2B}" srcOrd="1" destOrd="0" parTransId="{DFF68165-C686-8A4D-9C8A-3F828C69EDB3}" sibTransId="{40C45BCA-91CB-724D-8F49-CEE180B6D358}"/>
    <dgm:cxn modelId="{4F33AD3B-F772-D84B-A4A2-FFFCB4EF556F}" type="presOf" srcId="{05902A5D-1F6E-7F47-82AC-CC11B037261E}" destId="{9ACE64DF-A3A2-0347-830E-EC8BF51EF3CA}" srcOrd="0" destOrd="0" presId="urn:microsoft.com/office/officeart/2005/8/layout/pyramid3"/>
    <dgm:cxn modelId="{1507F643-C014-BC44-B05D-C483C8D75D2C}" type="presOf" srcId="{DDC4441F-C719-9F4E-AC94-4031D4C24C2B}" destId="{E2AB24F0-EF82-E849-8CA3-076F503FC697}" srcOrd="0" destOrd="0" presId="urn:microsoft.com/office/officeart/2005/8/layout/pyramid3"/>
    <dgm:cxn modelId="{15621859-253C-7444-83F6-214FD48EA122}" srcId="{482A5C72-B0CC-1840-9ADF-5804A8C93DB2}" destId="{366B719A-DF51-6741-9A95-70124EBFBB5A}" srcOrd="0" destOrd="0" parTransId="{F11C8B78-028E-3449-9652-A66C717A73D2}" sibTransId="{82167E03-38E3-5F47-931C-1CE0521C2A79}"/>
    <dgm:cxn modelId="{FCC0BE6C-A3DA-F348-AD6C-81E6EDCFCC9F}" type="presOf" srcId="{482A5C72-B0CC-1840-9ADF-5804A8C93DB2}" destId="{766637F5-601E-7944-8671-83B4F299E52F}" srcOrd="0" destOrd="0" presId="urn:microsoft.com/office/officeart/2005/8/layout/pyramid3"/>
    <dgm:cxn modelId="{6578DB90-8E73-F04D-B9DB-62715AA4932C}" type="presOf" srcId="{05902A5D-1F6E-7F47-82AC-CC11B037261E}" destId="{003DBAB0-DAE4-4245-9FAA-94E5D53255ED}" srcOrd="1" destOrd="0" presId="urn:microsoft.com/office/officeart/2005/8/layout/pyramid3"/>
    <dgm:cxn modelId="{784818A0-65F7-1248-8684-8836EED18F35}" type="presOf" srcId="{366B719A-DF51-6741-9A95-70124EBFBB5A}" destId="{E36896D4-FCC5-8442-8C4A-F40C2EA5747C}" srcOrd="1" destOrd="0" presId="urn:microsoft.com/office/officeart/2005/8/layout/pyramid3"/>
    <dgm:cxn modelId="{65775CB7-D7EB-204C-8476-FD88F57B82CB}" srcId="{482A5C72-B0CC-1840-9ADF-5804A8C93DB2}" destId="{05902A5D-1F6E-7F47-82AC-CC11B037261E}" srcOrd="2" destOrd="0" parTransId="{7508FDD2-65F5-D24E-8491-3CAFFE70AC39}" sibTransId="{B8ED00B7-0158-5F4F-9A55-814E5E7040C0}"/>
    <dgm:cxn modelId="{C7CC0EBF-46C4-C241-B541-801C3F0207A4}" type="presOf" srcId="{366B719A-DF51-6741-9A95-70124EBFBB5A}" destId="{A8BF205F-A6D3-5F4A-8880-E19A80000F8C}" srcOrd="0" destOrd="0" presId="urn:microsoft.com/office/officeart/2005/8/layout/pyramid3"/>
    <dgm:cxn modelId="{071682FC-4EBA-BD4F-93BD-C1F02E9091B2}" type="presOf" srcId="{DDC4441F-C719-9F4E-AC94-4031D4C24C2B}" destId="{2B4DED71-31B5-6244-914A-4B2499A6E229}" srcOrd="1" destOrd="0" presId="urn:microsoft.com/office/officeart/2005/8/layout/pyramid3"/>
    <dgm:cxn modelId="{1CF79827-8E87-904D-8FF9-2273433CCB5D}" type="presParOf" srcId="{766637F5-601E-7944-8671-83B4F299E52F}" destId="{583F5667-7A76-E043-8A6B-6666B3134872}" srcOrd="0" destOrd="0" presId="urn:microsoft.com/office/officeart/2005/8/layout/pyramid3"/>
    <dgm:cxn modelId="{2FC03AE4-AF2A-A742-9242-8C56737747D3}" type="presParOf" srcId="{583F5667-7A76-E043-8A6B-6666B3134872}" destId="{A8BF205F-A6D3-5F4A-8880-E19A80000F8C}" srcOrd="0" destOrd="0" presId="urn:microsoft.com/office/officeart/2005/8/layout/pyramid3"/>
    <dgm:cxn modelId="{C57FE59F-F2EF-D944-BD80-8CF39CC96CA2}" type="presParOf" srcId="{583F5667-7A76-E043-8A6B-6666B3134872}" destId="{E36896D4-FCC5-8442-8C4A-F40C2EA5747C}" srcOrd="1" destOrd="0" presId="urn:microsoft.com/office/officeart/2005/8/layout/pyramid3"/>
    <dgm:cxn modelId="{6A77E27C-207F-AB43-84D6-18E8F176A9AA}" type="presParOf" srcId="{766637F5-601E-7944-8671-83B4F299E52F}" destId="{F9FBF756-FDE9-004D-A710-B04D5645C5C8}" srcOrd="1" destOrd="0" presId="urn:microsoft.com/office/officeart/2005/8/layout/pyramid3"/>
    <dgm:cxn modelId="{F1F2AB6C-EB0C-CC42-AC23-B11BC9D59E45}" type="presParOf" srcId="{F9FBF756-FDE9-004D-A710-B04D5645C5C8}" destId="{E2AB24F0-EF82-E849-8CA3-076F503FC697}" srcOrd="0" destOrd="0" presId="urn:microsoft.com/office/officeart/2005/8/layout/pyramid3"/>
    <dgm:cxn modelId="{A964FFD7-46BF-DC47-B62F-CF2221631A95}" type="presParOf" srcId="{F9FBF756-FDE9-004D-A710-B04D5645C5C8}" destId="{2B4DED71-31B5-6244-914A-4B2499A6E229}" srcOrd="1" destOrd="0" presId="urn:microsoft.com/office/officeart/2005/8/layout/pyramid3"/>
    <dgm:cxn modelId="{80530BEB-2BF9-494B-9D2B-4762BEB389B4}" type="presParOf" srcId="{766637F5-601E-7944-8671-83B4F299E52F}" destId="{4C986DC4-6108-1C46-B225-A5EA7956AE15}" srcOrd="2" destOrd="0" presId="urn:microsoft.com/office/officeart/2005/8/layout/pyramid3"/>
    <dgm:cxn modelId="{2C407F04-C333-784A-A0A2-C64FB1345D9D}" type="presParOf" srcId="{4C986DC4-6108-1C46-B225-A5EA7956AE15}" destId="{9ACE64DF-A3A2-0347-830E-EC8BF51EF3CA}" srcOrd="0" destOrd="0" presId="urn:microsoft.com/office/officeart/2005/8/layout/pyramid3"/>
    <dgm:cxn modelId="{AB269DF9-D8F7-0944-B497-AEDD1F640E51}" type="presParOf" srcId="{4C986DC4-6108-1C46-B225-A5EA7956AE15}" destId="{003DBAB0-DAE4-4245-9FAA-94E5D53255ED}" srcOrd="1" destOrd="0" presId="urn:microsoft.com/office/officeart/2005/8/layout/pyramid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EC0113-D67B-42C0-82D6-4C3D6F80B123}">
      <dsp:nvSpPr>
        <dsp:cNvPr id="0" name=""/>
        <dsp:cNvSpPr/>
      </dsp:nvSpPr>
      <dsp:spPr>
        <a:xfrm>
          <a:off x="1174" y="63563"/>
          <a:ext cx="1345184" cy="1781617"/>
        </a:xfrm>
        <a:prstGeom prst="roundRect">
          <a:avLst>
            <a:gd name="adj" fmla="val 10000"/>
          </a:avLst>
        </a:prstGeom>
        <a:solidFill>
          <a:schemeClr val="accent3">
            <a:lumMod val="20000"/>
            <a:lumOff val="80000"/>
          </a:schemeClr>
        </a:solidFill>
        <a:ln w="12700" cap="flat" cmpd="sng" algn="ctr">
          <a:solidFill>
            <a:schemeClr val="accent3">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t>大语言模型</a:t>
          </a:r>
          <a:br>
            <a:rPr lang="en-US" altLang="zh-CN" sz="1600" b="1" kern="1200" dirty="0"/>
          </a:br>
          <a:r>
            <a:rPr lang="en-US" altLang="zh-CN" sz="1400" b="0" kern="1200" dirty="0"/>
            <a:t>(</a:t>
          </a:r>
          <a:r>
            <a:rPr lang="zh-CN" altLang="en-US" sz="1400" b="0" kern="1200" dirty="0"/>
            <a:t>如 </a:t>
          </a:r>
          <a:r>
            <a:rPr lang="en-US" altLang="zh-CN" sz="1400" b="0" kern="1200" dirty="0"/>
            <a:t>ChatGPT)</a:t>
          </a:r>
          <a:r>
            <a:rPr lang="en-US" sz="1400" b="0" kern="1200" dirty="0"/>
            <a:t> </a:t>
          </a:r>
          <a:endParaRPr lang="zh-Hans-HK" sz="1600" b="0" kern="1200" dirty="0"/>
        </a:p>
      </dsp:txBody>
      <dsp:txXfrm>
        <a:off x="1174" y="776210"/>
        <a:ext cx="1345184" cy="712646"/>
      </dsp:txXfrm>
    </dsp:sp>
    <dsp:sp modelId="{D209DC20-2E73-42E0-926A-2F7C4E712AEC}">
      <dsp:nvSpPr>
        <dsp:cNvPr id="0" name=""/>
        <dsp:cNvSpPr/>
      </dsp:nvSpPr>
      <dsp:spPr>
        <a:xfrm>
          <a:off x="363016" y="133170"/>
          <a:ext cx="621500" cy="621500"/>
        </a:xfrm>
        <a:prstGeom prst="ellipse">
          <a:avLst/>
        </a:prstGeom>
        <a:blipFill>
          <a:blip xmlns:r="http://schemas.openxmlformats.org/officeDocument/2006/relationships" r:embed="rId1">
            <a:biLevel thresh="50000"/>
          </a:blip>
          <a:srcRect/>
          <a:stretch>
            <a:fillRect/>
          </a:stretch>
        </a:blipFill>
        <a:ln w="1905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sp>
    <dsp:sp modelId="{8678E430-DE4B-4EDB-A909-331C9C088E2F}">
      <dsp:nvSpPr>
        <dsp:cNvPr id="0" name=""/>
        <dsp:cNvSpPr/>
      </dsp:nvSpPr>
      <dsp:spPr>
        <a:xfrm>
          <a:off x="1386714" y="63563"/>
          <a:ext cx="1345184" cy="1781617"/>
        </a:xfrm>
        <a:prstGeom prst="roundRect">
          <a:avLst>
            <a:gd name="adj" fmla="val 10000"/>
          </a:avLst>
        </a:prstGeom>
        <a:solidFill>
          <a:schemeClr val="accent4">
            <a:lumMod val="20000"/>
            <a:lumOff val="80000"/>
          </a:schemeClr>
        </a:solidFill>
        <a:ln w="12700" cap="flat" cmpd="sng" algn="ctr">
          <a:solidFill>
            <a:schemeClr val="accent4">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zh-CN" sz="1600" b="1" kern="1200" dirty="0"/>
            <a:t>软件工程师</a:t>
          </a:r>
          <a:br>
            <a:rPr lang="en-US" altLang="zh-CN" sz="1600" b="1" kern="1200" dirty="0"/>
          </a:br>
          <a:r>
            <a:rPr lang="en-US" altLang="zh-CN" sz="1400" b="0" kern="1200" dirty="0"/>
            <a:t>(</a:t>
          </a:r>
          <a:r>
            <a:rPr lang="zh-CN" sz="1400" b="0" kern="1200" dirty="0"/>
            <a:t>人类专家</a:t>
          </a:r>
          <a:r>
            <a:rPr lang="en-US" altLang="zh-CN" sz="1400" b="0" kern="1200" dirty="0"/>
            <a:t>)</a:t>
          </a:r>
          <a:endParaRPr lang="zh-Hans-HK" sz="1600" kern="1200" dirty="0"/>
        </a:p>
      </dsp:txBody>
      <dsp:txXfrm>
        <a:off x="1386714" y="776210"/>
        <a:ext cx="1345184" cy="712646"/>
      </dsp:txXfrm>
    </dsp:sp>
    <dsp:sp modelId="{32024376-DB53-4187-824A-C441AAB028F7}">
      <dsp:nvSpPr>
        <dsp:cNvPr id="0" name=""/>
        <dsp:cNvSpPr/>
      </dsp:nvSpPr>
      <dsp:spPr>
        <a:xfrm>
          <a:off x="1748556" y="133170"/>
          <a:ext cx="621500" cy="621500"/>
        </a:xfrm>
        <a:prstGeom prst="ellipse">
          <a:avLst/>
        </a:prstGeom>
        <a:blipFill>
          <a:blip xmlns:r="http://schemas.openxmlformats.org/officeDocument/2006/relationships" r:embed="rId2">
            <a:extLst>
              <a:ext uri="{96DAC541-7B7A-43D3-8B79-37D633B846F1}">
                <asvg:svgBlip xmlns:asvg="http://schemas.microsoft.com/office/drawing/2016/SVG/main" r:embed="rId3"/>
              </a:ext>
            </a:extLst>
          </a:blip>
          <a:srcRect/>
          <a:stretch>
            <a:fillRect/>
          </a:stretch>
        </a:blipFill>
        <a:ln w="1905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sp>
    <dsp:sp modelId="{35E7CBDC-D5DA-4086-B9A0-D04A248F53FF}">
      <dsp:nvSpPr>
        <dsp:cNvPr id="0" name=""/>
        <dsp:cNvSpPr/>
      </dsp:nvSpPr>
      <dsp:spPr>
        <a:xfrm>
          <a:off x="109322" y="1446687"/>
          <a:ext cx="2514427" cy="372771"/>
        </a:xfrm>
        <a:prstGeom prst="leftRightArrow">
          <a:avLst/>
        </a:prstGeom>
        <a:gradFill rotWithShape="0">
          <a:gsLst>
            <a:gs pos="0">
              <a:schemeClr val="accent3">
                <a:lumMod val="75000"/>
              </a:schemeClr>
            </a:gs>
            <a:gs pos="97000">
              <a:schemeClr val="accent4">
                <a:lumMod val="75000"/>
              </a:schemeClr>
            </a:gs>
          </a:gsLst>
          <a:lin ang="0" scaled="0"/>
        </a:gra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EC0113-D67B-42C0-82D6-4C3D6F80B123}">
      <dsp:nvSpPr>
        <dsp:cNvPr id="0" name=""/>
        <dsp:cNvSpPr/>
      </dsp:nvSpPr>
      <dsp:spPr>
        <a:xfrm>
          <a:off x="1174" y="63563"/>
          <a:ext cx="1345184" cy="1781617"/>
        </a:xfrm>
        <a:prstGeom prst="roundRect">
          <a:avLst>
            <a:gd name="adj" fmla="val 10000"/>
          </a:avLst>
        </a:prstGeom>
        <a:solidFill>
          <a:schemeClr val="accent1">
            <a:lumMod val="20000"/>
            <a:lumOff val="8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1" kern="1200" dirty="0"/>
            <a:t>LLM </a:t>
          </a:r>
          <a:r>
            <a:rPr lang="zh-CN" sz="1600" b="1" kern="1200" dirty="0"/>
            <a:t>赋能</a:t>
          </a:r>
          <a:r>
            <a:rPr lang="zh-CN" sz="1600" b="0" kern="1200" dirty="0"/>
            <a:t>的</a:t>
          </a:r>
          <a:br>
            <a:rPr lang="en-US" altLang="zh-CN" sz="1600" b="0" kern="1200" dirty="0"/>
          </a:br>
          <a:r>
            <a:rPr lang="zh-CN" sz="1600" b="0" kern="1200" dirty="0"/>
            <a:t>软件工程</a:t>
          </a:r>
          <a:endParaRPr lang="zh-Hans-HK" sz="1600" b="1" kern="1200" dirty="0"/>
        </a:p>
      </dsp:txBody>
      <dsp:txXfrm>
        <a:off x="1174" y="776210"/>
        <a:ext cx="1345184" cy="712646"/>
      </dsp:txXfrm>
    </dsp:sp>
    <dsp:sp modelId="{D209DC20-2E73-42E0-926A-2F7C4E712AEC}">
      <dsp:nvSpPr>
        <dsp:cNvPr id="0" name=""/>
        <dsp:cNvSpPr/>
      </dsp:nvSpPr>
      <dsp:spPr>
        <a:xfrm>
          <a:off x="363016" y="133170"/>
          <a:ext cx="621500" cy="621500"/>
        </a:xfrm>
        <a:prstGeom prst="ellipse">
          <a:avLst/>
        </a:prstGeom>
        <a:blipFill>
          <a:blip xmlns:r="http://schemas.openxmlformats.org/officeDocument/2006/relationships" r:embed="rId1">
            <a:biLevel thresh="50000"/>
          </a:blip>
          <a:srcRect/>
          <a:stretch>
            <a:fillRect/>
          </a:stretch>
        </a:blipFill>
        <a:ln w="1905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sp>
    <dsp:sp modelId="{8678E430-DE4B-4EDB-A909-331C9C088E2F}">
      <dsp:nvSpPr>
        <dsp:cNvPr id="0" name=""/>
        <dsp:cNvSpPr/>
      </dsp:nvSpPr>
      <dsp:spPr>
        <a:xfrm>
          <a:off x="1386714" y="63563"/>
          <a:ext cx="1345184" cy="1781617"/>
        </a:xfrm>
        <a:prstGeom prst="roundRect">
          <a:avLst>
            <a:gd name="adj" fmla="val 10000"/>
          </a:avLst>
        </a:prstGeom>
        <a:solidFill>
          <a:schemeClr val="accent5">
            <a:lumMod val="20000"/>
            <a:lumOff val="80000"/>
          </a:schemeClr>
        </a:solidFill>
        <a:ln w="12700" cap="flat" cmpd="sng" algn="ctr">
          <a:solidFill>
            <a:schemeClr val="accent5">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zh-CN" sz="1600" b="1" kern="1200" dirty="0"/>
            <a:t>传统</a:t>
          </a:r>
          <a:r>
            <a:rPr lang="zh-CN" altLang="en-US" sz="1600" b="0" kern="1200" dirty="0"/>
            <a:t>的</a:t>
          </a:r>
          <a:br>
            <a:rPr lang="en-US" altLang="zh-CN" sz="1600" b="1" kern="1200" dirty="0"/>
          </a:br>
          <a:r>
            <a:rPr lang="zh-CN" sz="1600" b="0" kern="1200" dirty="0"/>
            <a:t>软件工程</a:t>
          </a:r>
          <a:endParaRPr lang="zh-Hans-HK" sz="1600" kern="1200" dirty="0"/>
        </a:p>
      </dsp:txBody>
      <dsp:txXfrm>
        <a:off x="1386714" y="776210"/>
        <a:ext cx="1345184" cy="712646"/>
      </dsp:txXfrm>
    </dsp:sp>
    <dsp:sp modelId="{32024376-DB53-4187-824A-C441AAB028F7}">
      <dsp:nvSpPr>
        <dsp:cNvPr id="0" name=""/>
        <dsp:cNvSpPr/>
      </dsp:nvSpPr>
      <dsp:spPr>
        <a:xfrm>
          <a:off x="1748556" y="133170"/>
          <a:ext cx="621500" cy="621500"/>
        </a:xfrm>
        <a:prstGeom prst="ellipse">
          <a:avLst/>
        </a:prstGeom>
        <a:blipFill>
          <a:blip xmlns:r="http://schemas.openxmlformats.org/officeDocument/2006/relationships" r:embed="rId2">
            <a:extLst>
              <a:ext uri="{96DAC541-7B7A-43D3-8B79-37D633B846F1}">
                <asvg:svgBlip xmlns:asvg="http://schemas.microsoft.com/office/drawing/2016/SVG/main" r:embed="rId3"/>
              </a:ext>
            </a:extLst>
          </a:blip>
          <a:srcRect/>
          <a:stretch>
            <a:fillRect/>
          </a:stretch>
        </a:blipFill>
        <a:ln w="1905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sp>
    <dsp:sp modelId="{35E7CBDC-D5DA-4086-B9A0-D04A248F53FF}">
      <dsp:nvSpPr>
        <dsp:cNvPr id="0" name=""/>
        <dsp:cNvSpPr/>
      </dsp:nvSpPr>
      <dsp:spPr>
        <a:xfrm>
          <a:off x="109322" y="1446687"/>
          <a:ext cx="2514427" cy="372771"/>
        </a:xfrm>
        <a:prstGeom prst="leftRightArrow">
          <a:avLst/>
        </a:prstGeom>
        <a:gradFill rotWithShape="0">
          <a:gsLst>
            <a:gs pos="0">
              <a:schemeClr val="accent2">
                <a:lumMod val="75000"/>
              </a:schemeClr>
            </a:gs>
            <a:gs pos="97000">
              <a:schemeClr val="accent5">
                <a:lumMod val="75000"/>
              </a:schemeClr>
            </a:gs>
          </a:gsLst>
          <a:lin ang="0" scaled="0"/>
        </a:gra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BF205F-A6D3-5F4A-8880-E19A80000F8C}">
      <dsp:nvSpPr>
        <dsp:cNvPr id="0" name=""/>
        <dsp:cNvSpPr/>
      </dsp:nvSpPr>
      <dsp:spPr>
        <a:xfrm rot="10800000">
          <a:off x="0" y="0"/>
          <a:ext cx="5105398" cy="1249765"/>
        </a:xfrm>
        <a:prstGeom prst="trapezoid">
          <a:avLst>
            <a:gd name="adj" fmla="val 75000"/>
          </a:avLst>
        </a:prstGeom>
        <a:solidFill>
          <a:srgbClr val="009999">
            <a:hueOff val="0"/>
            <a:satOff val="0"/>
            <a:lumOff val="0"/>
            <a:alphaOff val="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具体</a:t>
          </a:r>
          <a:r>
            <a:rPr lang="zh-CN" altLang="en-US" sz="1600" kern="1200" dirty="0">
              <a:solidFill>
                <a:srgbClr val="163794">
                  <a:hueOff val="0"/>
                  <a:satOff val="0"/>
                  <a:lumOff val="0"/>
                  <a:alphaOff val="0"/>
                </a:srgbClr>
              </a:solidFill>
              <a:latin typeface="Arial"/>
              <a:ea typeface="+mn-ea"/>
              <a:cs typeface="+mn-cs"/>
            </a:rPr>
            <a:t>方案</a:t>
          </a:r>
        </a:p>
      </dsp:txBody>
      <dsp:txXfrm rot="-10800000">
        <a:off x="893444" y="0"/>
        <a:ext cx="3318509" cy="1249765"/>
      </dsp:txXfrm>
    </dsp:sp>
    <dsp:sp modelId="{E2AB24F0-EF82-E849-8CA3-076F503FC697}">
      <dsp:nvSpPr>
        <dsp:cNvPr id="0" name=""/>
        <dsp:cNvSpPr/>
      </dsp:nvSpPr>
      <dsp:spPr>
        <a:xfrm rot="10800000">
          <a:off x="990606" y="1249765"/>
          <a:ext cx="3124185" cy="642087"/>
        </a:xfrm>
        <a:prstGeom prst="trapezoid">
          <a:avLst>
            <a:gd name="adj" fmla="val 64017"/>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参考模型（</a:t>
          </a:r>
          <a:r>
            <a:rPr lang="en-US" altLang="zh-CN" sz="1200" kern="1200" dirty="0"/>
            <a:t>SPICE</a:t>
          </a:r>
          <a:r>
            <a:rPr lang="zh-CN" altLang="en-US" sz="1200" kern="1200" dirty="0"/>
            <a:t>，</a:t>
          </a:r>
          <a:r>
            <a:rPr lang="en-US" altLang="zh-CN" sz="1200" kern="1200" dirty="0"/>
            <a:t>CMMI</a:t>
          </a:r>
          <a:r>
            <a:rPr lang="zh-CN" altLang="en-US" sz="1200" kern="1200" dirty="0"/>
            <a:t>）</a:t>
          </a:r>
        </a:p>
      </dsp:txBody>
      <dsp:txXfrm rot="-10800000">
        <a:off x="1537339" y="1249765"/>
        <a:ext cx="2030720" cy="642087"/>
      </dsp:txXfrm>
    </dsp:sp>
    <dsp:sp modelId="{9ACE64DF-A3A2-0347-830E-EC8BF51EF3CA}">
      <dsp:nvSpPr>
        <dsp:cNvPr id="0" name=""/>
        <dsp:cNvSpPr/>
      </dsp:nvSpPr>
      <dsp:spPr>
        <a:xfrm rot="10800000">
          <a:off x="1371599" y="1891853"/>
          <a:ext cx="2362200" cy="2095692"/>
        </a:xfrm>
        <a:prstGeom prst="trapezoid">
          <a:avLst>
            <a:gd name="adj" fmla="val 64017"/>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t" anchorCtr="0">
          <a:noAutofit/>
        </a:bodyPr>
        <a:lstStyle/>
        <a:p>
          <a:pPr marL="0" lvl="0" indent="0" algn="ctr" defTabSz="533400">
            <a:lnSpc>
              <a:spcPct val="90000"/>
            </a:lnSpc>
            <a:spcBef>
              <a:spcPct val="0"/>
            </a:spcBef>
            <a:spcAft>
              <a:spcPct val="35000"/>
            </a:spcAft>
            <a:buNone/>
          </a:pPr>
          <a:r>
            <a:rPr lang="zh-CN" altLang="en-US" sz="1200" kern="1200" dirty="0"/>
            <a:t>元模型</a:t>
          </a:r>
          <a:br>
            <a:rPr lang="en-US" altLang="zh-CN" sz="1200" kern="1200" dirty="0"/>
          </a:br>
          <a:r>
            <a:rPr lang="zh-CN" altLang="en-US" sz="1200" kern="1200" dirty="0"/>
            <a:t>（</a:t>
          </a:r>
          <a:r>
            <a:rPr lang="en-US" altLang="zh-CN" sz="1200" kern="1200" dirty="0"/>
            <a:t>PDCA</a:t>
          </a:r>
          <a:r>
            <a:rPr lang="zh-CN" altLang="en-US" sz="1200" kern="1200" dirty="0"/>
            <a:t>， </a:t>
          </a:r>
          <a:r>
            <a:rPr lang="en-US" altLang="zh-CN" sz="1200" kern="1200" dirty="0"/>
            <a:t>IDEAL</a:t>
          </a:r>
          <a:r>
            <a:rPr lang="zh-CN" altLang="en-US" sz="1200" kern="1200" dirty="0"/>
            <a:t>）</a:t>
          </a:r>
        </a:p>
      </dsp:txBody>
      <dsp:txXfrm rot="-10800000">
        <a:off x="1371599" y="1891853"/>
        <a:ext cx="2362200" cy="2095692"/>
      </dsp:txXfrm>
    </dsp:sp>
  </dsp:spTree>
</dsp:drawing>
</file>

<file path=ppt/diagrams/layout1.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203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200"/>
            </a:lvl1pPr>
          </a:lstStyle>
          <a:p>
            <a:pPr>
              <a:defRPr/>
            </a:pPr>
            <a:endParaRPr lang="zh-CN" altLang="en-US"/>
          </a:p>
        </p:txBody>
      </p:sp>
      <p:sp>
        <p:nvSpPr>
          <p:cNvPr id="17203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fld id="{F6B3B813-A581-48DC-8633-E3C4F4BDBFEB}" type="datetimeFigureOut">
              <a:rPr lang="zh-CN" altLang="en-US"/>
              <a:pPr>
                <a:defRPr/>
              </a:pPr>
              <a:t>2026/3/16</a:t>
            </a:fld>
            <a:endParaRPr lang="en-US" altLang="zh-CN"/>
          </a:p>
        </p:txBody>
      </p:sp>
      <p:sp>
        <p:nvSpPr>
          <p:cNvPr id="624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7203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7203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0" hangingPunct="0">
              <a:defRPr sz="1200"/>
            </a:lvl1pPr>
          </a:lstStyle>
          <a:p>
            <a:pPr>
              <a:defRPr/>
            </a:pPr>
            <a:endParaRPr lang="en-US" altLang="zh-CN"/>
          </a:p>
        </p:txBody>
      </p:sp>
      <p:sp>
        <p:nvSpPr>
          <p:cNvPr id="17203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0" hangingPunct="0">
              <a:defRPr sz="1200"/>
            </a:lvl1pPr>
          </a:lstStyle>
          <a:p>
            <a:pPr>
              <a:defRPr/>
            </a:pPr>
            <a:fld id="{68BBDFF6-09F2-4148-9FBE-EAEC59E6E8F5}" type="slidenum">
              <a:rPr lang="zh-CN" altLang="en-US"/>
              <a:pPr>
                <a:defRPr/>
              </a:pPr>
              <a:t>‹#›</a:t>
            </a:fld>
            <a:endParaRPr lang="en-US" altLang="zh-CN"/>
          </a:p>
        </p:txBody>
      </p:sp>
    </p:spTree>
    <p:extLst>
      <p:ext uri="{BB962C8B-B14F-4D97-AF65-F5344CB8AC3E}">
        <p14:creationId xmlns:p14="http://schemas.microsoft.com/office/powerpoint/2010/main" val="295701282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p:cNvSpPr>
            <a:spLocks noGrp="1" noRot="1" noChangeAspect="1" noTextEdit="1"/>
          </p:cNvSpPr>
          <p:nvPr>
            <p:ph type="sldImg"/>
          </p:nvPr>
        </p:nvSpPr>
        <p:spPr>
          <a:ln/>
        </p:spPr>
      </p:sp>
      <p:sp>
        <p:nvSpPr>
          <p:cNvPr id="63491" name="备注占位符 2"/>
          <p:cNvSpPr>
            <a:spLocks noGrp="1"/>
          </p:cNvSpPr>
          <p:nvPr>
            <p:ph type="body" idx="1"/>
          </p:nvPr>
        </p:nvSpPr>
        <p:spPr>
          <a:noFill/>
        </p:spPr>
        <p:txBody>
          <a:bodyPr/>
          <a:lstStyle/>
          <a:p>
            <a:endParaRPr lang="zh-CN" altLang="en-US"/>
          </a:p>
        </p:txBody>
      </p:sp>
      <p:sp>
        <p:nvSpPr>
          <p:cNvPr id="63492"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AD5C8545-BBCF-4CE1-B5A0-68AF68001A31}" type="slidenum">
              <a:rPr lang="zh-CN" altLang="en-US" smtClean="0"/>
              <a:pPr/>
              <a:t>1</a:t>
            </a:fld>
            <a:endParaRPr lang="zh-CN" altLang="en-US"/>
          </a:p>
        </p:txBody>
      </p:sp>
    </p:spTree>
    <p:extLst>
      <p:ext uri="{BB962C8B-B14F-4D97-AF65-F5344CB8AC3E}">
        <p14:creationId xmlns:p14="http://schemas.microsoft.com/office/powerpoint/2010/main" val="12638460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a:ln/>
        </p:spPr>
      </p:sp>
      <p:sp>
        <p:nvSpPr>
          <p:cNvPr id="64515" name="备注占位符 2"/>
          <p:cNvSpPr>
            <a:spLocks noGrp="1"/>
          </p:cNvSpPr>
          <p:nvPr>
            <p:ph type="body" idx="1"/>
          </p:nvPr>
        </p:nvSpPr>
        <p:spPr>
          <a:noFill/>
        </p:spPr>
        <p:txBody>
          <a:bodyPr/>
          <a:lstStyle/>
          <a:p>
            <a:endParaRPr lang="zh-CN" altLang="en-US" dirty="0"/>
          </a:p>
        </p:txBody>
      </p:sp>
      <p:sp>
        <p:nvSpPr>
          <p:cNvPr id="64516"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28F7A4AA-022E-4DAE-B64D-0148312D3216}" type="slidenum">
              <a:rPr lang="zh-CN" altLang="en-US" smtClean="0"/>
              <a:pPr/>
              <a:t>2</a:t>
            </a:fld>
            <a:endParaRPr lang="en-US" altLang="zh-CN"/>
          </a:p>
        </p:txBody>
      </p:sp>
    </p:spTree>
    <p:extLst>
      <p:ext uri="{BB962C8B-B14F-4D97-AF65-F5344CB8AC3E}">
        <p14:creationId xmlns:p14="http://schemas.microsoft.com/office/powerpoint/2010/main" val="33148467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a:ln/>
        </p:spPr>
      </p:sp>
      <p:sp>
        <p:nvSpPr>
          <p:cNvPr id="66563" name="备注占位符 2"/>
          <p:cNvSpPr>
            <a:spLocks noGrp="1"/>
          </p:cNvSpPr>
          <p:nvPr>
            <p:ph type="body" idx="1"/>
          </p:nvPr>
        </p:nvSpPr>
        <p:spPr>
          <a:noFill/>
        </p:spPr>
        <p:txBody>
          <a:bodyPr/>
          <a:lstStyle/>
          <a:p>
            <a:endParaRPr lang="zh-CN" altLang="en-US"/>
          </a:p>
        </p:txBody>
      </p:sp>
      <p:sp>
        <p:nvSpPr>
          <p:cNvPr id="66564"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47FC7454-DC55-43DB-A87B-D48769123ADD}" type="slidenum">
              <a:rPr lang="zh-CN" altLang="en-US" smtClean="0"/>
              <a:pPr/>
              <a:t>3</a:t>
            </a:fld>
            <a:endParaRPr lang="zh-CN" altLang="en-US"/>
          </a:p>
        </p:txBody>
      </p:sp>
    </p:spTree>
    <p:extLst>
      <p:ext uri="{BB962C8B-B14F-4D97-AF65-F5344CB8AC3E}">
        <p14:creationId xmlns:p14="http://schemas.microsoft.com/office/powerpoint/2010/main" val="18961129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p:cNvSpPr>
            <a:spLocks noGrp="1" noRot="1" noChangeAspect="1" noTextEdit="1"/>
          </p:cNvSpPr>
          <p:nvPr>
            <p:ph type="sldImg"/>
          </p:nvPr>
        </p:nvSpPr>
        <p:spPr>
          <a:ln/>
        </p:spPr>
      </p:sp>
      <p:sp>
        <p:nvSpPr>
          <p:cNvPr id="67587" name="备注占位符 2"/>
          <p:cNvSpPr>
            <a:spLocks noGrp="1"/>
          </p:cNvSpPr>
          <p:nvPr>
            <p:ph type="body" idx="1"/>
          </p:nvPr>
        </p:nvSpPr>
        <p:spPr>
          <a:noFill/>
        </p:spPr>
        <p:txBody>
          <a:bodyPr/>
          <a:lstStyle/>
          <a:p>
            <a:endParaRPr lang="zh-CN" altLang="en-US"/>
          </a:p>
        </p:txBody>
      </p:sp>
      <p:sp>
        <p:nvSpPr>
          <p:cNvPr id="67588"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F91AB9E5-461A-44CA-B557-5EE1E7C63A9F}" type="slidenum">
              <a:rPr lang="zh-CN" altLang="en-US" smtClean="0"/>
              <a:pPr/>
              <a:t>4</a:t>
            </a:fld>
            <a:endParaRPr lang="zh-CN" altLang="en-US"/>
          </a:p>
        </p:txBody>
      </p:sp>
    </p:spTree>
    <p:extLst>
      <p:ext uri="{BB962C8B-B14F-4D97-AF65-F5344CB8AC3E}">
        <p14:creationId xmlns:p14="http://schemas.microsoft.com/office/powerpoint/2010/main" val="12216680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a:ln/>
        </p:spPr>
      </p:sp>
      <p:sp>
        <p:nvSpPr>
          <p:cNvPr id="21507" name="备注占位符 2"/>
          <p:cNvSpPr>
            <a:spLocks noGrp="1"/>
          </p:cNvSpPr>
          <p:nvPr>
            <p:ph type="body" idx="1"/>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228600" indent="-228600">
              <a:buFontTx/>
              <a:buAutoNum type="arabicPeriod"/>
            </a:pPr>
            <a:r>
              <a:rPr lang="zh-CN" altLang="en-US">
                <a:latin typeface="Calibri" charset="0"/>
                <a:ea typeface="宋体" charset="-122"/>
              </a:rPr>
              <a:t>避免掉入焦油坑</a:t>
            </a:r>
            <a:endParaRPr lang="en-US" altLang="zh-CN">
              <a:latin typeface="Calibri" charset="0"/>
              <a:ea typeface="宋体" charset="-122"/>
            </a:endParaRPr>
          </a:p>
          <a:p>
            <a:pPr marL="228600" indent="-228600">
              <a:buFontTx/>
              <a:buAutoNum type="arabicPeriod"/>
            </a:pPr>
            <a:r>
              <a:rPr lang="zh-CN" altLang="en-US">
                <a:latin typeface="Calibri" charset="0"/>
                <a:ea typeface="宋体" charset="-122"/>
              </a:rPr>
              <a:t>找到出来的路</a:t>
            </a:r>
            <a:endParaRPr lang="en-US" altLang="zh-CN">
              <a:latin typeface="Calibri" charset="0"/>
              <a:ea typeface="宋体" charset="-122"/>
            </a:endParaRPr>
          </a:p>
          <a:p>
            <a:pPr marL="228600" indent="-228600">
              <a:buFontTx/>
              <a:buAutoNum type="arabicPeriod"/>
            </a:pPr>
            <a:r>
              <a:rPr lang="zh-CN" altLang="en-US">
                <a:latin typeface="Calibri" charset="0"/>
                <a:ea typeface="宋体" charset="-122"/>
              </a:rPr>
              <a:t>你需要什么？</a:t>
            </a:r>
            <a:endParaRPr lang="en-US" altLang="zh-CN">
              <a:latin typeface="Calibri" charset="0"/>
              <a:ea typeface="宋体" charset="-122"/>
            </a:endParaRPr>
          </a:p>
          <a:p>
            <a:pPr marL="228600" indent="-228600">
              <a:buFontTx/>
              <a:buAutoNum type="arabicPeriod"/>
            </a:pPr>
            <a:r>
              <a:rPr lang="zh-CN" altLang="en-US">
                <a:latin typeface="Calibri" charset="0"/>
                <a:ea typeface="宋体" charset="-122"/>
              </a:rPr>
              <a:t>软件开发的本质挑战</a:t>
            </a:r>
          </a:p>
        </p:txBody>
      </p:sp>
      <p:sp>
        <p:nvSpPr>
          <p:cNvPr id="21508" name="灯片编号占位符 3"/>
          <p:cNvSpPr>
            <a:spLocks noGrp="1"/>
          </p:cNvSpPr>
          <p:nvPr>
            <p:ph type="sldNum" sz="quarter" idx="5"/>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spcBef>
                <a:spcPct val="30000"/>
              </a:spcBef>
              <a:defRPr sz="1200">
                <a:solidFill>
                  <a:schemeClr val="tx1"/>
                </a:solidFill>
                <a:latin typeface="Calibri" charset="0"/>
                <a:ea typeface="宋体" charset="-122"/>
              </a:defRPr>
            </a:lvl1pPr>
            <a:lvl2pPr marL="742950" indent="-285750">
              <a:spcBef>
                <a:spcPct val="30000"/>
              </a:spcBef>
              <a:defRPr sz="1200">
                <a:solidFill>
                  <a:schemeClr val="tx1"/>
                </a:solidFill>
                <a:latin typeface="Calibri" charset="0"/>
                <a:ea typeface="宋体" charset="-122"/>
              </a:defRPr>
            </a:lvl2pPr>
            <a:lvl3pPr marL="1143000" indent="-228600">
              <a:spcBef>
                <a:spcPct val="30000"/>
              </a:spcBef>
              <a:defRPr sz="1200">
                <a:solidFill>
                  <a:schemeClr val="tx1"/>
                </a:solidFill>
                <a:latin typeface="Calibri" charset="0"/>
                <a:ea typeface="宋体" charset="-122"/>
              </a:defRPr>
            </a:lvl3pPr>
            <a:lvl4pPr marL="1600200" indent="-228600">
              <a:spcBef>
                <a:spcPct val="30000"/>
              </a:spcBef>
              <a:defRPr sz="1200">
                <a:solidFill>
                  <a:schemeClr val="tx1"/>
                </a:solidFill>
                <a:latin typeface="Calibri" charset="0"/>
                <a:ea typeface="宋体" charset="-122"/>
              </a:defRPr>
            </a:lvl4pPr>
            <a:lvl5pPr marL="2057400" indent="-228600">
              <a:spcBef>
                <a:spcPct val="30000"/>
              </a:spcBef>
              <a:defRPr sz="1200">
                <a:solidFill>
                  <a:schemeClr val="tx1"/>
                </a:solidFill>
                <a:latin typeface="Calibri" charset="0"/>
                <a:ea typeface="宋体" charset="-122"/>
              </a:defRPr>
            </a:lvl5pPr>
            <a:lvl6pPr marL="2514600" indent="-228600" eaLnBrk="0" fontAlgn="base" hangingPunct="0">
              <a:spcBef>
                <a:spcPct val="30000"/>
              </a:spcBef>
              <a:spcAft>
                <a:spcPct val="0"/>
              </a:spcAft>
              <a:defRPr sz="1200">
                <a:solidFill>
                  <a:schemeClr val="tx1"/>
                </a:solidFill>
                <a:latin typeface="Calibri" charset="0"/>
                <a:ea typeface="宋体" charset="-122"/>
              </a:defRPr>
            </a:lvl6pPr>
            <a:lvl7pPr marL="2971800" indent="-228600" eaLnBrk="0" fontAlgn="base" hangingPunct="0">
              <a:spcBef>
                <a:spcPct val="30000"/>
              </a:spcBef>
              <a:spcAft>
                <a:spcPct val="0"/>
              </a:spcAft>
              <a:defRPr sz="1200">
                <a:solidFill>
                  <a:schemeClr val="tx1"/>
                </a:solidFill>
                <a:latin typeface="Calibri" charset="0"/>
                <a:ea typeface="宋体" charset="-122"/>
              </a:defRPr>
            </a:lvl7pPr>
            <a:lvl8pPr marL="3429000" indent="-228600" eaLnBrk="0" fontAlgn="base" hangingPunct="0">
              <a:spcBef>
                <a:spcPct val="30000"/>
              </a:spcBef>
              <a:spcAft>
                <a:spcPct val="0"/>
              </a:spcAft>
              <a:defRPr sz="1200">
                <a:solidFill>
                  <a:schemeClr val="tx1"/>
                </a:solidFill>
                <a:latin typeface="Calibri" charset="0"/>
                <a:ea typeface="宋体" charset="-122"/>
              </a:defRPr>
            </a:lvl8pPr>
            <a:lvl9pPr marL="3886200" indent="-228600" eaLnBrk="0" fontAlgn="base" hangingPunct="0">
              <a:spcBef>
                <a:spcPct val="30000"/>
              </a:spcBef>
              <a:spcAft>
                <a:spcPct val="0"/>
              </a:spcAft>
              <a:defRPr sz="1200">
                <a:solidFill>
                  <a:schemeClr val="tx1"/>
                </a:solidFill>
                <a:latin typeface="Calibri" charset="0"/>
                <a:ea typeface="宋体" charset="-122"/>
              </a:defRPr>
            </a:lvl9pPr>
          </a:lstStyle>
          <a:p>
            <a:pPr>
              <a:spcBef>
                <a:spcPct val="0"/>
              </a:spcBef>
            </a:pPr>
            <a:fld id="{0DE322B5-461F-A546-B8AE-F648FF369B9F}" type="slidenum">
              <a:rPr lang="zh-CN" altLang="en-US">
                <a:latin typeface="Arial" charset="0"/>
              </a:rPr>
              <a:pPr>
                <a:spcBef>
                  <a:spcPct val="0"/>
                </a:spcBef>
              </a:pPr>
              <a:t>5</a:t>
            </a:fld>
            <a:endParaRPr lang="en-US" altLang="zh-CN">
              <a:latin typeface="Arial" charset="0"/>
            </a:endParaRPr>
          </a:p>
        </p:txBody>
      </p:sp>
    </p:spTree>
    <p:extLst>
      <p:ext uri="{BB962C8B-B14F-4D97-AF65-F5344CB8AC3E}">
        <p14:creationId xmlns:p14="http://schemas.microsoft.com/office/powerpoint/2010/main" val="7721902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a:xfrm>
            <a:off x="1143000" y="685800"/>
            <a:ext cx="4572000" cy="3429000"/>
          </a:xfrm>
          <a:ln/>
        </p:spPr>
      </p:sp>
      <p:sp>
        <p:nvSpPr>
          <p:cNvPr id="21507" name="备注占位符 2"/>
          <p:cNvSpPr>
            <a:spLocks noGrp="1"/>
          </p:cNvSpPr>
          <p:nvPr>
            <p:ph type="body" idx="1"/>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228600" indent="-228600">
              <a:buFontTx/>
              <a:buAutoNum type="arabicPeriod"/>
            </a:pPr>
            <a:r>
              <a:rPr lang="zh-CN" altLang="en-US">
                <a:latin typeface="Calibri" charset="0"/>
                <a:ea typeface="宋体" charset="-122"/>
              </a:rPr>
              <a:t>避免掉入焦油坑</a:t>
            </a:r>
            <a:endParaRPr lang="en-US" altLang="zh-CN">
              <a:latin typeface="Calibri" charset="0"/>
              <a:ea typeface="宋体" charset="-122"/>
            </a:endParaRPr>
          </a:p>
          <a:p>
            <a:pPr marL="228600" indent="-228600">
              <a:buFontTx/>
              <a:buAutoNum type="arabicPeriod"/>
            </a:pPr>
            <a:r>
              <a:rPr lang="zh-CN" altLang="en-US">
                <a:latin typeface="Calibri" charset="0"/>
                <a:ea typeface="宋体" charset="-122"/>
              </a:rPr>
              <a:t>找到出来的路</a:t>
            </a:r>
            <a:endParaRPr lang="en-US" altLang="zh-CN">
              <a:latin typeface="Calibri" charset="0"/>
              <a:ea typeface="宋体" charset="-122"/>
            </a:endParaRPr>
          </a:p>
          <a:p>
            <a:pPr marL="228600" indent="-228600">
              <a:buFontTx/>
              <a:buAutoNum type="arabicPeriod"/>
            </a:pPr>
            <a:r>
              <a:rPr lang="zh-CN" altLang="en-US">
                <a:latin typeface="Calibri" charset="0"/>
                <a:ea typeface="宋体" charset="-122"/>
              </a:rPr>
              <a:t>你需要什么？</a:t>
            </a:r>
            <a:endParaRPr lang="en-US" altLang="zh-CN">
              <a:latin typeface="Calibri" charset="0"/>
              <a:ea typeface="宋体" charset="-122"/>
            </a:endParaRPr>
          </a:p>
          <a:p>
            <a:pPr marL="228600" indent="-228600">
              <a:buFontTx/>
              <a:buAutoNum type="arabicPeriod"/>
            </a:pPr>
            <a:r>
              <a:rPr lang="zh-CN" altLang="en-US">
                <a:latin typeface="Calibri" charset="0"/>
                <a:ea typeface="宋体" charset="-122"/>
              </a:rPr>
              <a:t>软件开发的本质挑战</a:t>
            </a:r>
          </a:p>
        </p:txBody>
      </p:sp>
      <p:sp>
        <p:nvSpPr>
          <p:cNvPr id="21508" name="灯片编号占位符 3"/>
          <p:cNvSpPr>
            <a:spLocks noGrp="1"/>
          </p:cNvSpPr>
          <p:nvPr>
            <p:ph type="sldNum" sz="quarter" idx="5"/>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spcBef>
                <a:spcPct val="30000"/>
              </a:spcBef>
              <a:defRPr sz="1200">
                <a:solidFill>
                  <a:schemeClr val="tx1"/>
                </a:solidFill>
                <a:latin typeface="Calibri" charset="0"/>
                <a:ea typeface="宋体" charset="-122"/>
              </a:defRPr>
            </a:lvl1pPr>
            <a:lvl2pPr marL="742950" indent="-285750">
              <a:spcBef>
                <a:spcPct val="30000"/>
              </a:spcBef>
              <a:defRPr sz="1200">
                <a:solidFill>
                  <a:schemeClr val="tx1"/>
                </a:solidFill>
                <a:latin typeface="Calibri" charset="0"/>
                <a:ea typeface="宋体" charset="-122"/>
              </a:defRPr>
            </a:lvl2pPr>
            <a:lvl3pPr marL="1143000" indent="-228600">
              <a:spcBef>
                <a:spcPct val="30000"/>
              </a:spcBef>
              <a:defRPr sz="1200">
                <a:solidFill>
                  <a:schemeClr val="tx1"/>
                </a:solidFill>
                <a:latin typeface="Calibri" charset="0"/>
                <a:ea typeface="宋体" charset="-122"/>
              </a:defRPr>
            </a:lvl3pPr>
            <a:lvl4pPr marL="1600200" indent="-228600">
              <a:spcBef>
                <a:spcPct val="30000"/>
              </a:spcBef>
              <a:defRPr sz="1200">
                <a:solidFill>
                  <a:schemeClr val="tx1"/>
                </a:solidFill>
                <a:latin typeface="Calibri" charset="0"/>
                <a:ea typeface="宋体" charset="-122"/>
              </a:defRPr>
            </a:lvl4pPr>
            <a:lvl5pPr marL="2057400" indent="-228600">
              <a:spcBef>
                <a:spcPct val="30000"/>
              </a:spcBef>
              <a:defRPr sz="1200">
                <a:solidFill>
                  <a:schemeClr val="tx1"/>
                </a:solidFill>
                <a:latin typeface="Calibri" charset="0"/>
                <a:ea typeface="宋体" charset="-122"/>
              </a:defRPr>
            </a:lvl5pPr>
            <a:lvl6pPr marL="2514600" indent="-228600" eaLnBrk="0" fontAlgn="base" hangingPunct="0">
              <a:spcBef>
                <a:spcPct val="30000"/>
              </a:spcBef>
              <a:spcAft>
                <a:spcPct val="0"/>
              </a:spcAft>
              <a:defRPr sz="1200">
                <a:solidFill>
                  <a:schemeClr val="tx1"/>
                </a:solidFill>
                <a:latin typeface="Calibri" charset="0"/>
                <a:ea typeface="宋体" charset="-122"/>
              </a:defRPr>
            </a:lvl6pPr>
            <a:lvl7pPr marL="2971800" indent="-228600" eaLnBrk="0" fontAlgn="base" hangingPunct="0">
              <a:spcBef>
                <a:spcPct val="30000"/>
              </a:spcBef>
              <a:spcAft>
                <a:spcPct val="0"/>
              </a:spcAft>
              <a:defRPr sz="1200">
                <a:solidFill>
                  <a:schemeClr val="tx1"/>
                </a:solidFill>
                <a:latin typeface="Calibri" charset="0"/>
                <a:ea typeface="宋体" charset="-122"/>
              </a:defRPr>
            </a:lvl7pPr>
            <a:lvl8pPr marL="3429000" indent="-228600" eaLnBrk="0" fontAlgn="base" hangingPunct="0">
              <a:spcBef>
                <a:spcPct val="30000"/>
              </a:spcBef>
              <a:spcAft>
                <a:spcPct val="0"/>
              </a:spcAft>
              <a:defRPr sz="1200">
                <a:solidFill>
                  <a:schemeClr val="tx1"/>
                </a:solidFill>
                <a:latin typeface="Calibri" charset="0"/>
                <a:ea typeface="宋体" charset="-122"/>
              </a:defRPr>
            </a:lvl8pPr>
            <a:lvl9pPr marL="3886200" indent="-228600" eaLnBrk="0" fontAlgn="base" hangingPunct="0">
              <a:spcBef>
                <a:spcPct val="30000"/>
              </a:spcBef>
              <a:spcAft>
                <a:spcPct val="0"/>
              </a:spcAft>
              <a:defRPr sz="1200">
                <a:solidFill>
                  <a:schemeClr val="tx1"/>
                </a:solidFill>
                <a:latin typeface="Calibri" charset="0"/>
                <a:ea typeface="宋体" charset="-122"/>
              </a:defRPr>
            </a:lvl9pPr>
          </a:lstStyle>
          <a:p>
            <a:pPr>
              <a:spcBef>
                <a:spcPct val="0"/>
              </a:spcBef>
            </a:pPr>
            <a:fld id="{0DE322B5-461F-A546-B8AE-F648FF369B9F}" type="slidenum">
              <a:rPr lang="zh-CN" altLang="en-US">
                <a:latin typeface="Arial" charset="0"/>
              </a:rPr>
              <a:pPr>
                <a:spcBef>
                  <a:spcPct val="0"/>
                </a:spcBef>
              </a:pPr>
              <a:t>6</a:t>
            </a:fld>
            <a:endParaRPr lang="en-US" altLang="zh-CN">
              <a:latin typeface="Arial" charset="0"/>
            </a:endParaRPr>
          </a:p>
        </p:txBody>
      </p:sp>
    </p:spTree>
    <p:extLst>
      <p:ext uri="{BB962C8B-B14F-4D97-AF65-F5344CB8AC3E}">
        <p14:creationId xmlns:p14="http://schemas.microsoft.com/office/powerpoint/2010/main" val="31150432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36CEA-2411-F521-9550-D549E6B9028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3AA1679-C031-7CEA-AA58-360E6F6E8B3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0DC902A-1756-51BF-F8BE-6039F1A48870}"/>
              </a:ext>
            </a:extLst>
          </p:cNvPr>
          <p:cNvSpPr>
            <a:spLocks noGrp="1"/>
          </p:cNvSpPr>
          <p:nvPr>
            <p:ph type="body" idx="1"/>
          </p:nvPr>
        </p:nvSpPr>
        <p:spPr/>
        <p:txBody>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SE</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就是为了迁就人的认知负荷（智力）局限性；所以管理复杂性、可变性、不可见、一致性</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 我们现在有了新的手段</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——LLM</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，但是要注意的是，</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LLM</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是双刃剑</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约束</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LLM</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en-US" sz="1800" kern="100">
                <a:effectLst/>
                <a:latin typeface="等线" panose="02010600030101010101" pitchFamily="2" charset="-122"/>
                <a:ea typeface="等线" panose="02010600030101010101" pitchFamily="2" charset="-122"/>
                <a:cs typeface="Times New Roman" panose="02020603050405020304" pitchFamily="18" charset="0"/>
              </a:rPr>
              <a:t>增强确认手段｜</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3.</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 强者恒强</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24755596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image" Target="../media/image4.jpeg"/><Relationship Id="rId4"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slideMaster" Target="../slideMasters/slideMaster2.xml"/><Relationship Id="rId5" Type="http://schemas.openxmlformats.org/officeDocument/2006/relationships/tags" Target="../tags/tag17.xml"/><Relationship Id="rId4" Type="http://schemas.openxmlformats.org/officeDocument/2006/relationships/tags" Target="../tags/tag16.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20.xml"/><Relationship Id="rId7" Type="http://schemas.openxmlformats.org/officeDocument/2006/relationships/slideMaster" Target="../slideMasters/slideMaster2.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31.xml"/><Relationship Id="rId3" Type="http://schemas.openxmlformats.org/officeDocument/2006/relationships/tags" Target="../tags/tag26.xml"/><Relationship Id="rId7" Type="http://schemas.openxmlformats.org/officeDocument/2006/relationships/tags" Target="../tags/tag30.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9"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tags" Target="../tags/tag32.xml"/><Relationship Id="rId5" Type="http://schemas.openxmlformats.org/officeDocument/2006/relationships/slideMaster" Target="../slideMasters/slideMaster2.xml"/><Relationship Id="rId4" Type="http://schemas.openxmlformats.org/officeDocument/2006/relationships/tags" Target="../tags/tag35.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38.xml"/><Relationship Id="rId7" Type="http://schemas.openxmlformats.org/officeDocument/2006/relationships/slideMaster" Target="../slideMasters/slideMaster2.xml"/><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slideMaster" Target="../slideMasters/slideMaster2.xml"/><Relationship Id="rId5" Type="http://schemas.openxmlformats.org/officeDocument/2006/relationships/tags" Target="../tags/tag46.xml"/><Relationship Id="rId4" Type="http://schemas.openxmlformats.org/officeDocument/2006/relationships/tags" Target="../tags/tag45.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tags" Target="../tags/tag47.xml"/><Relationship Id="rId5" Type="http://schemas.openxmlformats.org/officeDocument/2006/relationships/slideMaster" Target="../slideMasters/slideMaster2.xml"/><Relationship Id="rId4" Type="http://schemas.openxmlformats.org/officeDocument/2006/relationships/tags" Target="../tags/tag50.xml"/></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slideMaster" Target="../slideMasters/slideMaster2.xml"/><Relationship Id="rId5" Type="http://schemas.openxmlformats.org/officeDocument/2006/relationships/tags" Target="../tags/tag55.xml"/><Relationship Id="rId4" Type="http://schemas.openxmlformats.org/officeDocument/2006/relationships/tags" Target="../tags/tag5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0"/>
          <p:cNvPicPr>
            <a:picLocks noChangeAspect="1" noChangeArrowheads="1"/>
          </p:cNvPicPr>
          <p:nvPr/>
        </p:nvPicPr>
        <p:blipFill>
          <a:blip r:embed="rId2">
            <a:extLst>
              <a:ext uri="{28A0092B-C50C-407E-A947-70E740481C1C}">
                <a14:useLocalDpi xmlns:a14="http://schemas.microsoft.com/office/drawing/2010/main" val="0"/>
              </a:ext>
            </a:extLst>
          </a:blip>
          <a:srcRect b="6822"/>
          <a:stretch>
            <a:fillRect/>
          </a:stretch>
        </p:blipFill>
        <p:spPr bwMode="auto">
          <a:xfrm>
            <a:off x="0" y="1588"/>
            <a:ext cx="9144000" cy="536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6"/>
          <p:cNvSpPr txBox="1">
            <a:spLocks noChangeArrowheads="1"/>
          </p:cNvSpPr>
          <p:nvPr/>
        </p:nvSpPr>
        <p:spPr bwMode="gray">
          <a:xfrm>
            <a:off x="0" y="5300663"/>
            <a:ext cx="9144000" cy="144462"/>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defRPr/>
            </a:pPr>
            <a:endParaRPr lang="zh-CN" altLang="zh-CN" sz="1000" b="1">
              <a:solidFill>
                <a:schemeClr val="bg1"/>
              </a:solidFill>
              <a:latin typeface="Verdana" pitchFamily="34" charset="0"/>
            </a:endParaRPr>
          </a:p>
        </p:txBody>
      </p:sp>
      <p:pic>
        <p:nvPicPr>
          <p:cNvPr id="6" name="图片 5"/>
          <p:cNvPicPr>
            <a:picLocks noChangeAspect="1"/>
          </p:cNvPicPr>
          <p:nvPr/>
        </p:nvPicPr>
        <p:blipFill>
          <a:blip r:embed="rId3"/>
          <a:stretch>
            <a:fillRect/>
          </a:stretch>
        </p:blipFill>
        <p:spPr>
          <a:xfrm>
            <a:off x="300038" y="188913"/>
            <a:ext cx="3163887" cy="722312"/>
          </a:xfrm>
          <a:prstGeom prst="rect">
            <a:avLst/>
          </a:prstGeom>
          <a:effectLst>
            <a:outerShdw blurRad="50800" dist="38100" dir="2700000" algn="tl" rotWithShape="0">
              <a:prstClr val="black">
                <a:alpha val="40000"/>
              </a:prstClr>
            </a:outerShdw>
          </a:effectLst>
        </p:spPr>
      </p:pic>
      <p:sp>
        <p:nvSpPr>
          <p:cNvPr id="3075" name="Rectangle 3"/>
          <p:cNvSpPr>
            <a:spLocks noGrp="1" noChangeArrowheads="1"/>
          </p:cNvSpPr>
          <p:nvPr>
            <p:ph type="subTitle" idx="1"/>
          </p:nvPr>
        </p:nvSpPr>
        <p:spPr bwMode="gray">
          <a:xfrm>
            <a:off x="1403648" y="5589240"/>
            <a:ext cx="6553200" cy="1268760"/>
          </a:xfrm>
        </p:spPr>
        <p:txBody>
          <a:bodyPr/>
          <a:lstStyle>
            <a:lvl1pPr marL="0" indent="0" algn="ctr">
              <a:buFont typeface="Wingdings" pitchFamily="2" charset="2"/>
              <a:buNone/>
              <a:defRPr sz="2400" b="1">
                <a:solidFill>
                  <a:schemeClr val="tx2"/>
                </a:solidFill>
                <a:latin typeface="Verdana" pitchFamily="34" charset="0"/>
              </a:defRPr>
            </a:lvl1pPr>
          </a:lstStyle>
          <a:p>
            <a:pPr lvl="0"/>
            <a:r>
              <a:rPr lang="zh-CN" altLang="en-US" noProof="0"/>
              <a:t>单击此处编辑母版副标题样式</a:t>
            </a:r>
            <a:endParaRPr lang="en-US" altLang="zh-CN" noProof="0" dirty="0"/>
          </a:p>
        </p:txBody>
      </p:sp>
      <p:sp>
        <p:nvSpPr>
          <p:cNvPr id="3093" name="Rectangle 21"/>
          <p:cNvSpPr>
            <a:spLocks noGrp="1" noChangeArrowheads="1"/>
          </p:cNvSpPr>
          <p:nvPr>
            <p:ph type="ctrTitle" sz="quarter"/>
          </p:nvPr>
        </p:nvSpPr>
        <p:spPr bwMode="gray">
          <a:xfrm>
            <a:off x="0" y="4077072"/>
            <a:ext cx="9144000" cy="1224137"/>
          </a:xfrm>
          <a:gradFill>
            <a:gsLst>
              <a:gs pos="0">
                <a:srgbClr val="00607A"/>
              </a:gs>
              <a:gs pos="100000">
                <a:srgbClr val="00607A"/>
              </a:gs>
            </a:gsLst>
            <a:lin ang="0" scaled="1"/>
          </a:gradFill>
          <a:effectLst/>
        </p:spPr>
        <p:txBody>
          <a:bodyPr/>
          <a:lstStyle>
            <a:lvl1pPr>
              <a:defRPr sz="4000"/>
            </a:lvl1pPr>
          </a:lstStyle>
          <a:p>
            <a:pPr lvl="0"/>
            <a:r>
              <a:rPr lang="zh-CN" altLang="en-US" noProof="0"/>
              <a:t>单击此处编辑母版标题样式</a:t>
            </a:r>
            <a:endParaRPr lang="en-US" altLang="ko-KR" noProof="0" dirty="0"/>
          </a:p>
        </p:txBody>
      </p:sp>
    </p:spTree>
    <p:extLst>
      <p:ext uri="{BB962C8B-B14F-4D97-AF65-F5344CB8AC3E}">
        <p14:creationId xmlns:p14="http://schemas.microsoft.com/office/powerpoint/2010/main" val="1921719189"/>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lvl1pPr>
              <a:defRPr>
                <a:solidFill>
                  <a:srgbClr val="00708E"/>
                </a:solidFill>
              </a:defRPr>
            </a:lvl1pPr>
            <a:lvl2pPr>
              <a:buClr>
                <a:srgbClr val="00607A"/>
              </a:buClr>
              <a:defRPr>
                <a:solidFill>
                  <a:srgbClr val="00708E"/>
                </a:solidFill>
                <a:latin typeface="+mn-ea"/>
                <a:ea typeface="+mn-ea"/>
              </a:defRPr>
            </a:lvl2pPr>
            <a:lvl3pPr>
              <a:buClr>
                <a:srgbClr val="00607A"/>
              </a:buClr>
              <a:defRPr>
                <a:solidFill>
                  <a:srgbClr val="00708E"/>
                </a:solidFill>
                <a:latin typeface="+mn-ea"/>
                <a:ea typeface="+mn-ea"/>
              </a:defRPr>
            </a:lvl3pPr>
            <a:lvl4pPr>
              <a:defRPr>
                <a:solidFill>
                  <a:srgbClr val="00708E"/>
                </a:solidFill>
                <a:latin typeface="+mn-ea"/>
                <a:ea typeface="+mn-ea"/>
              </a:defRPr>
            </a:lvl4pPr>
            <a:lvl5pPr>
              <a:defRPr>
                <a:solidFill>
                  <a:srgbClr val="00708E"/>
                </a:solidFill>
                <a:latin typeface="+mn-ea"/>
                <a:ea typeface="+mn-ea"/>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Rectangle 6"/>
          <p:cNvSpPr>
            <a:spLocks noGrp="1" noChangeArrowheads="1"/>
          </p:cNvSpPr>
          <p:nvPr>
            <p:ph type="sldNum" sz="quarter" idx="10"/>
          </p:nvPr>
        </p:nvSpPr>
        <p:spPr>
          <a:ln/>
        </p:spPr>
        <p:txBody>
          <a:bodyPr/>
          <a:lstStyle>
            <a:lvl1pPr>
              <a:defRPr/>
            </a:lvl1pPr>
          </a:lstStyle>
          <a:p>
            <a:pPr>
              <a:defRPr/>
            </a:pPr>
            <a:fld id="{595AA6EC-6A09-4E3E-B9B9-F7A83E2801B5}" type="slidenum">
              <a:rPr lang="en-US" altLang="zh-CN"/>
              <a:pPr>
                <a:defRPr/>
              </a:pPr>
              <a:t>‹#›</a:t>
            </a:fld>
            <a:endParaRPr lang="en-US" altLang="zh-CN"/>
          </a:p>
        </p:txBody>
      </p:sp>
    </p:spTree>
    <p:extLst>
      <p:ext uri="{BB962C8B-B14F-4D97-AF65-F5344CB8AC3E}">
        <p14:creationId xmlns:p14="http://schemas.microsoft.com/office/powerpoint/2010/main" val="42545914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fld id="{F4342CDC-3AA7-4AAD-BDB2-C8F29CA42A2E}" type="slidenum">
              <a:rPr lang="en-US" altLang="zh-CN"/>
              <a:pPr>
                <a:defRPr/>
              </a:pPr>
              <a:t>‹#›</a:t>
            </a:fld>
            <a:endParaRPr lang="en-US" altLang="zh-CN"/>
          </a:p>
        </p:txBody>
      </p:sp>
    </p:spTree>
    <p:extLst>
      <p:ext uri="{BB962C8B-B14F-4D97-AF65-F5344CB8AC3E}">
        <p14:creationId xmlns:p14="http://schemas.microsoft.com/office/powerpoint/2010/main" val="298210997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525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E6FC13FD-12A1-4FD5-AD1F-157FC418A0B5}" type="slidenum">
              <a:rPr lang="en-US" altLang="zh-CN"/>
              <a:pPr>
                <a:defRPr/>
              </a:pPr>
              <a:t>‹#›</a:t>
            </a:fld>
            <a:endParaRPr lang="en-US" altLang="zh-CN"/>
          </a:p>
        </p:txBody>
      </p:sp>
    </p:spTree>
    <p:extLst>
      <p:ext uri="{BB962C8B-B14F-4D97-AF65-F5344CB8AC3E}">
        <p14:creationId xmlns:p14="http://schemas.microsoft.com/office/powerpoint/2010/main" val="1096359564"/>
      </p:ext>
    </p:extLst>
  </p:cSld>
  <p:clrMapOvr>
    <a:masterClrMapping/>
  </p:clrMapOvr>
  <p:transition/>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sldNum" sz="quarter" idx="10"/>
          </p:nvPr>
        </p:nvSpPr>
        <p:spPr>
          <a:ln/>
        </p:spPr>
        <p:txBody>
          <a:bodyPr/>
          <a:lstStyle>
            <a:lvl1pPr>
              <a:defRPr/>
            </a:lvl1pPr>
          </a:lstStyle>
          <a:p>
            <a:pPr>
              <a:defRPr/>
            </a:pPr>
            <a:fld id="{8568AEEA-8DEA-4184-870D-5EE32F364D0C}" type="slidenum">
              <a:rPr lang="en-US" altLang="zh-CN"/>
              <a:pPr>
                <a:defRPr/>
              </a:pPr>
              <a:t>‹#›</a:t>
            </a:fld>
            <a:endParaRPr lang="en-US" altLang="zh-CN"/>
          </a:p>
        </p:txBody>
      </p:sp>
    </p:spTree>
    <p:extLst>
      <p:ext uri="{BB962C8B-B14F-4D97-AF65-F5344CB8AC3E}">
        <p14:creationId xmlns:p14="http://schemas.microsoft.com/office/powerpoint/2010/main" val="2109286428"/>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p:cNvSpPr>
            <a:spLocks noGrp="1" noChangeArrowheads="1"/>
          </p:cNvSpPr>
          <p:nvPr>
            <p:ph type="sldNum" sz="quarter" idx="10"/>
          </p:nvPr>
        </p:nvSpPr>
        <p:spPr>
          <a:ln/>
        </p:spPr>
        <p:txBody>
          <a:bodyPr/>
          <a:lstStyle>
            <a:lvl1pPr>
              <a:defRPr/>
            </a:lvl1pPr>
          </a:lstStyle>
          <a:p>
            <a:pPr>
              <a:defRPr/>
            </a:pPr>
            <a:fld id="{8E9A7CFE-A7A2-4066-A4FA-68E57190DCA8}" type="slidenum">
              <a:rPr lang="en-US" altLang="zh-CN"/>
              <a:pPr>
                <a:defRPr/>
              </a:pPr>
              <a:t>‹#›</a:t>
            </a:fld>
            <a:endParaRPr lang="en-US" altLang="zh-CN"/>
          </a:p>
        </p:txBody>
      </p:sp>
    </p:spTree>
    <p:extLst>
      <p:ext uri="{BB962C8B-B14F-4D97-AF65-F5344CB8AC3E}">
        <p14:creationId xmlns:p14="http://schemas.microsoft.com/office/powerpoint/2010/main" val="2352466396"/>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3A8D668B-48D4-47BF-9944-0FAD988E7FA8}" type="slidenum">
              <a:rPr lang="en-US" altLang="zh-CN"/>
              <a:pPr>
                <a:defRPr/>
              </a:pPr>
              <a:t>‹#›</a:t>
            </a:fld>
            <a:endParaRPr lang="en-US" altLang="zh-CN"/>
          </a:p>
        </p:txBody>
      </p:sp>
    </p:spTree>
    <p:extLst>
      <p:ext uri="{BB962C8B-B14F-4D97-AF65-F5344CB8AC3E}">
        <p14:creationId xmlns:p14="http://schemas.microsoft.com/office/powerpoint/2010/main" val="41516993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55CFEC6D-B80A-44B8-9200-8AFF6F2A7AE7}" type="slidenum">
              <a:rPr lang="en-US" altLang="zh-CN"/>
              <a:pPr>
                <a:defRPr/>
              </a:pPr>
              <a:t>‹#›</a:t>
            </a:fld>
            <a:endParaRPr lang="en-US" altLang="zh-CN"/>
          </a:p>
        </p:txBody>
      </p:sp>
    </p:spTree>
    <p:extLst>
      <p:ext uri="{BB962C8B-B14F-4D97-AF65-F5344CB8AC3E}">
        <p14:creationId xmlns:p14="http://schemas.microsoft.com/office/powerpoint/2010/main" val="3234912718"/>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5845D733-E0EC-4B5B-942C-9E7C23DF653A}" type="slidenum">
              <a:rPr lang="en-US" altLang="zh-CN"/>
              <a:pPr>
                <a:defRPr/>
              </a:pPr>
              <a:t>‹#›</a:t>
            </a:fld>
            <a:endParaRPr lang="en-US" altLang="zh-CN"/>
          </a:p>
        </p:txBody>
      </p:sp>
    </p:spTree>
    <p:extLst>
      <p:ext uri="{BB962C8B-B14F-4D97-AF65-F5344CB8AC3E}">
        <p14:creationId xmlns:p14="http://schemas.microsoft.com/office/powerpoint/2010/main" val="181574660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D0081425-CCE1-4328-BE81-C2432471A131}" type="slidenum">
              <a:rPr lang="en-US" altLang="zh-CN"/>
              <a:pPr>
                <a:defRPr/>
              </a:pPr>
              <a:t>‹#›</a:t>
            </a:fld>
            <a:endParaRPr lang="en-US" altLang="zh-CN"/>
          </a:p>
        </p:txBody>
      </p:sp>
    </p:spTree>
    <p:extLst>
      <p:ext uri="{BB962C8B-B14F-4D97-AF65-F5344CB8AC3E}">
        <p14:creationId xmlns:p14="http://schemas.microsoft.com/office/powerpoint/2010/main" val="18257430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4800" y="152400"/>
            <a:ext cx="61912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4990DF6E-8FBB-43CD-8EC6-681543D90519}" type="slidenum">
              <a:rPr lang="en-US" altLang="zh-CN"/>
              <a:pPr>
                <a:defRPr/>
              </a:pPr>
              <a:t>‹#›</a:t>
            </a:fld>
            <a:endParaRPr lang="en-US" altLang="zh-CN"/>
          </a:p>
        </p:txBody>
      </p:sp>
    </p:spTree>
    <p:extLst>
      <p:ext uri="{BB962C8B-B14F-4D97-AF65-F5344CB8AC3E}">
        <p14:creationId xmlns:p14="http://schemas.microsoft.com/office/powerpoint/2010/main" val="1397954629"/>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1152525"/>
            <a:ext cx="8229600" cy="5248275"/>
          </a:xfrm>
        </p:spPr>
        <p:txBody>
          <a:bodyPr/>
          <a:lstStyle/>
          <a:p>
            <a:pPr lvl="0"/>
            <a:r>
              <a:rPr lang="zh-CN" altLang="en-US" noProof="0"/>
              <a:t>单击图标添加表格</a:t>
            </a:r>
          </a:p>
        </p:txBody>
      </p:sp>
      <p:sp>
        <p:nvSpPr>
          <p:cNvPr id="4" name="Rectangle 6"/>
          <p:cNvSpPr>
            <a:spLocks noGrp="1" noChangeArrowheads="1"/>
          </p:cNvSpPr>
          <p:nvPr>
            <p:ph type="sldNum" sz="quarter" idx="10"/>
          </p:nvPr>
        </p:nvSpPr>
        <p:spPr>
          <a:ln/>
        </p:spPr>
        <p:txBody>
          <a:bodyPr/>
          <a:lstStyle>
            <a:lvl1pPr>
              <a:defRPr/>
            </a:lvl1pPr>
          </a:lstStyle>
          <a:p>
            <a:pPr>
              <a:defRPr/>
            </a:pPr>
            <a:fld id="{2481DE08-35D9-4D7A-BB5A-4E131C4B3344}" type="slidenum">
              <a:rPr lang="en-US" altLang="zh-CN"/>
              <a:pPr>
                <a:defRPr/>
              </a:pPr>
              <a:t>‹#›</a:t>
            </a:fld>
            <a:endParaRPr lang="en-US" altLang="zh-CN"/>
          </a:p>
        </p:txBody>
      </p:sp>
    </p:spTree>
    <p:extLst>
      <p:ext uri="{BB962C8B-B14F-4D97-AF65-F5344CB8AC3E}">
        <p14:creationId xmlns:p14="http://schemas.microsoft.com/office/powerpoint/2010/main" val="1942833666"/>
      </p:ext>
    </p:extLst>
  </p:cSld>
  <p:clrMapOvr>
    <a:masterClrMapping/>
  </p:clrMapOvr>
  <p:transition/>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16" name="日期占位符 15"/>
          <p:cNvSpPr>
            <a:spLocks noGrp="1"/>
          </p:cNvSpPr>
          <p:nvPr>
            <p:ph type="dt" sz="half" idx="10"/>
            <p:custDataLst>
              <p:tags r:id="rId1"/>
            </p:custDataLst>
          </p:nvPr>
        </p:nvSpPr>
        <p:spPr/>
        <p:txBody>
          <a:bodyPr/>
          <a:lstStyle/>
          <a:p>
            <a:fld id="{760FBDFE-C587-4B4C-A407-44438C67B59E}" type="datetimeFigureOut">
              <a:rPr lang="zh-CN" altLang="en-US" smtClean="0"/>
              <a:t>2026/3/16</a:t>
            </a:fld>
            <a:endParaRPr lang="zh-CN" altLang="en-US"/>
          </a:p>
        </p:txBody>
      </p:sp>
      <p:sp>
        <p:nvSpPr>
          <p:cNvPr id="17" name="页脚占位符 16"/>
          <p:cNvSpPr>
            <a:spLocks noGrp="1"/>
          </p:cNvSpPr>
          <p:nvPr>
            <p:ph type="ftr" sz="quarter" idx="11"/>
            <p:custDataLst>
              <p:tags r:id="rId2"/>
            </p:custDataLst>
          </p:nvPr>
        </p:nvSpPr>
        <p:spPr/>
        <p:txBody>
          <a:bodyPr/>
          <a:lstStyle/>
          <a:p>
            <a:endParaRPr lang="zh-CN" altLang="en-US" dirty="0"/>
          </a:p>
        </p:txBody>
      </p:sp>
      <p:sp>
        <p:nvSpPr>
          <p:cNvPr id="18" name="灯片编号占位符 17"/>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dirty="0"/>
          </a:p>
        </p:txBody>
      </p:sp>
      <p:pic>
        <p:nvPicPr>
          <p:cNvPr id="5" name="图片 4" descr="ppt_画板 1 副本 2"/>
          <p:cNvPicPr>
            <a:picLocks noChangeAspect="1"/>
          </p:cNvPicPr>
          <p:nvPr userDrawn="1"/>
        </p:nvPicPr>
        <p:blipFill>
          <a:blip r:embed="rId5"/>
          <a:stretch>
            <a:fillRect/>
          </a:stretch>
        </p:blipFill>
        <p:spPr>
          <a:xfrm>
            <a:off x="-476" y="-1905"/>
            <a:ext cx="9144476" cy="6859905"/>
          </a:xfrm>
          <a:prstGeom prst="rect">
            <a:avLst/>
          </a:prstGeom>
        </p:spPr>
      </p:pic>
    </p:spTree>
    <p:extLst>
      <p:ext uri="{BB962C8B-B14F-4D97-AF65-F5344CB8AC3E}">
        <p14:creationId xmlns:p14="http://schemas.microsoft.com/office/powerpoint/2010/main" val="3846436926"/>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2026/3/16</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pic>
        <p:nvPicPr>
          <p:cNvPr id="5" name="图片 4" descr="ppt_画板 1 副本"/>
          <p:cNvPicPr>
            <a:picLocks noChangeAspect="1"/>
          </p:cNvPicPr>
          <p:nvPr userDrawn="1"/>
        </p:nvPicPr>
        <p:blipFill>
          <a:blip r:embed="rId5"/>
          <a:stretch>
            <a:fillRect/>
          </a:stretch>
        </p:blipFill>
        <p:spPr>
          <a:xfrm>
            <a:off x="0" y="0"/>
            <a:ext cx="9151620" cy="6858635"/>
          </a:xfrm>
          <a:prstGeom prst="rect">
            <a:avLst/>
          </a:prstGeom>
        </p:spPr>
      </p:pic>
      <p:pic>
        <p:nvPicPr>
          <p:cNvPr id="6" name="图片 19" descr="logo-04">
            <a:extLst>
              <a:ext uri="{FF2B5EF4-FFF2-40B4-BE49-F238E27FC236}">
                <a16:creationId xmlns:a16="http://schemas.microsoft.com/office/drawing/2014/main" id="{6654790F-4B3E-84D7-8CF4-14EFA91BFED0}"/>
              </a:ext>
            </a:extLst>
          </p:cNvPr>
          <p:cNvPicPr>
            <a:picLocks noChangeAspect="1"/>
          </p:cNvPicPr>
          <p:nvPr userDrawn="1"/>
        </p:nvPicPr>
        <p:blipFill rotWithShape="1">
          <a:blip r:embed="rId6"/>
          <a:srcRect r="39086"/>
          <a:stretch>
            <a:fillRect/>
          </a:stretch>
        </p:blipFill>
        <p:spPr>
          <a:xfrm>
            <a:off x="-201454" y="-455195"/>
            <a:ext cx="1504474" cy="2175510"/>
          </a:xfrm>
          <a:prstGeom prst="rect">
            <a:avLst/>
          </a:prstGeom>
        </p:spPr>
      </p:pic>
    </p:spTree>
    <p:extLst>
      <p:ext uri="{BB962C8B-B14F-4D97-AF65-F5344CB8AC3E}">
        <p14:creationId xmlns:p14="http://schemas.microsoft.com/office/powerpoint/2010/main" val="1054141975"/>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0" name="图片 19" descr="logo-04">
            <a:extLst>
              <a:ext uri="{FF2B5EF4-FFF2-40B4-BE49-F238E27FC236}">
                <a16:creationId xmlns:a16="http://schemas.microsoft.com/office/drawing/2014/main" id="{C6CA0087-7E1E-489F-A029-68AA8B4F4754}"/>
              </a:ext>
            </a:extLst>
          </p:cNvPr>
          <p:cNvPicPr>
            <a:picLocks noChangeAspect="1"/>
          </p:cNvPicPr>
          <p:nvPr userDrawn="1"/>
        </p:nvPicPr>
        <p:blipFill rotWithShape="1">
          <a:blip r:embed="rId2"/>
          <a:srcRect r="39086"/>
          <a:stretch/>
        </p:blipFill>
        <p:spPr>
          <a:xfrm>
            <a:off x="-201454" y="-464820"/>
            <a:ext cx="1504474" cy="2175510"/>
          </a:xfrm>
          <a:prstGeom prst="rect">
            <a:avLst/>
          </a:prstGeom>
        </p:spPr>
      </p:pic>
      <p:grpSp>
        <p:nvGrpSpPr>
          <p:cNvPr id="327" name="组合 326">
            <a:extLst>
              <a:ext uri="{FF2B5EF4-FFF2-40B4-BE49-F238E27FC236}">
                <a16:creationId xmlns:a16="http://schemas.microsoft.com/office/drawing/2014/main" id="{44610746-9D2D-4755-9C82-014750EFD96E}"/>
              </a:ext>
            </a:extLst>
          </p:cNvPr>
          <p:cNvGrpSpPr/>
          <p:nvPr userDrawn="1"/>
        </p:nvGrpSpPr>
        <p:grpSpPr>
          <a:xfrm>
            <a:off x="-4763" y="5576888"/>
            <a:ext cx="9144000" cy="1281113"/>
            <a:chOff x="-6350" y="3575050"/>
            <a:chExt cx="12192000" cy="1281113"/>
          </a:xfrm>
          <a:gradFill>
            <a:gsLst>
              <a:gs pos="0">
                <a:srgbClr val="A66BB9">
                  <a:alpha val="0"/>
                </a:srgbClr>
              </a:gs>
              <a:gs pos="100000">
                <a:srgbClr val="A66BB9">
                  <a:alpha val="50000"/>
                </a:srgbClr>
              </a:gs>
            </a:gsLst>
            <a:lin ang="5400000" scaled="0"/>
          </a:gradFill>
        </p:grpSpPr>
        <p:grpSp>
          <p:nvGrpSpPr>
            <p:cNvPr id="6" name="Group 205">
              <a:extLst>
                <a:ext uri="{FF2B5EF4-FFF2-40B4-BE49-F238E27FC236}">
                  <a16:creationId xmlns:a16="http://schemas.microsoft.com/office/drawing/2014/main" id="{F924C0DD-71B1-4787-B606-5847E957E5D4}"/>
                </a:ext>
              </a:extLst>
            </p:cNvPr>
            <p:cNvGrpSpPr>
              <a:grpSpLocks/>
            </p:cNvGrpSpPr>
            <p:nvPr userDrawn="1"/>
          </p:nvGrpSpPr>
          <p:grpSpPr bwMode="auto">
            <a:xfrm>
              <a:off x="4810125" y="4400550"/>
              <a:ext cx="4105275" cy="433388"/>
              <a:chOff x="3030" y="2772"/>
              <a:chExt cx="2586" cy="273"/>
            </a:xfrm>
            <a:grpFill/>
          </p:grpSpPr>
          <p:sp>
            <p:nvSpPr>
              <p:cNvPr id="127" name="Line 5">
                <a:extLst>
                  <a:ext uri="{FF2B5EF4-FFF2-40B4-BE49-F238E27FC236}">
                    <a16:creationId xmlns:a16="http://schemas.microsoft.com/office/drawing/2014/main" id="{4BC779D7-2AC3-42FC-A405-FCBCEF8FA119}"/>
                  </a:ext>
                </a:extLst>
              </p:cNvPr>
              <p:cNvSpPr>
                <a:spLocks noChangeShapeType="1"/>
              </p:cNvSpPr>
              <p:nvPr userDrawn="1"/>
            </p:nvSpPr>
            <p:spPr bwMode="auto">
              <a:xfrm>
                <a:off x="5616" y="2860"/>
                <a:ext cx="0" cy="0"/>
              </a:xfrm>
              <a:prstGeom prst="line">
                <a:avLst/>
              </a:prstGeom>
              <a:grpFill/>
              <a:ln w="12700" cap="rnd">
                <a:solidFill>
                  <a:srgbClr val="BF9C5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28" name="Freeform 6">
                <a:extLst>
                  <a:ext uri="{FF2B5EF4-FFF2-40B4-BE49-F238E27FC236}">
                    <a16:creationId xmlns:a16="http://schemas.microsoft.com/office/drawing/2014/main" id="{C0228B9D-1F70-4FA4-AF97-0AB4ECCD0DCD}"/>
                  </a:ext>
                </a:extLst>
              </p:cNvPr>
              <p:cNvSpPr>
                <a:spLocks/>
              </p:cNvSpPr>
              <p:nvPr userDrawn="1"/>
            </p:nvSpPr>
            <p:spPr bwMode="auto">
              <a:xfrm>
                <a:off x="3657" y="2794"/>
                <a:ext cx="39" cy="9"/>
              </a:xfrm>
              <a:custGeom>
                <a:avLst/>
                <a:gdLst>
                  <a:gd name="T0" fmla="*/ 8 w 9"/>
                  <a:gd name="T1" fmla="*/ 2 h 2"/>
                  <a:gd name="T2" fmla="*/ 1 w 9"/>
                  <a:gd name="T3" fmla="*/ 2 h 2"/>
                  <a:gd name="T4" fmla="*/ 0 w 9"/>
                  <a:gd name="T5" fmla="*/ 1 h 2"/>
                  <a:gd name="T6" fmla="*/ 1 w 9"/>
                  <a:gd name="T7" fmla="*/ 0 h 2"/>
                  <a:gd name="T8" fmla="*/ 8 w 9"/>
                  <a:gd name="T9" fmla="*/ 0 h 2"/>
                  <a:gd name="T10" fmla="*/ 9 w 9"/>
                  <a:gd name="T11" fmla="*/ 1 h 2"/>
                  <a:gd name="T12" fmla="*/ 8 w 9"/>
                  <a:gd name="T13" fmla="*/ 2 h 2"/>
                </a:gdLst>
                <a:ahLst/>
                <a:cxnLst>
                  <a:cxn ang="0">
                    <a:pos x="T0" y="T1"/>
                  </a:cxn>
                  <a:cxn ang="0">
                    <a:pos x="T2" y="T3"/>
                  </a:cxn>
                  <a:cxn ang="0">
                    <a:pos x="T4" y="T5"/>
                  </a:cxn>
                  <a:cxn ang="0">
                    <a:pos x="T6" y="T7"/>
                  </a:cxn>
                  <a:cxn ang="0">
                    <a:pos x="T8" y="T9"/>
                  </a:cxn>
                  <a:cxn ang="0">
                    <a:pos x="T10" y="T11"/>
                  </a:cxn>
                  <a:cxn ang="0">
                    <a:pos x="T12" y="T13"/>
                  </a:cxn>
                </a:cxnLst>
                <a:rect l="0" t="0" r="r" b="b"/>
                <a:pathLst>
                  <a:path w="9" h="2">
                    <a:moveTo>
                      <a:pt x="8" y="2"/>
                    </a:moveTo>
                    <a:cubicBezTo>
                      <a:pt x="1" y="2"/>
                      <a:pt x="1" y="2"/>
                      <a:pt x="1" y="2"/>
                    </a:cubicBezTo>
                    <a:cubicBezTo>
                      <a:pt x="0" y="2"/>
                      <a:pt x="0" y="1"/>
                      <a:pt x="0" y="1"/>
                    </a:cubicBezTo>
                    <a:cubicBezTo>
                      <a:pt x="0" y="0"/>
                      <a:pt x="0" y="0"/>
                      <a:pt x="1" y="0"/>
                    </a:cubicBezTo>
                    <a:cubicBezTo>
                      <a:pt x="8" y="0"/>
                      <a:pt x="8" y="0"/>
                      <a:pt x="8" y="0"/>
                    </a:cubicBezTo>
                    <a:cubicBezTo>
                      <a:pt x="8" y="0"/>
                      <a:pt x="9" y="0"/>
                      <a:pt x="9" y="1"/>
                    </a:cubicBezTo>
                    <a:cubicBezTo>
                      <a:pt x="9" y="1"/>
                      <a:pt x="8" y="2"/>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9" name="Freeform 7">
                <a:extLst>
                  <a:ext uri="{FF2B5EF4-FFF2-40B4-BE49-F238E27FC236}">
                    <a16:creationId xmlns:a16="http://schemas.microsoft.com/office/drawing/2014/main" id="{8C13FA0C-344D-4473-8B9D-08AE688DFDD6}"/>
                  </a:ext>
                </a:extLst>
              </p:cNvPr>
              <p:cNvSpPr>
                <a:spLocks/>
              </p:cNvSpPr>
              <p:nvPr userDrawn="1"/>
            </p:nvSpPr>
            <p:spPr bwMode="auto">
              <a:xfrm>
                <a:off x="3030"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0" name="Freeform 8">
                <a:extLst>
                  <a:ext uri="{FF2B5EF4-FFF2-40B4-BE49-F238E27FC236}">
                    <a16:creationId xmlns:a16="http://schemas.microsoft.com/office/drawing/2014/main" id="{8428BF00-BCAB-470C-AE38-88DF1C74B65D}"/>
                  </a:ext>
                </a:extLst>
              </p:cNvPr>
              <p:cNvSpPr>
                <a:spLocks/>
              </p:cNvSpPr>
              <p:nvPr userDrawn="1"/>
            </p:nvSpPr>
            <p:spPr bwMode="auto">
              <a:xfrm>
                <a:off x="3048"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1" name="Freeform 9">
                <a:extLst>
                  <a:ext uri="{FF2B5EF4-FFF2-40B4-BE49-F238E27FC236}">
                    <a16:creationId xmlns:a16="http://schemas.microsoft.com/office/drawing/2014/main" id="{553CB0EC-C9C6-4BAF-9086-DBB6FC09BDB4}"/>
                  </a:ext>
                </a:extLst>
              </p:cNvPr>
              <p:cNvSpPr>
                <a:spLocks/>
              </p:cNvSpPr>
              <p:nvPr userDrawn="1"/>
            </p:nvSpPr>
            <p:spPr bwMode="auto">
              <a:xfrm>
                <a:off x="306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2" name="Freeform 10">
                <a:extLst>
                  <a:ext uri="{FF2B5EF4-FFF2-40B4-BE49-F238E27FC236}">
                    <a16:creationId xmlns:a16="http://schemas.microsoft.com/office/drawing/2014/main" id="{5CB17DE2-F25B-4001-B02B-7B9DC12E5E34}"/>
                  </a:ext>
                </a:extLst>
              </p:cNvPr>
              <p:cNvSpPr>
                <a:spLocks/>
              </p:cNvSpPr>
              <p:nvPr userDrawn="1"/>
            </p:nvSpPr>
            <p:spPr bwMode="auto">
              <a:xfrm>
                <a:off x="3074"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3" name="Freeform 11">
                <a:extLst>
                  <a:ext uri="{FF2B5EF4-FFF2-40B4-BE49-F238E27FC236}">
                    <a16:creationId xmlns:a16="http://schemas.microsoft.com/office/drawing/2014/main" id="{8BEAD781-4CFD-4C12-9CF3-29BF34675A6C}"/>
                  </a:ext>
                </a:extLst>
              </p:cNvPr>
              <p:cNvSpPr>
                <a:spLocks/>
              </p:cNvSpPr>
              <p:nvPr userDrawn="1"/>
            </p:nvSpPr>
            <p:spPr bwMode="auto">
              <a:xfrm>
                <a:off x="3087"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4" name="Freeform 12">
                <a:extLst>
                  <a:ext uri="{FF2B5EF4-FFF2-40B4-BE49-F238E27FC236}">
                    <a16:creationId xmlns:a16="http://schemas.microsoft.com/office/drawing/2014/main" id="{E6D16A2E-158E-4D47-A01D-34C22A82E3B5}"/>
                  </a:ext>
                </a:extLst>
              </p:cNvPr>
              <p:cNvSpPr>
                <a:spLocks/>
              </p:cNvSpPr>
              <p:nvPr userDrawn="1"/>
            </p:nvSpPr>
            <p:spPr bwMode="auto">
              <a:xfrm>
                <a:off x="3100"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5" name="Freeform 13">
                <a:extLst>
                  <a:ext uri="{FF2B5EF4-FFF2-40B4-BE49-F238E27FC236}">
                    <a16:creationId xmlns:a16="http://schemas.microsoft.com/office/drawing/2014/main" id="{AED97828-E548-4578-8359-80296410D2AE}"/>
                  </a:ext>
                </a:extLst>
              </p:cNvPr>
              <p:cNvSpPr>
                <a:spLocks/>
              </p:cNvSpPr>
              <p:nvPr userDrawn="1"/>
            </p:nvSpPr>
            <p:spPr bwMode="auto">
              <a:xfrm>
                <a:off x="3113"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6" name="Freeform 14">
                <a:extLst>
                  <a:ext uri="{FF2B5EF4-FFF2-40B4-BE49-F238E27FC236}">
                    <a16:creationId xmlns:a16="http://schemas.microsoft.com/office/drawing/2014/main" id="{F7267075-8E07-4917-8244-35656CC7ADE1}"/>
                  </a:ext>
                </a:extLst>
              </p:cNvPr>
              <p:cNvSpPr>
                <a:spLocks/>
              </p:cNvSpPr>
              <p:nvPr userDrawn="1"/>
            </p:nvSpPr>
            <p:spPr bwMode="auto">
              <a:xfrm>
                <a:off x="3126"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7" name="Freeform 15">
                <a:extLst>
                  <a:ext uri="{FF2B5EF4-FFF2-40B4-BE49-F238E27FC236}">
                    <a16:creationId xmlns:a16="http://schemas.microsoft.com/office/drawing/2014/main" id="{A4F77621-2D06-49F4-8A34-53EC14EED45E}"/>
                  </a:ext>
                </a:extLst>
              </p:cNvPr>
              <p:cNvSpPr>
                <a:spLocks/>
              </p:cNvSpPr>
              <p:nvPr userDrawn="1"/>
            </p:nvSpPr>
            <p:spPr bwMode="auto">
              <a:xfrm>
                <a:off x="3143"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8" name="Freeform 16">
                <a:extLst>
                  <a:ext uri="{FF2B5EF4-FFF2-40B4-BE49-F238E27FC236}">
                    <a16:creationId xmlns:a16="http://schemas.microsoft.com/office/drawing/2014/main" id="{928E2D21-CEF7-48EF-8754-9F44CE9A484F}"/>
                  </a:ext>
                </a:extLst>
              </p:cNvPr>
              <p:cNvSpPr>
                <a:spLocks/>
              </p:cNvSpPr>
              <p:nvPr userDrawn="1"/>
            </p:nvSpPr>
            <p:spPr bwMode="auto">
              <a:xfrm>
                <a:off x="3156"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9" name="Freeform 17">
                <a:extLst>
                  <a:ext uri="{FF2B5EF4-FFF2-40B4-BE49-F238E27FC236}">
                    <a16:creationId xmlns:a16="http://schemas.microsoft.com/office/drawing/2014/main" id="{0DB2852F-F8D1-4CD9-9DAB-C5A9E1C43E75}"/>
                  </a:ext>
                </a:extLst>
              </p:cNvPr>
              <p:cNvSpPr>
                <a:spLocks/>
              </p:cNvSpPr>
              <p:nvPr userDrawn="1"/>
            </p:nvSpPr>
            <p:spPr bwMode="auto">
              <a:xfrm>
                <a:off x="3170"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0" name="Freeform 18">
                <a:extLst>
                  <a:ext uri="{FF2B5EF4-FFF2-40B4-BE49-F238E27FC236}">
                    <a16:creationId xmlns:a16="http://schemas.microsoft.com/office/drawing/2014/main" id="{812D30EC-663E-4B69-B861-28C0D98B8A4C}"/>
                  </a:ext>
                </a:extLst>
              </p:cNvPr>
              <p:cNvSpPr>
                <a:spLocks/>
              </p:cNvSpPr>
              <p:nvPr userDrawn="1"/>
            </p:nvSpPr>
            <p:spPr bwMode="auto">
              <a:xfrm>
                <a:off x="3183"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1" name="Freeform 19">
                <a:extLst>
                  <a:ext uri="{FF2B5EF4-FFF2-40B4-BE49-F238E27FC236}">
                    <a16:creationId xmlns:a16="http://schemas.microsoft.com/office/drawing/2014/main" id="{6AC47467-0365-43F7-8D07-EB5A2C615EC6}"/>
                  </a:ext>
                </a:extLst>
              </p:cNvPr>
              <p:cNvSpPr>
                <a:spLocks/>
              </p:cNvSpPr>
              <p:nvPr userDrawn="1"/>
            </p:nvSpPr>
            <p:spPr bwMode="auto">
              <a:xfrm>
                <a:off x="3196"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2" name="Freeform 20">
                <a:extLst>
                  <a:ext uri="{FF2B5EF4-FFF2-40B4-BE49-F238E27FC236}">
                    <a16:creationId xmlns:a16="http://schemas.microsoft.com/office/drawing/2014/main" id="{7CA17727-4CD7-4082-AFCC-B41420110B97}"/>
                  </a:ext>
                </a:extLst>
              </p:cNvPr>
              <p:cNvSpPr>
                <a:spLocks/>
              </p:cNvSpPr>
              <p:nvPr userDrawn="1"/>
            </p:nvSpPr>
            <p:spPr bwMode="auto">
              <a:xfrm>
                <a:off x="3209"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3" name="Freeform 21">
                <a:extLst>
                  <a:ext uri="{FF2B5EF4-FFF2-40B4-BE49-F238E27FC236}">
                    <a16:creationId xmlns:a16="http://schemas.microsoft.com/office/drawing/2014/main" id="{55A488FF-9FDB-463A-8107-AAAA2B17F3A2}"/>
                  </a:ext>
                </a:extLst>
              </p:cNvPr>
              <p:cNvSpPr>
                <a:spLocks/>
              </p:cNvSpPr>
              <p:nvPr userDrawn="1"/>
            </p:nvSpPr>
            <p:spPr bwMode="auto">
              <a:xfrm>
                <a:off x="3222"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4" name="Freeform 22">
                <a:extLst>
                  <a:ext uri="{FF2B5EF4-FFF2-40B4-BE49-F238E27FC236}">
                    <a16:creationId xmlns:a16="http://schemas.microsoft.com/office/drawing/2014/main" id="{45581389-EB6E-43AF-9151-8C83CADA705B}"/>
                  </a:ext>
                </a:extLst>
              </p:cNvPr>
              <p:cNvSpPr>
                <a:spLocks/>
              </p:cNvSpPr>
              <p:nvPr userDrawn="1"/>
            </p:nvSpPr>
            <p:spPr bwMode="auto">
              <a:xfrm>
                <a:off x="3235"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5" name="Freeform 23">
                <a:extLst>
                  <a:ext uri="{FF2B5EF4-FFF2-40B4-BE49-F238E27FC236}">
                    <a16:creationId xmlns:a16="http://schemas.microsoft.com/office/drawing/2014/main" id="{CBF4B9FB-96D8-4B85-9E35-BB94C34643F8}"/>
                  </a:ext>
                </a:extLst>
              </p:cNvPr>
              <p:cNvSpPr>
                <a:spLocks/>
              </p:cNvSpPr>
              <p:nvPr userDrawn="1"/>
            </p:nvSpPr>
            <p:spPr bwMode="auto">
              <a:xfrm>
                <a:off x="3252"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6" name="Freeform 24">
                <a:extLst>
                  <a:ext uri="{FF2B5EF4-FFF2-40B4-BE49-F238E27FC236}">
                    <a16:creationId xmlns:a16="http://schemas.microsoft.com/office/drawing/2014/main" id="{CF86A6B3-BB63-4A8A-818A-6DA552E3C5A2}"/>
                  </a:ext>
                </a:extLst>
              </p:cNvPr>
              <p:cNvSpPr>
                <a:spLocks/>
              </p:cNvSpPr>
              <p:nvPr userDrawn="1"/>
            </p:nvSpPr>
            <p:spPr bwMode="auto">
              <a:xfrm>
                <a:off x="3265"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7" name="Freeform 25">
                <a:extLst>
                  <a:ext uri="{FF2B5EF4-FFF2-40B4-BE49-F238E27FC236}">
                    <a16:creationId xmlns:a16="http://schemas.microsoft.com/office/drawing/2014/main" id="{9B4EC775-309C-4E39-9F61-51B4EBB00B44}"/>
                  </a:ext>
                </a:extLst>
              </p:cNvPr>
              <p:cNvSpPr>
                <a:spLocks/>
              </p:cNvSpPr>
              <p:nvPr userDrawn="1"/>
            </p:nvSpPr>
            <p:spPr bwMode="auto">
              <a:xfrm>
                <a:off x="3278"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8" name="Freeform 26">
                <a:extLst>
                  <a:ext uri="{FF2B5EF4-FFF2-40B4-BE49-F238E27FC236}">
                    <a16:creationId xmlns:a16="http://schemas.microsoft.com/office/drawing/2014/main" id="{67B25F91-E476-428F-9842-78B4FFFA9F90}"/>
                  </a:ext>
                </a:extLst>
              </p:cNvPr>
              <p:cNvSpPr>
                <a:spLocks/>
              </p:cNvSpPr>
              <p:nvPr userDrawn="1"/>
            </p:nvSpPr>
            <p:spPr bwMode="auto">
              <a:xfrm>
                <a:off x="329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9" name="Freeform 27">
                <a:extLst>
                  <a:ext uri="{FF2B5EF4-FFF2-40B4-BE49-F238E27FC236}">
                    <a16:creationId xmlns:a16="http://schemas.microsoft.com/office/drawing/2014/main" id="{5374A61D-DC5C-46B1-8180-71D7B878CFCB}"/>
                  </a:ext>
                </a:extLst>
              </p:cNvPr>
              <p:cNvSpPr>
                <a:spLocks/>
              </p:cNvSpPr>
              <p:nvPr userDrawn="1"/>
            </p:nvSpPr>
            <p:spPr bwMode="auto">
              <a:xfrm>
                <a:off x="3304"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0" name="Freeform 28">
                <a:extLst>
                  <a:ext uri="{FF2B5EF4-FFF2-40B4-BE49-F238E27FC236}">
                    <a16:creationId xmlns:a16="http://schemas.microsoft.com/office/drawing/2014/main" id="{373F6D33-B24A-407D-B3BD-736B6D1CF129}"/>
                  </a:ext>
                </a:extLst>
              </p:cNvPr>
              <p:cNvSpPr>
                <a:spLocks/>
              </p:cNvSpPr>
              <p:nvPr userDrawn="1"/>
            </p:nvSpPr>
            <p:spPr bwMode="auto">
              <a:xfrm>
                <a:off x="3318"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1" name="Freeform 29">
                <a:extLst>
                  <a:ext uri="{FF2B5EF4-FFF2-40B4-BE49-F238E27FC236}">
                    <a16:creationId xmlns:a16="http://schemas.microsoft.com/office/drawing/2014/main" id="{91122172-B0E2-4DB6-9C1B-8E59265535D8}"/>
                  </a:ext>
                </a:extLst>
              </p:cNvPr>
              <p:cNvSpPr>
                <a:spLocks/>
              </p:cNvSpPr>
              <p:nvPr userDrawn="1"/>
            </p:nvSpPr>
            <p:spPr bwMode="auto">
              <a:xfrm>
                <a:off x="333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2" name="Freeform 30">
                <a:extLst>
                  <a:ext uri="{FF2B5EF4-FFF2-40B4-BE49-F238E27FC236}">
                    <a16:creationId xmlns:a16="http://schemas.microsoft.com/office/drawing/2014/main" id="{681BFB3A-773B-4EE9-8634-5BBA453275EC}"/>
                  </a:ext>
                </a:extLst>
              </p:cNvPr>
              <p:cNvSpPr>
                <a:spLocks/>
              </p:cNvSpPr>
              <p:nvPr userDrawn="1"/>
            </p:nvSpPr>
            <p:spPr bwMode="auto">
              <a:xfrm>
                <a:off x="3348"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3" name="Freeform 31">
                <a:extLst>
                  <a:ext uri="{FF2B5EF4-FFF2-40B4-BE49-F238E27FC236}">
                    <a16:creationId xmlns:a16="http://schemas.microsoft.com/office/drawing/2014/main" id="{E8635334-5D43-4833-811F-7B9376BE6C26}"/>
                  </a:ext>
                </a:extLst>
              </p:cNvPr>
              <p:cNvSpPr>
                <a:spLocks/>
              </p:cNvSpPr>
              <p:nvPr userDrawn="1"/>
            </p:nvSpPr>
            <p:spPr bwMode="auto">
              <a:xfrm>
                <a:off x="336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4" name="Freeform 32">
                <a:extLst>
                  <a:ext uri="{FF2B5EF4-FFF2-40B4-BE49-F238E27FC236}">
                    <a16:creationId xmlns:a16="http://schemas.microsoft.com/office/drawing/2014/main" id="{223BAB2C-4A0C-4CCF-BF8B-8E81E239EF82}"/>
                  </a:ext>
                </a:extLst>
              </p:cNvPr>
              <p:cNvSpPr>
                <a:spLocks/>
              </p:cNvSpPr>
              <p:nvPr userDrawn="1"/>
            </p:nvSpPr>
            <p:spPr bwMode="auto">
              <a:xfrm>
                <a:off x="3374"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5" name="Freeform 33">
                <a:extLst>
                  <a:ext uri="{FF2B5EF4-FFF2-40B4-BE49-F238E27FC236}">
                    <a16:creationId xmlns:a16="http://schemas.microsoft.com/office/drawing/2014/main" id="{3B72F920-0971-4423-9362-38DDB7F8F6B4}"/>
                  </a:ext>
                </a:extLst>
              </p:cNvPr>
              <p:cNvSpPr>
                <a:spLocks/>
              </p:cNvSpPr>
              <p:nvPr userDrawn="1"/>
            </p:nvSpPr>
            <p:spPr bwMode="auto">
              <a:xfrm>
                <a:off x="3387"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6" name="Freeform 34">
                <a:extLst>
                  <a:ext uri="{FF2B5EF4-FFF2-40B4-BE49-F238E27FC236}">
                    <a16:creationId xmlns:a16="http://schemas.microsoft.com/office/drawing/2014/main" id="{CC174039-B072-41C9-A41C-04904F6E1BE2}"/>
                  </a:ext>
                </a:extLst>
              </p:cNvPr>
              <p:cNvSpPr>
                <a:spLocks/>
              </p:cNvSpPr>
              <p:nvPr userDrawn="1"/>
            </p:nvSpPr>
            <p:spPr bwMode="auto">
              <a:xfrm>
                <a:off x="3400"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7" name="Freeform 35">
                <a:extLst>
                  <a:ext uri="{FF2B5EF4-FFF2-40B4-BE49-F238E27FC236}">
                    <a16:creationId xmlns:a16="http://schemas.microsoft.com/office/drawing/2014/main" id="{9A0F1316-2895-4581-A4AB-9C1BF88179FB}"/>
                  </a:ext>
                </a:extLst>
              </p:cNvPr>
              <p:cNvSpPr>
                <a:spLocks/>
              </p:cNvSpPr>
              <p:nvPr userDrawn="1"/>
            </p:nvSpPr>
            <p:spPr bwMode="auto">
              <a:xfrm>
                <a:off x="3413"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8" name="Freeform 36">
                <a:extLst>
                  <a:ext uri="{FF2B5EF4-FFF2-40B4-BE49-F238E27FC236}">
                    <a16:creationId xmlns:a16="http://schemas.microsoft.com/office/drawing/2014/main" id="{05839E88-8C78-4949-9A53-7A067C2407EF}"/>
                  </a:ext>
                </a:extLst>
              </p:cNvPr>
              <p:cNvSpPr>
                <a:spLocks/>
              </p:cNvSpPr>
              <p:nvPr userDrawn="1"/>
            </p:nvSpPr>
            <p:spPr bwMode="auto">
              <a:xfrm>
                <a:off x="3426"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9" name="Freeform 37">
                <a:extLst>
                  <a:ext uri="{FF2B5EF4-FFF2-40B4-BE49-F238E27FC236}">
                    <a16:creationId xmlns:a16="http://schemas.microsoft.com/office/drawing/2014/main" id="{B7F19E63-1375-458F-A5DB-68519E3D2437}"/>
                  </a:ext>
                </a:extLst>
              </p:cNvPr>
              <p:cNvSpPr>
                <a:spLocks/>
              </p:cNvSpPr>
              <p:nvPr userDrawn="1"/>
            </p:nvSpPr>
            <p:spPr bwMode="auto">
              <a:xfrm>
                <a:off x="3444"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0" name="Freeform 38">
                <a:extLst>
                  <a:ext uri="{FF2B5EF4-FFF2-40B4-BE49-F238E27FC236}">
                    <a16:creationId xmlns:a16="http://schemas.microsoft.com/office/drawing/2014/main" id="{AD42674E-2B0F-44B8-AE44-EF0C1153A02F}"/>
                  </a:ext>
                </a:extLst>
              </p:cNvPr>
              <p:cNvSpPr>
                <a:spLocks/>
              </p:cNvSpPr>
              <p:nvPr userDrawn="1"/>
            </p:nvSpPr>
            <p:spPr bwMode="auto">
              <a:xfrm>
                <a:off x="3457"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1" name="Freeform 39">
                <a:extLst>
                  <a:ext uri="{FF2B5EF4-FFF2-40B4-BE49-F238E27FC236}">
                    <a16:creationId xmlns:a16="http://schemas.microsoft.com/office/drawing/2014/main" id="{7C4133A1-FD75-4D29-AE0F-1008FB82B2FA}"/>
                  </a:ext>
                </a:extLst>
              </p:cNvPr>
              <p:cNvSpPr>
                <a:spLocks/>
              </p:cNvSpPr>
              <p:nvPr userDrawn="1"/>
            </p:nvSpPr>
            <p:spPr bwMode="auto">
              <a:xfrm>
                <a:off x="3470"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2" name="Freeform 40">
                <a:extLst>
                  <a:ext uri="{FF2B5EF4-FFF2-40B4-BE49-F238E27FC236}">
                    <a16:creationId xmlns:a16="http://schemas.microsoft.com/office/drawing/2014/main" id="{113AD8B1-BDD3-4334-A1B2-D877EFA365F2}"/>
                  </a:ext>
                </a:extLst>
              </p:cNvPr>
              <p:cNvSpPr>
                <a:spLocks/>
              </p:cNvSpPr>
              <p:nvPr userDrawn="1"/>
            </p:nvSpPr>
            <p:spPr bwMode="auto">
              <a:xfrm>
                <a:off x="3483"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3" name="Freeform 41">
                <a:extLst>
                  <a:ext uri="{FF2B5EF4-FFF2-40B4-BE49-F238E27FC236}">
                    <a16:creationId xmlns:a16="http://schemas.microsoft.com/office/drawing/2014/main" id="{6E1D3A9F-2647-413F-82B4-536EB9F682F2}"/>
                  </a:ext>
                </a:extLst>
              </p:cNvPr>
              <p:cNvSpPr>
                <a:spLocks/>
              </p:cNvSpPr>
              <p:nvPr userDrawn="1"/>
            </p:nvSpPr>
            <p:spPr bwMode="auto">
              <a:xfrm>
                <a:off x="3496"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4" name="Freeform 42">
                <a:extLst>
                  <a:ext uri="{FF2B5EF4-FFF2-40B4-BE49-F238E27FC236}">
                    <a16:creationId xmlns:a16="http://schemas.microsoft.com/office/drawing/2014/main" id="{EFAC78A9-F85A-4603-B81C-AEFA3F0AA4B9}"/>
                  </a:ext>
                </a:extLst>
              </p:cNvPr>
              <p:cNvSpPr>
                <a:spLocks/>
              </p:cNvSpPr>
              <p:nvPr userDrawn="1"/>
            </p:nvSpPr>
            <p:spPr bwMode="auto">
              <a:xfrm>
                <a:off x="3509"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5" name="Freeform 43">
                <a:extLst>
                  <a:ext uri="{FF2B5EF4-FFF2-40B4-BE49-F238E27FC236}">
                    <a16:creationId xmlns:a16="http://schemas.microsoft.com/office/drawing/2014/main" id="{EFA6E5FA-C716-4BFF-8BA9-EF897C840786}"/>
                  </a:ext>
                </a:extLst>
              </p:cNvPr>
              <p:cNvSpPr>
                <a:spLocks/>
              </p:cNvSpPr>
              <p:nvPr userDrawn="1"/>
            </p:nvSpPr>
            <p:spPr bwMode="auto">
              <a:xfrm>
                <a:off x="3522"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6" name="Freeform 44">
                <a:extLst>
                  <a:ext uri="{FF2B5EF4-FFF2-40B4-BE49-F238E27FC236}">
                    <a16:creationId xmlns:a16="http://schemas.microsoft.com/office/drawing/2014/main" id="{DC87CF29-5FFD-4670-B958-40C1280A3F2C}"/>
                  </a:ext>
                </a:extLst>
              </p:cNvPr>
              <p:cNvSpPr>
                <a:spLocks/>
              </p:cNvSpPr>
              <p:nvPr userDrawn="1"/>
            </p:nvSpPr>
            <p:spPr bwMode="auto">
              <a:xfrm>
                <a:off x="3535"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7" name="Freeform 45">
                <a:extLst>
                  <a:ext uri="{FF2B5EF4-FFF2-40B4-BE49-F238E27FC236}">
                    <a16:creationId xmlns:a16="http://schemas.microsoft.com/office/drawing/2014/main" id="{8AAB8C7C-42B5-4536-9D32-0C95BE159D7B}"/>
                  </a:ext>
                </a:extLst>
              </p:cNvPr>
              <p:cNvSpPr>
                <a:spLocks/>
              </p:cNvSpPr>
              <p:nvPr userDrawn="1"/>
            </p:nvSpPr>
            <p:spPr bwMode="auto">
              <a:xfrm>
                <a:off x="3553"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8" name="Freeform 46">
                <a:extLst>
                  <a:ext uri="{FF2B5EF4-FFF2-40B4-BE49-F238E27FC236}">
                    <a16:creationId xmlns:a16="http://schemas.microsoft.com/office/drawing/2014/main" id="{4B0A876D-B0CF-4737-BBF2-C2DBF7A1000A}"/>
                  </a:ext>
                </a:extLst>
              </p:cNvPr>
              <p:cNvSpPr>
                <a:spLocks/>
              </p:cNvSpPr>
              <p:nvPr userDrawn="1"/>
            </p:nvSpPr>
            <p:spPr bwMode="auto">
              <a:xfrm>
                <a:off x="3566"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9" name="Freeform 47">
                <a:extLst>
                  <a:ext uri="{FF2B5EF4-FFF2-40B4-BE49-F238E27FC236}">
                    <a16:creationId xmlns:a16="http://schemas.microsoft.com/office/drawing/2014/main" id="{BDD80CE5-4628-4F98-B099-C6F19DF2EB12}"/>
                  </a:ext>
                </a:extLst>
              </p:cNvPr>
              <p:cNvSpPr>
                <a:spLocks/>
              </p:cNvSpPr>
              <p:nvPr userDrawn="1"/>
            </p:nvSpPr>
            <p:spPr bwMode="auto">
              <a:xfrm>
                <a:off x="3579"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0" name="Freeform 48">
                <a:extLst>
                  <a:ext uri="{FF2B5EF4-FFF2-40B4-BE49-F238E27FC236}">
                    <a16:creationId xmlns:a16="http://schemas.microsoft.com/office/drawing/2014/main" id="{7DEC107A-E26F-4657-969A-A069CE2E70A6}"/>
                  </a:ext>
                </a:extLst>
              </p:cNvPr>
              <p:cNvSpPr>
                <a:spLocks/>
              </p:cNvSpPr>
              <p:nvPr userDrawn="1"/>
            </p:nvSpPr>
            <p:spPr bwMode="auto">
              <a:xfrm>
                <a:off x="3592"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1" name="Freeform 49">
                <a:extLst>
                  <a:ext uri="{FF2B5EF4-FFF2-40B4-BE49-F238E27FC236}">
                    <a16:creationId xmlns:a16="http://schemas.microsoft.com/office/drawing/2014/main" id="{85B16646-57A4-4FC4-8063-A616E01B641D}"/>
                  </a:ext>
                </a:extLst>
              </p:cNvPr>
              <p:cNvSpPr>
                <a:spLocks/>
              </p:cNvSpPr>
              <p:nvPr userDrawn="1"/>
            </p:nvSpPr>
            <p:spPr bwMode="auto">
              <a:xfrm>
                <a:off x="3605"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2" name="Freeform 50">
                <a:extLst>
                  <a:ext uri="{FF2B5EF4-FFF2-40B4-BE49-F238E27FC236}">
                    <a16:creationId xmlns:a16="http://schemas.microsoft.com/office/drawing/2014/main" id="{A18DE30B-1954-4E91-8234-237FAF1EBB19}"/>
                  </a:ext>
                </a:extLst>
              </p:cNvPr>
              <p:cNvSpPr>
                <a:spLocks/>
              </p:cNvSpPr>
              <p:nvPr userDrawn="1"/>
            </p:nvSpPr>
            <p:spPr bwMode="auto">
              <a:xfrm>
                <a:off x="3618"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3" name="Freeform 51">
                <a:extLst>
                  <a:ext uri="{FF2B5EF4-FFF2-40B4-BE49-F238E27FC236}">
                    <a16:creationId xmlns:a16="http://schemas.microsoft.com/office/drawing/2014/main" id="{8DB50871-A797-4E63-B2DF-F476E05E252A}"/>
                  </a:ext>
                </a:extLst>
              </p:cNvPr>
              <p:cNvSpPr>
                <a:spLocks/>
              </p:cNvSpPr>
              <p:nvPr userDrawn="1"/>
            </p:nvSpPr>
            <p:spPr bwMode="auto">
              <a:xfrm>
                <a:off x="363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4" name="Freeform 52">
                <a:extLst>
                  <a:ext uri="{FF2B5EF4-FFF2-40B4-BE49-F238E27FC236}">
                    <a16:creationId xmlns:a16="http://schemas.microsoft.com/office/drawing/2014/main" id="{26047189-D0F2-443A-B570-E19C4B7C144B}"/>
                  </a:ext>
                </a:extLst>
              </p:cNvPr>
              <p:cNvSpPr>
                <a:spLocks/>
              </p:cNvSpPr>
              <p:nvPr userDrawn="1"/>
            </p:nvSpPr>
            <p:spPr bwMode="auto">
              <a:xfrm>
                <a:off x="3648"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5" name="Freeform 53">
                <a:extLst>
                  <a:ext uri="{FF2B5EF4-FFF2-40B4-BE49-F238E27FC236}">
                    <a16:creationId xmlns:a16="http://schemas.microsoft.com/office/drawing/2014/main" id="{17296E06-BF2C-4BE2-8FA8-BBCEC820F7FE}"/>
                  </a:ext>
                </a:extLst>
              </p:cNvPr>
              <p:cNvSpPr>
                <a:spLocks/>
              </p:cNvSpPr>
              <p:nvPr userDrawn="1"/>
            </p:nvSpPr>
            <p:spPr bwMode="auto">
              <a:xfrm>
                <a:off x="366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6" name="Freeform 54">
                <a:extLst>
                  <a:ext uri="{FF2B5EF4-FFF2-40B4-BE49-F238E27FC236}">
                    <a16:creationId xmlns:a16="http://schemas.microsoft.com/office/drawing/2014/main" id="{D58E8BBF-1A89-4C3C-9D99-F497EF5C103D}"/>
                  </a:ext>
                </a:extLst>
              </p:cNvPr>
              <p:cNvSpPr>
                <a:spLocks/>
              </p:cNvSpPr>
              <p:nvPr userDrawn="1"/>
            </p:nvSpPr>
            <p:spPr bwMode="auto">
              <a:xfrm>
                <a:off x="3675"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7" name="Freeform 55">
                <a:extLst>
                  <a:ext uri="{FF2B5EF4-FFF2-40B4-BE49-F238E27FC236}">
                    <a16:creationId xmlns:a16="http://schemas.microsoft.com/office/drawing/2014/main" id="{1E52505F-5CEC-4ABD-812B-CD64D3045F9B}"/>
                  </a:ext>
                </a:extLst>
              </p:cNvPr>
              <p:cNvSpPr>
                <a:spLocks/>
              </p:cNvSpPr>
              <p:nvPr userDrawn="1"/>
            </p:nvSpPr>
            <p:spPr bwMode="auto">
              <a:xfrm>
                <a:off x="3688"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8" name="Freeform 56">
                <a:extLst>
                  <a:ext uri="{FF2B5EF4-FFF2-40B4-BE49-F238E27FC236}">
                    <a16:creationId xmlns:a16="http://schemas.microsoft.com/office/drawing/2014/main" id="{A6063D5D-EDFC-4CCC-98B9-F9AEA8185688}"/>
                  </a:ext>
                </a:extLst>
              </p:cNvPr>
              <p:cNvSpPr>
                <a:spLocks/>
              </p:cNvSpPr>
              <p:nvPr userDrawn="1"/>
            </p:nvSpPr>
            <p:spPr bwMode="auto">
              <a:xfrm>
                <a:off x="370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9" name="Freeform 57">
                <a:extLst>
                  <a:ext uri="{FF2B5EF4-FFF2-40B4-BE49-F238E27FC236}">
                    <a16:creationId xmlns:a16="http://schemas.microsoft.com/office/drawing/2014/main" id="{11B9AA7D-0861-4BBA-958E-31D9D5B92B52}"/>
                  </a:ext>
                </a:extLst>
              </p:cNvPr>
              <p:cNvSpPr>
                <a:spLocks/>
              </p:cNvSpPr>
              <p:nvPr userDrawn="1"/>
            </p:nvSpPr>
            <p:spPr bwMode="auto">
              <a:xfrm>
                <a:off x="3714"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0" name="Freeform 58">
                <a:extLst>
                  <a:ext uri="{FF2B5EF4-FFF2-40B4-BE49-F238E27FC236}">
                    <a16:creationId xmlns:a16="http://schemas.microsoft.com/office/drawing/2014/main" id="{135D0EF0-C56C-4658-930F-A7D2194B8EC4}"/>
                  </a:ext>
                </a:extLst>
              </p:cNvPr>
              <p:cNvSpPr>
                <a:spLocks/>
              </p:cNvSpPr>
              <p:nvPr userDrawn="1"/>
            </p:nvSpPr>
            <p:spPr bwMode="auto">
              <a:xfrm>
                <a:off x="3727"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1" name="Freeform 59">
                <a:extLst>
                  <a:ext uri="{FF2B5EF4-FFF2-40B4-BE49-F238E27FC236}">
                    <a16:creationId xmlns:a16="http://schemas.microsoft.com/office/drawing/2014/main" id="{5A81E0F2-30C7-4F74-9D8B-CA46AA532969}"/>
                  </a:ext>
                </a:extLst>
              </p:cNvPr>
              <p:cNvSpPr>
                <a:spLocks/>
              </p:cNvSpPr>
              <p:nvPr userDrawn="1"/>
            </p:nvSpPr>
            <p:spPr bwMode="auto">
              <a:xfrm>
                <a:off x="3727"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2" name="Freeform 60">
                <a:extLst>
                  <a:ext uri="{FF2B5EF4-FFF2-40B4-BE49-F238E27FC236}">
                    <a16:creationId xmlns:a16="http://schemas.microsoft.com/office/drawing/2014/main" id="{8F6A0C2D-FD0C-40CF-A9FE-13D3DCA4E7F2}"/>
                  </a:ext>
                </a:extLst>
              </p:cNvPr>
              <p:cNvSpPr>
                <a:spLocks/>
              </p:cNvSpPr>
              <p:nvPr userDrawn="1"/>
            </p:nvSpPr>
            <p:spPr bwMode="auto">
              <a:xfrm>
                <a:off x="393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3" name="Freeform 61">
                <a:extLst>
                  <a:ext uri="{FF2B5EF4-FFF2-40B4-BE49-F238E27FC236}">
                    <a16:creationId xmlns:a16="http://schemas.microsoft.com/office/drawing/2014/main" id="{9EB4F2F8-4EA4-40C2-9706-4D8B9B56E6D1}"/>
                  </a:ext>
                </a:extLst>
              </p:cNvPr>
              <p:cNvSpPr>
                <a:spLocks/>
              </p:cNvSpPr>
              <p:nvPr userDrawn="1"/>
            </p:nvSpPr>
            <p:spPr bwMode="auto">
              <a:xfrm>
                <a:off x="3944"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4" name="Freeform 62">
                <a:extLst>
                  <a:ext uri="{FF2B5EF4-FFF2-40B4-BE49-F238E27FC236}">
                    <a16:creationId xmlns:a16="http://schemas.microsoft.com/office/drawing/2014/main" id="{723FA750-3E6B-40CE-84EE-ED21B2CD77E2}"/>
                  </a:ext>
                </a:extLst>
              </p:cNvPr>
              <p:cNvSpPr>
                <a:spLocks/>
              </p:cNvSpPr>
              <p:nvPr userDrawn="1"/>
            </p:nvSpPr>
            <p:spPr bwMode="auto">
              <a:xfrm>
                <a:off x="3958"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5" name="Freeform 63">
                <a:extLst>
                  <a:ext uri="{FF2B5EF4-FFF2-40B4-BE49-F238E27FC236}">
                    <a16:creationId xmlns:a16="http://schemas.microsoft.com/office/drawing/2014/main" id="{DFC8F849-A327-40B1-8D06-A09199814433}"/>
                  </a:ext>
                </a:extLst>
              </p:cNvPr>
              <p:cNvSpPr>
                <a:spLocks/>
              </p:cNvSpPr>
              <p:nvPr userDrawn="1"/>
            </p:nvSpPr>
            <p:spPr bwMode="auto">
              <a:xfrm>
                <a:off x="3975"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6" name="Freeform 64">
                <a:extLst>
                  <a:ext uri="{FF2B5EF4-FFF2-40B4-BE49-F238E27FC236}">
                    <a16:creationId xmlns:a16="http://schemas.microsoft.com/office/drawing/2014/main" id="{6596ECE5-C03C-4F22-A276-0A5470A32273}"/>
                  </a:ext>
                </a:extLst>
              </p:cNvPr>
              <p:cNvSpPr>
                <a:spLocks/>
              </p:cNvSpPr>
              <p:nvPr userDrawn="1"/>
            </p:nvSpPr>
            <p:spPr bwMode="auto">
              <a:xfrm>
                <a:off x="3988"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7" name="Freeform 65">
                <a:extLst>
                  <a:ext uri="{FF2B5EF4-FFF2-40B4-BE49-F238E27FC236}">
                    <a16:creationId xmlns:a16="http://schemas.microsoft.com/office/drawing/2014/main" id="{001D27FD-3C07-4C84-AB8C-BC033DF3B58D}"/>
                  </a:ext>
                </a:extLst>
              </p:cNvPr>
              <p:cNvSpPr>
                <a:spLocks/>
              </p:cNvSpPr>
              <p:nvPr userDrawn="1"/>
            </p:nvSpPr>
            <p:spPr bwMode="auto">
              <a:xfrm>
                <a:off x="400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8" name="Freeform 66">
                <a:extLst>
                  <a:ext uri="{FF2B5EF4-FFF2-40B4-BE49-F238E27FC236}">
                    <a16:creationId xmlns:a16="http://schemas.microsoft.com/office/drawing/2014/main" id="{EEBD84FA-2475-43EC-9D5E-EB7F960D3388}"/>
                  </a:ext>
                </a:extLst>
              </p:cNvPr>
              <p:cNvSpPr>
                <a:spLocks/>
              </p:cNvSpPr>
              <p:nvPr userDrawn="1"/>
            </p:nvSpPr>
            <p:spPr bwMode="auto">
              <a:xfrm>
                <a:off x="4014"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9" name="Freeform 67">
                <a:extLst>
                  <a:ext uri="{FF2B5EF4-FFF2-40B4-BE49-F238E27FC236}">
                    <a16:creationId xmlns:a16="http://schemas.microsoft.com/office/drawing/2014/main" id="{CE5B8EC3-6BEA-4890-9F33-1527102F0EBA}"/>
                  </a:ext>
                </a:extLst>
              </p:cNvPr>
              <p:cNvSpPr>
                <a:spLocks/>
              </p:cNvSpPr>
              <p:nvPr userDrawn="1"/>
            </p:nvSpPr>
            <p:spPr bwMode="auto">
              <a:xfrm>
                <a:off x="4027"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0" name="Freeform 68">
                <a:extLst>
                  <a:ext uri="{FF2B5EF4-FFF2-40B4-BE49-F238E27FC236}">
                    <a16:creationId xmlns:a16="http://schemas.microsoft.com/office/drawing/2014/main" id="{F9B89A70-49C4-4875-A852-28CB4C8C878F}"/>
                  </a:ext>
                </a:extLst>
              </p:cNvPr>
              <p:cNvSpPr>
                <a:spLocks/>
              </p:cNvSpPr>
              <p:nvPr userDrawn="1"/>
            </p:nvSpPr>
            <p:spPr bwMode="auto">
              <a:xfrm>
                <a:off x="4040"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1" name="Freeform 69">
                <a:extLst>
                  <a:ext uri="{FF2B5EF4-FFF2-40B4-BE49-F238E27FC236}">
                    <a16:creationId xmlns:a16="http://schemas.microsoft.com/office/drawing/2014/main" id="{9D03BC89-E3D2-485D-A873-35104E8C6F7E}"/>
                  </a:ext>
                </a:extLst>
              </p:cNvPr>
              <p:cNvSpPr>
                <a:spLocks/>
              </p:cNvSpPr>
              <p:nvPr userDrawn="1"/>
            </p:nvSpPr>
            <p:spPr bwMode="auto">
              <a:xfrm>
                <a:off x="4053"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2" name="Freeform 70">
                <a:extLst>
                  <a:ext uri="{FF2B5EF4-FFF2-40B4-BE49-F238E27FC236}">
                    <a16:creationId xmlns:a16="http://schemas.microsoft.com/office/drawing/2014/main" id="{50D9D530-AA3D-4761-BB43-01ECC7C35B38}"/>
                  </a:ext>
                </a:extLst>
              </p:cNvPr>
              <p:cNvSpPr>
                <a:spLocks/>
              </p:cNvSpPr>
              <p:nvPr userDrawn="1"/>
            </p:nvSpPr>
            <p:spPr bwMode="auto">
              <a:xfrm>
                <a:off x="4066"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3" name="Freeform 71">
                <a:extLst>
                  <a:ext uri="{FF2B5EF4-FFF2-40B4-BE49-F238E27FC236}">
                    <a16:creationId xmlns:a16="http://schemas.microsoft.com/office/drawing/2014/main" id="{3572CFF9-6006-48F6-BCFC-6AD488041F7D}"/>
                  </a:ext>
                </a:extLst>
              </p:cNvPr>
              <p:cNvSpPr>
                <a:spLocks/>
              </p:cNvSpPr>
              <p:nvPr userDrawn="1"/>
            </p:nvSpPr>
            <p:spPr bwMode="auto">
              <a:xfrm>
                <a:off x="4079"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4" name="Freeform 72">
                <a:extLst>
                  <a:ext uri="{FF2B5EF4-FFF2-40B4-BE49-F238E27FC236}">
                    <a16:creationId xmlns:a16="http://schemas.microsoft.com/office/drawing/2014/main" id="{3D35BA40-66F8-460A-B8F1-CB4EE337C038}"/>
                  </a:ext>
                </a:extLst>
              </p:cNvPr>
              <p:cNvSpPr>
                <a:spLocks/>
              </p:cNvSpPr>
              <p:nvPr userDrawn="1"/>
            </p:nvSpPr>
            <p:spPr bwMode="auto">
              <a:xfrm>
                <a:off x="4093"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5" name="Freeform 73">
                <a:extLst>
                  <a:ext uri="{FF2B5EF4-FFF2-40B4-BE49-F238E27FC236}">
                    <a16:creationId xmlns:a16="http://schemas.microsoft.com/office/drawing/2014/main" id="{D17D8CE1-58F6-4A8B-A62A-5752B826A669}"/>
                  </a:ext>
                </a:extLst>
              </p:cNvPr>
              <p:cNvSpPr>
                <a:spLocks/>
              </p:cNvSpPr>
              <p:nvPr userDrawn="1"/>
            </p:nvSpPr>
            <p:spPr bwMode="auto">
              <a:xfrm>
                <a:off x="4110"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6" name="Freeform 74">
                <a:extLst>
                  <a:ext uri="{FF2B5EF4-FFF2-40B4-BE49-F238E27FC236}">
                    <a16:creationId xmlns:a16="http://schemas.microsoft.com/office/drawing/2014/main" id="{7C61F584-78B5-431B-B07E-3F2E70134E8D}"/>
                  </a:ext>
                </a:extLst>
              </p:cNvPr>
              <p:cNvSpPr>
                <a:spLocks/>
              </p:cNvSpPr>
              <p:nvPr userDrawn="1"/>
            </p:nvSpPr>
            <p:spPr bwMode="auto">
              <a:xfrm>
                <a:off x="4123"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7" name="Freeform 75">
                <a:extLst>
                  <a:ext uri="{FF2B5EF4-FFF2-40B4-BE49-F238E27FC236}">
                    <a16:creationId xmlns:a16="http://schemas.microsoft.com/office/drawing/2014/main" id="{4E0E57D6-6426-47AF-9CE5-338225DF65B8}"/>
                  </a:ext>
                </a:extLst>
              </p:cNvPr>
              <p:cNvSpPr>
                <a:spLocks/>
              </p:cNvSpPr>
              <p:nvPr userDrawn="1"/>
            </p:nvSpPr>
            <p:spPr bwMode="auto">
              <a:xfrm>
                <a:off x="4136"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8" name="Freeform 76">
                <a:extLst>
                  <a:ext uri="{FF2B5EF4-FFF2-40B4-BE49-F238E27FC236}">
                    <a16:creationId xmlns:a16="http://schemas.microsoft.com/office/drawing/2014/main" id="{5DE3A573-BBB3-43C7-B0A9-376D2E46409D}"/>
                  </a:ext>
                </a:extLst>
              </p:cNvPr>
              <p:cNvSpPr>
                <a:spLocks/>
              </p:cNvSpPr>
              <p:nvPr userDrawn="1"/>
            </p:nvSpPr>
            <p:spPr bwMode="auto">
              <a:xfrm>
                <a:off x="4149"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9" name="Freeform 77">
                <a:extLst>
                  <a:ext uri="{FF2B5EF4-FFF2-40B4-BE49-F238E27FC236}">
                    <a16:creationId xmlns:a16="http://schemas.microsoft.com/office/drawing/2014/main" id="{8A699AE5-362C-4F16-A5DB-0A3C536F3793}"/>
                  </a:ext>
                </a:extLst>
              </p:cNvPr>
              <p:cNvSpPr>
                <a:spLocks/>
              </p:cNvSpPr>
              <p:nvPr userDrawn="1"/>
            </p:nvSpPr>
            <p:spPr bwMode="auto">
              <a:xfrm>
                <a:off x="4162"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0" name="Freeform 78">
                <a:extLst>
                  <a:ext uri="{FF2B5EF4-FFF2-40B4-BE49-F238E27FC236}">
                    <a16:creationId xmlns:a16="http://schemas.microsoft.com/office/drawing/2014/main" id="{0837B00B-1828-4A7E-A167-B94C9B3E014A}"/>
                  </a:ext>
                </a:extLst>
              </p:cNvPr>
              <p:cNvSpPr>
                <a:spLocks/>
              </p:cNvSpPr>
              <p:nvPr userDrawn="1"/>
            </p:nvSpPr>
            <p:spPr bwMode="auto">
              <a:xfrm>
                <a:off x="4175"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1" name="Freeform 79">
                <a:extLst>
                  <a:ext uri="{FF2B5EF4-FFF2-40B4-BE49-F238E27FC236}">
                    <a16:creationId xmlns:a16="http://schemas.microsoft.com/office/drawing/2014/main" id="{20FE1AE8-3CE1-464E-B794-FD5960B11787}"/>
                  </a:ext>
                </a:extLst>
              </p:cNvPr>
              <p:cNvSpPr>
                <a:spLocks/>
              </p:cNvSpPr>
              <p:nvPr userDrawn="1"/>
            </p:nvSpPr>
            <p:spPr bwMode="auto">
              <a:xfrm>
                <a:off x="4188"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2" name="Freeform 80">
                <a:extLst>
                  <a:ext uri="{FF2B5EF4-FFF2-40B4-BE49-F238E27FC236}">
                    <a16:creationId xmlns:a16="http://schemas.microsoft.com/office/drawing/2014/main" id="{C7099E72-0900-4983-BD15-CC9200264DCC}"/>
                  </a:ext>
                </a:extLst>
              </p:cNvPr>
              <p:cNvSpPr>
                <a:spLocks/>
              </p:cNvSpPr>
              <p:nvPr userDrawn="1"/>
            </p:nvSpPr>
            <p:spPr bwMode="auto">
              <a:xfrm>
                <a:off x="420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3" name="Freeform 81">
                <a:extLst>
                  <a:ext uri="{FF2B5EF4-FFF2-40B4-BE49-F238E27FC236}">
                    <a16:creationId xmlns:a16="http://schemas.microsoft.com/office/drawing/2014/main" id="{05DF4F05-2613-457E-811D-63197C62EAD7}"/>
                  </a:ext>
                </a:extLst>
              </p:cNvPr>
              <p:cNvSpPr>
                <a:spLocks/>
              </p:cNvSpPr>
              <p:nvPr userDrawn="1"/>
            </p:nvSpPr>
            <p:spPr bwMode="auto">
              <a:xfrm>
                <a:off x="4214"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4" name="Freeform 82">
                <a:extLst>
                  <a:ext uri="{FF2B5EF4-FFF2-40B4-BE49-F238E27FC236}">
                    <a16:creationId xmlns:a16="http://schemas.microsoft.com/office/drawing/2014/main" id="{1851AFAC-CE30-44F6-8453-957061299CA0}"/>
                  </a:ext>
                </a:extLst>
              </p:cNvPr>
              <p:cNvSpPr>
                <a:spLocks/>
              </p:cNvSpPr>
              <p:nvPr userDrawn="1"/>
            </p:nvSpPr>
            <p:spPr bwMode="auto">
              <a:xfrm>
                <a:off x="4232"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5" name="Freeform 83">
                <a:extLst>
                  <a:ext uri="{FF2B5EF4-FFF2-40B4-BE49-F238E27FC236}">
                    <a16:creationId xmlns:a16="http://schemas.microsoft.com/office/drawing/2014/main" id="{117EC9F1-FB0C-4DE0-BD96-ADF0C8FDA03A}"/>
                  </a:ext>
                </a:extLst>
              </p:cNvPr>
              <p:cNvSpPr>
                <a:spLocks/>
              </p:cNvSpPr>
              <p:nvPr userDrawn="1"/>
            </p:nvSpPr>
            <p:spPr bwMode="auto">
              <a:xfrm>
                <a:off x="4245"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6" name="Freeform 84">
                <a:extLst>
                  <a:ext uri="{FF2B5EF4-FFF2-40B4-BE49-F238E27FC236}">
                    <a16:creationId xmlns:a16="http://schemas.microsoft.com/office/drawing/2014/main" id="{CD6974A4-97B8-4F4D-B7EE-5BF89C665299}"/>
                  </a:ext>
                </a:extLst>
              </p:cNvPr>
              <p:cNvSpPr>
                <a:spLocks/>
              </p:cNvSpPr>
              <p:nvPr userDrawn="1"/>
            </p:nvSpPr>
            <p:spPr bwMode="auto">
              <a:xfrm>
                <a:off x="4258"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7" name="Freeform 85">
                <a:extLst>
                  <a:ext uri="{FF2B5EF4-FFF2-40B4-BE49-F238E27FC236}">
                    <a16:creationId xmlns:a16="http://schemas.microsoft.com/office/drawing/2014/main" id="{B80F7CE6-DCEF-47A1-A2CE-86BF24ABB339}"/>
                  </a:ext>
                </a:extLst>
              </p:cNvPr>
              <p:cNvSpPr>
                <a:spLocks/>
              </p:cNvSpPr>
              <p:nvPr userDrawn="1"/>
            </p:nvSpPr>
            <p:spPr bwMode="auto">
              <a:xfrm>
                <a:off x="427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8" name="Freeform 86">
                <a:extLst>
                  <a:ext uri="{FF2B5EF4-FFF2-40B4-BE49-F238E27FC236}">
                    <a16:creationId xmlns:a16="http://schemas.microsoft.com/office/drawing/2014/main" id="{FB4C7296-A232-47DC-82CD-D59EE83A6B30}"/>
                  </a:ext>
                </a:extLst>
              </p:cNvPr>
              <p:cNvSpPr>
                <a:spLocks/>
              </p:cNvSpPr>
              <p:nvPr userDrawn="1"/>
            </p:nvSpPr>
            <p:spPr bwMode="auto">
              <a:xfrm>
                <a:off x="4284"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9" name="Freeform 87">
                <a:extLst>
                  <a:ext uri="{FF2B5EF4-FFF2-40B4-BE49-F238E27FC236}">
                    <a16:creationId xmlns:a16="http://schemas.microsoft.com/office/drawing/2014/main" id="{037E0A56-6EC9-49D9-894F-83C40F92D017}"/>
                  </a:ext>
                </a:extLst>
              </p:cNvPr>
              <p:cNvSpPr>
                <a:spLocks/>
              </p:cNvSpPr>
              <p:nvPr userDrawn="1"/>
            </p:nvSpPr>
            <p:spPr bwMode="auto">
              <a:xfrm>
                <a:off x="4297"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0" name="Freeform 88">
                <a:extLst>
                  <a:ext uri="{FF2B5EF4-FFF2-40B4-BE49-F238E27FC236}">
                    <a16:creationId xmlns:a16="http://schemas.microsoft.com/office/drawing/2014/main" id="{D1C9388D-57B1-4273-904B-FC790ED05849}"/>
                  </a:ext>
                </a:extLst>
              </p:cNvPr>
              <p:cNvSpPr>
                <a:spLocks/>
              </p:cNvSpPr>
              <p:nvPr userDrawn="1"/>
            </p:nvSpPr>
            <p:spPr bwMode="auto">
              <a:xfrm>
                <a:off x="4310"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1" name="Freeform 89">
                <a:extLst>
                  <a:ext uri="{FF2B5EF4-FFF2-40B4-BE49-F238E27FC236}">
                    <a16:creationId xmlns:a16="http://schemas.microsoft.com/office/drawing/2014/main" id="{CAAE9DF0-7EF8-4C68-8812-226D44AB21F1}"/>
                  </a:ext>
                </a:extLst>
              </p:cNvPr>
              <p:cNvSpPr>
                <a:spLocks/>
              </p:cNvSpPr>
              <p:nvPr userDrawn="1"/>
            </p:nvSpPr>
            <p:spPr bwMode="auto">
              <a:xfrm>
                <a:off x="4323"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2" name="Freeform 90">
                <a:extLst>
                  <a:ext uri="{FF2B5EF4-FFF2-40B4-BE49-F238E27FC236}">
                    <a16:creationId xmlns:a16="http://schemas.microsoft.com/office/drawing/2014/main" id="{E1184FF7-E206-4C98-B698-8DE2764A13E1}"/>
                  </a:ext>
                </a:extLst>
              </p:cNvPr>
              <p:cNvSpPr>
                <a:spLocks/>
              </p:cNvSpPr>
              <p:nvPr userDrawn="1"/>
            </p:nvSpPr>
            <p:spPr bwMode="auto">
              <a:xfrm>
                <a:off x="4336"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3" name="Freeform 91">
                <a:extLst>
                  <a:ext uri="{FF2B5EF4-FFF2-40B4-BE49-F238E27FC236}">
                    <a16:creationId xmlns:a16="http://schemas.microsoft.com/office/drawing/2014/main" id="{EB50FCD8-50B9-4629-941A-F8BDFBE33CDA}"/>
                  </a:ext>
                </a:extLst>
              </p:cNvPr>
              <p:cNvSpPr>
                <a:spLocks/>
              </p:cNvSpPr>
              <p:nvPr userDrawn="1"/>
            </p:nvSpPr>
            <p:spPr bwMode="auto">
              <a:xfrm>
                <a:off x="4349"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4" name="Freeform 92">
                <a:extLst>
                  <a:ext uri="{FF2B5EF4-FFF2-40B4-BE49-F238E27FC236}">
                    <a16:creationId xmlns:a16="http://schemas.microsoft.com/office/drawing/2014/main" id="{C90089E4-F5CC-493A-865D-0E3F4BC4B2A9}"/>
                  </a:ext>
                </a:extLst>
              </p:cNvPr>
              <p:cNvSpPr>
                <a:spLocks/>
              </p:cNvSpPr>
              <p:nvPr userDrawn="1"/>
            </p:nvSpPr>
            <p:spPr bwMode="auto">
              <a:xfrm>
                <a:off x="4367"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5" name="Freeform 93">
                <a:extLst>
                  <a:ext uri="{FF2B5EF4-FFF2-40B4-BE49-F238E27FC236}">
                    <a16:creationId xmlns:a16="http://schemas.microsoft.com/office/drawing/2014/main" id="{FD2D37D5-3D03-4067-A0DF-091949B0F09E}"/>
                  </a:ext>
                </a:extLst>
              </p:cNvPr>
              <p:cNvSpPr>
                <a:spLocks/>
              </p:cNvSpPr>
              <p:nvPr userDrawn="1"/>
            </p:nvSpPr>
            <p:spPr bwMode="auto">
              <a:xfrm>
                <a:off x="4380"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6" name="Freeform 94">
                <a:extLst>
                  <a:ext uri="{FF2B5EF4-FFF2-40B4-BE49-F238E27FC236}">
                    <a16:creationId xmlns:a16="http://schemas.microsoft.com/office/drawing/2014/main" id="{C13A8AE1-91F8-48AE-8158-E3C237DB7148}"/>
                  </a:ext>
                </a:extLst>
              </p:cNvPr>
              <p:cNvSpPr>
                <a:spLocks/>
              </p:cNvSpPr>
              <p:nvPr userDrawn="1"/>
            </p:nvSpPr>
            <p:spPr bwMode="auto">
              <a:xfrm>
                <a:off x="4393"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7" name="Freeform 95">
                <a:extLst>
                  <a:ext uri="{FF2B5EF4-FFF2-40B4-BE49-F238E27FC236}">
                    <a16:creationId xmlns:a16="http://schemas.microsoft.com/office/drawing/2014/main" id="{3A1539DC-6F49-46AC-A69F-A8A4AA0F459E}"/>
                  </a:ext>
                </a:extLst>
              </p:cNvPr>
              <p:cNvSpPr>
                <a:spLocks/>
              </p:cNvSpPr>
              <p:nvPr userDrawn="1"/>
            </p:nvSpPr>
            <p:spPr bwMode="auto">
              <a:xfrm>
                <a:off x="4406"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8" name="Freeform 96">
                <a:extLst>
                  <a:ext uri="{FF2B5EF4-FFF2-40B4-BE49-F238E27FC236}">
                    <a16:creationId xmlns:a16="http://schemas.microsoft.com/office/drawing/2014/main" id="{D8C98E7B-96A9-4AC7-82E3-3C39EDD22849}"/>
                  </a:ext>
                </a:extLst>
              </p:cNvPr>
              <p:cNvSpPr>
                <a:spLocks/>
              </p:cNvSpPr>
              <p:nvPr userDrawn="1"/>
            </p:nvSpPr>
            <p:spPr bwMode="auto">
              <a:xfrm>
                <a:off x="4419"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9" name="Freeform 97">
                <a:extLst>
                  <a:ext uri="{FF2B5EF4-FFF2-40B4-BE49-F238E27FC236}">
                    <a16:creationId xmlns:a16="http://schemas.microsoft.com/office/drawing/2014/main" id="{C6050832-D68E-410E-BB6E-28C06D26E43A}"/>
                  </a:ext>
                </a:extLst>
              </p:cNvPr>
              <p:cNvSpPr>
                <a:spLocks/>
              </p:cNvSpPr>
              <p:nvPr userDrawn="1"/>
            </p:nvSpPr>
            <p:spPr bwMode="auto">
              <a:xfrm>
                <a:off x="4432"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0" name="Freeform 98">
                <a:extLst>
                  <a:ext uri="{FF2B5EF4-FFF2-40B4-BE49-F238E27FC236}">
                    <a16:creationId xmlns:a16="http://schemas.microsoft.com/office/drawing/2014/main" id="{8D3A2CF2-B55A-42BD-A7DA-288FBD0138EC}"/>
                  </a:ext>
                </a:extLst>
              </p:cNvPr>
              <p:cNvSpPr>
                <a:spLocks/>
              </p:cNvSpPr>
              <p:nvPr userDrawn="1"/>
            </p:nvSpPr>
            <p:spPr bwMode="auto">
              <a:xfrm>
                <a:off x="4445"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1" name="Freeform 99">
                <a:extLst>
                  <a:ext uri="{FF2B5EF4-FFF2-40B4-BE49-F238E27FC236}">
                    <a16:creationId xmlns:a16="http://schemas.microsoft.com/office/drawing/2014/main" id="{F1B34960-19B2-4635-9A7C-44347A27AB3E}"/>
                  </a:ext>
                </a:extLst>
              </p:cNvPr>
              <p:cNvSpPr>
                <a:spLocks/>
              </p:cNvSpPr>
              <p:nvPr userDrawn="1"/>
            </p:nvSpPr>
            <p:spPr bwMode="auto">
              <a:xfrm>
                <a:off x="4458"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2" name="Freeform 100">
                <a:extLst>
                  <a:ext uri="{FF2B5EF4-FFF2-40B4-BE49-F238E27FC236}">
                    <a16:creationId xmlns:a16="http://schemas.microsoft.com/office/drawing/2014/main" id="{D53E21F2-42AD-4A9F-AF87-AA498A5C06F8}"/>
                  </a:ext>
                </a:extLst>
              </p:cNvPr>
              <p:cNvSpPr>
                <a:spLocks/>
              </p:cNvSpPr>
              <p:nvPr userDrawn="1"/>
            </p:nvSpPr>
            <p:spPr bwMode="auto">
              <a:xfrm>
                <a:off x="447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3" name="Freeform 101">
                <a:extLst>
                  <a:ext uri="{FF2B5EF4-FFF2-40B4-BE49-F238E27FC236}">
                    <a16:creationId xmlns:a16="http://schemas.microsoft.com/office/drawing/2014/main" id="{AD3EE723-B983-4CB0-AE34-BDA16C7E9566}"/>
                  </a:ext>
                </a:extLst>
              </p:cNvPr>
              <p:cNvSpPr>
                <a:spLocks/>
              </p:cNvSpPr>
              <p:nvPr userDrawn="1"/>
            </p:nvSpPr>
            <p:spPr bwMode="auto">
              <a:xfrm>
                <a:off x="4489"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4" name="Freeform 102">
                <a:extLst>
                  <a:ext uri="{FF2B5EF4-FFF2-40B4-BE49-F238E27FC236}">
                    <a16:creationId xmlns:a16="http://schemas.microsoft.com/office/drawing/2014/main" id="{6CFA8B90-8D05-4928-9C1A-75ECD99C93E9}"/>
                  </a:ext>
                </a:extLst>
              </p:cNvPr>
              <p:cNvSpPr>
                <a:spLocks/>
              </p:cNvSpPr>
              <p:nvPr userDrawn="1"/>
            </p:nvSpPr>
            <p:spPr bwMode="auto">
              <a:xfrm>
                <a:off x="4502"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5" name="Freeform 103">
                <a:extLst>
                  <a:ext uri="{FF2B5EF4-FFF2-40B4-BE49-F238E27FC236}">
                    <a16:creationId xmlns:a16="http://schemas.microsoft.com/office/drawing/2014/main" id="{4725FF39-FAD4-4AC1-9762-14695D09BA52}"/>
                  </a:ext>
                </a:extLst>
              </p:cNvPr>
              <p:cNvSpPr>
                <a:spLocks/>
              </p:cNvSpPr>
              <p:nvPr userDrawn="1"/>
            </p:nvSpPr>
            <p:spPr bwMode="auto">
              <a:xfrm>
                <a:off x="4515"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6" name="Freeform 104">
                <a:extLst>
                  <a:ext uri="{FF2B5EF4-FFF2-40B4-BE49-F238E27FC236}">
                    <a16:creationId xmlns:a16="http://schemas.microsoft.com/office/drawing/2014/main" id="{1020D4F4-1DFC-4787-B236-6D9FD3A179E8}"/>
                  </a:ext>
                </a:extLst>
              </p:cNvPr>
              <p:cNvSpPr>
                <a:spLocks/>
              </p:cNvSpPr>
              <p:nvPr userDrawn="1"/>
            </p:nvSpPr>
            <p:spPr bwMode="auto">
              <a:xfrm>
                <a:off x="4528"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7" name="Freeform 105">
                <a:extLst>
                  <a:ext uri="{FF2B5EF4-FFF2-40B4-BE49-F238E27FC236}">
                    <a16:creationId xmlns:a16="http://schemas.microsoft.com/office/drawing/2014/main" id="{EABB03BE-CF3E-459D-8C27-6A7FC8235532}"/>
                  </a:ext>
                </a:extLst>
              </p:cNvPr>
              <p:cNvSpPr>
                <a:spLocks/>
              </p:cNvSpPr>
              <p:nvPr userDrawn="1"/>
            </p:nvSpPr>
            <p:spPr bwMode="auto">
              <a:xfrm>
                <a:off x="454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8" name="Freeform 106">
                <a:extLst>
                  <a:ext uri="{FF2B5EF4-FFF2-40B4-BE49-F238E27FC236}">
                    <a16:creationId xmlns:a16="http://schemas.microsoft.com/office/drawing/2014/main" id="{3BA84166-9C6C-4E56-B11F-0BEBDFE6BCED}"/>
                  </a:ext>
                </a:extLst>
              </p:cNvPr>
              <p:cNvSpPr>
                <a:spLocks/>
              </p:cNvSpPr>
              <p:nvPr userDrawn="1"/>
            </p:nvSpPr>
            <p:spPr bwMode="auto">
              <a:xfrm>
                <a:off x="4554"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9" name="Freeform 107">
                <a:extLst>
                  <a:ext uri="{FF2B5EF4-FFF2-40B4-BE49-F238E27FC236}">
                    <a16:creationId xmlns:a16="http://schemas.microsoft.com/office/drawing/2014/main" id="{1C5DBB2D-8E43-4DAC-849B-F4F55AA3A1EE}"/>
                  </a:ext>
                </a:extLst>
              </p:cNvPr>
              <p:cNvSpPr>
                <a:spLocks/>
              </p:cNvSpPr>
              <p:nvPr userDrawn="1"/>
            </p:nvSpPr>
            <p:spPr bwMode="auto">
              <a:xfrm>
                <a:off x="4567"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30" name="Freeform 108">
                <a:extLst>
                  <a:ext uri="{FF2B5EF4-FFF2-40B4-BE49-F238E27FC236}">
                    <a16:creationId xmlns:a16="http://schemas.microsoft.com/office/drawing/2014/main" id="{08183B0A-B6E4-456A-9FEE-B989CA576A19}"/>
                  </a:ext>
                </a:extLst>
              </p:cNvPr>
              <p:cNvSpPr>
                <a:spLocks/>
              </p:cNvSpPr>
              <p:nvPr userDrawn="1"/>
            </p:nvSpPr>
            <p:spPr bwMode="auto">
              <a:xfrm>
                <a:off x="4580"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31" name="Freeform 109">
                <a:extLst>
                  <a:ext uri="{FF2B5EF4-FFF2-40B4-BE49-F238E27FC236}">
                    <a16:creationId xmlns:a16="http://schemas.microsoft.com/office/drawing/2014/main" id="{99D7DFE9-52C0-4B87-B5EA-730DB1BF2A94}"/>
                  </a:ext>
                </a:extLst>
              </p:cNvPr>
              <p:cNvSpPr>
                <a:spLocks/>
              </p:cNvSpPr>
              <p:nvPr userDrawn="1"/>
            </p:nvSpPr>
            <p:spPr bwMode="auto">
              <a:xfrm>
                <a:off x="4593"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32" name="Freeform 110">
                <a:extLst>
                  <a:ext uri="{FF2B5EF4-FFF2-40B4-BE49-F238E27FC236}">
                    <a16:creationId xmlns:a16="http://schemas.microsoft.com/office/drawing/2014/main" id="{97345A5D-8E7F-4EEE-9D0E-C05BCFCCBE1E}"/>
                  </a:ext>
                </a:extLst>
              </p:cNvPr>
              <p:cNvSpPr>
                <a:spLocks/>
              </p:cNvSpPr>
              <p:nvPr userDrawn="1"/>
            </p:nvSpPr>
            <p:spPr bwMode="auto">
              <a:xfrm>
                <a:off x="461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33" name="Freeform 111">
                <a:extLst>
                  <a:ext uri="{FF2B5EF4-FFF2-40B4-BE49-F238E27FC236}">
                    <a16:creationId xmlns:a16="http://schemas.microsoft.com/office/drawing/2014/main" id="{D4871DD8-9E06-4E18-B076-9A5114FD9467}"/>
                  </a:ext>
                </a:extLst>
              </p:cNvPr>
              <p:cNvSpPr>
                <a:spLocks/>
              </p:cNvSpPr>
              <p:nvPr userDrawn="1"/>
            </p:nvSpPr>
            <p:spPr bwMode="auto">
              <a:xfrm>
                <a:off x="4624"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34" name="Freeform 112">
                <a:extLst>
                  <a:ext uri="{FF2B5EF4-FFF2-40B4-BE49-F238E27FC236}">
                    <a16:creationId xmlns:a16="http://schemas.microsoft.com/office/drawing/2014/main" id="{C278A6D9-35D3-48E3-851C-56081E95A3F5}"/>
                  </a:ext>
                </a:extLst>
              </p:cNvPr>
              <p:cNvSpPr>
                <a:spLocks/>
              </p:cNvSpPr>
              <p:nvPr userDrawn="1"/>
            </p:nvSpPr>
            <p:spPr bwMode="auto">
              <a:xfrm>
                <a:off x="4624"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35" name="Freeform 113">
                <a:extLst>
                  <a:ext uri="{FF2B5EF4-FFF2-40B4-BE49-F238E27FC236}">
                    <a16:creationId xmlns:a16="http://schemas.microsoft.com/office/drawing/2014/main" id="{FCB151C0-9A58-45CB-A192-F75A6D0DDE4F}"/>
                  </a:ext>
                </a:extLst>
              </p:cNvPr>
              <p:cNvSpPr>
                <a:spLocks/>
              </p:cNvSpPr>
              <p:nvPr userDrawn="1"/>
            </p:nvSpPr>
            <p:spPr bwMode="auto">
              <a:xfrm>
                <a:off x="3043"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36" name="Freeform 114">
                <a:extLst>
                  <a:ext uri="{FF2B5EF4-FFF2-40B4-BE49-F238E27FC236}">
                    <a16:creationId xmlns:a16="http://schemas.microsoft.com/office/drawing/2014/main" id="{FF5496A5-C0D4-46E7-A4F3-A80D1E7B31E7}"/>
                  </a:ext>
                </a:extLst>
              </p:cNvPr>
              <p:cNvSpPr>
                <a:spLocks/>
              </p:cNvSpPr>
              <p:nvPr userDrawn="1"/>
            </p:nvSpPr>
            <p:spPr bwMode="auto">
              <a:xfrm>
                <a:off x="3056"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37" name="Freeform 115">
                <a:extLst>
                  <a:ext uri="{FF2B5EF4-FFF2-40B4-BE49-F238E27FC236}">
                    <a16:creationId xmlns:a16="http://schemas.microsoft.com/office/drawing/2014/main" id="{920B82E9-F210-4C9E-AABE-0E9DB9968EAC}"/>
                  </a:ext>
                </a:extLst>
              </p:cNvPr>
              <p:cNvSpPr>
                <a:spLocks/>
              </p:cNvSpPr>
              <p:nvPr userDrawn="1"/>
            </p:nvSpPr>
            <p:spPr bwMode="auto">
              <a:xfrm>
                <a:off x="306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38" name="Freeform 116">
                <a:extLst>
                  <a:ext uri="{FF2B5EF4-FFF2-40B4-BE49-F238E27FC236}">
                    <a16:creationId xmlns:a16="http://schemas.microsoft.com/office/drawing/2014/main" id="{8D7EA406-3824-4400-88CE-E26FBE8D90F2}"/>
                  </a:ext>
                </a:extLst>
              </p:cNvPr>
              <p:cNvSpPr>
                <a:spLocks/>
              </p:cNvSpPr>
              <p:nvPr userDrawn="1"/>
            </p:nvSpPr>
            <p:spPr bwMode="auto">
              <a:xfrm>
                <a:off x="3082"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39" name="Freeform 117">
                <a:extLst>
                  <a:ext uri="{FF2B5EF4-FFF2-40B4-BE49-F238E27FC236}">
                    <a16:creationId xmlns:a16="http://schemas.microsoft.com/office/drawing/2014/main" id="{B8104BE0-6834-4673-AE95-DC39970CD7F3}"/>
                  </a:ext>
                </a:extLst>
              </p:cNvPr>
              <p:cNvSpPr>
                <a:spLocks/>
              </p:cNvSpPr>
              <p:nvPr userDrawn="1"/>
            </p:nvSpPr>
            <p:spPr bwMode="auto">
              <a:xfrm>
                <a:off x="3096"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0" name="Freeform 118">
                <a:extLst>
                  <a:ext uri="{FF2B5EF4-FFF2-40B4-BE49-F238E27FC236}">
                    <a16:creationId xmlns:a16="http://schemas.microsoft.com/office/drawing/2014/main" id="{58ABAE89-171E-496F-8B69-11809B7CB53C}"/>
                  </a:ext>
                </a:extLst>
              </p:cNvPr>
              <p:cNvSpPr>
                <a:spLocks/>
              </p:cNvSpPr>
              <p:nvPr userDrawn="1"/>
            </p:nvSpPr>
            <p:spPr bwMode="auto">
              <a:xfrm>
                <a:off x="310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1" name="Freeform 119">
                <a:extLst>
                  <a:ext uri="{FF2B5EF4-FFF2-40B4-BE49-F238E27FC236}">
                    <a16:creationId xmlns:a16="http://schemas.microsoft.com/office/drawing/2014/main" id="{DC0D885A-2FDE-4965-8A7E-03BBE8376213}"/>
                  </a:ext>
                </a:extLst>
              </p:cNvPr>
              <p:cNvSpPr>
                <a:spLocks/>
              </p:cNvSpPr>
              <p:nvPr userDrawn="1"/>
            </p:nvSpPr>
            <p:spPr bwMode="auto">
              <a:xfrm>
                <a:off x="3122"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2" name="Freeform 120">
                <a:extLst>
                  <a:ext uri="{FF2B5EF4-FFF2-40B4-BE49-F238E27FC236}">
                    <a16:creationId xmlns:a16="http://schemas.microsoft.com/office/drawing/2014/main" id="{BC84FA74-3AE9-4581-8CAB-AE6E55EB0F2A}"/>
                  </a:ext>
                </a:extLst>
              </p:cNvPr>
              <p:cNvSpPr>
                <a:spLocks/>
              </p:cNvSpPr>
              <p:nvPr userDrawn="1"/>
            </p:nvSpPr>
            <p:spPr bwMode="auto">
              <a:xfrm>
                <a:off x="313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3" name="Freeform 121">
                <a:extLst>
                  <a:ext uri="{FF2B5EF4-FFF2-40B4-BE49-F238E27FC236}">
                    <a16:creationId xmlns:a16="http://schemas.microsoft.com/office/drawing/2014/main" id="{79AD1446-D590-4E14-837A-ACABEEFAFB32}"/>
                  </a:ext>
                </a:extLst>
              </p:cNvPr>
              <p:cNvSpPr>
                <a:spLocks/>
              </p:cNvSpPr>
              <p:nvPr userDrawn="1"/>
            </p:nvSpPr>
            <p:spPr bwMode="auto">
              <a:xfrm>
                <a:off x="3152"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4" name="Freeform 122">
                <a:extLst>
                  <a:ext uri="{FF2B5EF4-FFF2-40B4-BE49-F238E27FC236}">
                    <a16:creationId xmlns:a16="http://schemas.microsoft.com/office/drawing/2014/main" id="{3B1B4E7E-A5C0-4295-908B-50B76432F7A8}"/>
                  </a:ext>
                </a:extLst>
              </p:cNvPr>
              <p:cNvSpPr>
                <a:spLocks/>
              </p:cNvSpPr>
              <p:nvPr userDrawn="1"/>
            </p:nvSpPr>
            <p:spPr bwMode="auto">
              <a:xfrm>
                <a:off x="3165"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5" name="Freeform 123">
                <a:extLst>
                  <a:ext uri="{FF2B5EF4-FFF2-40B4-BE49-F238E27FC236}">
                    <a16:creationId xmlns:a16="http://schemas.microsoft.com/office/drawing/2014/main" id="{AB0E9E68-C53E-4CA9-A5E3-5C4A2E2948F4}"/>
                  </a:ext>
                </a:extLst>
              </p:cNvPr>
              <p:cNvSpPr>
                <a:spLocks/>
              </p:cNvSpPr>
              <p:nvPr userDrawn="1"/>
            </p:nvSpPr>
            <p:spPr bwMode="auto">
              <a:xfrm>
                <a:off x="3178"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6" name="Freeform 124">
                <a:extLst>
                  <a:ext uri="{FF2B5EF4-FFF2-40B4-BE49-F238E27FC236}">
                    <a16:creationId xmlns:a16="http://schemas.microsoft.com/office/drawing/2014/main" id="{9B49DF29-D50E-45F4-BF61-6EFEE26593A5}"/>
                  </a:ext>
                </a:extLst>
              </p:cNvPr>
              <p:cNvSpPr>
                <a:spLocks/>
              </p:cNvSpPr>
              <p:nvPr userDrawn="1"/>
            </p:nvSpPr>
            <p:spPr bwMode="auto">
              <a:xfrm>
                <a:off x="3191"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7" name="Freeform 125">
                <a:extLst>
                  <a:ext uri="{FF2B5EF4-FFF2-40B4-BE49-F238E27FC236}">
                    <a16:creationId xmlns:a16="http://schemas.microsoft.com/office/drawing/2014/main" id="{68BF2BC0-E21F-496E-9AFE-B0B19DAA25C1}"/>
                  </a:ext>
                </a:extLst>
              </p:cNvPr>
              <p:cNvSpPr>
                <a:spLocks/>
              </p:cNvSpPr>
              <p:nvPr userDrawn="1"/>
            </p:nvSpPr>
            <p:spPr bwMode="auto">
              <a:xfrm>
                <a:off x="3204"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8" name="Freeform 126">
                <a:extLst>
                  <a:ext uri="{FF2B5EF4-FFF2-40B4-BE49-F238E27FC236}">
                    <a16:creationId xmlns:a16="http://schemas.microsoft.com/office/drawing/2014/main" id="{58396176-8591-41E7-8473-E34979791024}"/>
                  </a:ext>
                </a:extLst>
              </p:cNvPr>
              <p:cNvSpPr>
                <a:spLocks/>
              </p:cNvSpPr>
              <p:nvPr userDrawn="1"/>
            </p:nvSpPr>
            <p:spPr bwMode="auto">
              <a:xfrm>
                <a:off x="3217"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9" name="Freeform 127">
                <a:extLst>
                  <a:ext uri="{FF2B5EF4-FFF2-40B4-BE49-F238E27FC236}">
                    <a16:creationId xmlns:a16="http://schemas.microsoft.com/office/drawing/2014/main" id="{239C88FF-74ED-4DD3-8063-D36AFBB2EF7C}"/>
                  </a:ext>
                </a:extLst>
              </p:cNvPr>
              <p:cNvSpPr>
                <a:spLocks/>
              </p:cNvSpPr>
              <p:nvPr userDrawn="1"/>
            </p:nvSpPr>
            <p:spPr bwMode="auto">
              <a:xfrm>
                <a:off x="3230"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0" name="Freeform 128">
                <a:extLst>
                  <a:ext uri="{FF2B5EF4-FFF2-40B4-BE49-F238E27FC236}">
                    <a16:creationId xmlns:a16="http://schemas.microsoft.com/office/drawing/2014/main" id="{EA2656CE-B80C-4100-B96D-EC087FA40910}"/>
                  </a:ext>
                </a:extLst>
              </p:cNvPr>
              <p:cNvSpPr>
                <a:spLocks/>
              </p:cNvSpPr>
              <p:nvPr userDrawn="1"/>
            </p:nvSpPr>
            <p:spPr bwMode="auto">
              <a:xfrm>
                <a:off x="3244"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1" name="Freeform 129">
                <a:extLst>
                  <a:ext uri="{FF2B5EF4-FFF2-40B4-BE49-F238E27FC236}">
                    <a16:creationId xmlns:a16="http://schemas.microsoft.com/office/drawing/2014/main" id="{B320D53A-DAD4-42EC-9206-7DF79E66445F}"/>
                  </a:ext>
                </a:extLst>
              </p:cNvPr>
              <p:cNvSpPr>
                <a:spLocks/>
              </p:cNvSpPr>
              <p:nvPr userDrawn="1"/>
            </p:nvSpPr>
            <p:spPr bwMode="auto">
              <a:xfrm>
                <a:off x="3257"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2" name="Freeform 130">
                <a:extLst>
                  <a:ext uri="{FF2B5EF4-FFF2-40B4-BE49-F238E27FC236}">
                    <a16:creationId xmlns:a16="http://schemas.microsoft.com/office/drawing/2014/main" id="{6BDA6F4D-775B-4764-85F4-C8AA2992EE56}"/>
                  </a:ext>
                </a:extLst>
              </p:cNvPr>
              <p:cNvSpPr>
                <a:spLocks/>
              </p:cNvSpPr>
              <p:nvPr userDrawn="1"/>
            </p:nvSpPr>
            <p:spPr bwMode="auto">
              <a:xfrm>
                <a:off x="3270"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3" name="Freeform 131">
                <a:extLst>
                  <a:ext uri="{FF2B5EF4-FFF2-40B4-BE49-F238E27FC236}">
                    <a16:creationId xmlns:a16="http://schemas.microsoft.com/office/drawing/2014/main" id="{4A5CF118-240B-4787-94AF-808AAA8E9683}"/>
                  </a:ext>
                </a:extLst>
              </p:cNvPr>
              <p:cNvSpPr>
                <a:spLocks/>
              </p:cNvSpPr>
              <p:nvPr userDrawn="1"/>
            </p:nvSpPr>
            <p:spPr bwMode="auto">
              <a:xfrm>
                <a:off x="3283"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4" name="Freeform 132">
                <a:extLst>
                  <a:ext uri="{FF2B5EF4-FFF2-40B4-BE49-F238E27FC236}">
                    <a16:creationId xmlns:a16="http://schemas.microsoft.com/office/drawing/2014/main" id="{5BCE9189-9F04-421B-B4D7-C66EC9D4D1E9}"/>
                  </a:ext>
                </a:extLst>
              </p:cNvPr>
              <p:cNvSpPr>
                <a:spLocks/>
              </p:cNvSpPr>
              <p:nvPr userDrawn="1"/>
            </p:nvSpPr>
            <p:spPr bwMode="auto">
              <a:xfrm>
                <a:off x="3296"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5" name="Freeform 133">
                <a:extLst>
                  <a:ext uri="{FF2B5EF4-FFF2-40B4-BE49-F238E27FC236}">
                    <a16:creationId xmlns:a16="http://schemas.microsoft.com/office/drawing/2014/main" id="{2DBB9C6C-F8FE-4733-AED5-2FB4766520F4}"/>
                  </a:ext>
                </a:extLst>
              </p:cNvPr>
              <p:cNvSpPr>
                <a:spLocks/>
              </p:cNvSpPr>
              <p:nvPr userDrawn="1"/>
            </p:nvSpPr>
            <p:spPr bwMode="auto">
              <a:xfrm>
                <a:off x="330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6" name="Freeform 134">
                <a:extLst>
                  <a:ext uri="{FF2B5EF4-FFF2-40B4-BE49-F238E27FC236}">
                    <a16:creationId xmlns:a16="http://schemas.microsoft.com/office/drawing/2014/main" id="{EF89C426-429B-4760-80F5-2FE3D3532DF1}"/>
                  </a:ext>
                </a:extLst>
              </p:cNvPr>
              <p:cNvSpPr>
                <a:spLocks/>
              </p:cNvSpPr>
              <p:nvPr userDrawn="1"/>
            </p:nvSpPr>
            <p:spPr bwMode="auto">
              <a:xfrm>
                <a:off x="3326"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7" name="Freeform 135">
                <a:extLst>
                  <a:ext uri="{FF2B5EF4-FFF2-40B4-BE49-F238E27FC236}">
                    <a16:creationId xmlns:a16="http://schemas.microsoft.com/office/drawing/2014/main" id="{D2CC20B9-994D-428A-8658-1F6F42A1C64C}"/>
                  </a:ext>
                </a:extLst>
              </p:cNvPr>
              <p:cNvSpPr>
                <a:spLocks/>
              </p:cNvSpPr>
              <p:nvPr userDrawn="1"/>
            </p:nvSpPr>
            <p:spPr bwMode="auto">
              <a:xfrm>
                <a:off x="333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8" name="Freeform 136">
                <a:extLst>
                  <a:ext uri="{FF2B5EF4-FFF2-40B4-BE49-F238E27FC236}">
                    <a16:creationId xmlns:a16="http://schemas.microsoft.com/office/drawing/2014/main" id="{E1543A23-483B-4A3A-8B25-B4B891D02653}"/>
                  </a:ext>
                </a:extLst>
              </p:cNvPr>
              <p:cNvSpPr>
                <a:spLocks/>
              </p:cNvSpPr>
              <p:nvPr userDrawn="1"/>
            </p:nvSpPr>
            <p:spPr bwMode="auto">
              <a:xfrm>
                <a:off x="3352"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9" name="Freeform 137">
                <a:extLst>
                  <a:ext uri="{FF2B5EF4-FFF2-40B4-BE49-F238E27FC236}">
                    <a16:creationId xmlns:a16="http://schemas.microsoft.com/office/drawing/2014/main" id="{CA584633-B9B5-4076-9E89-CC565215B252}"/>
                  </a:ext>
                </a:extLst>
              </p:cNvPr>
              <p:cNvSpPr>
                <a:spLocks/>
              </p:cNvSpPr>
              <p:nvPr userDrawn="1"/>
            </p:nvSpPr>
            <p:spPr bwMode="auto">
              <a:xfrm>
                <a:off x="3365"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0" name="Freeform 138">
                <a:extLst>
                  <a:ext uri="{FF2B5EF4-FFF2-40B4-BE49-F238E27FC236}">
                    <a16:creationId xmlns:a16="http://schemas.microsoft.com/office/drawing/2014/main" id="{F59317A5-5FC0-490E-9578-1C33ADF2A5E3}"/>
                  </a:ext>
                </a:extLst>
              </p:cNvPr>
              <p:cNvSpPr>
                <a:spLocks/>
              </p:cNvSpPr>
              <p:nvPr userDrawn="1"/>
            </p:nvSpPr>
            <p:spPr bwMode="auto">
              <a:xfrm>
                <a:off x="3378"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1" name="Freeform 139">
                <a:extLst>
                  <a:ext uri="{FF2B5EF4-FFF2-40B4-BE49-F238E27FC236}">
                    <a16:creationId xmlns:a16="http://schemas.microsoft.com/office/drawing/2014/main" id="{F8D98C05-8A00-4FC7-BB30-114AB4EEF3B5}"/>
                  </a:ext>
                </a:extLst>
              </p:cNvPr>
              <p:cNvSpPr>
                <a:spLocks/>
              </p:cNvSpPr>
              <p:nvPr userDrawn="1"/>
            </p:nvSpPr>
            <p:spPr bwMode="auto">
              <a:xfrm>
                <a:off x="3392"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2" name="Freeform 140">
                <a:extLst>
                  <a:ext uri="{FF2B5EF4-FFF2-40B4-BE49-F238E27FC236}">
                    <a16:creationId xmlns:a16="http://schemas.microsoft.com/office/drawing/2014/main" id="{D967ABA4-D336-45F9-BA5A-A0ABA0FD4956}"/>
                  </a:ext>
                </a:extLst>
              </p:cNvPr>
              <p:cNvSpPr>
                <a:spLocks/>
              </p:cNvSpPr>
              <p:nvPr userDrawn="1"/>
            </p:nvSpPr>
            <p:spPr bwMode="auto">
              <a:xfrm>
                <a:off x="3405"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3" name="Freeform 141">
                <a:extLst>
                  <a:ext uri="{FF2B5EF4-FFF2-40B4-BE49-F238E27FC236}">
                    <a16:creationId xmlns:a16="http://schemas.microsoft.com/office/drawing/2014/main" id="{EE348491-DEA7-4F27-AA29-5A4A3F42F09D}"/>
                  </a:ext>
                </a:extLst>
              </p:cNvPr>
              <p:cNvSpPr>
                <a:spLocks/>
              </p:cNvSpPr>
              <p:nvPr userDrawn="1"/>
            </p:nvSpPr>
            <p:spPr bwMode="auto">
              <a:xfrm>
                <a:off x="3418"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4" name="Freeform 142">
                <a:extLst>
                  <a:ext uri="{FF2B5EF4-FFF2-40B4-BE49-F238E27FC236}">
                    <a16:creationId xmlns:a16="http://schemas.microsoft.com/office/drawing/2014/main" id="{AB3D6DE8-35CF-43E5-8BC2-1876CAB8E954}"/>
                  </a:ext>
                </a:extLst>
              </p:cNvPr>
              <p:cNvSpPr>
                <a:spLocks/>
              </p:cNvSpPr>
              <p:nvPr userDrawn="1"/>
            </p:nvSpPr>
            <p:spPr bwMode="auto">
              <a:xfrm>
                <a:off x="3431"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5" name="Freeform 143">
                <a:extLst>
                  <a:ext uri="{FF2B5EF4-FFF2-40B4-BE49-F238E27FC236}">
                    <a16:creationId xmlns:a16="http://schemas.microsoft.com/office/drawing/2014/main" id="{EE019C3B-256D-4B88-84A1-FE2F00757404}"/>
                  </a:ext>
                </a:extLst>
              </p:cNvPr>
              <p:cNvSpPr>
                <a:spLocks/>
              </p:cNvSpPr>
              <p:nvPr userDrawn="1"/>
            </p:nvSpPr>
            <p:spPr bwMode="auto">
              <a:xfrm>
                <a:off x="3444"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6" name="Freeform 144">
                <a:extLst>
                  <a:ext uri="{FF2B5EF4-FFF2-40B4-BE49-F238E27FC236}">
                    <a16:creationId xmlns:a16="http://schemas.microsoft.com/office/drawing/2014/main" id="{4D4A519A-CF94-429C-8366-BA4B375D7C9F}"/>
                  </a:ext>
                </a:extLst>
              </p:cNvPr>
              <p:cNvSpPr>
                <a:spLocks/>
              </p:cNvSpPr>
              <p:nvPr userDrawn="1"/>
            </p:nvSpPr>
            <p:spPr bwMode="auto">
              <a:xfrm>
                <a:off x="3457"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7" name="Freeform 145">
                <a:extLst>
                  <a:ext uri="{FF2B5EF4-FFF2-40B4-BE49-F238E27FC236}">
                    <a16:creationId xmlns:a16="http://schemas.microsoft.com/office/drawing/2014/main" id="{D2000CBB-B775-4ACD-9354-7BE575ABF19E}"/>
                  </a:ext>
                </a:extLst>
              </p:cNvPr>
              <p:cNvSpPr>
                <a:spLocks/>
              </p:cNvSpPr>
              <p:nvPr userDrawn="1"/>
            </p:nvSpPr>
            <p:spPr bwMode="auto">
              <a:xfrm>
                <a:off x="3470"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8" name="Freeform 146">
                <a:extLst>
                  <a:ext uri="{FF2B5EF4-FFF2-40B4-BE49-F238E27FC236}">
                    <a16:creationId xmlns:a16="http://schemas.microsoft.com/office/drawing/2014/main" id="{E8B0C987-AE73-45F5-9463-AE171525D91A}"/>
                  </a:ext>
                </a:extLst>
              </p:cNvPr>
              <p:cNvSpPr>
                <a:spLocks/>
              </p:cNvSpPr>
              <p:nvPr userDrawn="1"/>
            </p:nvSpPr>
            <p:spPr bwMode="auto">
              <a:xfrm>
                <a:off x="3483"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9" name="Freeform 147">
                <a:extLst>
                  <a:ext uri="{FF2B5EF4-FFF2-40B4-BE49-F238E27FC236}">
                    <a16:creationId xmlns:a16="http://schemas.microsoft.com/office/drawing/2014/main" id="{4D7EBB9C-93F4-460C-84ED-763646493CB6}"/>
                  </a:ext>
                </a:extLst>
              </p:cNvPr>
              <p:cNvSpPr>
                <a:spLocks/>
              </p:cNvSpPr>
              <p:nvPr userDrawn="1"/>
            </p:nvSpPr>
            <p:spPr bwMode="auto">
              <a:xfrm>
                <a:off x="3496"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0" name="Freeform 148">
                <a:extLst>
                  <a:ext uri="{FF2B5EF4-FFF2-40B4-BE49-F238E27FC236}">
                    <a16:creationId xmlns:a16="http://schemas.microsoft.com/office/drawing/2014/main" id="{1C337EF7-1E23-4395-A834-51BD06D384C7}"/>
                  </a:ext>
                </a:extLst>
              </p:cNvPr>
              <p:cNvSpPr>
                <a:spLocks/>
              </p:cNvSpPr>
              <p:nvPr userDrawn="1"/>
            </p:nvSpPr>
            <p:spPr bwMode="auto">
              <a:xfrm>
                <a:off x="350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1" name="Freeform 149">
                <a:extLst>
                  <a:ext uri="{FF2B5EF4-FFF2-40B4-BE49-F238E27FC236}">
                    <a16:creationId xmlns:a16="http://schemas.microsoft.com/office/drawing/2014/main" id="{60880574-B3DD-42AC-982C-42CFACF3B695}"/>
                  </a:ext>
                </a:extLst>
              </p:cNvPr>
              <p:cNvSpPr>
                <a:spLocks/>
              </p:cNvSpPr>
              <p:nvPr userDrawn="1"/>
            </p:nvSpPr>
            <p:spPr bwMode="auto">
              <a:xfrm>
                <a:off x="3527"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2" name="Freeform 150">
                <a:extLst>
                  <a:ext uri="{FF2B5EF4-FFF2-40B4-BE49-F238E27FC236}">
                    <a16:creationId xmlns:a16="http://schemas.microsoft.com/office/drawing/2014/main" id="{7DF3733B-2263-42A4-B8B3-558F97CDDB6B}"/>
                  </a:ext>
                </a:extLst>
              </p:cNvPr>
              <p:cNvSpPr>
                <a:spLocks/>
              </p:cNvSpPr>
              <p:nvPr userDrawn="1"/>
            </p:nvSpPr>
            <p:spPr bwMode="auto">
              <a:xfrm>
                <a:off x="3540"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3" name="Freeform 151">
                <a:extLst>
                  <a:ext uri="{FF2B5EF4-FFF2-40B4-BE49-F238E27FC236}">
                    <a16:creationId xmlns:a16="http://schemas.microsoft.com/office/drawing/2014/main" id="{4C542DB5-269A-4E97-9434-D01617181789}"/>
                  </a:ext>
                </a:extLst>
              </p:cNvPr>
              <p:cNvSpPr>
                <a:spLocks/>
              </p:cNvSpPr>
              <p:nvPr userDrawn="1"/>
            </p:nvSpPr>
            <p:spPr bwMode="auto">
              <a:xfrm>
                <a:off x="3553"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4" name="Freeform 152">
                <a:extLst>
                  <a:ext uri="{FF2B5EF4-FFF2-40B4-BE49-F238E27FC236}">
                    <a16:creationId xmlns:a16="http://schemas.microsoft.com/office/drawing/2014/main" id="{1EE0BD3F-3E8B-45DF-BB91-2A6F3B2E3189}"/>
                  </a:ext>
                </a:extLst>
              </p:cNvPr>
              <p:cNvSpPr>
                <a:spLocks/>
              </p:cNvSpPr>
              <p:nvPr userDrawn="1"/>
            </p:nvSpPr>
            <p:spPr bwMode="auto">
              <a:xfrm>
                <a:off x="3566"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5" name="Freeform 153">
                <a:extLst>
                  <a:ext uri="{FF2B5EF4-FFF2-40B4-BE49-F238E27FC236}">
                    <a16:creationId xmlns:a16="http://schemas.microsoft.com/office/drawing/2014/main" id="{379ED4EC-7B57-47E2-BE59-D29FAAEC7436}"/>
                  </a:ext>
                </a:extLst>
              </p:cNvPr>
              <p:cNvSpPr>
                <a:spLocks/>
              </p:cNvSpPr>
              <p:nvPr userDrawn="1"/>
            </p:nvSpPr>
            <p:spPr bwMode="auto">
              <a:xfrm>
                <a:off x="357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6" name="Freeform 154">
                <a:extLst>
                  <a:ext uri="{FF2B5EF4-FFF2-40B4-BE49-F238E27FC236}">
                    <a16:creationId xmlns:a16="http://schemas.microsoft.com/office/drawing/2014/main" id="{3571ED3A-6A4E-438A-B090-7A1E3B05E852}"/>
                  </a:ext>
                </a:extLst>
              </p:cNvPr>
              <p:cNvSpPr>
                <a:spLocks/>
              </p:cNvSpPr>
              <p:nvPr userDrawn="1"/>
            </p:nvSpPr>
            <p:spPr bwMode="auto">
              <a:xfrm>
                <a:off x="3592"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7" name="Freeform 155">
                <a:extLst>
                  <a:ext uri="{FF2B5EF4-FFF2-40B4-BE49-F238E27FC236}">
                    <a16:creationId xmlns:a16="http://schemas.microsoft.com/office/drawing/2014/main" id="{12F0BC94-6942-4556-88F3-4D9E49D2168F}"/>
                  </a:ext>
                </a:extLst>
              </p:cNvPr>
              <p:cNvSpPr>
                <a:spLocks/>
              </p:cNvSpPr>
              <p:nvPr userDrawn="1"/>
            </p:nvSpPr>
            <p:spPr bwMode="auto">
              <a:xfrm>
                <a:off x="3605"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8" name="Freeform 156">
                <a:extLst>
                  <a:ext uri="{FF2B5EF4-FFF2-40B4-BE49-F238E27FC236}">
                    <a16:creationId xmlns:a16="http://schemas.microsoft.com/office/drawing/2014/main" id="{8B185217-BA8A-47FD-AB67-7981FA2AFE8D}"/>
                  </a:ext>
                </a:extLst>
              </p:cNvPr>
              <p:cNvSpPr>
                <a:spLocks/>
              </p:cNvSpPr>
              <p:nvPr userDrawn="1"/>
            </p:nvSpPr>
            <p:spPr bwMode="auto">
              <a:xfrm>
                <a:off x="3618"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9" name="Freeform 157">
                <a:extLst>
                  <a:ext uri="{FF2B5EF4-FFF2-40B4-BE49-F238E27FC236}">
                    <a16:creationId xmlns:a16="http://schemas.microsoft.com/office/drawing/2014/main" id="{A4A8C956-400A-429F-A380-16A16D81AEB5}"/>
                  </a:ext>
                </a:extLst>
              </p:cNvPr>
              <p:cNvSpPr>
                <a:spLocks/>
              </p:cNvSpPr>
              <p:nvPr userDrawn="1"/>
            </p:nvSpPr>
            <p:spPr bwMode="auto">
              <a:xfrm>
                <a:off x="3631"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80" name="Freeform 158">
                <a:extLst>
                  <a:ext uri="{FF2B5EF4-FFF2-40B4-BE49-F238E27FC236}">
                    <a16:creationId xmlns:a16="http://schemas.microsoft.com/office/drawing/2014/main" id="{3951DF77-A876-4E4B-8CD6-48F601C1BFF6}"/>
                  </a:ext>
                </a:extLst>
              </p:cNvPr>
              <p:cNvSpPr>
                <a:spLocks/>
              </p:cNvSpPr>
              <p:nvPr userDrawn="1"/>
            </p:nvSpPr>
            <p:spPr bwMode="auto">
              <a:xfrm>
                <a:off x="3644"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81" name="Freeform 159">
                <a:extLst>
                  <a:ext uri="{FF2B5EF4-FFF2-40B4-BE49-F238E27FC236}">
                    <a16:creationId xmlns:a16="http://schemas.microsoft.com/office/drawing/2014/main" id="{A9F95854-C28E-4970-B0EB-E35F7E54A78F}"/>
                  </a:ext>
                </a:extLst>
              </p:cNvPr>
              <p:cNvSpPr>
                <a:spLocks/>
              </p:cNvSpPr>
              <p:nvPr userDrawn="1"/>
            </p:nvSpPr>
            <p:spPr bwMode="auto">
              <a:xfrm>
                <a:off x="3657"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82" name="Freeform 160">
                <a:extLst>
                  <a:ext uri="{FF2B5EF4-FFF2-40B4-BE49-F238E27FC236}">
                    <a16:creationId xmlns:a16="http://schemas.microsoft.com/office/drawing/2014/main" id="{1FB4B13F-2F84-4EDC-8650-51F59E387D9A}"/>
                  </a:ext>
                </a:extLst>
              </p:cNvPr>
              <p:cNvSpPr>
                <a:spLocks/>
              </p:cNvSpPr>
              <p:nvPr userDrawn="1"/>
            </p:nvSpPr>
            <p:spPr bwMode="auto">
              <a:xfrm>
                <a:off x="3670"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83" name="Freeform 161">
                <a:extLst>
                  <a:ext uri="{FF2B5EF4-FFF2-40B4-BE49-F238E27FC236}">
                    <a16:creationId xmlns:a16="http://schemas.microsoft.com/office/drawing/2014/main" id="{19865632-E968-4430-B1DC-56394C9EB89C}"/>
                  </a:ext>
                </a:extLst>
              </p:cNvPr>
              <p:cNvSpPr>
                <a:spLocks/>
              </p:cNvSpPr>
              <p:nvPr userDrawn="1"/>
            </p:nvSpPr>
            <p:spPr bwMode="auto">
              <a:xfrm>
                <a:off x="3683"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84" name="Freeform 162">
                <a:extLst>
                  <a:ext uri="{FF2B5EF4-FFF2-40B4-BE49-F238E27FC236}">
                    <a16:creationId xmlns:a16="http://schemas.microsoft.com/office/drawing/2014/main" id="{4201732E-9028-4915-919B-8DB785343710}"/>
                  </a:ext>
                </a:extLst>
              </p:cNvPr>
              <p:cNvSpPr>
                <a:spLocks/>
              </p:cNvSpPr>
              <p:nvPr userDrawn="1"/>
            </p:nvSpPr>
            <p:spPr bwMode="auto">
              <a:xfrm>
                <a:off x="3696"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85" name="Freeform 163">
                <a:extLst>
                  <a:ext uri="{FF2B5EF4-FFF2-40B4-BE49-F238E27FC236}">
                    <a16:creationId xmlns:a16="http://schemas.microsoft.com/office/drawing/2014/main" id="{E7CCFF68-E4AA-401B-B0D0-C1AA0F190798}"/>
                  </a:ext>
                </a:extLst>
              </p:cNvPr>
              <p:cNvSpPr>
                <a:spLocks/>
              </p:cNvSpPr>
              <p:nvPr userDrawn="1"/>
            </p:nvSpPr>
            <p:spPr bwMode="auto">
              <a:xfrm>
                <a:off x="370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86" name="Freeform 164">
                <a:extLst>
                  <a:ext uri="{FF2B5EF4-FFF2-40B4-BE49-F238E27FC236}">
                    <a16:creationId xmlns:a16="http://schemas.microsoft.com/office/drawing/2014/main" id="{1CB3BCE8-61CD-40F8-A32A-0F9B988531FB}"/>
                  </a:ext>
                </a:extLst>
              </p:cNvPr>
              <p:cNvSpPr>
                <a:spLocks/>
              </p:cNvSpPr>
              <p:nvPr userDrawn="1"/>
            </p:nvSpPr>
            <p:spPr bwMode="auto">
              <a:xfrm>
                <a:off x="370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87" name="Freeform 165">
                <a:extLst>
                  <a:ext uri="{FF2B5EF4-FFF2-40B4-BE49-F238E27FC236}">
                    <a16:creationId xmlns:a16="http://schemas.microsoft.com/office/drawing/2014/main" id="{26D06C68-317B-4A4A-ACA7-63EB3D577628}"/>
                  </a:ext>
                </a:extLst>
              </p:cNvPr>
              <p:cNvSpPr>
                <a:spLocks/>
              </p:cNvSpPr>
              <p:nvPr userDrawn="1"/>
            </p:nvSpPr>
            <p:spPr bwMode="auto">
              <a:xfrm>
                <a:off x="3931"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88" name="Freeform 166">
                <a:extLst>
                  <a:ext uri="{FF2B5EF4-FFF2-40B4-BE49-F238E27FC236}">
                    <a16:creationId xmlns:a16="http://schemas.microsoft.com/office/drawing/2014/main" id="{F6EC0BF2-E2D9-4868-82BE-F2B2104DAE94}"/>
                  </a:ext>
                </a:extLst>
              </p:cNvPr>
              <p:cNvSpPr>
                <a:spLocks/>
              </p:cNvSpPr>
              <p:nvPr userDrawn="1"/>
            </p:nvSpPr>
            <p:spPr bwMode="auto">
              <a:xfrm>
                <a:off x="3944"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89" name="Freeform 167">
                <a:extLst>
                  <a:ext uri="{FF2B5EF4-FFF2-40B4-BE49-F238E27FC236}">
                    <a16:creationId xmlns:a16="http://schemas.microsoft.com/office/drawing/2014/main" id="{7CDA71E3-5007-4DBE-82AE-9F3AC98288D1}"/>
                  </a:ext>
                </a:extLst>
              </p:cNvPr>
              <p:cNvSpPr>
                <a:spLocks/>
              </p:cNvSpPr>
              <p:nvPr userDrawn="1"/>
            </p:nvSpPr>
            <p:spPr bwMode="auto">
              <a:xfrm>
                <a:off x="3962"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0" name="Freeform 168">
                <a:extLst>
                  <a:ext uri="{FF2B5EF4-FFF2-40B4-BE49-F238E27FC236}">
                    <a16:creationId xmlns:a16="http://schemas.microsoft.com/office/drawing/2014/main" id="{22C9CD77-06BD-4DA3-8970-35F8482537D2}"/>
                  </a:ext>
                </a:extLst>
              </p:cNvPr>
              <p:cNvSpPr>
                <a:spLocks/>
              </p:cNvSpPr>
              <p:nvPr userDrawn="1"/>
            </p:nvSpPr>
            <p:spPr bwMode="auto">
              <a:xfrm>
                <a:off x="3975"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1" name="Freeform 169">
                <a:extLst>
                  <a:ext uri="{FF2B5EF4-FFF2-40B4-BE49-F238E27FC236}">
                    <a16:creationId xmlns:a16="http://schemas.microsoft.com/office/drawing/2014/main" id="{5AFCBE11-24F3-485C-BC2C-484475F98C1C}"/>
                  </a:ext>
                </a:extLst>
              </p:cNvPr>
              <p:cNvSpPr>
                <a:spLocks/>
              </p:cNvSpPr>
              <p:nvPr userDrawn="1"/>
            </p:nvSpPr>
            <p:spPr bwMode="auto">
              <a:xfrm>
                <a:off x="3988"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2" name="Freeform 170">
                <a:extLst>
                  <a:ext uri="{FF2B5EF4-FFF2-40B4-BE49-F238E27FC236}">
                    <a16:creationId xmlns:a16="http://schemas.microsoft.com/office/drawing/2014/main" id="{A875F0B9-9347-4558-841C-D459EEB989E2}"/>
                  </a:ext>
                </a:extLst>
              </p:cNvPr>
              <p:cNvSpPr>
                <a:spLocks/>
              </p:cNvSpPr>
              <p:nvPr userDrawn="1"/>
            </p:nvSpPr>
            <p:spPr bwMode="auto">
              <a:xfrm>
                <a:off x="4001"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3" name="Freeform 171">
                <a:extLst>
                  <a:ext uri="{FF2B5EF4-FFF2-40B4-BE49-F238E27FC236}">
                    <a16:creationId xmlns:a16="http://schemas.microsoft.com/office/drawing/2014/main" id="{3B784873-FC7F-49C1-861F-0CD97254FF27}"/>
                  </a:ext>
                </a:extLst>
              </p:cNvPr>
              <p:cNvSpPr>
                <a:spLocks/>
              </p:cNvSpPr>
              <p:nvPr userDrawn="1"/>
            </p:nvSpPr>
            <p:spPr bwMode="auto">
              <a:xfrm>
                <a:off x="4014"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4" name="Freeform 172">
                <a:extLst>
                  <a:ext uri="{FF2B5EF4-FFF2-40B4-BE49-F238E27FC236}">
                    <a16:creationId xmlns:a16="http://schemas.microsoft.com/office/drawing/2014/main" id="{E520A8A4-E56E-470F-B438-4E876C220AB5}"/>
                  </a:ext>
                </a:extLst>
              </p:cNvPr>
              <p:cNvSpPr>
                <a:spLocks/>
              </p:cNvSpPr>
              <p:nvPr userDrawn="1"/>
            </p:nvSpPr>
            <p:spPr bwMode="auto">
              <a:xfrm>
                <a:off x="4027"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5" name="Freeform 173">
                <a:extLst>
                  <a:ext uri="{FF2B5EF4-FFF2-40B4-BE49-F238E27FC236}">
                    <a16:creationId xmlns:a16="http://schemas.microsoft.com/office/drawing/2014/main" id="{F672E346-5838-4252-B216-60F2CF3D5C7C}"/>
                  </a:ext>
                </a:extLst>
              </p:cNvPr>
              <p:cNvSpPr>
                <a:spLocks/>
              </p:cNvSpPr>
              <p:nvPr userDrawn="1"/>
            </p:nvSpPr>
            <p:spPr bwMode="auto">
              <a:xfrm>
                <a:off x="4040"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6" name="Freeform 174">
                <a:extLst>
                  <a:ext uri="{FF2B5EF4-FFF2-40B4-BE49-F238E27FC236}">
                    <a16:creationId xmlns:a16="http://schemas.microsoft.com/office/drawing/2014/main" id="{3D06B1B0-1359-4D6C-AEF6-EF164658E0FD}"/>
                  </a:ext>
                </a:extLst>
              </p:cNvPr>
              <p:cNvSpPr>
                <a:spLocks/>
              </p:cNvSpPr>
              <p:nvPr userDrawn="1"/>
            </p:nvSpPr>
            <p:spPr bwMode="auto">
              <a:xfrm>
                <a:off x="4053"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7" name="Freeform 175">
                <a:extLst>
                  <a:ext uri="{FF2B5EF4-FFF2-40B4-BE49-F238E27FC236}">
                    <a16:creationId xmlns:a16="http://schemas.microsoft.com/office/drawing/2014/main" id="{BB8BE68E-7924-4F24-98BE-698AC632B7F2}"/>
                  </a:ext>
                </a:extLst>
              </p:cNvPr>
              <p:cNvSpPr>
                <a:spLocks/>
              </p:cNvSpPr>
              <p:nvPr userDrawn="1"/>
            </p:nvSpPr>
            <p:spPr bwMode="auto">
              <a:xfrm>
                <a:off x="4066"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8" name="Freeform 176">
                <a:extLst>
                  <a:ext uri="{FF2B5EF4-FFF2-40B4-BE49-F238E27FC236}">
                    <a16:creationId xmlns:a16="http://schemas.microsoft.com/office/drawing/2014/main" id="{B002B82C-7480-497C-A6F0-4313F0174502}"/>
                  </a:ext>
                </a:extLst>
              </p:cNvPr>
              <p:cNvSpPr>
                <a:spLocks/>
              </p:cNvSpPr>
              <p:nvPr userDrawn="1"/>
            </p:nvSpPr>
            <p:spPr bwMode="auto">
              <a:xfrm>
                <a:off x="407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9" name="Freeform 177">
                <a:extLst>
                  <a:ext uri="{FF2B5EF4-FFF2-40B4-BE49-F238E27FC236}">
                    <a16:creationId xmlns:a16="http://schemas.microsoft.com/office/drawing/2014/main" id="{7B68568C-7818-4819-A879-F4BD0CCD98BF}"/>
                  </a:ext>
                </a:extLst>
              </p:cNvPr>
              <p:cNvSpPr>
                <a:spLocks/>
              </p:cNvSpPr>
              <p:nvPr userDrawn="1"/>
            </p:nvSpPr>
            <p:spPr bwMode="auto">
              <a:xfrm>
                <a:off x="4093"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0" name="Freeform 178">
                <a:extLst>
                  <a:ext uri="{FF2B5EF4-FFF2-40B4-BE49-F238E27FC236}">
                    <a16:creationId xmlns:a16="http://schemas.microsoft.com/office/drawing/2014/main" id="{55D6E7D7-5AC8-4531-BE4A-FA5EF1A51730}"/>
                  </a:ext>
                </a:extLst>
              </p:cNvPr>
              <p:cNvSpPr>
                <a:spLocks/>
              </p:cNvSpPr>
              <p:nvPr userDrawn="1"/>
            </p:nvSpPr>
            <p:spPr bwMode="auto">
              <a:xfrm>
                <a:off x="4106"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1" name="Freeform 179">
                <a:extLst>
                  <a:ext uri="{FF2B5EF4-FFF2-40B4-BE49-F238E27FC236}">
                    <a16:creationId xmlns:a16="http://schemas.microsoft.com/office/drawing/2014/main" id="{514FFD3A-B94B-4CF3-A47A-7535737B48C5}"/>
                  </a:ext>
                </a:extLst>
              </p:cNvPr>
              <p:cNvSpPr>
                <a:spLocks/>
              </p:cNvSpPr>
              <p:nvPr userDrawn="1"/>
            </p:nvSpPr>
            <p:spPr bwMode="auto">
              <a:xfrm>
                <a:off x="411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2" name="Freeform 180">
                <a:extLst>
                  <a:ext uri="{FF2B5EF4-FFF2-40B4-BE49-F238E27FC236}">
                    <a16:creationId xmlns:a16="http://schemas.microsoft.com/office/drawing/2014/main" id="{54AE8384-9636-4C39-90B3-AAB504894B72}"/>
                  </a:ext>
                </a:extLst>
              </p:cNvPr>
              <p:cNvSpPr>
                <a:spLocks/>
              </p:cNvSpPr>
              <p:nvPr userDrawn="1"/>
            </p:nvSpPr>
            <p:spPr bwMode="auto">
              <a:xfrm>
                <a:off x="4132"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3" name="Freeform 181">
                <a:extLst>
                  <a:ext uri="{FF2B5EF4-FFF2-40B4-BE49-F238E27FC236}">
                    <a16:creationId xmlns:a16="http://schemas.microsoft.com/office/drawing/2014/main" id="{4EDDD4B5-5960-4AD3-B67B-BA736C567C38}"/>
                  </a:ext>
                </a:extLst>
              </p:cNvPr>
              <p:cNvSpPr>
                <a:spLocks/>
              </p:cNvSpPr>
              <p:nvPr userDrawn="1"/>
            </p:nvSpPr>
            <p:spPr bwMode="auto">
              <a:xfrm>
                <a:off x="414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4" name="Freeform 182">
                <a:extLst>
                  <a:ext uri="{FF2B5EF4-FFF2-40B4-BE49-F238E27FC236}">
                    <a16:creationId xmlns:a16="http://schemas.microsoft.com/office/drawing/2014/main" id="{F05320A4-1BFC-4301-AA57-62FEE5920F4A}"/>
                  </a:ext>
                </a:extLst>
              </p:cNvPr>
              <p:cNvSpPr>
                <a:spLocks/>
              </p:cNvSpPr>
              <p:nvPr userDrawn="1"/>
            </p:nvSpPr>
            <p:spPr bwMode="auto">
              <a:xfrm>
                <a:off x="4162"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5" name="Freeform 183">
                <a:extLst>
                  <a:ext uri="{FF2B5EF4-FFF2-40B4-BE49-F238E27FC236}">
                    <a16:creationId xmlns:a16="http://schemas.microsoft.com/office/drawing/2014/main" id="{D92278B4-1AB1-4941-BCC4-9020BB1A28A6}"/>
                  </a:ext>
                </a:extLst>
              </p:cNvPr>
              <p:cNvSpPr>
                <a:spLocks/>
              </p:cNvSpPr>
              <p:nvPr userDrawn="1"/>
            </p:nvSpPr>
            <p:spPr bwMode="auto">
              <a:xfrm>
                <a:off x="4175"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6" name="Freeform 184">
                <a:extLst>
                  <a:ext uri="{FF2B5EF4-FFF2-40B4-BE49-F238E27FC236}">
                    <a16:creationId xmlns:a16="http://schemas.microsoft.com/office/drawing/2014/main" id="{C9843298-6307-4F23-8405-5260C0EE5129}"/>
                  </a:ext>
                </a:extLst>
              </p:cNvPr>
              <p:cNvSpPr>
                <a:spLocks/>
              </p:cNvSpPr>
              <p:nvPr userDrawn="1"/>
            </p:nvSpPr>
            <p:spPr bwMode="auto">
              <a:xfrm>
                <a:off x="4188"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7" name="Freeform 185">
                <a:extLst>
                  <a:ext uri="{FF2B5EF4-FFF2-40B4-BE49-F238E27FC236}">
                    <a16:creationId xmlns:a16="http://schemas.microsoft.com/office/drawing/2014/main" id="{FD1A2F2A-3EB7-407B-9527-42F1F42DDD5E}"/>
                  </a:ext>
                </a:extLst>
              </p:cNvPr>
              <p:cNvSpPr>
                <a:spLocks/>
              </p:cNvSpPr>
              <p:nvPr userDrawn="1"/>
            </p:nvSpPr>
            <p:spPr bwMode="auto">
              <a:xfrm>
                <a:off x="4201"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8" name="Freeform 186">
                <a:extLst>
                  <a:ext uri="{FF2B5EF4-FFF2-40B4-BE49-F238E27FC236}">
                    <a16:creationId xmlns:a16="http://schemas.microsoft.com/office/drawing/2014/main" id="{2D9DF54A-B627-401C-A064-CEEABB6058BF}"/>
                  </a:ext>
                </a:extLst>
              </p:cNvPr>
              <p:cNvSpPr>
                <a:spLocks/>
              </p:cNvSpPr>
              <p:nvPr userDrawn="1"/>
            </p:nvSpPr>
            <p:spPr bwMode="auto">
              <a:xfrm>
                <a:off x="4214"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9" name="Freeform 187">
                <a:extLst>
                  <a:ext uri="{FF2B5EF4-FFF2-40B4-BE49-F238E27FC236}">
                    <a16:creationId xmlns:a16="http://schemas.microsoft.com/office/drawing/2014/main" id="{00985CE5-CD9C-46F4-B2C6-E41591D98E76}"/>
                  </a:ext>
                </a:extLst>
              </p:cNvPr>
              <p:cNvSpPr>
                <a:spLocks/>
              </p:cNvSpPr>
              <p:nvPr userDrawn="1"/>
            </p:nvSpPr>
            <p:spPr bwMode="auto">
              <a:xfrm>
                <a:off x="4227"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0" name="Freeform 188">
                <a:extLst>
                  <a:ext uri="{FF2B5EF4-FFF2-40B4-BE49-F238E27FC236}">
                    <a16:creationId xmlns:a16="http://schemas.microsoft.com/office/drawing/2014/main" id="{EA7D2CC5-3C04-4191-A646-572C1BE17E9F}"/>
                  </a:ext>
                </a:extLst>
              </p:cNvPr>
              <p:cNvSpPr>
                <a:spLocks/>
              </p:cNvSpPr>
              <p:nvPr userDrawn="1"/>
            </p:nvSpPr>
            <p:spPr bwMode="auto">
              <a:xfrm>
                <a:off x="4241"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1" name="Freeform 189">
                <a:extLst>
                  <a:ext uri="{FF2B5EF4-FFF2-40B4-BE49-F238E27FC236}">
                    <a16:creationId xmlns:a16="http://schemas.microsoft.com/office/drawing/2014/main" id="{50FDB83F-E0B6-4F9A-A2ED-F1D3F6848FF5}"/>
                  </a:ext>
                </a:extLst>
              </p:cNvPr>
              <p:cNvSpPr>
                <a:spLocks/>
              </p:cNvSpPr>
              <p:nvPr userDrawn="1"/>
            </p:nvSpPr>
            <p:spPr bwMode="auto">
              <a:xfrm>
                <a:off x="4254"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2" name="Freeform 190">
                <a:extLst>
                  <a:ext uri="{FF2B5EF4-FFF2-40B4-BE49-F238E27FC236}">
                    <a16:creationId xmlns:a16="http://schemas.microsoft.com/office/drawing/2014/main" id="{96BFC251-141A-48AB-8169-0FB3A3440543}"/>
                  </a:ext>
                </a:extLst>
              </p:cNvPr>
              <p:cNvSpPr>
                <a:spLocks/>
              </p:cNvSpPr>
              <p:nvPr userDrawn="1"/>
            </p:nvSpPr>
            <p:spPr bwMode="auto">
              <a:xfrm>
                <a:off x="4267"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3" name="Freeform 191">
                <a:extLst>
                  <a:ext uri="{FF2B5EF4-FFF2-40B4-BE49-F238E27FC236}">
                    <a16:creationId xmlns:a16="http://schemas.microsoft.com/office/drawing/2014/main" id="{5B6AA1AE-A4B3-47BE-884C-E2546DED20C0}"/>
                  </a:ext>
                </a:extLst>
              </p:cNvPr>
              <p:cNvSpPr>
                <a:spLocks/>
              </p:cNvSpPr>
              <p:nvPr userDrawn="1"/>
            </p:nvSpPr>
            <p:spPr bwMode="auto">
              <a:xfrm>
                <a:off x="4280"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4" name="Freeform 192">
                <a:extLst>
                  <a:ext uri="{FF2B5EF4-FFF2-40B4-BE49-F238E27FC236}">
                    <a16:creationId xmlns:a16="http://schemas.microsoft.com/office/drawing/2014/main" id="{8349030F-7275-470E-95DB-6F39E6ACE9E0}"/>
                  </a:ext>
                </a:extLst>
              </p:cNvPr>
              <p:cNvSpPr>
                <a:spLocks/>
              </p:cNvSpPr>
              <p:nvPr userDrawn="1"/>
            </p:nvSpPr>
            <p:spPr bwMode="auto">
              <a:xfrm>
                <a:off x="4293"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5" name="Freeform 193">
                <a:extLst>
                  <a:ext uri="{FF2B5EF4-FFF2-40B4-BE49-F238E27FC236}">
                    <a16:creationId xmlns:a16="http://schemas.microsoft.com/office/drawing/2014/main" id="{093497E3-B80A-4AE7-B2B6-C614D65ADC1B}"/>
                  </a:ext>
                </a:extLst>
              </p:cNvPr>
              <p:cNvSpPr>
                <a:spLocks/>
              </p:cNvSpPr>
              <p:nvPr userDrawn="1"/>
            </p:nvSpPr>
            <p:spPr bwMode="auto">
              <a:xfrm>
                <a:off x="4306"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6" name="Freeform 194">
                <a:extLst>
                  <a:ext uri="{FF2B5EF4-FFF2-40B4-BE49-F238E27FC236}">
                    <a16:creationId xmlns:a16="http://schemas.microsoft.com/office/drawing/2014/main" id="{05A7A3C7-5B7B-471E-9710-EF49E005571C}"/>
                  </a:ext>
                </a:extLst>
              </p:cNvPr>
              <p:cNvSpPr>
                <a:spLocks/>
              </p:cNvSpPr>
              <p:nvPr userDrawn="1"/>
            </p:nvSpPr>
            <p:spPr bwMode="auto">
              <a:xfrm>
                <a:off x="431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7" name="Freeform 195">
                <a:extLst>
                  <a:ext uri="{FF2B5EF4-FFF2-40B4-BE49-F238E27FC236}">
                    <a16:creationId xmlns:a16="http://schemas.microsoft.com/office/drawing/2014/main" id="{3B883492-3751-4B23-8B27-18C7F193C6AF}"/>
                  </a:ext>
                </a:extLst>
              </p:cNvPr>
              <p:cNvSpPr>
                <a:spLocks/>
              </p:cNvSpPr>
              <p:nvPr userDrawn="1"/>
            </p:nvSpPr>
            <p:spPr bwMode="auto">
              <a:xfrm>
                <a:off x="4332"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8" name="Freeform 196">
                <a:extLst>
                  <a:ext uri="{FF2B5EF4-FFF2-40B4-BE49-F238E27FC236}">
                    <a16:creationId xmlns:a16="http://schemas.microsoft.com/office/drawing/2014/main" id="{0E215843-5C5C-43DE-928B-17EBBA85F23B}"/>
                  </a:ext>
                </a:extLst>
              </p:cNvPr>
              <p:cNvSpPr>
                <a:spLocks/>
              </p:cNvSpPr>
              <p:nvPr userDrawn="1"/>
            </p:nvSpPr>
            <p:spPr bwMode="auto">
              <a:xfrm>
                <a:off x="434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9" name="Freeform 197">
                <a:extLst>
                  <a:ext uri="{FF2B5EF4-FFF2-40B4-BE49-F238E27FC236}">
                    <a16:creationId xmlns:a16="http://schemas.microsoft.com/office/drawing/2014/main" id="{94E3C4AF-153C-4113-AB7C-20C87E7AB458}"/>
                  </a:ext>
                </a:extLst>
              </p:cNvPr>
              <p:cNvSpPr>
                <a:spLocks/>
              </p:cNvSpPr>
              <p:nvPr userDrawn="1"/>
            </p:nvSpPr>
            <p:spPr bwMode="auto">
              <a:xfrm>
                <a:off x="4362"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20" name="Freeform 198">
                <a:extLst>
                  <a:ext uri="{FF2B5EF4-FFF2-40B4-BE49-F238E27FC236}">
                    <a16:creationId xmlns:a16="http://schemas.microsoft.com/office/drawing/2014/main" id="{54C97EA7-E429-411D-A715-123E1969E15C}"/>
                  </a:ext>
                </a:extLst>
              </p:cNvPr>
              <p:cNvSpPr>
                <a:spLocks/>
              </p:cNvSpPr>
              <p:nvPr userDrawn="1"/>
            </p:nvSpPr>
            <p:spPr bwMode="auto">
              <a:xfrm>
                <a:off x="4376"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21" name="Freeform 199">
                <a:extLst>
                  <a:ext uri="{FF2B5EF4-FFF2-40B4-BE49-F238E27FC236}">
                    <a16:creationId xmlns:a16="http://schemas.microsoft.com/office/drawing/2014/main" id="{43EFA7FC-9785-4221-B774-5D98D4726FEF}"/>
                  </a:ext>
                </a:extLst>
              </p:cNvPr>
              <p:cNvSpPr>
                <a:spLocks/>
              </p:cNvSpPr>
              <p:nvPr userDrawn="1"/>
            </p:nvSpPr>
            <p:spPr bwMode="auto">
              <a:xfrm>
                <a:off x="438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22" name="Freeform 200">
                <a:extLst>
                  <a:ext uri="{FF2B5EF4-FFF2-40B4-BE49-F238E27FC236}">
                    <a16:creationId xmlns:a16="http://schemas.microsoft.com/office/drawing/2014/main" id="{CB39A407-A0A2-44DC-B038-A5B560941846}"/>
                  </a:ext>
                </a:extLst>
              </p:cNvPr>
              <p:cNvSpPr>
                <a:spLocks/>
              </p:cNvSpPr>
              <p:nvPr userDrawn="1"/>
            </p:nvSpPr>
            <p:spPr bwMode="auto">
              <a:xfrm>
                <a:off x="4402"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23" name="Freeform 201">
                <a:extLst>
                  <a:ext uri="{FF2B5EF4-FFF2-40B4-BE49-F238E27FC236}">
                    <a16:creationId xmlns:a16="http://schemas.microsoft.com/office/drawing/2014/main" id="{ED348768-A60F-4827-8CEE-A0CE896470E8}"/>
                  </a:ext>
                </a:extLst>
              </p:cNvPr>
              <p:cNvSpPr>
                <a:spLocks/>
              </p:cNvSpPr>
              <p:nvPr userDrawn="1"/>
            </p:nvSpPr>
            <p:spPr bwMode="auto">
              <a:xfrm>
                <a:off x="4415"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24" name="Freeform 202">
                <a:extLst>
                  <a:ext uri="{FF2B5EF4-FFF2-40B4-BE49-F238E27FC236}">
                    <a16:creationId xmlns:a16="http://schemas.microsoft.com/office/drawing/2014/main" id="{F39B2F25-0804-4183-ABCB-07E9EC4CAA98}"/>
                  </a:ext>
                </a:extLst>
              </p:cNvPr>
              <p:cNvSpPr>
                <a:spLocks/>
              </p:cNvSpPr>
              <p:nvPr userDrawn="1"/>
            </p:nvSpPr>
            <p:spPr bwMode="auto">
              <a:xfrm>
                <a:off x="4428"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25" name="Freeform 203">
                <a:extLst>
                  <a:ext uri="{FF2B5EF4-FFF2-40B4-BE49-F238E27FC236}">
                    <a16:creationId xmlns:a16="http://schemas.microsoft.com/office/drawing/2014/main" id="{BA156ABD-40D3-4515-B4DF-2D8CABD414DD}"/>
                  </a:ext>
                </a:extLst>
              </p:cNvPr>
              <p:cNvSpPr>
                <a:spLocks/>
              </p:cNvSpPr>
              <p:nvPr userDrawn="1"/>
            </p:nvSpPr>
            <p:spPr bwMode="auto">
              <a:xfrm>
                <a:off x="4441"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26" name="Freeform 204">
                <a:extLst>
                  <a:ext uri="{FF2B5EF4-FFF2-40B4-BE49-F238E27FC236}">
                    <a16:creationId xmlns:a16="http://schemas.microsoft.com/office/drawing/2014/main" id="{51DD51BA-FF2E-4682-B631-938B3B75E071}"/>
                  </a:ext>
                </a:extLst>
              </p:cNvPr>
              <p:cNvSpPr>
                <a:spLocks/>
              </p:cNvSpPr>
              <p:nvPr userDrawn="1"/>
            </p:nvSpPr>
            <p:spPr bwMode="auto">
              <a:xfrm>
                <a:off x="4454"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27" name="Freeform 206">
              <a:extLst>
                <a:ext uri="{FF2B5EF4-FFF2-40B4-BE49-F238E27FC236}">
                  <a16:creationId xmlns:a16="http://schemas.microsoft.com/office/drawing/2014/main" id="{AADE741D-C579-4C77-8BEE-5E3E27929D3C}"/>
                </a:ext>
              </a:extLst>
            </p:cNvPr>
            <p:cNvSpPr>
              <a:spLocks/>
            </p:cNvSpPr>
            <p:nvPr userDrawn="1"/>
          </p:nvSpPr>
          <p:spPr bwMode="auto">
            <a:xfrm>
              <a:off x="7091363" y="440055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8" name="Freeform 207">
              <a:extLst>
                <a:ext uri="{FF2B5EF4-FFF2-40B4-BE49-F238E27FC236}">
                  <a16:creationId xmlns:a16="http://schemas.microsoft.com/office/drawing/2014/main" id="{3A7AA364-BAFE-47AB-BF56-F4C37CEF2654}"/>
                </a:ext>
              </a:extLst>
            </p:cNvPr>
            <p:cNvSpPr>
              <a:spLocks/>
            </p:cNvSpPr>
            <p:nvPr userDrawn="1"/>
          </p:nvSpPr>
          <p:spPr bwMode="auto">
            <a:xfrm>
              <a:off x="7112000" y="440055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Freeform 208">
              <a:extLst>
                <a:ext uri="{FF2B5EF4-FFF2-40B4-BE49-F238E27FC236}">
                  <a16:creationId xmlns:a16="http://schemas.microsoft.com/office/drawing/2014/main" id="{2BCD8D9A-D3F6-4D91-992A-7119CDE1E4E4}"/>
                </a:ext>
              </a:extLst>
            </p:cNvPr>
            <p:cNvSpPr>
              <a:spLocks/>
            </p:cNvSpPr>
            <p:nvPr userDrawn="1"/>
          </p:nvSpPr>
          <p:spPr bwMode="auto">
            <a:xfrm>
              <a:off x="7132638" y="440055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 name="Freeform 209">
              <a:extLst>
                <a:ext uri="{FF2B5EF4-FFF2-40B4-BE49-F238E27FC236}">
                  <a16:creationId xmlns:a16="http://schemas.microsoft.com/office/drawing/2014/main" id="{51362317-8BBB-40D0-ACA6-79C8EC68C0AC}"/>
                </a:ext>
              </a:extLst>
            </p:cNvPr>
            <p:cNvSpPr>
              <a:spLocks/>
            </p:cNvSpPr>
            <p:nvPr userDrawn="1"/>
          </p:nvSpPr>
          <p:spPr bwMode="auto">
            <a:xfrm>
              <a:off x="7153275" y="440055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Freeform 210">
              <a:extLst>
                <a:ext uri="{FF2B5EF4-FFF2-40B4-BE49-F238E27FC236}">
                  <a16:creationId xmlns:a16="http://schemas.microsoft.com/office/drawing/2014/main" id="{3FF505C8-2654-447E-A012-962A0BFB0993}"/>
                </a:ext>
              </a:extLst>
            </p:cNvPr>
            <p:cNvSpPr>
              <a:spLocks/>
            </p:cNvSpPr>
            <p:nvPr userDrawn="1"/>
          </p:nvSpPr>
          <p:spPr bwMode="auto">
            <a:xfrm>
              <a:off x="7173913" y="440055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2" name="Freeform 211">
              <a:extLst>
                <a:ext uri="{FF2B5EF4-FFF2-40B4-BE49-F238E27FC236}">
                  <a16:creationId xmlns:a16="http://schemas.microsoft.com/office/drawing/2014/main" id="{3E3A4632-D6AF-4F1A-9D85-567065335295}"/>
                </a:ext>
              </a:extLst>
            </p:cNvPr>
            <p:cNvSpPr>
              <a:spLocks/>
            </p:cNvSpPr>
            <p:nvPr userDrawn="1"/>
          </p:nvSpPr>
          <p:spPr bwMode="auto">
            <a:xfrm>
              <a:off x="7194550" y="440055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3" name="Freeform 212">
              <a:extLst>
                <a:ext uri="{FF2B5EF4-FFF2-40B4-BE49-F238E27FC236}">
                  <a16:creationId xmlns:a16="http://schemas.microsoft.com/office/drawing/2014/main" id="{85ECFB83-4F43-48A0-AEF5-7D9A9F52679C}"/>
                </a:ext>
              </a:extLst>
            </p:cNvPr>
            <p:cNvSpPr>
              <a:spLocks/>
            </p:cNvSpPr>
            <p:nvPr userDrawn="1"/>
          </p:nvSpPr>
          <p:spPr bwMode="auto">
            <a:xfrm>
              <a:off x="7223125" y="440055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4" name="Freeform 213">
              <a:extLst>
                <a:ext uri="{FF2B5EF4-FFF2-40B4-BE49-F238E27FC236}">
                  <a16:creationId xmlns:a16="http://schemas.microsoft.com/office/drawing/2014/main" id="{BB5EFF80-97FF-452F-A998-E58AD201F82F}"/>
                </a:ext>
              </a:extLst>
            </p:cNvPr>
            <p:cNvSpPr>
              <a:spLocks/>
            </p:cNvSpPr>
            <p:nvPr userDrawn="1"/>
          </p:nvSpPr>
          <p:spPr bwMode="auto">
            <a:xfrm>
              <a:off x="7243763" y="440055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5" name="Freeform 214">
              <a:extLst>
                <a:ext uri="{FF2B5EF4-FFF2-40B4-BE49-F238E27FC236}">
                  <a16:creationId xmlns:a16="http://schemas.microsoft.com/office/drawing/2014/main" id="{063C5B8D-3F77-4423-9695-8307F9B943D4}"/>
                </a:ext>
              </a:extLst>
            </p:cNvPr>
            <p:cNvSpPr>
              <a:spLocks/>
            </p:cNvSpPr>
            <p:nvPr userDrawn="1"/>
          </p:nvSpPr>
          <p:spPr bwMode="auto">
            <a:xfrm>
              <a:off x="7264400" y="440055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Freeform 215">
              <a:extLst>
                <a:ext uri="{FF2B5EF4-FFF2-40B4-BE49-F238E27FC236}">
                  <a16:creationId xmlns:a16="http://schemas.microsoft.com/office/drawing/2014/main" id="{1FE4F6B7-93FC-4D00-A188-5069477F7C67}"/>
                </a:ext>
              </a:extLst>
            </p:cNvPr>
            <p:cNvSpPr>
              <a:spLocks/>
            </p:cNvSpPr>
            <p:nvPr userDrawn="1"/>
          </p:nvSpPr>
          <p:spPr bwMode="auto">
            <a:xfrm>
              <a:off x="7285038" y="440055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Freeform 216">
              <a:extLst>
                <a:ext uri="{FF2B5EF4-FFF2-40B4-BE49-F238E27FC236}">
                  <a16:creationId xmlns:a16="http://schemas.microsoft.com/office/drawing/2014/main" id="{57DE61B1-FD73-4E0F-9B1E-E8477538049B}"/>
                </a:ext>
              </a:extLst>
            </p:cNvPr>
            <p:cNvSpPr>
              <a:spLocks/>
            </p:cNvSpPr>
            <p:nvPr userDrawn="1"/>
          </p:nvSpPr>
          <p:spPr bwMode="auto">
            <a:xfrm>
              <a:off x="7305675" y="440055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Freeform 217">
              <a:extLst>
                <a:ext uri="{FF2B5EF4-FFF2-40B4-BE49-F238E27FC236}">
                  <a16:creationId xmlns:a16="http://schemas.microsoft.com/office/drawing/2014/main" id="{3D90DA76-2F03-4FEF-ADEA-91BB3BCCFF23}"/>
                </a:ext>
              </a:extLst>
            </p:cNvPr>
            <p:cNvSpPr>
              <a:spLocks/>
            </p:cNvSpPr>
            <p:nvPr userDrawn="1"/>
          </p:nvSpPr>
          <p:spPr bwMode="auto">
            <a:xfrm>
              <a:off x="7326313" y="440055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 name="Freeform 218">
              <a:extLst>
                <a:ext uri="{FF2B5EF4-FFF2-40B4-BE49-F238E27FC236}">
                  <a16:creationId xmlns:a16="http://schemas.microsoft.com/office/drawing/2014/main" id="{F6F7BC56-D533-497E-84AA-B19D76EDDFF1}"/>
                </a:ext>
              </a:extLst>
            </p:cNvPr>
            <p:cNvSpPr>
              <a:spLocks/>
            </p:cNvSpPr>
            <p:nvPr userDrawn="1"/>
          </p:nvSpPr>
          <p:spPr bwMode="auto">
            <a:xfrm>
              <a:off x="7326313" y="440055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0" name="Freeform 219">
              <a:extLst>
                <a:ext uri="{FF2B5EF4-FFF2-40B4-BE49-F238E27FC236}">
                  <a16:creationId xmlns:a16="http://schemas.microsoft.com/office/drawing/2014/main" id="{EB7FE5A9-E099-4A36-BA95-65ADAC5CBDF3}"/>
                </a:ext>
              </a:extLst>
            </p:cNvPr>
            <p:cNvSpPr>
              <a:spLocks noEditPoints="1"/>
            </p:cNvSpPr>
            <p:nvPr userDrawn="1"/>
          </p:nvSpPr>
          <p:spPr bwMode="auto">
            <a:xfrm>
              <a:off x="10160000" y="4513263"/>
              <a:ext cx="636588" cy="342900"/>
            </a:xfrm>
            <a:custGeom>
              <a:avLst/>
              <a:gdLst>
                <a:gd name="T0" fmla="*/ 344 w 401"/>
                <a:gd name="T1" fmla="*/ 57 h 216"/>
                <a:gd name="T2" fmla="*/ 318 w 401"/>
                <a:gd name="T3" fmla="*/ 0 h 216"/>
                <a:gd name="T4" fmla="*/ 287 w 401"/>
                <a:gd name="T5" fmla="*/ 57 h 216"/>
                <a:gd name="T6" fmla="*/ 287 w 401"/>
                <a:gd name="T7" fmla="*/ 79 h 216"/>
                <a:gd name="T8" fmla="*/ 235 w 401"/>
                <a:gd name="T9" fmla="*/ 79 h 216"/>
                <a:gd name="T10" fmla="*/ 235 w 401"/>
                <a:gd name="T11" fmla="*/ 57 h 216"/>
                <a:gd name="T12" fmla="*/ 205 w 401"/>
                <a:gd name="T13" fmla="*/ 0 h 216"/>
                <a:gd name="T14" fmla="*/ 174 w 401"/>
                <a:gd name="T15" fmla="*/ 57 h 216"/>
                <a:gd name="T16" fmla="*/ 174 w 401"/>
                <a:gd name="T17" fmla="*/ 79 h 216"/>
                <a:gd name="T18" fmla="*/ 118 w 401"/>
                <a:gd name="T19" fmla="*/ 79 h 216"/>
                <a:gd name="T20" fmla="*/ 118 w 401"/>
                <a:gd name="T21" fmla="*/ 57 h 216"/>
                <a:gd name="T22" fmla="*/ 87 w 401"/>
                <a:gd name="T23" fmla="*/ 0 h 216"/>
                <a:gd name="T24" fmla="*/ 57 w 401"/>
                <a:gd name="T25" fmla="*/ 57 h 216"/>
                <a:gd name="T26" fmla="*/ 57 w 401"/>
                <a:gd name="T27" fmla="*/ 79 h 216"/>
                <a:gd name="T28" fmla="*/ 74 w 401"/>
                <a:gd name="T29" fmla="*/ 136 h 216"/>
                <a:gd name="T30" fmla="*/ 104 w 401"/>
                <a:gd name="T31" fmla="*/ 216 h 216"/>
                <a:gd name="T32" fmla="*/ 118 w 401"/>
                <a:gd name="T33" fmla="*/ 136 h 216"/>
                <a:gd name="T34" fmla="*/ 192 w 401"/>
                <a:gd name="T35" fmla="*/ 136 h 216"/>
                <a:gd name="T36" fmla="*/ 218 w 401"/>
                <a:gd name="T37" fmla="*/ 216 h 216"/>
                <a:gd name="T38" fmla="*/ 226 w 401"/>
                <a:gd name="T39" fmla="*/ 136 h 216"/>
                <a:gd name="T40" fmla="*/ 300 w 401"/>
                <a:gd name="T41" fmla="*/ 136 h 216"/>
                <a:gd name="T42" fmla="*/ 331 w 401"/>
                <a:gd name="T43" fmla="*/ 216 h 216"/>
                <a:gd name="T44" fmla="*/ 401 w 401"/>
                <a:gd name="T45" fmla="*/ 136 h 216"/>
                <a:gd name="T46" fmla="*/ 370 w 401"/>
                <a:gd name="T47" fmla="*/ 79 h 216"/>
                <a:gd name="T48" fmla="*/ 96 w 401"/>
                <a:gd name="T49" fmla="*/ 207 h 216"/>
                <a:gd name="T50" fmla="*/ 83 w 401"/>
                <a:gd name="T51" fmla="*/ 132 h 216"/>
                <a:gd name="T52" fmla="*/ 78 w 401"/>
                <a:gd name="T53" fmla="*/ 70 h 216"/>
                <a:gd name="T54" fmla="*/ 78 w 401"/>
                <a:gd name="T55" fmla="*/ 48 h 216"/>
                <a:gd name="T56" fmla="*/ 87 w 401"/>
                <a:gd name="T57" fmla="*/ 13 h 216"/>
                <a:gd name="T58" fmla="*/ 100 w 401"/>
                <a:gd name="T59" fmla="*/ 48 h 216"/>
                <a:gd name="T60" fmla="*/ 100 w 401"/>
                <a:gd name="T61" fmla="*/ 70 h 216"/>
                <a:gd name="T62" fmla="*/ 126 w 401"/>
                <a:gd name="T63" fmla="*/ 132 h 216"/>
                <a:gd name="T64" fmla="*/ 135 w 401"/>
                <a:gd name="T65" fmla="*/ 132 h 216"/>
                <a:gd name="T66" fmla="*/ 157 w 401"/>
                <a:gd name="T67" fmla="*/ 132 h 216"/>
                <a:gd name="T68" fmla="*/ 213 w 401"/>
                <a:gd name="T69" fmla="*/ 132 h 216"/>
                <a:gd name="T70" fmla="*/ 196 w 401"/>
                <a:gd name="T71" fmla="*/ 207 h 216"/>
                <a:gd name="T72" fmla="*/ 165 w 401"/>
                <a:gd name="T73" fmla="*/ 132 h 216"/>
                <a:gd name="T74" fmla="*/ 196 w 401"/>
                <a:gd name="T75" fmla="*/ 70 h 216"/>
                <a:gd name="T76" fmla="*/ 192 w 401"/>
                <a:gd name="T77" fmla="*/ 48 h 216"/>
                <a:gd name="T78" fmla="*/ 205 w 401"/>
                <a:gd name="T79" fmla="*/ 13 h 216"/>
                <a:gd name="T80" fmla="*/ 218 w 401"/>
                <a:gd name="T81" fmla="*/ 48 h 216"/>
                <a:gd name="T82" fmla="*/ 218 w 401"/>
                <a:gd name="T83" fmla="*/ 70 h 216"/>
                <a:gd name="T84" fmla="*/ 235 w 401"/>
                <a:gd name="T85" fmla="*/ 132 h 216"/>
                <a:gd name="T86" fmla="*/ 248 w 401"/>
                <a:gd name="T87" fmla="*/ 132 h 216"/>
                <a:gd name="T88" fmla="*/ 274 w 401"/>
                <a:gd name="T89" fmla="*/ 132 h 216"/>
                <a:gd name="T90" fmla="*/ 383 w 401"/>
                <a:gd name="T91" fmla="*/ 132 h 216"/>
                <a:gd name="T92" fmla="*/ 322 w 401"/>
                <a:gd name="T93" fmla="*/ 207 h 216"/>
                <a:gd name="T94" fmla="*/ 309 w 401"/>
                <a:gd name="T95" fmla="*/ 132 h 216"/>
                <a:gd name="T96" fmla="*/ 266 w 401"/>
                <a:gd name="T97" fmla="*/ 110 h 216"/>
                <a:gd name="T98" fmla="*/ 283 w 401"/>
                <a:gd name="T99" fmla="*/ 70 h 216"/>
                <a:gd name="T100" fmla="*/ 283 w 401"/>
                <a:gd name="T101" fmla="*/ 48 h 216"/>
                <a:gd name="T102" fmla="*/ 348 w 401"/>
                <a:gd name="T103" fmla="*/ 48 h 216"/>
                <a:gd name="T104" fmla="*/ 348 w 401"/>
                <a:gd name="T105" fmla="*/ 70 h 216"/>
                <a:gd name="T106" fmla="*/ 383 w 401"/>
                <a:gd name="T107" fmla="*/ 132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01" h="216">
                  <a:moveTo>
                    <a:pt x="370" y="79"/>
                  </a:moveTo>
                  <a:lnTo>
                    <a:pt x="344" y="57"/>
                  </a:lnTo>
                  <a:lnTo>
                    <a:pt x="370" y="57"/>
                  </a:lnTo>
                  <a:lnTo>
                    <a:pt x="318" y="0"/>
                  </a:lnTo>
                  <a:lnTo>
                    <a:pt x="261" y="57"/>
                  </a:lnTo>
                  <a:lnTo>
                    <a:pt x="287" y="57"/>
                  </a:lnTo>
                  <a:lnTo>
                    <a:pt x="261" y="79"/>
                  </a:lnTo>
                  <a:lnTo>
                    <a:pt x="287" y="79"/>
                  </a:lnTo>
                  <a:lnTo>
                    <a:pt x="261" y="105"/>
                  </a:lnTo>
                  <a:lnTo>
                    <a:pt x="235" y="79"/>
                  </a:lnTo>
                  <a:lnTo>
                    <a:pt x="257" y="79"/>
                  </a:lnTo>
                  <a:lnTo>
                    <a:pt x="235" y="57"/>
                  </a:lnTo>
                  <a:lnTo>
                    <a:pt x="257" y="57"/>
                  </a:lnTo>
                  <a:lnTo>
                    <a:pt x="205" y="0"/>
                  </a:lnTo>
                  <a:lnTo>
                    <a:pt x="152" y="57"/>
                  </a:lnTo>
                  <a:lnTo>
                    <a:pt x="174" y="57"/>
                  </a:lnTo>
                  <a:lnTo>
                    <a:pt x="152" y="79"/>
                  </a:lnTo>
                  <a:lnTo>
                    <a:pt x="174" y="79"/>
                  </a:lnTo>
                  <a:lnTo>
                    <a:pt x="148" y="110"/>
                  </a:lnTo>
                  <a:lnTo>
                    <a:pt x="118" y="79"/>
                  </a:lnTo>
                  <a:lnTo>
                    <a:pt x="139" y="79"/>
                  </a:lnTo>
                  <a:lnTo>
                    <a:pt x="118" y="57"/>
                  </a:lnTo>
                  <a:lnTo>
                    <a:pt x="139" y="57"/>
                  </a:lnTo>
                  <a:lnTo>
                    <a:pt x="87" y="0"/>
                  </a:lnTo>
                  <a:lnTo>
                    <a:pt x="35" y="57"/>
                  </a:lnTo>
                  <a:lnTo>
                    <a:pt x="57" y="57"/>
                  </a:lnTo>
                  <a:lnTo>
                    <a:pt x="35" y="79"/>
                  </a:lnTo>
                  <a:lnTo>
                    <a:pt x="57" y="79"/>
                  </a:lnTo>
                  <a:lnTo>
                    <a:pt x="0" y="136"/>
                  </a:lnTo>
                  <a:lnTo>
                    <a:pt x="74" y="136"/>
                  </a:lnTo>
                  <a:lnTo>
                    <a:pt x="74" y="216"/>
                  </a:lnTo>
                  <a:lnTo>
                    <a:pt x="104" y="216"/>
                  </a:lnTo>
                  <a:lnTo>
                    <a:pt x="104" y="136"/>
                  </a:lnTo>
                  <a:lnTo>
                    <a:pt x="118" y="136"/>
                  </a:lnTo>
                  <a:lnTo>
                    <a:pt x="174" y="136"/>
                  </a:lnTo>
                  <a:lnTo>
                    <a:pt x="192" y="136"/>
                  </a:lnTo>
                  <a:lnTo>
                    <a:pt x="192" y="216"/>
                  </a:lnTo>
                  <a:lnTo>
                    <a:pt x="218" y="216"/>
                  </a:lnTo>
                  <a:lnTo>
                    <a:pt x="218" y="136"/>
                  </a:lnTo>
                  <a:lnTo>
                    <a:pt x="226" y="136"/>
                  </a:lnTo>
                  <a:lnTo>
                    <a:pt x="292" y="136"/>
                  </a:lnTo>
                  <a:lnTo>
                    <a:pt x="300" y="136"/>
                  </a:lnTo>
                  <a:lnTo>
                    <a:pt x="300" y="216"/>
                  </a:lnTo>
                  <a:lnTo>
                    <a:pt x="331" y="216"/>
                  </a:lnTo>
                  <a:lnTo>
                    <a:pt x="331" y="136"/>
                  </a:lnTo>
                  <a:lnTo>
                    <a:pt x="401" y="136"/>
                  </a:lnTo>
                  <a:lnTo>
                    <a:pt x="344" y="79"/>
                  </a:lnTo>
                  <a:lnTo>
                    <a:pt x="370" y="79"/>
                  </a:lnTo>
                  <a:close/>
                  <a:moveTo>
                    <a:pt x="96" y="132"/>
                  </a:moveTo>
                  <a:lnTo>
                    <a:pt x="96" y="207"/>
                  </a:lnTo>
                  <a:lnTo>
                    <a:pt x="83" y="207"/>
                  </a:lnTo>
                  <a:lnTo>
                    <a:pt x="83" y="132"/>
                  </a:lnTo>
                  <a:lnTo>
                    <a:pt x="17" y="132"/>
                  </a:lnTo>
                  <a:lnTo>
                    <a:pt x="78" y="70"/>
                  </a:lnTo>
                  <a:lnTo>
                    <a:pt x="52" y="70"/>
                  </a:lnTo>
                  <a:lnTo>
                    <a:pt x="78" y="48"/>
                  </a:lnTo>
                  <a:lnTo>
                    <a:pt x="52" y="48"/>
                  </a:lnTo>
                  <a:lnTo>
                    <a:pt x="87" y="13"/>
                  </a:lnTo>
                  <a:lnTo>
                    <a:pt x="122" y="48"/>
                  </a:lnTo>
                  <a:lnTo>
                    <a:pt x="100" y="48"/>
                  </a:lnTo>
                  <a:lnTo>
                    <a:pt x="122" y="70"/>
                  </a:lnTo>
                  <a:lnTo>
                    <a:pt x="100" y="70"/>
                  </a:lnTo>
                  <a:lnTo>
                    <a:pt x="139" y="114"/>
                  </a:lnTo>
                  <a:lnTo>
                    <a:pt x="126" y="132"/>
                  </a:lnTo>
                  <a:lnTo>
                    <a:pt x="96" y="132"/>
                  </a:lnTo>
                  <a:close/>
                  <a:moveTo>
                    <a:pt x="135" y="132"/>
                  </a:moveTo>
                  <a:lnTo>
                    <a:pt x="148" y="119"/>
                  </a:lnTo>
                  <a:lnTo>
                    <a:pt x="157" y="132"/>
                  </a:lnTo>
                  <a:lnTo>
                    <a:pt x="135" y="132"/>
                  </a:lnTo>
                  <a:close/>
                  <a:moveTo>
                    <a:pt x="213" y="132"/>
                  </a:moveTo>
                  <a:lnTo>
                    <a:pt x="213" y="207"/>
                  </a:lnTo>
                  <a:lnTo>
                    <a:pt x="196" y="207"/>
                  </a:lnTo>
                  <a:lnTo>
                    <a:pt x="196" y="132"/>
                  </a:lnTo>
                  <a:lnTo>
                    <a:pt x="165" y="132"/>
                  </a:lnTo>
                  <a:lnTo>
                    <a:pt x="152" y="114"/>
                  </a:lnTo>
                  <a:lnTo>
                    <a:pt x="196" y="70"/>
                  </a:lnTo>
                  <a:lnTo>
                    <a:pt x="170" y="70"/>
                  </a:lnTo>
                  <a:lnTo>
                    <a:pt x="192" y="48"/>
                  </a:lnTo>
                  <a:lnTo>
                    <a:pt x="170" y="48"/>
                  </a:lnTo>
                  <a:lnTo>
                    <a:pt x="205" y="13"/>
                  </a:lnTo>
                  <a:lnTo>
                    <a:pt x="239" y="48"/>
                  </a:lnTo>
                  <a:lnTo>
                    <a:pt x="218" y="48"/>
                  </a:lnTo>
                  <a:lnTo>
                    <a:pt x="239" y="70"/>
                  </a:lnTo>
                  <a:lnTo>
                    <a:pt x="218" y="70"/>
                  </a:lnTo>
                  <a:lnTo>
                    <a:pt x="253" y="110"/>
                  </a:lnTo>
                  <a:lnTo>
                    <a:pt x="235" y="132"/>
                  </a:lnTo>
                  <a:lnTo>
                    <a:pt x="213" y="132"/>
                  </a:lnTo>
                  <a:close/>
                  <a:moveTo>
                    <a:pt x="248" y="132"/>
                  </a:moveTo>
                  <a:lnTo>
                    <a:pt x="261" y="119"/>
                  </a:lnTo>
                  <a:lnTo>
                    <a:pt x="274" y="132"/>
                  </a:lnTo>
                  <a:lnTo>
                    <a:pt x="248" y="132"/>
                  </a:lnTo>
                  <a:close/>
                  <a:moveTo>
                    <a:pt x="383" y="132"/>
                  </a:moveTo>
                  <a:lnTo>
                    <a:pt x="322" y="132"/>
                  </a:lnTo>
                  <a:lnTo>
                    <a:pt x="322" y="207"/>
                  </a:lnTo>
                  <a:lnTo>
                    <a:pt x="309" y="207"/>
                  </a:lnTo>
                  <a:lnTo>
                    <a:pt x="309" y="132"/>
                  </a:lnTo>
                  <a:lnTo>
                    <a:pt x="283" y="132"/>
                  </a:lnTo>
                  <a:lnTo>
                    <a:pt x="266" y="110"/>
                  </a:lnTo>
                  <a:lnTo>
                    <a:pt x="305" y="70"/>
                  </a:lnTo>
                  <a:lnTo>
                    <a:pt x="283" y="70"/>
                  </a:lnTo>
                  <a:lnTo>
                    <a:pt x="305" y="48"/>
                  </a:lnTo>
                  <a:lnTo>
                    <a:pt x="283" y="48"/>
                  </a:lnTo>
                  <a:lnTo>
                    <a:pt x="318" y="13"/>
                  </a:lnTo>
                  <a:lnTo>
                    <a:pt x="348" y="48"/>
                  </a:lnTo>
                  <a:lnTo>
                    <a:pt x="327" y="48"/>
                  </a:lnTo>
                  <a:lnTo>
                    <a:pt x="348" y="70"/>
                  </a:lnTo>
                  <a:lnTo>
                    <a:pt x="327" y="70"/>
                  </a:lnTo>
                  <a:lnTo>
                    <a:pt x="383"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1" name="Freeform 220">
              <a:extLst>
                <a:ext uri="{FF2B5EF4-FFF2-40B4-BE49-F238E27FC236}">
                  <a16:creationId xmlns:a16="http://schemas.microsoft.com/office/drawing/2014/main" id="{0047D958-FA8D-4D4E-B5E9-CDCD078C4EA2}"/>
                </a:ext>
              </a:extLst>
            </p:cNvPr>
            <p:cNvSpPr>
              <a:spLocks noEditPoints="1"/>
            </p:cNvSpPr>
            <p:nvPr userDrawn="1"/>
          </p:nvSpPr>
          <p:spPr bwMode="auto">
            <a:xfrm>
              <a:off x="7843838" y="4400550"/>
              <a:ext cx="2268538" cy="447675"/>
            </a:xfrm>
            <a:custGeom>
              <a:avLst/>
              <a:gdLst>
                <a:gd name="T0" fmla="*/ 91 w 328"/>
                <a:gd name="T1" fmla="*/ 0 h 64"/>
                <a:gd name="T2" fmla="*/ 124 w 328"/>
                <a:gd name="T3" fmla="*/ 59 h 64"/>
                <a:gd name="T4" fmla="*/ 328 w 328"/>
                <a:gd name="T5" fmla="*/ 63 h 64"/>
                <a:gd name="T6" fmla="*/ 327 w 328"/>
                <a:gd name="T7" fmla="*/ 2 h 64"/>
                <a:gd name="T8" fmla="*/ 193 w 328"/>
                <a:gd name="T9" fmla="*/ 21 h 64"/>
                <a:gd name="T10" fmla="*/ 123 w 328"/>
                <a:gd name="T11" fmla="*/ 57 h 64"/>
                <a:gd name="T12" fmla="*/ 113 w 328"/>
                <a:gd name="T13" fmla="*/ 5 h 64"/>
                <a:gd name="T14" fmla="*/ 150 w 328"/>
                <a:gd name="T15" fmla="*/ 19 h 64"/>
                <a:gd name="T16" fmla="*/ 140 w 328"/>
                <a:gd name="T17" fmla="*/ 20 h 64"/>
                <a:gd name="T18" fmla="*/ 132 w 328"/>
                <a:gd name="T19" fmla="*/ 10 h 64"/>
                <a:gd name="T20" fmla="*/ 188 w 328"/>
                <a:gd name="T21" fmla="*/ 15 h 64"/>
                <a:gd name="T22" fmla="*/ 191 w 328"/>
                <a:gd name="T23" fmla="*/ 49 h 64"/>
                <a:gd name="T24" fmla="*/ 134 w 328"/>
                <a:gd name="T25" fmla="*/ 38 h 64"/>
                <a:gd name="T26" fmla="*/ 139 w 328"/>
                <a:gd name="T27" fmla="*/ 40 h 64"/>
                <a:gd name="T28" fmla="*/ 155 w 328"/>
                <a:gd name="T29" fmla="*/ 38 h 64"/>
                <a:gd name="T30" fmla="*/ 156 w 328"/>
                <a:gd name="T31" fmla="*/ 38 h 64"/>
                <a:gd name="T32" fmla="*/ 172 w 328"/>
                <a:gd name="T33" fmla="*/ 40 h 64"/>
                <a:gd name="T34" fmla="*/ 179 w 328"/>
                <a:gd name="T35" fmla="*/ 38 h 64"/>
                <a:gd name="T36" fmla="*/ 185 w 328"/>
                <a:gd name="T37" fmla="*/ 40 h 64"/>
                <a:gd name="T38" fmla="*/ 180 w 328"/>
                <a:gd name="T39" fmla="*/ 36 h 64"/>
                <a:gd name="T40" fmla="*/ 178 w 328"/>
                <a:gd name="T41" fmla="*/ 36 h 64"/>
                <a:gd name="T42" fmla="*/ 162 w 328"/>
                <a:gd name="T43" fmla="*/ 33 h 64"/>
                <a:gd name="T44" fmla="*/ 155 w 328"/>
                <a:gd name="T45" fmla="*/ 36 h 64"/>
                <a:gd name="T46" fmla="*/ 149 w 328"/>
                <a:gd name="T47" fmla="*/ 33 h 64"/>
                <a:gd name="T48" fmla="*/ 134 w 328"/>
                <a:gd name="T49" fmla="*/ 36 h 64"/>
                <a:gd name="T50" fmla="*/ 138 w 328"/>
                <a:gd name="T51" fmla="*/ 42 h 64"/>
                <a:gd name="T52" fmla="*/ 149 w 328"/>
                <a:gd name="T53" fmla="*/ 42 h 64"/>
                <a:gd name="T54" fmla="*/ 157 w 328"/>
                <a:gd name="T55" fmla="*/ 45 h 64"/>
                <a:gd name="T56" fmla="*/ 162 w 328"/>
                <a:gd name="T57" fmla="*/ 45 h 64"/>
                <a:gd name="T58" fmla="*/ 177 w 328"/>
                <a:gd name="T59" fmla="*/ 42 h 64"/>
                <a:gd name="T60" fmla="*/ 179 w 328"/>
                <a:gd name="T61" fmla="*/ 42 h 64"/>
                <a:gd name="T62" fmla="*/ 180 w 328"/>
                <a:gd name="T63" fmla="*/ 29 h 64"/>
                <a:gd name="T64" fmla="*/ 172 w 328"/>
                <a:gd name="T65" fmla="*/ 31 h 64"/>
                <a:gd name="T66" fmla="*/ 166 w 328"/>
                <a:gd name="T67" fmla="*/ 29 h 64"/>
                <a:gd name="T68" fmla="*/ 154 w 328"/>
                <a:gd name="T69" fmla="*/ 31 h 64"/>
                <a:gd name="T70" fmla="*/ 148 w 328"/>
                <a:gd name="T71" fmla="*/ 29 h 64"/>
                <a:gd name="T72" fmla="*/ 133 w 328"/>
                <a:gd name="T73" fmla="*/ 31 h 64"/>
                <a:gd name="T74" fmla="*/ 123 w 328"/>
                <a:gd name="T75" fmla="*/ 7 h 64"/>
                <a:gd name="T76" fmla="*/ 135 w 328"/>
                <a:gd name="T77" fmla="*/ 50 h 64"/>
                <a:gd name="T78" fmla="*/ 198 w 328"/>
                <a:gd name="T79" fmla="*/ 56 h 64"/>
                <a:gd name="T80" fmla="*/ 203 w 328"/>
                <a:gd name="T81" fmla="*/ 62 h 64"/>
                <a:gd name="T82" fmla="*/ 215 w 328"/>
                <a:gd name="T83" fmla="*/ 6 h 64"/>
                <a:gd name="T84" fmla="*/ 217 w 328"/>
                <a:gd name="T85" fmla="*/ 5 h 64"/>
                <a:gd name="T86" fmla="*/ 230 w 328"/>
                <a:gd name="T87" fmla="*/ 62 h 64"/>
                <a:gd name="T88" fmla="*/ 236 w 328"/>
                <a:gd name="T89" fmla="*/ 2 h 64"/>
                <a:gd name="T90" fmla="*/ 241 w 328"/>
                <a:gd name="T91" fmla="*/ 62 h 64"/>
                <a:gd name="T92" fmla="*/ 254 w 328"/>
                <a:gd name="T93" fmla="*/ 2 h 64"/>
                <a:gd name="T94" fmla="*/ 256 w 328"/>
                <a:gd name="T95" fmla="*/ 2 h 64"/>
                <a:gd name="T96" fmla="*/ 268 w 328"/>
                <a:gd name="T97" fmla="*/ 62 h 64"/>
                <a:gd name="T98" fmla="*/ 275 w 328"/>
                <a:gd name="T99" fmla="*/ 2 h 64"/>
                <a:gd name="T100" fmla="*/ 280 w 328"/>
                <a:gd name="T101" fmla="*/ 62 h 64"/>
                <a:gd name="T102" fmla="*/ 292 w 328"/>
                <a:gd name="T103" fmla="*/ 2 h 64"/>
                <a:gd name="T104" fmla="*/ 294 w 328"/>
                <a:gd name="T105" fmla="*/ 2 h 64"/>
                <a:gd name="T106" fmla="*/ 307 w 328"/>
                <a:gd name="T107" fmla="*/ 62 h 64"/>
                <a:gd name="T108" fmla="*/ 313 w 328"/>
                <a:gd name="T109" fmla="*/ 2 h 64"/>
                <a:gd name="T110" fmla="*/ 318 w 328"/>
                <a:gd name="T111" fmla="*/ 62 h 64"/>
                <a:gd name="T112" fmla="*/ 132 w 328"/>
                <a:gd name="T113" fmla="*/ 27 h 64"/>
                <a:gd name="T114" fmla="*/ 113 w 328"/>
                <a:gd name="T115" fmla="*/ 62 h 64"/>
                <a:gd name="T116" fmla="*/ 2 w 328"/>
                <a:gd name="T117" fmla="*/ 2 h 64"/>
                <a:gd name="T118" fmla="*/ 129 w 328"/>
                <a:gd name="T119" fmla="*/ 55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8" h="64">
                  <a:moveTo>
                    <a:pt x="328" y="0"/>
                  </a:moveTo>
                  <a:cubicBezTo>
                    <a:pt x="240" y="0"/>
                    <a:pt x="240" y="0"/>
                    <a:pt x="240" y="0"/>
                  </a:cubicBezTo>
                  <a:cubicBezTo>
                    <a:pt x="239" y="0"/>
                    <a:pt x="201" y="3"/>
                    <a:pt x="177" y="19"/>
                  </a:cubicBezTo>
                  <a:cubicBezTo>
                    <a:pt x="177" y="19"/>
                    <a:pt x="177" y="19"/>
                    <a:pt x="177" y="19"/>
                  </a:cubicBezTo>
                  <a:cubicBezTo>
                    <a:pt x="169" y="19"/>
                    <a:pt x="162" y="19"/>
                    <a:pt x="155" y="19"/>
                  </a:cubicBezTo>
                  <a:cubicBezTo>
                    <a:pt x="150" y="15"/>
                    <a:pt x="145" y="13"/>
                    <a:pt x="139" y="10"/>
                  </a:cubicBezTo>
                  <a:cubicBezTo>
                    <a:pt x="139" y="10"/>
                    <a:pt x="139" y="10"/>
                    <a:pt x="139" y="10"/>
                  </a:cubicBezTo>
                  <a:cubicBezTo>
                    <a:pt x="116" y="2"/>
                    <a:pt x="91" y="0"/>
                    <a:pt x="91" y="0"/>
                  </a:cubicBezTo>
                  <a:cubicBezTo>
                    <a:pt x="1" y="0"/>
                    <a:pt x="1" y="0"/>
                    <a:pt x="1" y="0"/>
                  </a:cubicBezTo>
                  <a:cubicBezTo>
                    <a:pt x="0" y="0"/>
                    <a:pt x="0" y="0"/>
                    <a:pt x="0" y="1"/>
                  </a:cubicBezTo>
                  <a:cubicBezTo>
                    <a:pt x="0" y="63"/>
                    <a:pt x="0" y="63"/>
                    <a:pt x="0" y="63"/>
                  </a:cubicBezTo>
                  <a:cubicBezTo>
                    <a:pt x="0" y="63"/>
                    <a:pt x="0" y="64"/>
                    <a:pt x="1" y="64"/>
                  </a:cubicBezTo>
                  <a:cubicBezTo>
                    <a:pt x="118" y="64"/>
                    <a:pt x="118" y="64"/>
                    <a:pt x="118" y="64"/>
                  </a:cubicBezTo>
                  <a:cubicBezTo>
                    <a:pt x="118" y="64"/>
                    <a:pt x="118" y="64"/>
                    <a:pt x="119" y="64"/>
                  </a:cubicBezTo>
                  <a:cubicBezTo>
                    <a:pt x="124" y="59"/>
                    <a:pt x="124" y="59"/>
                    <a:pt x="124" y="59"/>
                  </a:cubicBezTo>
                  <a:cubicBezTo>
                    <a:pt x="124" y="59"/>
                    <a:pt x="124" y="59"/>
                    <a:pt x="124" y="59"/>
                  </a:cubicBezTo>
                  <a:cubicBezTo>
                    <a:pt x="197" y="59"/>
                    <a:pt x="197" y="59"/>
                    <a:pt x="197" y="59"/>
                  </a:cubicBezTo>
                  <a:cubicBezTo>
                    <a:pt x="198" y="59"/>
                    <a:pt x="198" y="59"/>
                    <a:pt x="198" y="59"/>
                  </a:cubicBezTo>
                  <a:cubicBezTo>
                    <a:pt x="201" y="63"/>
                    <a:pt x="201" y="63"/>
                    <a:pt x="201" y="63"/>
                  </a:cubicBezTo>
                  <a:cubicBezTo>
                    <a:pt x="202" y="63"/>
                    <a:pt x="202" y="64"/>
                    <a:pt x="202" y="64"/>
                  </a:cubicBezTo>
                  <a:cubicBezTo>
                    <a:pt x="328" y="64"/>
                    <a:pt x="328" y="64"/>
                    <a:pt x="328" y="64"/>
                  </a:cubicBezTo>
                  <a:cubicBezTo>
                    <a:pt x="328" y="64"/>
                    <a:pt x="328" y="64"/>
                    <a:pt x="328" y="64"/>
                  </a:cubicBezTo>
                  <a:cubicBezTo>
                    <a:pt x="328" y="64"/>
                    <a:pt x="328" y="64"/>
                    <a:pt x="328" y="63"/>
                  </a:cubicBezTo>
                  <a:cubicBezTo>
                    <a:pt x="328" y="63"/>
                    <a:pt x="328" y="63"/>
                    <a:pt x="328" y="63"/>
                  </a:cubicBezTo>
                  <a:cubicBezTo>
                    <a:pt x="328" y="63"/>
                    <a:pt x="328" y="63"/>
                    <a:pt x="328" y="63"/>
                  </a:cubicBezTo>
                  <a:cubicBezTo>
                    <a:pt x="328" y="63"/>
                    <a:pt x="328" y="63"/>
                    <a:pt x="328" y="63"/>
                  </a:cubicBezTo>
                  <a:cubicBezTo>
                    <a:pt x="328" y="1"/>
                    <a:pt x="328" y="1"/>
                    <a:pt x="328" y="1"/>
                  </a:cubicBezTo>
                  <a:cubicBezTo>
                    <a:pt x="328" y="0"/>
                    <a:pt x="328" y="0"/>
                    <a:pt x="328" y="0"/>
                  </a:cubicBezTo>
                  <a:close/>
                  <a:moveTo>
                    <a:pt x="327" y="62"/>
                  </a:moveTo>
                  <a:cubicBezTo>
                    <a:pt x="323" y="62"/>
                    <a:pt x="323" y="62"/>
                    <a:pt x="323" y="62"/>
                  </a:cubicBezTo>
                  <a:cubicBezTo>
                    <a:pt x="323" y="2"/>
                    <a:pt x="323" y="2"/>
                    <a:pt x="323" y="2"/>
                  </a:cubicBezTo>
                  <a:cubicBezTo>
                    <a:pt x="327" y="2"/>
                    <a:pt x="327" y="2"/>
                    <a:pt x="327" y="2"/>
                  </a:cubicBezTo>
                  <a:lnTo>
                    <a:pt x="327" y="62"/>
                  </a:lnTo>
                  <a:close/>
                  <a:moveTo>
                    <a:pt x="193" y="51"/>
                  </a:moveTo>
                  <a:cubicBezTo>
                    <a:pt x="193" y="51"/>
                    <a:pt x="193" y="51"/>
                    <a:pt x="193" y="51"/>
                  </a:cubicBezTo>
                  <a:cubicBezTo>
                    <a:pt x="193" y="25"/>
                    <a:pt x="193" y="25"/>
                    <a:pt x="193" y="25"/>
                  </a:cubicBezTo>
                  <a:cubicBezTo>
                    <a:pt x="193" y="25"/>
                    <a:pt x="193" y="25"/>
                    <a:pt x="193" y="25"/>
                  </a:cubicBezTo>
                  <a:cubicBezTo>
                    <a:pt x="194" y="22"/>
                    <a:pt x="194" y="22"/>
                    <a:pt x="194" y="22"/>
                  </a:cubicBezTo>
                  <a:cubicBezTo>
                    <a:pt x="194" y="22"/>
                    <a:pt x="194" y="21"/>
                    <a:pt x="193" y="21"/>
                  </a:cubicBezTo>
                  <a:cubicBezTo>
                    <a:pt x="193" y="21"/>
                    <a:pt x="193" y="21"/>
                    <a:pt x="193" y="21"/>
                  </a:cubicBezTo>
                  <a:cubicBezTo>
                    <a:pt x="193" y="12"/>
                    <a:pt x="193" y="12"/>
                    <a:pt x="193" y="12"/>
                  </a:cubicBezTo>
                  <a:cubicBezTo>
                    <a:pt x="194" y="12"/>
                    <a:pt x="195" y="12"/>
                    <a:pt x="196" y="11"/>
                  </a:cubicBezTo>
                  <a:cubicBezTo>
                    <a:pt x="196" y="54"/>
                    <a:pt x="196" y="54"/>
                    <a:pt x="196" y="54"/>
                  </a:cubicBezTo>
                  <a:lnTo>
                    <a:pt x="193" y="51"/>
                  </a:lnTo>
                  <a:close/>
                  <a:moveTo>
                    <a:pt x="107" y="4"/>
                  </a:moveTo>
                  <a:cubicBezTo>
                    <a:pt x="108" y="4"/>
                    <a:pt x="110" y="4"/>
                    <a:pt x="111" y="4"/>
                  </a:cubicBezTo>
                  <a:cubicBezTo>
                    <a:pt x="126" y="55"/>
                    <a:pt x="126" y="55"/>
                    <a:pt x="126" y="55"/>
                  </a:cubicBezTo>
                  <a:cubicBezTo>
                    <a:pt x="123" y="57"/>
                    <a:pt x="123" y="57"/>
                    <a:pt x="123" y="57"/>
                  </a:cubicBezTo>
                  <a:lnTo>
                    <a:pt x="107" y="4"/>
                  </a:lnTo>
                  <a:close/>
                  <a:moveTo>
                    <a:pt x="122" y="59"/>
                  </a:moveTo>
                  <a:cubicBezTo>
                    <a:pt x="119" y="61"/>
                    <a:pt x="119" y="61"/>
                    <a:pt x="119" y="61"/>
                  </a:cubicBezTo>
                  <a:cubicBezTo>
                    <a:pt x="102" y="3"/>
                    <a:pt x="102" y="3"/>
                    <a:pt x="102" y="3"/>
                  </a:cubicBezTo>
                  <a:cubicBezTo>
                    <a:pt x="103" y="3"/>
                    <a:pt x="104" y="3"/>
                    <a:pt x="105" y="3"/>
                  </a:cubicBezTo>
                  <a:lnTo>
                    <a:pt x="122" y="59"/>
                  </a:lnTo>
                  <a:close/>
                  <a:moveTo>
                    <a:pt x="127" y="54"/>
                  </a:moveTo>
                  <a:cubicBezTo>
                    <a:pt x="113" y="5"/>
                    <a:pt x="113" y="5"/>
                    <a:pt x="113" y="5"/>
                  </a:cubicBezTo>
                  <a:cubicBezTo>
                    <a:pt x="114" y="5"/>
                    <a:pt x="115" y="5"/>
                    <a:pt x="116" y="5"/>
                  </a:cubicBezTo>
                  <a:cubicBezTo>
                    <a:pt x="130" y="52"/>
                    <a:pt x="130" y="52"/>
                    <a:pt x="130" y="52"/>
                  </a:cubicBezTo>
                  <a:lnTo>
                    <a:pt x="127" y="54"/>
                  </a:lnTo>
                  <a:close/>
                  <a:moveTo>
                    <a:pt x="147" y="19"/>
                  </a:moveTo>
                  <a:cubicBezTo>
                    <a:pt x="145" y="15"/>
                    <a:pt x="145" y="15"/>
                    <a:pt x="145" y="15"/>
                  </a:cubicBezTo>
                  <a:cubicBezTo>
                    <a:pt x="147" y="16"/>
                    <a:pt x="148" y="16"/>
                    <a:pt x="149" y="17"/>
                  </a:cubicBezTo>
                  <a:cubicBezTo>
                    <a:pt x="149" y="17"/>
                    <a:pt x="149" y="17"/>
                    <a:pt x="149" y="17"/>
                  </a:cubicBezTo>
                  <a:cubicBezTo>
                    <a:pt x="150" y="19"/>
                    <a:pt x="150" y="19"/>
                    <a:pt x="150" y="19"/>
                  </a:cubicBezTo>
                  <a:cubicBezTo>
                    <a:pt x="149" y="19"/>
                    <a:pt x="148" y="19"/>
                    <a:pt x="147" y="19"/>
                  </a:cubicBezTo>
                  <a:close/>
                  <a:moveTo>
                    <a:pt x="145" y="19"/>
                  </a:moveTo>
                  <a:cubicBezTo>
                    <a:pt x="144" y="19"/>
                    <a:pt x="143" y="20"/>
                    <a:pt x="142" y="20"/>
                  </a:cubicBezTo>
                  <a:cubicBezTo>
                    <a:pt x="140" y="13"/>
                    <a:pt x="140" y="13"/>
                    <a:pt x="140" y="13"/>
                  </a:cubicBezTo>
                  <a:cubicBezTo>
                    <a:pt x="141" y="13"/>
                    <a:pt x="142" y="14"/>
                    <a:pt x="143" y="14"/>
                  </a:cubicBezTo>
                  <a:cubicBezTo>
                    <a:pt x="143" y="14"/>
                    <a:pt x="143" y="15"/>
                    <a:pt x="143" y="15"/>
                  </a:cubicBezTo>
                  <a:lnTo>
                    <a:pt x="145" y="19"/>
                  </a:lnTo>
                  <a:close/>
                  <a:moveTo>
                    <a:pt x="140" y="20"/>
                  </a:moveTo>
                  <a:cubicBezTo>
                    <a:pt x="139" y="20"/>
                    <a:pt x="138" y="20"/>
                    <a:pt x="137" y="20"/>
                  </a:cubicBezTo>
                  <a:cubicBezTo>
                    <a:pt x="134" y="11"/>
                    <a:pt x="134" y="11"/>
                    <a:pt x="134" y="11"/>
                  </a:cubicBezTo>
                  <a:cubicBezTo>
                    <a:pt x="135" y="11"/>
                    <a:pt x="136" y="11"/>
                    <a:pt x="138" y="12"/>
                  </a:cubicBezTo>
                  <a:lnTo>
                    <a:pt x="140" y="20"/>
                  </a:lnTo>
                  <a:close/>
                  <a:moveTo>
                    <a:pt x="135" y="20"/>
                  </a:moveTo>
                  <a:cubicBezTo>
                    <a:pt x="134" y="20"/>
                    <a:pt x="133" y="20"/>
                    <a:pt x="132" y="21"/>
                  </a:cubicBezTo>
                  <a:cubicBezTo>
                    <a:pt x="129" y="9"/>
                    <a:pt x="129" y="9"/>
                    <a:pt x="129" y="9"/>
                  </a:cubicBezTo>
                  <a:cubicBezTo>
                    <a:pt x="130" y="9"/>
                    <a:pt x="131" y="10"/>
                    <a:pt x="132" y="10"/>
                  </a:cubicBezTo>
                  <a:lnTo>
                    <a:pt x="135" y="20"/>
                  </a:lnTo>
                  <a:close/>
                  <a:moveTo>
                    <a:pt x="183" y="20"/>
                  </a:moveTo>
                  <a:cubicBezTo>
                    <a:pt x="183" y="17"/>
                    <a:pt x="183" y="17"/>
                    <a:pt x="183" y="17"/>
                  </a:cubicBezTo>
                  <a:cubicBezTo>
                    <a:pt x="183" y="17"/>
                    <a:pt x="183" y="17"/>
                    <a:pt x="183" y="17"/>
                  </a:cubicBezTo>
                  <a:cubicBezTo>
                    <a:pt x="184" y="16"/>
                    <a:pt x="185" y="16"/>
                    <a:pt x="186" y="15"/>
                  </a:cubicBezTo>
                  <a:cubicBezTo>
                    <a:pt x="186" y="20"/>
                    <a:pt x="186" y="20"/>
                    <a:pt x="186" y="20"/>
                  </a:cubicBezTo>
                  <a:cubicBezTo>
                    <a:pt x="185" y="20"/>
                    <a:pt x="184" y="20"/>
                    <a:pt x="183" y="20"/>
                  </a:cubicBezTo>
                  <a:close/>
                  <a:moveTo>
                    <a:pt x="188" y="15"/>
                  </a:moveTo>
                  <a:cubicBezTo>
                    <a:pt x="189" y="14"/>
                    <a:pt x="190" y="14"/>
                    <a:pt x="191" y="13"/>
                  </a:cubicBezTo>
                  <a:cubicBezTo>
                    <a:pt x="191" y="21"/>
                    <a:pt x="191" y="21"/>
                    <a:pt x="191" y="21"/>
                  </a:cubicBezTo>
                  <a:cubicBezTo>
                    <a:pt x="190" y="20"/>
                    <a:pt x="189" y="20"/>
                    <a:pt x="188" y="20"/>
                  </a:cubicBezTo>
                  <a:lnTo>
                    <a:pt x="188" y="15"/>
                  </a:lnTo>
                  <a:close/>
                  <a:moveTo>
                    <a:pt x="189" y="46"/>
                  </a:moveTo>
                  <a:cubicBezTo>
                    <a:pt x="189" y="46"/>
                    <a:pt x="189" y="46"/>
                    <a:pt x="189" y="46"/>
                  </a:cubicBezTo>
                  <a:cubicBezTo>
                    <a:pt x="191" y="34"/>
                    <a:pt x="191" y="34"/>
                    <a:pt x="191" y="34"/>
                  </a:cubicBezTo>
                  <a:cubicBezTo>
                    <a:pt x="191" y="49"/>
                    <a:pt x="191" y="49"/>
                    <a:pt x="191" y="49"/>
                  </a:cubicBezTo>
                  <a:lnTo>
                    <a:pt x="189" y="46"/>
                  </a:lnTo>
                  <a:close/>
                  <a:moveTo>
                    <a:pt x="184" y="45"/>
                  </a:moveTo>
                  <a:cubicBezTo>
                    <a:pt x="185" y="42"/>
                    <a:pt x="185" y="42"/>
                    <a:pt x="185" y="42"/>
                  </a:cubicBezTo>
                  <a:cubicBezTo>
                    <a:pt x="188" y="42"/>
                    <a:pt x="188" y="42"/>
                    <a:pt x="188" y="42"/>
                  </a:cubicBezTo>
                  <a:cubicBezTo>
                    <a:pt x="187" y="45"/>
                    <a:pt x="187" y="45"/>
                    <a:pt x="187" y="45"/>
                  </a:cubicBezTo>
                  <a:cubicBezTo>
                    <a:pt x="187" y="45"/>
                    <a:pt x="187" y="45"/>
                    <a:pt x="187" y="45"/>
                  </a:cubicBezTo>
                  <a:lnTo>
                    <a:pt x="184" y="45"/>
                  </a:lnTo>
                  <a:close/>
                  <a:moveTo>
                    <a:pt x="134" y="38"/>
                  </a:moveTo>
                  <a:cubicBezTo>
                    <a:pt x="137" y="38"/>
                    <a:pt x="137" y="38"/>
                    <a:pt x="137" y="38"/>
                  </a:cubicBezTo>
                  <a:cubicBezTo>
                    <a:pt x="138" y="40"/>
                    <a:pt x="138" y="40"/>
                    <a:pt x="138" y="40"/>
                  </a:cubicBezTo>
                  <a:cubicBezTo>
                    <a:pt x="135" y="40"/>
                    <a:pt x="135" y="40"/>
                    <a:pt x="135" y="40"/>
                  </a:cubicBezTo>
                  <a:lnTo>
                    <a:pt x="134" y="38"/>
                  </a:lnTo>
                  <a:close/>
                  <a:moveTo>
                    <a:pt x="139" y="38"/>
                  </a:moveTo>
                  <a:cubicBezTo>
                    <a:pt x="143" y="38"/>
                    <a:pt x="143" y="38"/>
                    <a:pt x="143" y="38"/>
                  </a:cubicBezTo>
                  <a:cubicBezTo>
                    <a:pt x="143" y="40"/>
                    <a:pt x="143" y="40"/>
                    <a:pt x="143" y="40"/>
                  </a:cubicBezTo>
                  <a:cubicBezTo>
                    <a:pt x="139" y="40"/>
                    <a:pt x="139" y="40"/>
                    <a:pt x="139" y="40"/>
                  </a:cubicBezTo>
                  <a:lnTo>
                    <a:pt x="139" y="38"/>
                  </a:lnTo>
                  <a:close/>
                  <a:moveTo>
                    <a:pt x="145" y="38"/>
                  </a:moveTo>
                  <a:cubicBezTo>
                    <a:pt x="149" y="38"/>
                    <a:pt x="149" y="38"/>
                    <a:pt x="149" y="38"/>
                  </a:cubicBezTo>
                  <a:cubicBezTo>
                    <a:pt x="149" y="40"/>
                    <a:pt x="149" y="40"/>
                    <a:pt x="149" y="40"/>
                  </a:cubicBezTo>
                  <a:cubicBezTo>
                    <a:pt x="145" y="40"/>
                    <a:pt x="145" y="40"/>
                    <a:pt x="145" y="40"/>
                  </a:cubicBezTo>
                  <a:lnTo>
                    <a:pt x="145" y="38"/>
                  </a:lnTo>
                  <a:close/>
                  <a:moveTo>
                    <a:pt x="151" y="38"/>
                  </a:moveTo>
                  <a:cubicBezTo>
                    <a:pt x="155" y="38"/>
                    <a:pt x="155" y="38"/>
                    <a:pt x="155" y="38"/>
                  </a:cubicBezTo>
                  <a:cubicBezTo>
                    <a:pt x="155" y="40"/>
                    <a:pt x="155" y="40"/>
                    <a:pt x="155" y="40"/>
                  </a:cubicBezTo>
                  <a:cubicBezTo>
                    <a:pt x="151" y="40"/>
                    <a:pt x="151" y="40"/>
                    <a:pt x="151" y="40"/>
                  </a:cubicBezTo>
                  <a:lnTo>
                    <a:pt x="151" y="38"/>
                  </a:lnTo>
                  <a:close/>
                  <a:moveTo>
                    <a:pt x="156" y="38"/>
                  </a:moveTo>
                  <a:cubicBezTo>
                    <a:pt x="160" y="38"/>
                    <a:pt x="160" y="38"/>
                    <a:pt x="160" y="38"/>
                  </a:cubicBezTo>
                  <a:cubicBezTo>
                    <a:pt x="160" y="40"/>
                    <a:pt x="160" y="40"/>
                    <a:pt x="160" y="40"/>
                  </a:cubicBezTo>
                  <a:cubicBezTo>
                    <a:pt x="156" y="40"/>
                    <a:pt x="156" y="40"/>
                    <a:pt x="156" y="40"/>
                  </a:cubicBezTo>
                  <a:lnTo>
                    <a:pt x="156" y="38"/>
                  </a:lnTo>
                  <a:close/>
                  <a:moveTo>
                    <a:pt x="162" y="38"/>
                  </a:moveTo>
                  <a:cubicBezTo>
                    <a:pt x="166" y="38"/>
                    <a:pt x="166" y="38"/>
                    <a:pt x="166" y="38"/>
                  </a:cubicBezTo>
                  <a:cubicBezTo>
                    <a:pt x="166" y="40"/>
                    <a:pt x="166" y="40"/>
                    <a:pt x="166" y="40"/>
                  </a:cubicBezTo>
                  <a:cubicBezTo>
                    <a:pt x="162" y="40"/>
                    <a:pt x="162" y="40"/>
                    <a:pt x="162" y="40"/>
                  </a:cubicBezTo>
                  <a:lnTo>
                    <a:pt x="162" y="38"/>
                  </a:lnTo>
                  <a:close/>
                  <a:moveTo>
                    <a:pt x="168" y="38"/>
                  </a:moveTo>
                  <a:cubicBezTo>
                    <a:pt x="172" y="38"/>
                    <a:pt x="172" y="38"/>
                    <a:pt x="172" y="38"/>
                  </a:cubicBezTo>
                  <a:cubicBezTo>
                    <a:pt x="172" y="40"/>
                    <a:pt x="172" y="40"/>
                    <a:pt x="172" y="40"/>
                  </a:cubicBezTo>
                  <a:cubicBezTo>
                    <a:pt x="168" y="40"/>
                    <a:pt x="168" y="40"/>
                    <a:pt x="168" y="40"/>
                  </a:cubicBezTo>
                  <a:lnTo>
                    <a:pt x="168" y="38"/>
                  </a:lnTo>
                  <a:close/>
                  <a:moveTo>
                    <a:pt x="174" y="38"/>
                  </a:moveTo>
                  <a:cubicBezTo>
                    <a:pt x="178" y="38"/>
                    <a:pt x="178" y="38"/>
                    <a:pt x="178" y="38"/>
                  </a:cubicBezTo>
                  <a:cubicBezTo>
                    <a:pt x="177" y="40"/>
                    <a:pt x="177" y="40"/>
                    <a:pt x="177" y="40"/>
                  </a:cubicBezTo>
                  <a:cubicBezTo>
                    <a:pt x="174" y="40"/>
                    <a:pt x="174" y="40"/>
                    <a:pt x="174" y="40"/>
                  </a:cubicBezTo>
                  <a:lnTo>
                    <a:pt x="174" y="38"/>
                  </a:lnTo>
                  <a:close/>
                  <a:moveTo>
                    <a:pt x="179" y="38"/>
                  </a:moveTo>
                  <a:cubicBezTo>
                    <a:pt x="183" y="38"/>
                    <a:pt x="183" y="38"/>
                    <a:pt x="183" y="38"/>
                  </a:cubicBezTo>
                  <a:cubicBezTo>
                    <a:pt x="183" y="40"/>
                    <a:pt x="183" y="40"/>
                    <a:pt x="183" y="40"/>
                  </a:cubicBezTo>
                  <a:cubicBezTo>
                    <a:pt x="179" y="40"/>
                    <a:pt x="179" y="40"/>
                    <a:pt x="179" y="40"/>
                  </a:cubicBezTo>
                  <a:lnTo>
                    <a:pt x="179" y="38"/>
                  </a:lnTo>
                  <a:close/>
                  <a:moveTo>
                    <a:pt x="185" y="38"/>
                  </a:moveTo>
                  <a:cubicBezTo>
                    <a:pt x="189" y="38"/>
                    <a:pt x="189" y="38"/>
                    <a:pt x="189" y="38"/>
                  </a:cubicBezTo>
                  <a:cubicBezTo>
                    <a:pt x="188" y="40"/>
                    <a:pt x="188" y="40"/>
                    <a:pt x="188" y="40"/>
                  </a:cubicBezTo>
                  <a:cubicBezTo>
                    <a:pt x="185" y="40"/>
                    <a:pt x="185" y="40"/>
                    <a:pt x="185" y="40"/>
                  </a:cubicBezTo>
                  <a:lnTo>
                    <a:pt x="185" y="38"/>
                  </a:lnTo>
                  <a:close/>
                  <a:moveTo>
                    <a:pt x="189" y="36"/>
                  </a:moveTo>
                  <a:cubicBezTo>
                    <a:pt x="185" y="36"/>
                    <a:pt x="185" y="36"/>
                    <a:pt x="185" y="36"/>
                  </a:cubicBezTo>
                  <a:cubicBezTo>
                    <a:pt x="186" y="33"/>
                    <a:pt x="186" y="33"/>
                    <a:pt x="186" y="33"/>
                  </a:cubicBezTo>
                  <a:cubicBezTo>
                    <a:pt x="189" y="33"/>
                    <a:pt x="189" y="33"/>
                    <a:pt x="189" y="33"/>
                  </a:cubicBezTo>
                  <a:lnTo>
                    <a:pt x="189" y="36"/>
                  </a:lnTo>
                  <a:close/>
                  <a:moveTo>
                    <a:pt x="184" y="36"/>
                  </a:moveTo>
                  <a:cubicBezTo>
                    <a:pt x="180" y="36"/>
                    <a:pt x="180" y="36"/>
                    <a:pt x="180" y="36"/>
                  </a:cubicBezTo>
                  <a:cubicBezTo>
                    <a:pt x="180" y="33"/>
                    <a:pt x="180" y="33"/>
                    <a:pt x="180" y="33"/>
                  </a:cubicBezTo>
                  <a:cubicBezTo>
                    <a:pt x="184" y="33"/>
                    <a:pt x="184" y="33"/>
                    <a:pt x="184" y="33"/>
                  </a:cubicBezTo>
                  <a:lnTo>
                    <a:pt x="184" y="36"/>
                  </a:lnTo>
                  <a:close/>
                  <a:moveTo>
                    <a:pt x="178" y="36"/>
                  </a:moveTo>
                  <a:cubicBezTo>
                    <a:pt x="174" y="36"/>
                    <a:pt x="174" y="36"/>
                    <a:pt x="174" y="36"/>
                  </a:cubicBezTo>
                  <a:cubicBezTo>
                    <a:pt x="174" y="33"/>
                    <a:pt x="174" y="33"/>
                    <a:pt x="174" y="33"/>
                  </a:cubicBezTo>
                  <a:cubicBezTo>
                    <a:pt x="178" y="33"/>
                    <a:pt x="178" y="33"/>
                    <a:pt x="178" y="33"/>
                  </a:cubicBezTo>
                  <a:lnTo>
                    <a:pt x="178" y="36"/>
                  </a:lnTo>
                  <a:close/>
                  <a:moveTo>
                    <a:pt x="172" y="36"/>
                  </a:moveTo>
                  <a:cubicBezTo>
                    <a:pt x="168" y="36"/>
                    <a:pt x="168" y="36"/>
                    <a:pt x="168" y="36"/>
                  </a:cubicBezTo>
                  <a:cubicBezTo>
                    <a:pt x="168" y="33"/>
                    <a:pt x="168" y="33"/>
                    <a:pt x="168" y="33"/>
                  </a:cubicBezTo>
                  <a:cubicBezTo>
                    <a:pt x="172" y="33"/>
                    <a:pt x="172" y="33"/>
                    <a:pt x="172" y="33"/>
                  </a:cubicBezTo>
                  <a:lnTo>
                    <a:pt x="172" y="36"/>
                  </a:lnTo>
                  <a:close/>
                  <a:moveTo>
                    <a:pt x="166" y="36"/>
                  </a:moveTo>
                  <a:cubicBezTo>
                    <a:pt x="162" y="36"/>
                    <a:pt x="162" y="36"/>
                    <a:pt x="162" y="36"/>
                  </a:cubicBezTo>
                  <a:cubicBezTo>
                    <a:pt x="162" y="33"/>
                    <a:pt x="162" y="33"/>
                    <a:pt x="162" y="33"/>
                  </a:cubicBezTo>
                  <a:cubicBezTo>
                    <a:pt x="166" y="33"/>
                    <a:pt x="166" y="33"/>
                    <a:pt x="166" y="33"/>
                  </a:cubicBezTo>
                  <a:lnTo>
                    <a:pt x="166" y="36"/>
                  </a:lnTo>
                  <a:close/>
                  <a:moveTo>
                    <a:pt x="160" y="36"/>
                  </a:moveTo>
                  <a:cubicBezTo>
                    <a:pt x="156" y="36"/>
                    <a:pt x="156" y="36"/>
                    <a:pt x="156" y="36"/>
                  </a:cubicBezTo>
                  <a:cubicBezTo>
                    <a:pt x="156" y="33"/>
                    <a:pt x="156" y="33"/>
                    <a:pt x="156" y="33"/>
                  </a:cubicBezTo>
                  <a:cubicBezTo>
                    <a:pt x="160" y="33"/>
                    <a:pt x="160" y="33"/>
                    <a:pt x="160" y="33"/>
                  </a:cubicBezTo>
                  <a:lnTo>
                    <a:pt x="160" y="36"/>
                  </a:lnTo>
                  <a:close/>
                  <a:moveTo>
                    <a:pt x="155" y="36"/>
                  </a:moveTo>
                  <a:cubicBezTo>
                    <a:pt x="151" y="36"/>
                    <a:pt x="151" y="36"/>
                    <a:pt x="151" y="36"/>
                  </a:cubicBezTo>
                  <a:cubicBezTo>
                    <a:pt x="150" y="33"/>
                    <a:pt x="150" y="33"/>
                    <a:pt x="150" y="33"/>
                  </a:cubicBezTo>
                  <a:cubicBezTo>
                    <a:pt x="154" y="33"/>
                    <a:pt x="154" y="33"/>
                    <a:pt x="154" y="33"/>
                  </a:cubicBezTo>
                  <a:lnTo>
                    <a:pt x="155" y="36"/>
                  </a:lnTo>
                  <a:close/>
                  <a:moveTo>
                    <a:pt x="149" y="36"/>
                  </a:moveTo>
                  <a:cubicBezTo>
                    <a:pt x="145" y="36"/>
                    <a:pt x="145" y="36"/>
                    <a:pt x="145" y="36"/>
                  </a:cubicBezTo>
                  <a:cubicBezTo>
                    <a:pt x="145" y="33"/>
                    <a:pt x="145" y="33"/>
                    <a:pt x="145" y="33"/>
                  </a:cubicBezTo>
                  <a:cubicBezTo>
                    <a:pt x="149" y="33"/>
                    <a:pt x="149" y="33"/>
                    <a:pt x="149" y="33"/>
                  </a:cubicBezTo>
                  <a:lnTo>
                    <a:pt x="149" y="36"/>
                  </a:lnTo>
                  <a:close/>
                  <a:moveTo>
                    <a:pt x="143" y="36"/>
                  </a:moveTo>
                  <a:cubicBezTo>
                    <a:pt x="139" y="36"/>
                    <a:pt x="139" y="36"/>
                    <a:pt x="139" y="36"/>
                  </a:cubicBezTo>
                  <a:cubicBezTo>
                    <a:pt x="139" y="33"/>
                    <a:pt x="139" y="33"/>
                    <a:pt x="139" y="33"/>
                  </a:cubicBezTo>
                  <a:cubicBezTo>
                    <a:pt x="143" y="33"/>
                    <a:pt x="143" y="33"/>
                    <a:pt x="143" y="33"/>
                  </a:cubicBezTo>
                  <a:lnTo>
                    <a:pt x="143" y="36"/>
                  </a:lnTo>
                  <a:close/>
                  <a:moveTo>
                    <a:pt x="137" y="36"/>
                  </a:moveTo>
                  <a:cubicBezTo>
                    <a:pt x="134" y="36"/>
                    <a:pt x="134" y="36"/>
                    <a:pt x="134" y="36"/>
                  </a:cubicBezTo>
                  <a:cubicBezTo>
                    <a:pt x="133" y="33"/>
                    <a:pt x="133" y="33"/>
                    <a:pt x="133" y="33"/>
                  </a:cubicBezTo>
                  <a:cubicBezTo>
                    <a:pt x="137" y="33"/>
                    <a:pt x="137" y="33"/>
                    <a:pt x="137" y="33"/>
                  </a:cubicBezTo>
                  <a:lnTo>
                    <a:pt x="137" y="36"/>
                  </a:lnTo>
                  <a:close/>
                  <a:moveTo>
                    <a:pt x="138" y="42"/>
                  </a:moveTo>
                  <a:cubicBezTo>
                    <a:pt x="138" y="45"/>
                    <a:pt x="138" y="45"/>
                    <a:pt x="138" y="45"/>
                  </a:cubicBezTo>
                  <a:cubicBezTo>
                    <a:pt x="136" y="45"/>
                    <a:pt x="136" y="45"/>
                    <a:pt x="136" y="45"/>
                  </a:cubicBezTo>
                  <a:cubicBezTo>
                    <a:pt x="135" y="42"/>
                    <a:pt x="135" y="42"/>
                    <a:pt x="135" y="42"/>
                  </a:cubicBezTo>
                  <a:lnTo>
                    <a:pt x="138" y="42"/>
                  </a:lnTo>
                  <a:close/>
                  <a:moveTo>
                    <a:pt x="140" y="45"/>
                  </a:moveTo>
                  <a:cubicBezTo>
                    <a:pt x="140" y="42"/>
                    <a:pt x="140" y="42"/>
                    <a:pt x="140" y="42"/>
                  </a:cubicBezTo>
                  <a:cubicBezTo>
                    <a:pt x="143" y="42"/>
                    <a:pt x="143" y="42"/>
                    <a:pt x="143" y="42"/>
                  </a:cubicBezTo>
                  <a:cubicBezTo>
                    <a:pt x="144" y="45"/>
                    <a:pt x="144" y="45"/>
                    <a:pt x="144" y="45"/>
                  </a:cubicBezTo>
                  <a:lnTo>
                    <a:pt x="140" y="45"/>
                  </a:lnTo>
                  <a:close/>
                  <a:moveTo>
                    <a:pt x="146" y="45"/>
                  </a:moveTo>
                  <a:cubicBezTo>
                    <a:pt x="145" y="42"/>
                    <a:pt x="145" y="42"/>
                    <a:pt x="145" y="42"/>
                  </a:cubicBezTo>
                  <a:cubicBezTo>
                    <a:pt x="149" y="42"/>
                    <a:pt x="149" y="42"/>
                    <a:pt x="149" y="42"/>
                  </a:cubicBezTo>
                  <a:cubicBezTo>
                    <a:pt x="149" y="45"/>
                    <a:pt x="149" y="45"/>
                    <a:pt x="149" y="45"/>
                  </a:cubicBezTo>
                  <a:lnTo>
                    <a:pt x="146" y="45"/>
                  </a:lnTo>
                  <a:close/>
                  <a:moveTo>
                    <a:pt x="151" y="45"/>
                  </a:moveTo>
                  <a:cubicBezTo>
                    <a:pt x="151" y="42"/>
                    <a:pt x="151" y="42"/>
                    <a:pt x="151" y="42"/>
                  </a:cubicBezTo>
                  <a:cubicBezTo>
                    <a:pt x="155" y="42"/>
                    <a:pt x="155" y="42"/>
                    <a:pt x="155" y="42"/>
                  </a:cubicBezTo>
                  <a:cubicBezTo>
                    <a:pt x="155" y="45"/>
                    <a:pt x="155" y="45"/>
                    <a:pt x="155" y="45"/>
                  </a:cubicBezTo>
                  <a:lnTo>
                    <a:pt x="151" y="45"/>
                  </a:lnTo>
                  <a:close/>
                  <a:moveTo>
                    <a:pt x="157" y="45"/>
                  </a:moveTo>
                  <a:cubicBezTo>
                    <a:pt x="157" y="42"/>
                    <a:pt x="157" y="42"/>
                    <a:pt x="157" y="42"/>
                  </a:cubicBezTo>
                  <a:cubicBezTo>
                    <a:pt x="160" y="42"/>
                    <a:pt x="160" y="42"/>
                    <a:pt x="160" y="42"/>
                  </a:cubicBezTo>
                  <a:cubicBezTo>
                    <a:pt x="160" y="45"/>
                    <a:pt x="160" y="45"/>
                    <a:pt x="160" y="45"/>
                  </a:cubicBezTo>
                  <a:lnTo>
                    <a:pt x="157" y="45"/>
                  </a:lnTo>
                  <a:close/>
                  <a:moveTo>
                    <a:pt x="162" y="42"/>
                  </a:moveTo>
                  <a:cubicBezTo>
                    <a:pt x="166" y="42"/>
                    <a:pt x="166" y="42"/>
                    <a:pt x="166" y="42"/>
                  </a:cubicBezTo>
                  <a:cubicBezTo>
                    <a:pt x="166" y="45"/>
                    <a:pt x="166" y="45"/>
                    <a:pt x="166" y="45"/>
                  </a:cubicBezTo>
                  <a:cubicBezTo>
                    <a:pt x="162" y="45"/>
                    <a:pt x="162" y="45"/>
                    <a:pt x="162" y="45"/>
                  </a:cubicBezTo>
                  <a:lnTo>
                    <a:pt x="162" y="42"/>
                  </a:lnTo>
                  <a:close/>
                  <a:moveTo>
                    <a:pt x="168" y="42"/>
                  </a:moveTo>
                  <a:cubicBezTo>
                    <a:pt x="172" y="42"/>
                    <a:pt x="172" y="42"/>
                    <a:pt x="172" y="42"/>
                  </a:cubicBezTo>
                  <a:cubicBezTo>
                    <a:pt x="171" y="45"/>
                    <a:pt x="171" y="45"/>
                    <a:pt x="171" y="45"/>
                  </a:cubicBezTo>
                  <a:cubicBezTo>
                    <a:pt x="168" y="45"/>
                    <a:pt x="168" y="45"/>
                    <a:pt x="168" y="45"/>
                  </a:cubicBezTo>
                  <a:lnTo>
                    <a:pt x="168" y="42"/>
                  </a:lnTo>
                  <a:close/>
                  <a:moveTo>
                    <a:pt x="173" y="42"/>
                  </a:moveTo>
                  <a:cubicBezTo>
                    <a:pt x="177" y="42"/>
                    <a:pt x="177" y="42"/>
                    <a:pt x="177" y="42"/>
                  </a:cubicBezTo>
                  <a:cubicBezTo>
                    <a:pt x="177" y="45"/>
                    <a:pt x="177" y="45"/>
                    <a:pt x="177" y="45"/>
                  </a:cubicBezTo>
                  <a:cubicBezTo>
                    <a:pt x="173" y="45"/>
                    <a:pt x="173" y="45"/>
                    <a:pt x="173" y="45"/>
                  </a:cubicBezTo>
                  <a:lnTo>
                    <a:pt x="173" y="42"/>
                  </a:lnTo>
                  <a:close/>
                  <a:moveTo>
                    <a:pt x="179" y="42"/>
                  </a:moveTo>
                  <a:cubicBezTo>
                    <a:pt x="183" y="42"/>
                    <a:pt x="183" y="42"/>
                    <a:pt x="183" y="42"/>
                  </a:cubicBezTo>
                  <a:cubicBezTo>
                    <a:pt x="183" y="45"/>
                    <a:pt x="183" y="45"/>
                    <a:pt x="183" y="45"/>
                  </a:cubicBezTo>
                  <a:cubicBezTo>
                    <a:pt x="179" y="45"/>
                    <a:pt x="179" y="45"/>
                    <a:pt x="179" y="45"/>
                  </a:cubicBezTo>
                  <a:lnTo>
                    <a:pt x="179" y="42"/>
                  </a:lnTo>
                  <a:close/>
                  <a:moveTo>
                    <a:pt x="190" y="31"/>
                  </a:moveTo>
                  <a:cubicBezTo>
                    <a:pt x="186" y="31"/>
                    <a:pt x="186" y="31"/>
                    <a:pt x="186" y="31"/>
                  </a:cubicBezTo>
                  <a:cubicBezTo>
                    <a:pt x="186" y="29"/>
                    <a:pt x="186" y="29"/>
                    <a:pt x="186" y="29"/>
                  </a:cubicBezTo>
                  <a:cubicBezTo>
                    <a:pt x="190" y="29"/>
                    <a:pt x="190" y="29"/>
                    <a:pt x="190" y="29"/>
                  </a:cubicBezTo>
                  <a:lnTo>
                    <a:pt x="190" y="31"/>
                  </a:lnTo>
                  <a:close/>
                  <a:moveTo>
                    <a:pt x="184" y="31"/>
                  </a:moveTo>
                  <a:cubicBezTo>
                    <a:pt x="180" y="31"/>
                    <a:pt x="180" y="31"/>
                    <a:pt x="180" y="31"/>
                  </a:cubicBezTo>
                  <a:cubicBezTo>
                    <a:pt x="180" y="29"/>
                    <a:pt x="180" y="29"/>
                    <a:pt x="180" y="29"/>
                  </a:cubicBezTo>
                  <a:cubicBezTo>
                    <a:pt x="184" y="29"/>
                    <a:pt x="184" y="29"/>
                    <a:pt x="184" y="29"/>
                  </a:cubicBezTo>
                  <a:lnTo>
                    <a:pt x="184" y="31"/>
                  </a:lnTo>
                  <a:close/>
                  <a:moveTo>
                    <a:pt x="178" y="31"/>
                  </a:moveTo>
                  <a:cubicBezTo>
                    <a:pt x="174" y="31"/>
                    <a:pt x="174" y="31"/>
                    <a:pt x="174" y="31"/>
                  </a:cubicBezTo>
                  <a:cubicBezTo>
                    <a:pt x="174" y="29"/>
                    <a:pt x="174" y="29"/>
                    <a:pt x="174" y="29"/>
                  </a:cubicBezTo>
                  <a:cubicBezTo>
                    <a:pt x="178" y="29"/>
                    <a:pt x="178" y="29"/>
                    <a:pt x="178" y="29"/>
                  </a:cubicBezTo>
                  <a:lnTo>
                    <a:pt x="178" y="31"/>
                  </a:lnTo>
                  <a:close/>
                  <a:moveTo>
                    <a:pt x="172" y="31"/>
                  </a:moveTo>
                  <a:cubicBezTo>
                    <a:pt x="168" y="31"/>
                    <a:pt x="168" y="31"/>
                    <a:pt x="168" y="31"/>
                  </a:cubicBezTo>
                  <a:cubicBezTo>
                    <a:pt x="168" y="29"/>
                    <a:pt x="168" y="29"/>
                    <a:pt x="168" y="29"/>
                  </a:cubicBezTo>
                  <a:cubicBezTo>
                    <a:pt x="172" y="29"/>
                    <a:pt x="172" y="29"/>
                    <a:pt x="172" y="29"/>
                  </a:cubicBezTo>
                  <a:lnTo>
                    <a:pt x="172" y="31"/>
                  </a:lnTo>
                  <a:close/>
                  <a:moveTo>
                    <a:pt x="166" y="31"/>
                  </a:moveTo>
                  <a:cubicBezTo>
                    <a:pt x="162" y="31"/>
                    <a:pt x="162" y="31"/>
                    <a:pt x="162" y="31"/>
                  </a:cubicBezTo>
                  <a:cubicBezTo>
                    <a:pt x="162" y="29"/>
                    <a:pt x="162" y="29"/>
                    <a:pt x="162" y="29"/>
                  </a:cubicBezTo>
                  <a:cubicBezTo>
                    <a:pt x="166" y="29"/>
                    <a:pt x="166" y="29"/>
                    <a:pt x="166" y="29"/>
                  </a:cubicBezTo>
                  <a:lnTo>
                    <a:pt x="166" y="31"/>
                  </a:lnTo>
                  <a:close/>
                  <a:moveTo>
                    <a:pt x="160" y="31"/>
                  </a:moveTo>
                  <a:cubicBezTo>
                    <a:pt x="156" y="31"/>
                    <a:pt x="156" y="31"/>
                    <a:pt x="156" y="31"/>
                  </a:cubicBezTo>
                  <a:cubicBezTo>
                    <a:pt x="156" y="29"/>
                    <a:pt x="156" y="29"/>
                    <a:pt x="156" y="29"/>
                  </a:cubicBezTo>
                  <a:cubicBezTo>
                    <a:pt x="160" y="29"/>
                    <a:pt x="160" y="29"/>
                    <a:pt x="160" y="29"/>
                  </a:cubicBezTo>
                  <a:lnTo>
                    <a:pt x="160" y="31"/>
                  </a:lnTo>
                  <a:close/>
                  <a:moveTo>
                    <a:pt x="154" y="29"/>
                  </a:moveTo>
                  <a:cubicBezTo>
                    <a:pt x="154" y="31"/>
                    <a:pt x="154" y="31"/>
                    <a:pt x="154" y="31"/>
                  </a:cubicBezTo>
                  <a:cubicBezTo>
                    <a:pt x="150" y="31"/>
                    <a:pt x="150" y="31"/>
                    <a:pt x="150" y="31"/>
                  </a:cubicBezTo>
                  <a:cubicBezTo>
                    <a:pt x="150" y="29"/>
                    <a:pt x="150" y="29"/>
                    <a:pt x="150" y="29"/>
                  </a:cubicBezTo>
                  <a:lnTo>
                    <a:pt x="154" y="29"/>
                  </a:lnTo>
                  <a:close/>
                  <a:moveTo>
                    <a:pt x="148" y="29"/>
                  </a:moveTo>
                  <a:cubicBezTo>
                    <a:pt x="148" y="31"/>
                    <a:pt x="148" y="31"/>
                    <a:pt x="148" y="31"/>
                  </a:cubicBezTo>
                  <a:cubicBezTo>
                    <a:pt x="144" y="31"/>
                    <a:pt x="144" y="31"/>
                    <a:pt x="144" y="31"/>
                  </a:cubicBezTo>
                  <a:cubicBezTo>
                    <a:pt x="144" y="29"/>
                    <a:pt x="144" y="29"/>
                    <a:pt x="144" y="29"/>
                  </a:cubicBezTo>
                  <a:lnTo>
                    <a:pt x="148" y="29"/>
                  </a:lnTo>
                  <a:close/>
                  <a:moveTo>
                    <a:pt x="142" y="29"/>
                  </a:moveTo>
                  <a:cubicBezTo>
                    <a:pt x="143" y="31"/>
                    <a:pt x="143" y="31"/>
                    <a:pt x="143" y="31"/>
                  </a:cubicBezTo>
                  <a:cubicBezTo>
                    <a:pt x="138" y="31"/>
                    <a:pt x="138" y="31"/>
                    <a:pt x="138" y="31"/>
                  </a:cubicBezTo>
                  <a:cubicBezTo>
                    <a:pt x="138" y="29"/>
                    <a:pt x="138" y="29"/>
                    <a:pt x="138" y="29"/>
                  </a:cubicBezTo>
                  <a:lnTo>
                    <a:pt x="142" y="29"/>
                  </a:lnTo>
                  <a:close/>
                  <a:moveTo>
                    <a:pt x="136" y="29"/>
                  </a:moveTo>
                  <a:cubicBezTo>
                    <a:pt x="137" y="31"/>
                    <a:pt x="137" y="31"/>
                    <a:pt x="137" y="31"/>
                  </a:cubicBezTo>
                  <a:cubicBezTo>
                    <a:pt x="133" y="31"/>
                    <a:pt x="133" y="31"/>
                    <a:pt x="133" y="31"/>
                  </a:cubicBezTo>
                  <a:cubicBezTo>
                    <a:pt x="132" y="29"/>
                    <a:pt x="132" y="29"/>
                    <a:pt x="132" y="29"/>
                  </a:cubicBezTo>
                  <a:lnTo>
                    <a:pt x="136" y="29"/>
                  </a:lnTo>
                  <a:close/>
                  <a:moveTo>
                    <a:pt x="130" y="21"/>
                  </a:moveTo>
                  <a:cubicBezTo>
                    <a:pt x="130" y="21"/>
                    <a:pt x="130" y="21"/>
                    <a:pt x="130" y="21"/>
                  </a:cubicBezTo>
                  <a:cubicBezTo>
                    <a:pt x="130" y="21"/>
                    <a:pt x="129" y="21"/>
                    <a:pt x="129" y="21"/>
                  </a:cubicBezTo>
                  <a:cubicBezTo>
                    <a:pt x="129" y="21"/>
                    <a:pt x="129" y="22"/>
                    <a:pt x="129" y="22"/>
                  </a:cubicBezTo>
                  <a:cubicBezTo>
                    <a:pt x="132" y="38"/>
                    <a:pt x="132" y="38"/>
                    <a:pt x="132" y="38"/>
                  </a:cubicBezTo>
                  <a:cubicBezTo>
                    <a:pt x="123" y="7"/>
                    <a:pt x="123" y="7"/>
                    <a:pt x="123" y="7"/>
                  </a:cubicBezTo>
                  <a:cubicBezTo>
                    <a:pt x="124" y="8"/>
                    <a:pt x="125" y="8"/>
                    <a:pt x="127" y="8"/>
                  </a:cubicBezTo>
                  <a:lnTo>
                    <a:pt x="130" y="21"/>
                  </a:lnTo>
                  <a:close/>
                  <a:moveTo>
                    <a:pt x="134" y="49"/>
                  </a:moveTo>
                  <a:cubicBezTo>
                    <a:pt x="131" y="51"/>
                    <a:pt x="131" y="51"/>
                    <a:pt x="131" y="51"/>
                  </a:cubicBezTo>
                  <a:cubicBezTo>
                    <a:pt x="118" y="6"/>
                    <a:pt x="118" y="6"/>
                    <a:pt x="118" y="6"/>
                  </a:cubicBezTo>
                  <a:cubicBezTo>
                    <a:pt x="119" y="6"/>
                    <a:pt x="120" y="6"/>
                    <a:pt x="121" y="7"/>
                  </a:cubicBezTo>
                  <a:lnTo>
                    <a:pt x="134" y="49"/>
                  </a:lnTo>
                  <a:close/>
                  <a:moveTo>
                    <a:pt x="135" y="50"/>
                  </a:moveTo>
                  <a:cubicBezTo>
                    <a:pt x="135" y="50"/>
                    <a:pt x="135" y="50"/>
                    <a:pt x="135" y="50"/>
                  </a:cubicBezTo>
                  <a:cubicBezTo>
                    <a:pt x="136" y="50"/>
                    <a:pt x="136" y="50"/>
                    <a:pt x="136" y="49"/>
                  </a:cubicBezTo>
                  <a:cubicBezTo>
                    <a:pt x="135" y="47"/>
                    <a:pt x="135" y="47"/>
                    <a:pt x="135" y="47"/>
                  </a:cubicBezTo>
                  <a:cubicBezTo>
                    <a:pt x="187" y="47"/>
                    <a:pt x="187" y="47"/>
                    <a:pt x="187" y="47"/>
                  </a:cubicBezTo>
                  <a:cubicBezTo>
                    <a:pt x="192" y="53"/>
                    <a:pt x="192" y="53"/>
                    <a:pt x="192" y="53"/>
                  </a:cubicBezTo>
                  <a:cubicBezTo>
                    <a:pt x="131" y="53"/>
                    <a:pt x="131" y="53"/>
                    <a:pt x="131" y="53"/>
                  </a:cubicBezTo>
                  <a:lnTo>
                    <a:pt x="135" y="50"/>
                  </a:lnTo>
                  <a:close/>
                  <a:moveTo>
                    <a:pt x="198" y="56"/>
                  </a:moveTo>
                  <a:cubicBezTo>
                    <a:pt x="198" y="11"/>
                    <a:pt x="198" y="11"/>
                    <a:pt x="198" y="11"/>
                  </a:cubicBezTo>
                  <a:cubicBezTo>
                    <a:pt x="199" y="10"/>
                    <a:pt x="200" y="10"/>
                    <a:pt x="201" y="10"/>
                  </a:cubicBezTo>
                  <a:cubicBezTo>
                    <a:pt x="201" y="60"/>
                    <a:pt x="201" y="60"/>
                    <a:pt x="201" y="60"/>
                  </a:cubicBezTo>
                  <a:lnTo>
                    <a:pt x="198" y="56"/>
                  </a:lnTo>
                  <a:close/>
                  <a:moveTo>
                    <a:pt x="203" y="9"/>
                  </a:moveTo>
                  <a:cubicBezTo>
                    <a:pt x="204" y="9"/>
                    <a:pt x="205" y="8"/>
                    <a:pt x="206" y="8"/>
                  </a:cubicBezTo>
                  <a:cubicBezTo>
                    <a:pt x="206" y="62"/>
                    <a:pt x="206" y="62"/>
                    <a:pt x="206" y="62"/>
                  </a:cubicBezTo>
                  <a:cubicBezTo>
                    <a:pt x="203" y="62"/>
                    <a:pt x="203" y="62"/>
                    <a:pt x="203" y="62"/>
                  </a:cubicBezTo>
                  <a:lnTo>
                    <a:pt x="203" y="9"/>
                  </a:lnTo>
                  <a:close/>
                  <a:moveTo>
                    <a:pt x="207" y="7"/>
                  </a:moveTo>
                  <a:cubicBezTo>
                    <a:pt x="208" y="7"/>
                    <a:pt x="209" y="7"/>
                    <a:pt x="210" y="7"/>
                  </a:cubicBezTo>
                  <a:cubicBezTo>
                    <a:pt x="210" y="62"/>
                    <a:pt x="210" y="62"/>
                    <a:pt x="210" y="62"/>
                  </a:cubicBezTo>
                  <a:cubicBezTo>
                    <a:pt x="207" y="62"/>
                    <a:pt x="207" y="62"/>
                    <a:pt x="207" y="62"/>
                  </a:cubicBezTo>
                  <a:lnTo>
                    <a:pt x="207" y="7"/>
                  </a:lnTo>
                  <a:close/>
                  <a:moveTo>
                    <a:pt x="212" y="6"/>
                  </a:moveTo>
                  <a:cubicBezTo>
                    <a:pt x="213" y="6"/>
                    <a:pt x="214" y="6"/>
                    <a:pt x="215" y="6"/>
                  </a:cubicBezTo>
                  <a:cubicBezTo>
                    <a:pt x="215" y="62"/>
                    <a:pt x="215" y="62"/>
                    <a:pt x="215" y="62"/>
                  </a:cubicBezTo>
                  <a:cubicBezTo>
                    <a:pt x="212" y="62"/>
                    <a:pt x="212" y="62"/>
                    <a:pt x="212" y="62"/>
                  </a:cubicBezTo>
                  <a:lnTo>
                    <a:pt x="212" y="6"/>
                  </a:lnTo>
                  <a:close/>
                  <a:moveTo>
                    <a:pt x="217" y="5"/>
                  </a:moveTo>
                  <a:cubicBezTo>
                    <a:pt x="218" y="5"/>
                    <a:pt x="219" y="5"/>
                    <a:pt x="220" y="4"/>
                  </a:cubicBezTo>
                  <a:cubicBezTo>
                    <a:pt x="220" y="62"/>
                    <a:pt x="220" y="62"/>
                    <a:pt x="220" y="62"/>
                  </a:cubicBezTo>
                  <a:cubicBezTo>
                    <a:pt x="217" y="62"/>
                    <a:pt x="217" y="62"/>
                    <a:pt x="217" y="62"/>
                  </a:cubicBezTo>
                  <a:lnTo>
                    <a:pt x="217" y="5"/>
                  </a:lnTo>
                  <a:close/>
                  <a:moveTo>
                    <a:pt x="222" y="4"/>
                  </a:moveTo>
                  <a:cubicBezTo>
                    <a:pt x="223" y="4"/>
                    <a:pt x="224" y="4"/>
                    <a:pt x="225" y="4"/>
                  </a:cubicBezTo>
                  <a:cubicBezTo>
                    <a:pt x="225" y="62"/>
                    <a:pt x="225" y="62"/>
                    <a:pt x="225" y="62"/>
                  </a:cubicBezTo>
                  <a:cubicBezTo>
                    <a:pt x="222" y="62"/>
                    <a:pt x="222" y="62"/>
                    <a:pt x="222" y="62"/>
                  </a:cubicBezTo>
                  <a:lnTo>
                    <a:pt x="222" y="4"/>
                  </a:lnTo>
                  <a:close/>
                  <a:moveTo>
                    <a:pt x="227" y="3"/>
                  </a:moveTo>
                  <a:cubicBezTo>
                    <a:pt x="228" y="3"/>
                    <a:pt x="229" y="3"/>
                    <a:pt x="230" y="3"/>
                  </a:cubicBezTo>
                  <a:cubicBezTo>
                    <a:pt x="230" y="62"/>
                    <a:pt x="230" y="62"/>
                    <a:pt x="230" y="62"/>
                  </a:cubicBezTo>
                  <a:cubicBezTo>
                    <a:pt x="227" y="62"/>
                    <a:pt x="227" y="62"/>
                    <a:pt x="227" y="62"/>
                  </a:cubicBezTo>
                  <a:lnTo>
                    <a:pt x="227" y="3"/>
                  </a:lnTo>
                  <a:close/>
                  <a:moveTo>
                    <a:pt x="232" y="3"/>
                  </a:moveTo>
                  <a:cubicBezTo>
                    <a:pt x="233" y="2"/>
                    <a:pt x="234" y="2"/>
                    <a:pt x="235" y="2"/>
                  </a:cubicBezTo>
                  <a:cubicBezTo>
                    <a:pt x="235" y="62"/>
                    <a:pt x="235" y="62"/>
                    <a:pt x="235" y="62"/>
                  </a:cubicBezTo>
                  <a:cubicBezTo>
                    <a:pt x="232" y="62"/>
                    <a:pt x="232" y="62"/>
                    <a:pt x="232" y="62"/>
                  </a:cubicBezTo>
                  <a:lnTo>
                    <a:pt x="232" y="3"/>
                  </a:lnTo>
                  <a:close/>
                  <a:moveTo>
                    <a:pt x="236" y="2"/>
                  </a:moveTo>
                  <a:cubicBezTo>
                    <a:pt x="238" y="2"/>
                    <a:pt x="239" y="2"/>
                    <a:pt x="239" y="2"/>
                  </a:cubicBezTo>
                  <a:cubicBezTo>
                    <a:pt x="239" y="62"/>
                    <a:pt x="239" y="62"/>
                    <a:pt x="239" y="62"/>
                  </a:cubicBezTo>
                  <a:cubicBezTo>
                    <a:pt x="236" y="62"/>
                    <a:pt x="236" y="62"/>
                    <a:pt x="236" y="62"/>
                  </a:cubicBezTo>
                  <a:lnTo>
                    <a:pt x="236" y="2"/>
                  </a:lnTo>
                  <a:close/>
                  <a:moveTo>
                    <a:pt x="241" y="2"/>
                  </a:moveTo>
                  <a:cubicBezTo>
                    <a:pt x="244" y="2"/>
                    <a:pt x="244" y="2"/>
                    <a:pt x="244" y="2"/>
                  </a:cubicBezTo>
                  <a:cubicBezTo>
                    <a:pt x="244" y="62"/>
                    <a:pt x="244" y="62"/>
                    <a:pt x="244" y="62"/>
                  </a:cubicBezTo>
                  <a:cubicBezTo>
                    <a:pt x="241" y="62"/>
                    <a:pt x="241" y="62"/>
                    <a:pt x="241" y="62"/>
                  </a:cubicBezTo>
                  <a:lnTo>
                    <a:pt x="241" y="2"/>
                  </a:lnTo>
                  <a:close/>
                  <a:moveTo>
                    <a:pt x="246" y="2"/>
                  </a:moveTo>
                  <a:cubicBezTo>
                    <a:pt x="249" y="2"/>
                    <a:pt x="249" y="2"/>
                    <a:pt x="249" y="2"/>
                  </a:cubicBezTo>
                  <a:cubicBezTo>
                    <a:pt x="249" y="62"/>
                    <a:pt x="249" y="62"/>
                    <a:pt x="249" y="62"/>
                  </a:cubicBezTo>
                  <a:cubicBezTo>
                    <a:pt x="246" y="62"/>
                    <a:pt x="246" y="62"/>
                    <a:pt x="246" y="62"/>
                  </a:cubicBezTo>
                  <a:lnTo>
                    <a:pt x="246" y="2"/>
                  </a:lnTo>
                  <a:close/>
                  <a:moveTo>
                    <a:pt x="251" y="2"/>
                  </a:moveTo>
                  <a:cubicBezTo>
                    <a:pt x="254" y="2"/>
                    <a:pt x="254" y="2"/>
                    <a:pt x="254" y="2"/>
                  </a:cubicBezTo>
                  <a:cubicBezTo>
                    <a:pt x="254" y="62"/>
                    <a:pt x="254" y="62"/>
                    <a:pt x="254" y="62"/>
                  </a:cubicBezTo>
                  <a:cubicBezTo>
                    <a:pt x="251" y="62"/>
                    <a:pt x="251" y="62"/>
                    <a:pt x="251" y="62"/>
                  </a:cubicBezTo>
                  <a:lnTo>
                    <a:pt x="251" y="2"/>
                  </a:lnTo>
                  <a:close/>
                  <a:moveTo>
                    <a:pt x="256" y="2"/>
                  </a:moveTo>
                  <a:cubicBezTo>
                    <a:pt x="259" y="2"/>
                    <a:pt x="259" y="2"/>
                    <a:pt x="259" y="2"/>
                  </a:cubicBezTo>
                  <a:cubicBezTo>
                    <a:pt x="259" y="62"/>
                    <a:pt x="259" y="62"/>
                    <a:pt x="259" y="62"/>
                  </a:cubicBezTo>
                  <a:cubicBezTo>
                    <a:pt x="256" y="62"/>
                    <a:pt x="256" y="62"/>
                    <a:pt x="256" y="62"/>
                  </a:cubicBezTo>
                  <a:lnTo>
                    <a:pt x="256" y="2"/>
                  </a:lnTo>
                  <a:close/>
                  <a:moveTo>
                    <a:pt x="260" y="2"/>
                  </a:moveTo>
                  <a:cubicBezTo>
                    <a:pt x="263" y="2"/>
                    <a:pt x="263" y="2"/>
                    <a:pt x="263" y="2"/>
                  </a:cubicBezTo>
                  <a:cubicBezTo>
                    <a:pt x="263" y="62"/>
                    <a:pt x="263" y="62"/>
                    <a:pt x="263" y="62"/>
                  </a:cubicBezTo>
                  <a:cubicBezTo>
                    <a:pt x="260" y="62"/>
                    <a:pt x="260" y="62"/>
                    <a:pt x="260" y="62"/>
                  </a:cubicBezTo>
                  <a:lnTo>
                    <a:pt x="260" y="2"/>
                  </a:lnTo>
                  <a:close/>
                  <a:moveTo>
                    <a:pt x="265" y="2"/>
                  </a:moveTo>
                  <a:cubicBezTo>
                    <a:pt x="268" y="2"/>
                    <a:pt x="268" y="2"/>
                    <a:pt x="268" y="2"/>
                  </a:cubicBezTo>
                  <a:cubicBezTo>
                    <a:pt x="268" y="62"/>
                    <a:pt x="268" y="62"/>
                    <a:pt x="268" y="62"/>
                  </a:cubicBezTo>
                  <a:cubicBezTo>
                    <a:pt x="265" y="62"/>
                    <a:pt x="265" y="62"/>
                    <a:pt x="265" y="62"/>
                  </a:cubicBezTo>
                  <a:lnTo>
                    <a:pt x="265" y="2"/>
                  </a:lnTo>
                  <a:close/>
                  <a:moveTo>
                    <a:pt x="270" y="2"/>
                  </a:moveTo>
                  <a:cubicBezTo>
                    <a:pt x="273" y="2"/>
                    <a:pt x="273" y="2"/>
                    <a:pt x="273" y="2"/>
                  </a:cubicBezTo>
                  <a:cubicBezTo>
                    <a:pt x="273" y="62"/>
                    <a:pt x="273" y="62"/>
                    <a:pt x="273" y="62"/>
                  </a:cubicBezTo>
                  <a:cubicBezTo>
                    <a:pt x="270" y="62"/>
                    <a:pt x="270" y="62"/>
                    <a:pt x="270" y="62"/>
                  </a:cubicBezTo>
                  <a:lnTo>
                    <a:pt x="270" y="2"/>
                  </a:lnTo>
                  <a:close/>
                  <a:moveTo>
                    <a:pt x="275" y="2"/>
                  </a:moveTo>
                  <a:cubicBezTo>
                    <a:pt x="278" y="2"/>
                    <a:pt x="278" y="2"/>
                    <a:pt x="278" y="2"/>
                  </a:cubicBezTo>
                  <a:cubicBezTo>
                    <a:pt x="278" y="62"/>
                    <a:pt x="278" y="62"/>
                    <a:pt x="278" y="62"/>
                  </a:cubicBezTo>
                  <a:cubicBezTo>
                    <a:pt x="275" y="62"/>
                    <a:pt x="275" y="62"/>
                    <a:pt x="275" y="62"/>
                  </a:cubicBezTo>
                  <a:lnTo>
                    <a:pt x="275" y="2"/>
                  </a:lnTo>
                  <a:close/>
                  <a:moveTo>
                    <a:pt x="280" y="2"/>
                  </a:moveTo>
                  <a:cubicBezTo>
                    <a:pt x="283" y="2"/>
                    <a:pt x="283" y="2"/>
                    <a:pt x="283" y="2"/>
                  </a:cubicBezTo>
                  <a:cubicBezTo>
                    <a:pt x="283" y="62"/>
                    <a:pt x="283" y="62"/>
                    <a:pt x="283" y="62"/>
                  </a:cubicBezTo>
                  <a:cubicBezTo>
                    <a:pt x="280" y="62"/>
                    <a:pt x="280" y="62"/>
                    <a:pt x="280" y="62"/>
                  </a:cubicBezTo>
                  <a:lnTo>
                    <a:pt x="280" y="2"/>
                  </a:lnTo>
                  <a:close/>
                  <a:moveTo>
                    <a:pt x="285" y="2"/>
                  </a:moveTo>
                  <a:cubicBezTo>
                    <a:pt x="288" y="2"/>
                    <a:pt x="288" y="2"/>
                    <a:pt x="288" y="2"/>
                  </a:cubicBezTo>
                  <a:cubicBezTo>
                    <a:pt x="288" y="62"/>
                    <a:pt x="288" y="62"/>
                    <a:pt x="288" y="62"/>
                  </a:cubicBezTo>
                  <a:cubicBezTo>
                    <a:pt x="285" y="62"/>
                    <a:pt x="285" y="62"/>
                    <a:pt x="285" y="62"/>
                  </a:cubicBezTo>
                  <a:lnTo>
                    <a:pt x="285" y="2"/>
                  </a:lnTo>
                  <a:close/>
                  <a:moveTo>
                    <a:pt x="289" y="2"/>
                  </a:moveTo>
                  <a:cubicBezTo>
                    <a:pt x="292" y="2"/>
                    <a:pt x="292" y="2"/>
                    <a:pt x="292" y="2"/>
                  </a:cubicBezTo>
                  <a:cubicBezTo>
                    <a:pt x="292" y="62"/>
                    <a:pt x="292" y="62"/>
                    <a:pt x="292" y="62"/>
                  </a:cubicBezTo>
                  <a:cubicBezTo>
                    <a:pt x="289" y="62"/>
                    <a:pt x="289" y="62"/>
                    <a:pt x="289" y="62"/>
                  </a:cubicBezTo>
                  <a:lnTo>
                    <a:pt x="289" y="2"/>
                  </a:lnTo>
                  <a:close/>
                  <a:moveTo>
                    <a:pt x="294" y="2"/>
                  </a:moveTo>
                  <a:cubicBezTo>
                    <a:pt x="297" y="2"/>
                    <a:pt x="297" y="2"/>
                    <a:pt x="297" y="2"/>
                  </a:cubicBezTo>
                  <a:cubicBezTo>
                    <a:pt x="297" y="62"/>
                    <a:pt x="297" y="62"/>
                    <a:pt x="297" y="62"/>
                  </a:cubicBezTo>
                  <a:cubicBezTo>
                    <a:pt x="294" y="62"/>
                    <a:pt x="294" y="62"/>
                    <a:pt x="294" y="62"/>
                  </a:cubicBezTo>
                  <a:lnTo>
                    <a:pt x="294" y="2"/>
                  </a:lnTo>
                  <a:close/>
                  <a:moveTo>
                    <a:pt x="299" y="2"/>
                  </a:moveTo>
                  <a:cubicBezTo>
                    <a:pt x="302" y="2"/>
                    <a:pt x="302" y="2"/>
                    <a:pt x="302" y="2"/>
                  </a:cubicBezTo>
                  <a:cubicBezTo>
                    <a:pt x="302" y="62"/>
                    <a:pt x="302" y="62"/>
                    <a:pt x="302" y="62"/>
                  </a:cubicBezTo>
                  <a:cubicBezTo>
                    <a:pt x="299" y="62"/>
                    <a:pt x="299" y="62"/>
                    <a:pt x="299" y="62"/>
                  </a:cubicBezTo>
                  <a:lnTo>
                    <a:pt x="299" y="2"/>
                  </a:lnTo>
                  <a:close/>
                  <a:moveTo>
                    <a:pt x="304" y="2"/>
                  </a:moveTo>
                  <a:cubicBezTo>
                    <a:pt x="307" y="2"/>
                    <a:pt x="307" y="2"/>
                    <a:pt x="307" y="2"/>
                  </a:cubicBezTo>
                  <a:cubicBezTo>
                    <a:pt x="307" y="62"/>
                    <a:pt x="307" y="62"/>
                    <a:pt x="307" y="62"/>
                  </a:cubicBezTo>
                  <a:cubicBezTo>
                    <a:pt x="304" y="62"/>
                    <a:pt x="304" y="62"/>
                    <a:pt x="304" y="62"/>
                  </a:cubicBezTo>
                  <a:lnTo>
                    <a:pt x="304" y="2"/>
                  </a:lnTo>
                  <a:close/>
                  <a:moveTo>
                    <a:pt x="309" y="2"/>
                  </a:moveTo>
                  <a:cubicBezTo>
                    <a:pt x="312" y="2"/>
                    <a:pt x="312" y="2"/>
                    <a:pt x="312" y="2"/>
                  </a:cubicBezTo>
                  <a:cubicBezTo>
                    <a:pt x="312" y="62"/>
                    <a:pt x="312" y="62"/>
                    <a:pt x="312" y="62"/>
                  </a:cubicBezTo>
                  <a:cubicBezTo>
                    <a:pt x="309" y="62"/>
                    <a:pt x="309" y="62"/>
                    <a:pt x="309" y="62"/>
                  </a:cubicBezTo>
                  <a:lnTo>
                    <a:pt x="309" y="2"/>
                  </a:lnTo>
                  <a:close/>
                  <a:moveTo>
                    <a:pt x="313" y="2"/>
                  </a:moveTo>
                  <a:cubicBezTo>
                    <a:pt x="316" y="2"/>
                    <a:pt x="316" y="2"/>
                    <a:pt x="316" y="2"/>
                  </a:cubicBezTo>
                  <a:cubicBezTo>
                    <a:pt x="316" y="62"/>
                    <a:pt x="316" y="62"/>
                    <a:pt x="316" y="62"/>
                  </a:cubicBezTo>
                  <a:cubicBezTo>
                    <a:pt x="313" y="62"/>
                    <a:pt x="313" y="62"/>
                    <a:pt x="313" y="62"/>
                  </a:cubicBezTo>
                  <a:lnTo>
                    <a:pt x="313" y="2"/>
                  </a:lnTo>
                  <a:close/>
                  <a:moveTo>
                    <a:pt x="318" y="2"/>
                  </a:moveTo>
                  <a:cubicBezTo>
                    <a:pt x="321" y="2"/>
                    <a:pt x="321" y="2"/>
                    <a:pt x="321" y="2"/>
                  </a:cubicBezTo>
                  <a:cubicBezTo>
                    <a:pt x="321" y="62"/>
                    <a:pt x="321" y="62"/>
                    <a:pt x="321" y="62"/>
                  </a:cubicBezTo>
                  <a:cubicBezTo>
                    <a:pt x="318" y="62"/>
                    <a:pt x="318" y="62"/>
                    <a:pt x="318" y="62"/>
                  </a:cubicBezTo>
                  <a:lnTo>
                    <a:pt x="318" y="2"/>
                  </a:lnTo>
                  <a:close/>
                  <a:moveTo>
                    <a:pt x="182" y="18"/>
                  </a:moveTo>
                  <a:cubicBezTo>
                    <a:pt x="182" y="19"/>
                    <a:pt x="182" y="19"/>
                    <a:pt x="182" y="19"/>
                  </a:cubicBezTo>
                  <a:cubicBezTo>
                    <a:pt x="181" y="19"/>
                    <a:pt x="180" y="19"/>
                    <a:pt x="179" y="19"/>
                  </a:cubicBezTo>
                  <a:cubicBezTo>
                    <a:pt x="180" y="19"/>
                    <a:pt x="181" y="18"/>
                    <a:pt x="182" y="18"/>
                  </a:cubicBezTo>
                  <a:close/>
                  <a:moveTo>
                    <a:pt x="192" y="22"/>
                  </a:moveTo>
                  <a:cubicBezTo>
                    <a:pt x="191" y="27"/>
                    <a:pt x="191" y="27"/>
                    <a:pt x="191" y="27"/>
                  </a:cubicBezTo>
                  <a:cubicBezTo>
                    <a:pt x="132" y="27"/>
                    <a:pt x="132" y="27"/>
                    <a:pt x="132" y="27"/>
                  </a:cubicBezTo>
                  <a:cubicBezTo>
                    <a:pt x="131" y="23"/>
                    <a:pt x="131" y="23"/>
                    <a:pt x="131" y="23"/>
                  </a:cubicBezTo>
                  <a:cubicBezTo>
                    <a:pt x="137" y="22"/>
                    <a:pt x="166" y="18"/>
                    <a:pt x="192" y="22"/>
                  </a:cubicBezTo>
                  <a:close/>
                  <a:moveTo>
                    <a:pt x="151" y="19"/>
                  </a:moveTo>
                  <a:cubicBezTo>
                    <a:pt x="151" y="18"/>
                    <a:pt x="151" y="18"/>
                    <a:pt x="151" y="18"/>
                  </a:cubicBezTo>
                  <a:cubicBezTo>
                    <a:pt x="152" y="19"/>
                    <a:pt x="152" y="19"/>
                    <a:pt x="152" y="19"/>
                  </a:cubicBezTo>
                  <a:cubicBezTo>
                    <a:pt x="152" y="19"/>
                    <a:pt x="152" y="19"/>
                    <a:pt x="151" y="19"/>
                  </a:cubicBezTo>
                  <a:close/>
                  <a:moveTo>
                    <a:pt x="95" y="2"/>
                  </a:moveTo>
                  <a:cubicBezTo>
                    <a:pt x="113" y="62"/>
                    <a:pt x="113" y="62"/>
                    <a:pt x="113" y="62"/>
                  </a:cubicBezTo>
                  <a:cubicBezTo>
                    <a:pt x="110" y="62"/>
                    <a:pt x="110" y="62"/>
                    <a:pt x="110" y="62"/>
                  </a:cubicBezTo>
                  <a:cubicBezTo>
                    <a:pt x="92" y="2"/>
                    <a:pt x="92" y="2"/>
                    <a:pt x="92" y="2"/>
                  </a:cubicBezTo>
                  <a:cubicBezTo>
                    <a:pt x="93" y="2"/>
                    <a:pt x="94" y="2"/>
                    <a:pt x="95" y="2"/>
                  </a:cubicBezTo>
                  <a:close/>
                  <a:moveTo>
                    <a:pt x="2" y="2"/>
                  </a:moveTo>
                  <a:cubicBezTo>
                    <a:pt x="90" y="2"/>
                    <a:pt x="90" y="2"/>
                    <a:pt x="90" y="2"/>
                  </a:cubicBezTo>
                  <a:cubicBezTo>
                    <a:pt x="108" y="62"/>
                    <a:pt x="108" y="62"/>
                    <a:pt x="108" y="62"/>
                  </a:cubicBezTo>
                  <a:cubicBezTo>
                    <a:pt x="2" y="62"/>
                    <a:pt x="2" y="62"/>
                    <a:pt x="2" y="62"/>
                  </a:cubicBezTo>
                  <a:lnTo>
                    <a:pt x="2" y="2"/>
                  </a:lnTo>
                  <a:close/>
                  <a:moveTo>
                    <a:pt x="115" y="62"/>
                  </a:moveTo>
                  <a:cubicBezTo>
                    <a:pt x="97" y="2"/>
                    <a:pt x="97" y="2"/>
                    <a:pt x="97" y="2"/>
                  </a:cubicBezTo>
                  <a:cubicBezTo>
                    <a:pt x="98" y="2"/>
                    <a:pt x="99" y="3"/>
                    <a:pt x="100" y="3"/>
                  </a:cubicBezTo>
                  <a:cubicBezTo>
                    <a:pt x="100" y="3"/>
                    <a:pt x="100" y="3"/>
                    <a:pt x="100" y="3"/>
                  </a:cubicBezTo>
                  <a:cubicBezTo>
                    <a:pt x="118" y="62"/>
                    <a:pt x="118" y="62"/>
                    <a:pt x="118" y="62"/>
                  </a:cubicBezTo>
                  <a:cubicBezTo>
                    <a:pt x="118" y="62"/>
                    <a:pt x="118" y="62"/>
                    <a:pt x="118" y="62"/>
                  </a:cubicBezTo>
                  <a:lnTo>
                    <a:pt x="115" y="62"/>
                  </a:lnTo>
                  <a:close/>
                  <a:moveTo>
                    <a:pt x="129" y="55"/>
                  </a:moveTo>
                  <a:cubicBezTo>
                    <a:pt x="129" y="55"/>
                    <a:pt x="129" y="55"/>
                    <a:pt x="129" y="55"/>
                  </a:cubicBezTo>
                  <a:cubicBezTo>
                    <a:pt x="193" y="55"/>
                    <a:pt x="193" y="55"/>
                    <a:pt x="193" y="55"/>
                  </a:cubicBezTo>
                  <a:cubicBezTo>
                    <a:pt x="194" y="55"/>
                    <a:pt x="194" y="55"/>
                    <a:pt x="194" y="55"/>
                  </a:cubicBezTo>
                  <a:cubicBezTo>
                    <a:pt x="196" y="57"/>
                    <a:pt x="196" y="57"/>
                    <a:pt x="196" y="57"/>
                  </a:cubicBezTo>
                  <a:cubicBezTo>
                    <a:pt x="196" y="57"/>
                    <a:pt x="196" y="58"/>
                    <a:pt x="196" y="58"/>
                  </a:cubicBezTo>
                  <a:cubicBezTo>
                    <a:pt x="126" y="58"/>
                    <a:pt x="126" y="58"/>
                    <a:pt x="126" y="58"/>
                  </a:cubicBezTo>
                  <a:lnTo>
                    <a:pt x="129" y="5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2" name="Freeform 221">
              <a:extLst>
                <a:ext uri="{FF2B5EF4-FFF2-40B4-BE49-F238E27FC236}">
                  <a16:creationId xmlns:a16="http://schemas.microsoft.com/office/drawing/2014/main" id="{523C7A11-A146-4C41-A7F5-F98422F984F1}"/>
                </a:ext>
              </a:extLst>
            </p:cNvPr>
            <p:cNvSpPr>
              <a:spLocks noEditPoints="1"/>
            </p:cNvSpPr>
            <p:nvPr userDrawn="1"/>
          </p:nvSpPr>
          <p:spPr bwMode="auto">
            <a:xfrm>
              <a:off x="-6350" y="4583113"/>
              <a:ext cx="2128838" cy="265113"/>
            </a:xfrm>
            <a:custGeom>
              <a:avLst/>
              <a:gdLst>
                <a:gd name="T0" fmla="*/ 1332 w 1341"/>
                <a:gd name="T1" fmla="*/ 163 h 167"/>
                <a:gd name="T2" fmla="*/ 1332 w 1341"/>
                <a:gd name="T3" fmla="*/ 163 h 167"/>
                <a:gd name="T4" fmla="*/ 1336 w 1341"/>
                <a:gd name="T5" fmla="*/ 163 h 167"/>
                <a:gd name="T6" fmla="*/ 1328 w 1341"/>
                <a:gd name="T7" fmla="*/ 61 h 167"/>
                <a:gd name="T8" fmla="*/ 1101 w 1341"/>
                <a:gd name="T9" fmla="*/ 0 h 167"/>
                <a:gd name="T10" fmla="*/ 940 w 1341"/>
                <a:gd name="T11" fmla="*/ 61 h 167"/>
                <a:gd name="T12" fmla="*/ 853 w 1341"/>
                <a:gd name="T13" fmla="*/ 0 h 167"/>
                <a:gd name="T14" fmla="*/ 692 w 1341"/>
                <a:gd name="T15" fmla="*/ 61 h 167"/>
                <a:gd name="T16" fmla="*/ 600 w 1341"/>
                <a:gd name="T17" fmla="*/ 4 h 167"/>
                <a:gd name="T18" fmla="*/ 439 w 1341"/>
                <a:gd name="T19" fmla="*/ 61 h 167"/>
                <a:gd name="T20" fmla="*/ 352 w 1341"/>
                <a:gd name="T21" fmla="*/ 4 h 167"/>
                <a:gd name="T22" fmla="*/ 191 w 1341"/>
                <a:gd name="T23" fmla="*/ 61 h 167"/>
                <a:gd name="T24" fmla="*/ 0 w 1341"/>
                <a:gd name="T25" fmla="*/ 167 h 167"/>
                <a:gd name="T26" fmla="*/ 605 w 1341"/>
                <a:gd name="T27" fmla="*/ 150 h 167"/>
                <a:gd name="T28" fmla="*/ 1319 w 1341"/>
                <a:gd name="T29" fmla="*/ 70 h 167"/>
                <a:gd name="T30" fmla="*/ 1101 w 1341"/>
                <a:gd name="T31" fmla="*/ 158 h 167"/>
                <a:gd name="T32" fmla="*/ 1319 w 1341"/>
                <a:gd name="T33" fmla="*/ 70 h 167"/>
                <a:gd name="T34" fmla="*/ 1092 w 1341"/>
                <a:gd name="T35" fmla="*/ 8 h 167"/>
                <a:gd name="T36" fmla="*/ 949 w 1341"/>
                <a:gd name="T37" fmla="*/ 154 h 167"/>
                <a:gd name="T38" fmla="*/ 940 w 1341"/>
                <a:gd name="T39" fmla="*/ 70 h 167"/>
                <a:gd name="T40" fmla="*/ 853 w 1341"/>
                <a:gd name="T41" fmla="*/ 158 h 167"/>
                <a:gd name="T42" fmla="*/ 940 w 1341"/>
                <a:gd name="T43" fmla="*/ 70 h 167"/>
                <a:gd name="T44" fmla="*/ 844 w 1341"/>
                <a:gd name="T45" fmla="*/ 8 h 167"/>
                <a:gd name="T46" fmla="*/ 696 w 1341"/>
                <a:gd name="T47" fmla="*/ 154 h 167"/>
                <a:gd name="T48" fmla="*/ 692 w 1341"/>
                <a:gd name="T49" fmla="*/ 70 h 167"/>
                <a:gd name="T50" fmla="*/ 600 w 1341"/>
                <a:gd name="T51" fmla="*/ 158 h 167"/>
                <a:gd name="T52" fmla="*/ 692 w 1341"/>
                <a:gd name="T53" fmla="*/ 70 h 167"/>
                <a:gd name="T54" fmla="*/ 592 w 1341"/>
                <a:gd name="T55" fmla="*/ 13 h 167"/>
                <a:gd name="T56" fmla="*/ 587 w 1341"/>
                <a:gd name="T57" fmla="*/ 158 h 167"/>
                <a:gd name="T58" fmla="*/ 448 w 1341"/>
                <a:gd name="T59" fmla="*/ 13 h 167"/>
                <a:gd name="T60" fmla="*/ 439 w 1341"/>
                <a:gd name="T61" fmla="*/ 158 h 167"/>
                <a:gd name="T62" fmla="*/ 352 w 1341"/>
                <a:gd name="T63" fmla="*/ 70 h 167"/>
                <a:gd name="T64" fmla="*/ 196 w 1341"/>
                <a:gd name="T65" fmla="*/ 13 h 167"/>
                <a:gd name="T66" fmla="*/ 344 w 1341"/>
                <a:gd name="T67" fmla="*/ 158 h 167"/>
                <a:gd name="T68" fmla="*/ 196 w 1341"/>
                <a:gd name="T69" fmla="*/ 13 h 167"/>
                <a:gd name="T70" fmla="*/ 191 w 1341"/>
                <a:gd name="T71" fmla="*/ 70 h 167"/>
                <a:gd name="T72" fmla="*/ 8 w 1341"/>
                <a:gd name="T73" fmla="*/ 158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341" h="167">
                  <a:moveTo>
                    <a:pt x="600" y="167"/>
                  </a:moveTo>
                  <a:lnTo>
                    <a:pt x="1332" y="163"/>
                  </a:lnTo>
                  <a:lnTo>
                    <a:pt x="1332" y="163"/>
                  </a:lnTo>
                  <a:lnTo>
                    <a:pt x="1332" y="163"/>
                  </a:lnTo>
                  <a:lnTo>
                    <a:pt x="1336" y="163"/>
                  </a:lnTo>
                  <a:lnTo>
                    <a:pt x="1336" y="163"/>
                  </a:lnTo>
                  <a:lnTo>
                    <a:pt x="1341" y="163"/>
                  </a:lnTo>
                  <a:lnTo>
                    <a:pt x="1328" y="61"/>
                  </a:lnTo>
                  <a:lnTo>
                    <a:pt x="1101" y="61"/>
                  </a:lnTo>
                  <a:lnTo>
                    <a:pt x="1101" y="0"/>
                  </a:lnTo>
                  <a:lnTo>
                    <a:pt x="940" y="0"/>
                  </a:lnTo>
                  <a:lnTo>
                    <a:pt x="940" y="61"/>
                  </a:lnTo>
                  <a:lnTo>
                    <a:pt x="853" y="61"/>
                  </a:lnTo>
                  <a:lnTo>
                    <a:pt x="853" y="0"/>
                  </a:lnTo>
                  <a:lnTo>
                    <a:pt x="692" y="0"/>
                  </a:lnTo>
                  <a:lnTo>
                    <a:pt x="692" y="61"/>
                  </a:lnTo>
                  <a:lnTo>
                    <a:pt x="600" y="61"/>
                  </a:lnTo>
                  <a:lnTo>
                    <a:pt x="600" y="4"/>
                  </a:lnTo>
                  <a:lnTo>
                    <a:pt x="439" y="4"/>
                  </a:lnTo>
                  <a:lnTo>
                    <a:pt x="439" y="61"/>
                  </a:lnTo>
                  <a:lnTo>
                    <a:pt x="352" y="61"/>
                  </a:lnTo>
                  <a:lnTo>
                    <a:pt x="352" y="4"/>
                  </a:lnTo>
                  <a:lnTo>
                    <a:pt x="191" y="4"/>
                  </a:lnTo>
                  <a:lnTo>
                    <a:pt x="191" y="61"/>
                  </a:lnTo>
                  <a:lnTo>
                    <a:pt x="26" y="61"/>
                  </a:lnTo>
                  <a:lnTo>
                    <a:pt x="0" y="167"/>
                  </a:lnTo>
                  <a:lnTo>
                    <a:pt x="587" y="167"/>
                  </a:lnTo>
                  <a:lnTo>
                    <a:pt x="605" y="150"/>
                  </a:lnTo>
                  <a:lnTo>
                    <a:pt x="600" y="167"/>
                  </a:lnTo>
                  <a:close/>
                  <a:moveTo>
                    <a:pt x="1319" y="70"/>
                  </a:moveTo>
                  <a:lnTo>
                    <a:pt x="1332" y="154"/>
                  </a:lnTo>
                  <a:lnTo>
                    <a:pt x="1101" y="158"/>
                  </a:lnTo>
                  <a:lnTo>
                    <a:pt x="1101" y="70"/>
                  </a:lnTo>
                  <a:lnTo>
                    <a:pt x="1319" y="70"/>
                  </a:lnTo>
                  <a:close/>
                  <a:moveTo>
                    <a:pt x="949" y="8"/>
                  </a:moveTo>
                  <a:lnTo>
                    <a:pt x="1092" y="8"/>
                  </a:lnTo>
                  <a:lnTo>
                    <a:pt x="1092" y="154"/>
                  </a:lnTo>
                  <a:lnTo>
                    <a:pt x="949" y="154"/>
                  </a:lnTo>
                  <a:lnTo>
                    <a:pt x="949" y="8"/>
                  </a:lnTo>
                  <a:close/>
                  <a:moveTo>
                    <a:pt x="940" y="70"/>
                  </a:moveTo>
                  <a:lnTo>
                    <a:pt x="940" y="158"/>
                  </a:lnTo>
                  <a:lnTo>
                    <a:pt x="853" y="158"/>
                  </a:lnTo>
                  <a:lnTo>
                    <a:pt x="853" y="70"/>
                  </a:lnTo>
                  <a:lnTo>
                    <a:pt x="940" y="70"/>
                  </a:lnTo>
                  <a:close/>
                  <a:moveTo>
                    <a:pt x="696" y="8"/>
                  </a:moveTo>
                  <a:lnTo>
                    <a:pt x="844" y="8"/>
                  </a:lnTo>
                  <a:lnTo>
                    <a:pt x="844" y="154"/>
                  </a:lnTo>
                  <a:lnTo>
                    <a:pt x="696" y="154"/>
                  </a:lnTo>
                  <a:lnTo>
                    <a:pt x="696" y="8"/>
                  </a:lnTo>
                  <a:close/>
                  <a:moveTo>
                    <a:pt x="692" y="70"/>
                  </a:moveTo>
                  <a:lnTo>
                    <a:pt x="692" y="158"/>
                  </a:lnTo>
                  <a:lnTo>
                    <a:pt x="600" y="158"/>
                  </a:lnTo>
                  <a:lnTo>
                    <a:pt x="600" y="70"/>
                  </a:lnTo>
                  <a:lnTo>
                    <a:pt x="692" y="70"/>
                  </a:lnTo>
                  <a:close/>
                  <a:moveTo>
                    <a:pt x="448" y="13"/>
                  </a:moveTo>
                  <a:lnTo>
                    <a:pt x="592" y="13"/>
                  </a:lnTo>
                  <a:lnTo>
                    <a:pt x="592" y="158"/>
                  </a:lnTo>
                  <a:lnTo>
                    <a:pt x="587" y="158"/>
                  </a:lnTo>
                  <a:lnTo>
                    <a:pt x="448" y="158"/>
                  </a:lnTo>
                  <a:lnTo>
                    <a:pt x="448" y="13"/>
                  </a:lnTo>
                  <a:close/>
                  <a:moveTo>
                    <a:pt x="439" y="70"/>
                  </a:moveTo>
                  <a:lnTo>
                    <a:pt x="439" y="158"/>
                  </a:lnTo>
                  <a:lnTo>
                    <a:pt x="352" y="158"/>
                  </a:lnTo>
                  <a:lnTo>
                    <a:pt x="352" y="70"/>
                  </a:lnTo>
                  <a:lnTo>
                    <a:pt x="439" y="70"/>
                  </a:lnTo>
                  <a:close/>
                  <a:moveTo>
                    <a:pt x="196" y="13"/>
                  </a:moveTo>
                  <a:lnTo>
                    <a:pt x="344" y="13"/>
                  </a:lnTo>
                  <a:lnTo>
                    <a:pt x="344" y="158"/>
                  </a:lnTo>
                  <a:lnTo>
                    <a:pt x="196" y="158"/>
                  </a:lnTo>
                  <a:lnTo>
                    <a:pt x="196" y="13"/>
                  </a:lnTo>
                  <a:close/>
                  <a:moveTo>
                    <a:pt x="30" y="70"/>
                  </a:moveTo>
                  <a:lnTo>
                    <a:pt x="191" y="70"/>
                  </a:lnTo>
                  <a:lnTo>
                    <a:pt x="191" y="158"/>
                  </a:lnTo>
                  <a:lnTo>
                    <a:pt x="8" y="158"/>
                  </a:lnTo>
                  <a:lnTo>
                    <a:pt x="30"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3" name="Freeform 222">
              <a:extLst>
                <a:ext uri="{FF2B5EF4-FFF2-40B4-BE49-F238E27FC236}">
                  <a16:creationId xmlns:a16="http://schemas.microsoft.com/office/drawing/2014/main" id="{8BB75AA6-14D8-4400-91B2-8D9FF5586E86}"/>
                </a:ext>
              </a:extLst>
            </p:cNvPr>
            <p:cNvSpPr>
              <a:spLocks noEditPoints="1"/>
            </p:cNvSpPr>
            <p:nvPr userDrawn="1"/>
          </p:nvSpPr>
          <p:spPr bwMode="auto">
            <a:xfrm>
              <a:off x="366713" y="4630738"/>
              <a:ext cx="103188" cy="176213"/>
            </a:xfrm>
            <a:custGeom>
              <a:avLst/>
              <a:gdLst>
                <a:gd name="T0" fmla="*/ 13 w 15"/>
                <a:gd name="T1" fmla="*/ 8 h 25"/>
                <a:gd name="T2" fmla="*/ 11 w 15"/>
                <a:gd name="T3" fmla="*/ 9 h 25"/>
                <a:gd name="T4" fmla="*/ 10 w 15"/>
                <a:gd name="T5" fmla="*/ 10 h 25"/>
                <a:gd name="T6" fmla="*/ 7 w 15"/>
                <a:gd name="T7" fmla="*/ 13 h 25"/>
                <a:gd name="T8" fmla="*/ 6 w 15"/>
                <a:gd name="T9" fmla="*/ 13 h 25"/>
                <a:gd name="T10" fmla="*/ 8 w 15"/>
                <a:gd name="T11" fmla="*/ 11 h 25"/>
                <a:gd name="T12" fmla="*/ 11 w 15"/>
                <a:gd name="T13" fmla="*/ 7 h 25"/>
                <a:gd name="T14" fmla="*/ 12 w 15"/>
                <a:gd name="T15" fmla="*/ 5 h 25"/>
                <a:gd name="T16" fmla="*/ 11 w 15"/>
                <a:gd name="T17" fmla="*/ 4 h 25"/>
                <a:gd name="T18" fmla="*/ 10 w 15"/>
                <a:gd name="T19" fmla="*/ 2 h 25"/>
                <a:gd name="T20" fmla="*/ 9 w 15"/>
                <a:gd name="T21" fmla="*/ 1 h 25"/>
                <a:gd name="T22" fmla="*/ 7 w 15"/>
                <a:gd name="T23" fmla="*/ 1 h 25"/>
                <a:gd name="T24" fmla="*/ 7 w 15"/>
                <a:gd name="T25" fmla="*/ 2 h 25"/>
                <a:gd name="T26" fmla="*/ 7 w 15"/>
                <a:gd name="T27" fmla="*/ 5 h 25"/>
                <a:gd name="T28" fmla="*/ 7 w 15"/>
                <a:gd name="T29" fmla="*/ 6 h 25"/>
                <a:gd name="T30" fmla="*/ 7 w 15"/>
                <a:gd name="T31" fmla="*/ 9 h 25"/>
                <a:gd name="T32" fmla="*/ 4 w 15"/>
                <a:gd name="T33" fmla="*/ 11 h 25"/>
                <a:gd name="T34" fmla="*/ 3 w 15"/>
                <a:gd name="T35" fmla="*/ 12 h 25"/>
                <a:gd name="T36" fmla="*/ 4 w 15"/>
                <a:gd name="T37" fmla="*/ 13 h 25"/>
                <a:gd name="T38" fmla="*/ 5 w 15"/>
                <a:gd name="T39" fmla="*/ 13 h 25"/>
                <a:gd name="T40" fmla="*/ 4 w 15"/>
                <a:gd name="T41" fmla="*/ 15 h 25"/>
                <a:gd name="T42" fmla="*/ 3 w 15"/>
                <a:gd name="T43" fmla="*/ 17 h 25"/>
                <a:gd name="T44" fmla="*/ 1 w 15"/>
                <a:gd name="T45" fmla="*/ 20 h 25"/>
                <a:gd name="T46" fmla="*/ 0 w 15"/>
                <a:gd name="T47" fmla="*/ 20 h 25"/>
                <a:gd name="T48" fmla="*/ 1 w 15"/>
                <a:gd name="T49" fmla="*/ 22 h 25"/>
                <a:gd name="T50" fmla="*/ 2 w 15"/>
                <a:gd name="T51" fmla="*/ 25 h 25"/>
                <a:gd name="T52" fmla="*/ 4 w 15"/>
                <a:gd name="T53" fmla="*/ 23 h 25"/>
                <a:gd name="T54" fmla="*/ 4 w 15"/>
                <a:gd name="T55" fmla="*/ 22 h 25"/>
                <a:gd name="T56" fmla="*/ 3 w 15"/>
                <a:gd name="T57" fmla="*/ 20 h 25"/>
                <a:gd name="T58" fmla="*/ 5 w 15"/>
                <a:gd name="T59" fmla="*/ 18 h 25"/>
                <a:gd name="T60" fmla="*/ 6 w 15"/>
                <a:gd name="T61" fmla="*/ 20 h 25"/>
                <a:gd name="T62" fmla="*/ 7 w 15"/>
                <a:gd name="T63" fmla="*/ 21 h 25"/>
                <a:gd name="T64" fmla="*/ 6 w 15"/>
                <a:gd name="T65" fmla="*/ 22 h 25"/>
                <a:gd name="T66" fmla="*/ 7 w 15"/>
                <a:gd name="T67" fmla="*/ 23 h 25"/>
                <a:gd name="T68" fmla="*/ 8 w 15"/>
                <a:gd name="T69" fmla="*/ 24 h 25"/>
                <a:gd name="T70" fmla="*/ 9 w 15"/>
                <a:gd name="T71" fmla="*/ 23 h 25"/>
                <a:gd name="T72" fmla="*/ 11 w 15"/>
                <a:gd name="T73" fmla="*/ 21 h 25"/>
                <a:gd name="T74" fmla="*/ 13 w 15"/>
                <a:gd name="T75" fmla="*/ 22 h 25"/>
                <a:gd name="T76" fmla="*/ 14 w 15"/>
                <a:gd name="T77" fmla="*/ 18 h 25"/>
                <a:gd name="T78" fmla="*/ 14 w 15"/>
                <a:gd name="T79" fmla="*/ 17 h 25"/>
                <a:gd name="T80" fmla="*/ 14 w 15"/>
                <a:gd name="T81" fmla="*/ 13 h 25"/>
                <a:gd name="T82" fmla="*/ 15 w 15"/>
                <a:gd name="T83" fmla="*/ 10 h 25"/>
                <a:gd name="T84" fmla="*/ 14 w 15"/>
                <a:gd name="T85" fmla="*/ 8 h 25"/>
                <a:gd name="T86" fmla="*/ 8 w 15"/>
                <a:gd name="T87" fmla="*/ 15 h 25"/>
                <a:gd name="T88" fmla="*/ 8 w 15"/>
                <a:gd name="T89" fmla="*/ 17 h 25"/>
                <a:gd name="T90" fmla="*/ 7 w 15"/>
                <a:gd name="T91" fmla="*/ 18 h 25"/>
                <a:gd name="T92" fmla="*/ 7 w 15"/>
                <a:gd name="T93" fmla="*/ 16 h 25"/>
                <a:gd name="T94" fmla="*/ 7 w 15"/>
                <a:gd name="T95" fmla="*/ 14 h 25"/>
                <a:gd name="T96" fmla="*/ 8 w 15"/>
                <a:gd name="T97" fmla="*/ 14 h 25"/>
                <a:gd name="T98" fmla="*/ 9 w 15"/>
                <a:gd name="T99" fmla="*/ 14 h 25"/>
                <a:gd name="T100" fmla="*/ 11 w 15"/>
                <a:gd name="T101" fmla="*/ 14 h 25"/>
                <a:gd name="T102" fmla="*/ 11 w 15"/>
                <a:gd name="T103" fmla="*/ 16 h 25"/>
                <a:gd name="T104" fmla="*/ 11 w 15"/>
                <a:gd name="T105" fmla="*/ 20 h 25"/>
                <a:gd name="T106" fmla="*/ 10 w 15"/>
                <a:gd name="T107" fmla="*/ 19 h 25"/>
                <a:gd name="T108" fmla="*/ 9 w 15"/>
                <a:gd name="T109" fmla="*/ 18 h 25"/>
                <a:gd name="T110" fmla="*/ 9 w 15"/>
                <a:gd name="T111" fmla="*/ 16 h 25"/>
                <a:gd name="T112" fmla="*/ 10 w 15"/>
                <a:gd name="T113" fmla="*/ 13 h 25"/>
                <a:gd name="T114" fmla="*/ 10 w 15"/>
                <a:gd name="T115" fmla="*/ 11 h 25"/>
                <a:gd name="T116" fmla="*/ 12 w 15"/>
                <a:gd name="T117" fmla="*/ 10 h 25"/>
                <a:gd name="T118" fmla="*/ 11 w 15"/>
                <a:gd name="T119" fmla="*/ 1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5" h="25">
                  <a:moveTo>
                    <a:pt x="14" y="8"/>
                  </a:moveTo>
                  <a:cubicBezTo>
                    <a:pt x="14" y="8"/>
                    <a:pt x="13" y="8"/>
                    <a:pt x="13" y="8"/>
                  </a:cubicBezTo>
                  <a:cubicBezTo>
                    <a:pt x="13" y="8"/>
                    <a:pt x="12" y="8"/>
                    <a:pt x="12" y="8"/>
                  </a:cubicBezTo>
                  <a:cubicBezTo>
                    <a:pt x="12" y="8"/>
                    <a:pt x="11" y="8"/>
                    <a:pt x="11" y="9"/>
                  </a:cubicBezTo>
                  <a:cubicBezTo>
                    <a:pt x="11" y="9"/>
                    <a:pt x="11" y="9"/>
                    <a:pt x="11" y="10"/>
                  </a:cubicBezTo>
                  <a:cubicBezTo>
                    <a:pt x="10" y="10"/>
                    <a:pt x="10" y="10"/>
                    <a:pt x="10" y="10"/>
                  </a:cubicBezTo>
                  <a:cubicBezTo>
                    <a:pt x="10" y="10"/>
                    <a:pt x="10" y="10"/>
                    <a:pt x="10" y="11"/>
                  </a:cubicBezTo>
                  <a:cubicBezTo>
                    <a:pt x="9" y="11"/>
                    <a:pt x="8" y="12"/>
                    <a:pt x="7" y="13"/>
                  </a:cubicBezTo>
                  <a:cubicBezTo>
                    <a:pt x="7" y="13"/>
                    <a:pt x="7" y="13"/>
                    <a:pt x="7" y="14"/>
                  </a:cubicBezTo>
                  <a:cubicBezTo>
                    <a:pt x="7" y="14"/>
                    <a:pt x="7" y="13"/>
                    <a:pt x="6" y="13"/>
                  </a:cubicBezTo>
                  <a:cubicBezTo>
                    <a:pt x="7" y="13"/>
                    <a:pt x="7" y="12"/>
                    <a:pt x="7" y="12"/>
                  </a:cubicBezTo>
                  <a:cubicBezTo>
                    <a:pt x="7" y="11"/>
                    <a:pt x="7" y="11"/>
                    <a:pt x="8" y="11"/>
                  </a:cubicBezTo>
                  <a:cubicBezTo>
                    <a:pt x="8" y="10"/>
                    <a:pt x="8" y="10"/>
                    <a:pt x="8" y="10"/>
                  </a:cubicBezTo>
                  <a:cubicBezTo>
                    <a:pt x="9" y="9"/>
                    <a:pt x="10" y="8"/>
                    <a:pt x="11" y="7"/>
                  </a:cubicBezTo>
                  <a:cubicBezTo>
                    <a:pt x="11" y="7"/>
                    <a:pt x="12" y="7"/>
                    <a:pt x="12" y="6"/>
                  </a:cubicBezTo>
                  <a:cubicBezTo>
                    <a:pt x="12" y="6"/>
                    <a:pt x="12" y="6"/>
                    <a:pt x="12" y="5"/>
                  </a:cubicBezTo>
                  <a:cubicBezTo>
                    <a:pt x="11" y="5"/>
                    <a:pt x="11" y="6"/>
                    <a:pt x="10" y="5"/>
                  </a:cubicBezTo>
                  <a:cubicBezTo>
                    <a:pt x="10" y="5"/>
                    <a:pt x="11" y="4"/>
                    <a:pt x="11" y="4"/>
                  </a:cubicBezTo>
                  <a:cubicBezTo>
                    <a:pt x="11" y="3"/>
                    <a:pt x="11" y="3"/>
                    <a:pt x="11" y="3"/>
                  </a:cubicBezTo>
                  <a:cubicBezTo>
                    <a:pt x="10" y="3"/>
                    <a:pt x="10" y="3"/>
                    <a:pt x="10" y="2"/>
                  </a:cubicBezTo>
                  <a:cubicBezTo>
                    <a:pt x="9" y="2"/>
                    <a:pt x="9" y="2"/>
                    <a:pt x="9" y="2"/>
                  </a:cubicBezTo>
                  <a:cubicBezTo>
                    <a:pt x="9" y="2"/>
                    <a:pt x="9" y="1"/>
                    <a:pt x="9" y="1"/>
                  </a:cubicBezTo>
                  <a:cubicBezTo>
                    <a:pt x="9" y="0"/>
                    <a:pt x="8" y="0"/>
                    <a:pt x="7" y="1"/>
                  </a:cubicBezTo>
                  <a:cubicBezTo>
                    <a:pt x="7" y="1"/>
                    <a:pt x="7" y="1"/>
                    <a:pt x="7" y="1"/>
                  </a:cubicBezTo>
                  <a:cubicBezTo>
                    <a:pt x="7" y="1"/>
                    <a:pt x="7" y="2"/>
                    <a:pt x="7" y="2"/>
                  </a:cubicBezTo>
                  <a:cubicBezTo>
                    <a:pt x="7" y="2"/>
                    <a:pt x="7" y="2"/>
                    <a:pt x="7" y="2"/>
                  </a:cubicBezTo>
                  <a:cubicBezTo>
                    <a:pt x="7" y="3"/>
                    <a:pt x="7" y="4"/>
                    <a:pt x="7" y="4"/>
                  </a:cubicBezTo>
                  <a:cubicBezTo>
                    <a:pt x="7" y="4"/>
                    <a:pt x="7" y="4"/>
                    <a:pt x="7" y="5"/>
                  </a:cubicBezTo>
                  <a:cubicBezTo>
                    <a:pt x="7" y="5"/>
                    <a:pt x="7" y="5"/>
                    <a:pt x="7" y="5"/>
                  </a:cubicBezTo>
                  <a:cubicBezTo>
                    <a:pt x="7" y="6"/>
                    <a:pt x="7" y="6"/>
                    <a:pt x="7" y="6"/>
                  </a:cubicBezTo>
                  <a:cubicBezTo>
                    <a:pt x="7" y="6"/>
                    <a:pt x="7" y="6"/>
                    <a:pt x="7" y="7"/>
                  </a:cubicBezTo>
                  <a:cubicBezTo>
                    <a:pt x="7" y="8"/>
                    <a:pt x="7" y="8"/>
                    <a:pt x="7" y="9"/>
                  </a:cubicBezTo>
                  <a:cubicBezTo>
                    <a:pt x="7" y="9"/>
                    <a:pt x="6" y="9"/>
                    <a:pt x="6" y="9"/>
                  </a:cubicBezTo>
                  <a:cubicBezTo>
                    <a:pt x="5" y="10"/>
                    <a:pt x="4" y="11"/>
                    <a:pt x="4" y="11"/>
                  </a:cubicBezTo>
                  <a:cubicBezTo>
                    <a:pt x="4" y="11"/>
                    <a:pt x="3" y="12"/>
                    <a:pt x="3" y="12"/>
                  </a:cubicBezTo>
                  <a:cubicBezTo>
                    <a:pt x="3" y="12"/>
                    <a:pt x="3" y="12"/>
                    <a:pt x="3" y="12"/>
                  </a:cubicBezTo>
                  <a:cubicBezTo>
                    <a:pt x="3" y="12"/>
                    <a:pt x="3" y="13"/>
                    <a:pt x="3" y="13"/>
                  </a:cubicBezTo>
                  <a:cubicBezTo>
                    <a:pt x="3" y="13"/>
                    <a:pt x="4" y="13"/>
                    <a:pt x="4" y="13"/>
                  </a:cubicBezTo>
                  <a:cubicBezTo>
                    <a:pt x="4" y="13"/>
                    <a:pt x="4" y="13"/>
                    <a:pt x="5" y="13"/>
                  </a:cubicBezTo>
                  <a:cubicBezTo>
                    <a:pt x="5" y="13"/>
                    <a:pt x="5" y="13"/>
                    <a:pt x="5" y="13"/>
                  </a:cubicBezTo>
                  <a:cubicBezTo>
                    <a:pt x="6" y="13"/>
                    <a:pt x="6" y="14"/>
                    <a:pt x="6" y="14"/>
                  </a:cubicBezTo>
                  <a:cubicBezTo>
                    <a:pt x="6" y="15"/>
                    <a:pt x="5" y="15"/>
                    <a:pt x="4" y="15"/>
                  </a:cubicBezTo>
                  <a:cubicBezTo>
                    <a:pt x="4" y="16"/>
                    <a:pt x="5" y="16"/>
                    <a:pt x="5" y="16"/>
                  </a:cubicBezTo>
                  <a:cubicBezTo>
                    <a:pt x="4" y="16"/>
                    <a:pt x="4" y="17"/>
                    <a:pt x="3" y="17"/>
                  </a:cubicBezTo>
                  <a:cubicBezTo>
                    <a:pt x="3" y="17"/>
                    <a:pt x="3" y="18"/>
                    <a:pt x="3" y="18"/>
                  </a:cubicBezTo>
                  <a:cubicBezTo>
                    <a:pt x="2" y="19"/>
                    <a:pt x="2" y="19"/>
                    <a:pt x="1" y="20"/>
                  </a:cubicBezTo>
                  <a:cubicBezTo>
                    <a:pt x="1" y="19"/>
                    <a:pt x="1" y="19"/>
                    <a:pt x="1" y="18"/>
                  </a:cubicBezTo>
                  <a:cubicBezTo>
                    <a:pt x="0" y="19"/>
                    <a:pt x="0" y="19"/>
                    <a:pt x="0" y="20"/>
                  </a:cubicBezTo>
                  <a:cubicBezTo>
                    <a:pt x="0" y="20"/>
                    <a:pt x="0" y="21"/>
                    <a:pt x="0" y="21"/>
                  </a:cubicBezTo>
                  <a:cubicBezTo>
                    <a:pt x="1" y="21"/>
                    <a:pt x="1" y="22"/>
                    <a:pt x="1" y="22"/>
                  </a:cubicBezTo>
                  <a:cubicBezTo>
                    <a:pt x="1" y="23"/>
                    <a:pt x="1" y="23"/>
                    <a:pt x="1" y="24"/>
                  </a:cubicBezTo>
                  <a:cubicBezTo>
                    <a:pt x="2" y="24"/>
                    <a:pt x="2" y="24"/>
                    <a:pt x="2" y="25"/>
                  </a:cubicBezTo>
                  <a:cubicBezTo>
                    <a:pt x="3" y="25"/>
                    <a:pt x="3" y="25"/>
                    <a:pt x="3" y="25"/>
                  </a:cubicBezTo>
                  <a:cubicBezTo>
                    <a:pt x="4" y="24"/>
                    <a:pt x="4" y="23"/>
                    <a:pt x="4" y="23"/>
                  </a:cubicBezTo>
                  <a:cubicBezTo>
                    <a:pt x="4" y="23"/>
                    <a:pt x="4" y="23"/>
                    <a:pt x="4" y="23"/>
                  </a:cubicBezTo>
                  <a:cubicBezTo>
                    <a:pt x="4" y="23"/>
                    <a:pt x="4" y="22"/>
                    <a:pt x="4" y="22"/>
                  </a:cubicBezTo>
                  <a:cubicBezTo>
                    <a:pt x="3" y="22"/>
                    <a:pt x="2" y="22"/>
                    <a:pt x="2" y="21"/>
                  </a:cubicBezTo>
                  <a:cubicBezTo>
                    <a:pt x="2" y="21"/>
                    <a:pt x="3" y="20"/>
                    <a:pt x="3" y="20"/>
                  </a:cubicBezTo>
                  <a:cubicBezTo>
                    <a:pt x="3" y="19"/>
                    <a:pt x="3" y="19"/>
                    <a:pt x="4" y="19"/>
                  </a:cubicBezTo>
                  <a:cubicBezTo>
                    <a:pt x="5" y="19"/>
                    <a:pt x="5" y="18"/>
                    <a:pt x="5" y="18"/>
                  </a:cubicBezTo>
                  <a:cubicBezTo>
                    <a:pt x="5" y="18"/>
                    <a:pt x="6" y="18"/>
                    <a:pt x="6" y="19"/>
                  </a:cubicBezTo>
                  <a:cubicBezTo>
                    <a:pt x="6" y="19"/>
                    <a:pt x="5" y="19"/>
                    <a:pt x="6" y="20"/>
                  </a:cubicBezTo>
                  <a:cubicBezTo>
                    <a:pt x="6" y="20"/>
                    <a:pt x="6" y="19"/>
                    <a:pt x="6" y="19"/>
                  </a:cubicBezTo>
                  <a:cubicBezTo>
                    <a:pt x="7" y="19"/>
                    <a:pt x="7" y="21"/>
                    <a:pt x="7" y="21"/>
                  </a:cubicBezTo>
                  <a:cubicBezTo>
                    <a:pt x="6" y="21"/>
                    <a:pt x="6" y="21"/>
                    <a:pt x="6" y="22"/>
                  </a:cubicBezTo>
                  <a:cubicBezTo>
                    <a:pt x="6" y="22"/>
                    <a:pt x="6" y="22"/>
                    <a:pt x="6" y="22"/>
                  </a:cubicBezTo>
                  <a:cubicBezTo>
                    <a:pt x="6" y="22"/>
                    <a:pt x="7" y="22"/>
                    <a:pt x="7" y="22"/>
                  </a:cubicBezTo>
                  <a:cubicBezTo>
                    <a:pt x="7" y="22"/>
                    <a:pt x="7" y="23"/>
                    <a:pt x="7" y="23"/>
                  </a:cubicBezTo>
                  <a:cubicBezTo>
                    <a:pt x="7" y="23"/>
                    <a:pt x="8" y="24"/>
                    <a:pt x="8" y="24"/>
                  </a:cubicBezTo>
                  <a:cubicBezTo>
                    <a:pt x="8" y="24"/>
                    <a:pt x="8" y="24"/>
                    <a:pt x="8" y="24"/>
                  </a:cubicBezTo>
                  <a:cubicBezTo>
                    <a:pt x="8" y="24"/>
                    <a:pt x="8" y="24"/>
                    <a:pt x="9" y="23"/>
                  </a:cubicBezTo>
                  <a:cubicBezTo>
                    <a:pt x="9" y="23"/>
                    <a:pt x="9" y="23"/>
                    <a:pt x="9" y="23"/>
                  </a:cubicBezTo>
                  <a:cubicBezTo>
                    <a:pt x="10" y="22"/>
                    <a:pt x="9" y="21"/>
                    <a:pt x="9" y="20"/>
                  </a:cubicBezTo>
                  <a:cubicBezTo>
                    <a:pt x="10" y="20"/>
                    <a:pt x="10" y="21"/>
                    <a:pt x="11" y="21"/>
                  </a:cubicBezTo>
                  <a:cubicBezTo>
                    <a:pt x="12" y="22"/>
                    <a:pt x="12" y="22"/>
                    <a:pt x="12" y="22"/>
                  </a:cubicBezTo>
                  <a:cubicBezTo>
                    <a:pt x="12" y="22"/>
                    <a:pt x="12" y="22"/>
                    <a:pt x="13" y="22"/>
                  </a:cubicBezTo>
                  <a:cubicBezTo>
                    <a:pt x="13" y="21"/>
                    <a:pt x="14" y="21"/>
                    <a:pt x="14" y="20"/>
                  </a:cubicBezTo>
                  <a:cubicBezTo>
                    <a:pt x="14" y="20"/>
                    <a:pt x="14" y="19"/>
                    <a:pt x="14" y="18"/>
                  </a:cubicBezTo>
                  <a:cubicBezTo>
                    <a:pt x="14" y="18"/>
                    <a:pt x="14" y="18"/>
                    <a:pt x="14" y="17"/>
                  </a:cubicBezTo>
                  <a:cubicBezTo>
                    <a:pt x="14" y="17"/>
                    <a:pt x="14" y="17"/>
                    <a:pt x="14" y="17"/>
                  </a:cubicBezTo>
                  <a:cubicBezTo>
                    <a:pt x="14" y="16"/>
                    <a:pt x="14" y="15"/>
                    <a:pt x="14" y="15"/>
                  </a:cubicBezTo>
                  <a:cubicBezTo>
                    <a:pt x="14" y="14"/>
                    <a:pt x="14" y="13"/>
                    <a:pt x="14" y="13"/>
                  </a:cubicBezTo>
                  <a:cubicBezTo>
                    <a:pt x="14" y="12"/>
                    <a:pt x="15" y="12"/>
                    <a:pt x="15" y="11"/>
                  </a:cubicBezTo>
                  <a:cubicBezTo>
                    <a:pt x="15" y="11"/>
                    <a:pt x="15" y="10"/>
                    <a:pt x="15" y="10"/>
                  </a:cubicBezTo>
                  <a:cubicBezTo>
                    <a:pt x="15" y="10"/>
                    <a:pt x="15" y="9"/>
                    <a:pt x="14" y="9"/>
                  </a:cubicBezTo>
                  <a:cubicBezTo>
                    <a:pt x="14" y="9"/>
                    <a:pt x="14" y="9"/>
                    <a:pt x="14" y="8"/>
                  </a:cubicBezTo>
                  <a:close/>
                  <a:moveTo>
                    <a:pt x="8" y="15"/>
                  </a:moveTo>
                  <a:cubicBezTo>
                    <a:pt x="8" y="15"/>
                    <a:pt x="8" y="15"/>
                    <a:pt x="8" y="15"/>
                  </a:cubicBezTo>
                  <a:cubicBezTo>
                    <a:pt x="8" y="15"/>
                    <a:pt x="8" y="16"/>
                    <a:pt x="8" y="16"/>
                  </a:cubicBezTo>
                  <a:cubicBezTo>
                    <a:pt x="8" y="16"/>
                    <a:pt x="8" y="16"/>
                    <a:pt x="8" y="17"/>
                  </a:cubicBezTo>
                  <a:cubicBezTo>
                    <a:pt x="8" y="17"/>
                    <a:pt x="8" y="17"/>
                    <a:pt x="7" y="18"/>
                  </a:cubicBezTo>
                  <a:cubicBezTo>
                    <a:pt x="7" y="18"/>
                    <a:pt x="7" y="18"/>
                    <a:pt x="7" y="18"/>
                  </a:cubicBezTo>
                  <a:cubicBezTo>
                    <a:pt x="7" y="17"/>
                    <a:pt x="7" y="17"/>
                    <a:pt x="7" y="16"/>
                  </a:cubicBezTo>
                  <a:cubicBezTo>
                    <a:pt x="7" y="16"/>
                    <a:pt x="7" y="16"/>
                    <a:pt x="7" y="16"/>
                  </a:cubicBezTo>
                  <a:cubicBezTo>
                    <a:pt x="7" y="16"/>
                    <a:pt x="7" y="15"/>
                    <a:pt x="7" y="15"/>
                  </a:cubicBezTo>
                  <a:cubicBezTo>
                    <a:pt x="7" y="15"/>
                    <a:pt x="7" y="14"/>
                    <a:pt x="7" y="14"/>
                  </a:cubicBezTo>
                  <a:cubicBezTo>
                    <a:pt x="7" y="14"/>
                    <a:pt x="7" y="14"/>
                    <a:pt x="7" y="14"/>
                  </a:cubicBezTo>
                  <a:cubicBezTo>
                    <a:pt x="7" y="14"/>
                    <a:pt x="8" y="14"/>
                    <a:pt x="8" y="14"/>
                  </a:cubicBezTo>
                  <a:cubicBezTo>
                    <a:pt x="8" y="14"/>
                    <a:pt x="8" y="13"/>
                    <a:pt x="8" y="13"/>
                  </a:cubicBezTo>
                  <a:cubicBezTo>
                    <a:pt x="8" y="13"/>
                    <a:pt x="8" y="14"/>
                    <a:pt x="9" y="14"/>
                  </a:cubicBezTo>
                  <a:cubicBezTo>
                    <a:pt x="8" y="14"/>
                    <a:pt x="8" y="14"/>
                    <a:pt x="8" y="15"/>
                  </a:cubicBezTo>
                  <a:close/>
                  <a:moveTo>
                    <a:pt x="11" y="14"/>
                  </a:moveTo>
                  <a:cubicBezTo>
                    <a:pt x="11" y="14"/>
                    <a:pt x="11" y="14"/>
                    <a:pt x="11" y="15"/>
                  </a:cubicBezTo>
                  <a:cubicBezTo>
                    <a:pt x="11" y="15"/>
                    <a:pt x="11" y="15"/>
                    <a:pt x="11" y="16"/>
                  </a:cubicBezTo>
                  <a:cubicBezTo>
                    <a:pt x="11" y="16"/>
                    <a:pt x="11" y="16"/>
                    <a:pt x="11" y="17"/>
                  </a:cubicBezTo>
                  <a:cubicBezTo>
                    <a:pt x="11" y="18"/>
                    <a:pt x="11" y="19"/>
                    <a:pt x="11" y="20"/>
                  </a:cubicBezTo>
                  <a:cubicBezTo>
                    <a:pt x="11" y="20"/>
                    <a:pt x="10" y="20"/>
                    <a:pt x="9" y="20"/>
                  </a:cubicBezTo>
                  <a:cubicBezTo>
                    <a:pt x="9" y="20"/>
                    <a:pt x="10" y="19"/>
                    <a:pt x="10" y="19"/>
                  </a:cubicBezTo>
                  <a:cubicBezTo>
                    <a:pt x="10" y="18"/>
                    <a:pt x="9" y="19"/>
                    <a:pt x="9" y="18"/>
                  </a:cubicBezTo>
                  <a:cubicBezTo>
                    <a:pt x="9" y="18"/>
                    <a:pt x="9" y="18"/>
                    <a:pt x="9" y="18"/>
                  </a:cubicBezTo>
                  <a:cubicBezTo>
                    <a:pt x="9" y="17"/>
                    <a:pt x="9" y="17"/>
                    <a:pt x="9" y="17"/>
                  </a:cubicBezTo>
                  <a:cubicBezTo>
                    <a:pt x="9" y="16"/>
                    <a:pt x="9" y="16"/>
                    <a:pt x="9" y="16"/>
                  </a:cubicBezTo>
                  <a:cubicBezTo>
                    <a:pt x="9" y="15"/>
                    <a:pt x="9" y="15"/>
                    <a:pt x="9" y="15"/>
                  </a:cubicBezTo>
                  <a:cubicBezTo>
                    <a:pt x="10" y="14"/>
                    <a:pt x="11" y="13"/>
                    <a:pt x="10" y="13"/>
                  </a:cubicBezTo>
                  <a:cubicBezTo>
                    <a:pt x="10" y="13"/>
                    <a:pt x="10" y="12"/>
                    <a:pt x="9" y="12"/>
                  </a:cubicBezTo>
                  <a:cubicBezTo>
                    <a:pt x="9" y="12"/>
                    <a:pt x="10" y="11"/>
                    <a:pt x="10" y="11"/>
                  </a:cubicBezTo>
                  <a:cubicBezTo>
                    <a:pt x="11" y="11"/>
                    <a:pt x="11" y="10"/>
                    <a:pt x="11" y="10"/>
                  </a:cubicBezTo>
                  <a:cubicBezTo>
                    <a:pt x="11" y="10"/>
                    <a:pt x="12" y="10"/>
                    <a:pt x="12" y="10"/>
                  </a:cubicBezTo>
                  <a:cubicBezTo>
                    <a:pt x="12" y="11"/>
                    <a:pt x="11" y="12"/>
                    <a:pt x="11" y="13"/>
                  </a:cubicBezTo>
                  <a:cubicBezTo>
                    <a:pt x="11" y="13"/>
                    <a:pt x="11" y="14"/>
                    <a:pt x="1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Freeform 223">
              <a:extLst>
                <a:ext uri="{FF2B5EF4-FFF2-40B4-BE49-F238E27FC236}">
                  <a16:creationId xmlns:a16="http://schemas.microsoft.com/office/drawing/2014/main" id="{5EF8E2FD-8718-4AEF-AAFC-1656644CBB2E}"/>
                </a:ext>
              </a:extLst>
            </p:cNvPr>
            <p:cNvSpPr>
              <a:spLocks/>
            </p:cNvSpPr>
            <p:nvPr userDrawn="1"/>
          </p:nvSpPr>
          <p:spPr bwMode="auto">
            <a:xfrm>
              <a:off x="1160463" y="4652963"/>
              <a:ext cx="90488" cy="125413"/>
            </a:xfrm>
            <a:custGeom>
              <a:avLst/>
              <a:gdLst>
                <a:gd name="T0" fmla="*/ 11 w 13"/>
                <a:gd name="T1" fmla="*/ 7 h 18"/>
                <a:gd name="T2" fmla="*/ 13 w 13"/>
                <a:gd name="T3" fmla="*/ 6 h 18"/>
                <a:gd name="T4" fmla="*/ 13 w 13"/>
                <a:gd name="T5" fmla="*/ 5 h 18"/>
                <a:gd name="T6" fmla="*/ 12 w 13"/>
                <a:gd name="T7" fmla="*/ 5 h 18"/>
                <a:gd name="T8" fmla="*/ 11 w 13"/>
                <a:gd name="T9" fmla="*/ 5 h 18"/>
                <a:gd name="T10" fmla="*/ 11 w 13"/>
                <a:gd name="T11" fmla="*/ 5 h 18"/>
                <a:gd name="T12" fmla="*/ 11 w 13"/>
                <a:gd name="T13" fmla="*/ 6 h 18"/>
                <a:gd name="T14" fmla="*/ 10 w 13"/>
                <a:gd name="T15" fmla="*/ 6 h 18"/>
                <a:gd name="T16" fmla="*/ 9 w 13"/>
                <a:gd name="T17" fmla="*/ 7 h 18"/>
                <a:gd name="T18" fmla="*/ 8 w 13"/>
                <a:gd name="T19" fmla="*/ 7 h 18"/>
                <a:gd name="T20" fmla="*/ 8 w 13"/>
                <a:gd name="T21" fmla="*/ 5 h 18"/>
                <a:gd name="T22" fmla="*/ 8 w 13"/>
                <a:gd name="T23" fmla="*/ 4 h 18"/>
                <a:gd name="T24" fmla="*/ 9 w 13"/>
                <a:gd name="T25" fmla="*/ 3 h 18"/>
                <a:gd name="T26" fmla="*/ 9 w 13"/>
                <a:gd name="T27" fmla="*/ 2 h 18"/>
                <a:gd name="T28" fmla="*/ 9 w 13"/>
                <a:gd name="T29" fmla="*/ 1 h 18"/>
                <a:gd name="T30" fmla="*/ 8 w 13"/>
                <a:gd name="T31" fmla="*/ 1 h 18"/>
                <a:gd name="T32" fmla="*/ 7 w 13"/>
                <a:gd name="T33" fmla="*/ 0 h 18"/>
                <a:gd name="T34" fmla="*/ 6 w 13"/>
                <a:gd name="T35" fmla="*/ 1 h 18"/>
                <a:gd name="T36" fmla="*/ 7 w 13"/>
                <a:gd name="T37" fmla="*/ 2 h 18"/>
                <a:gd name="T38" fmla="*/ 6 w 13"/>
                <a:gd name="T39" fmla="*/ 5 h 18"/>
                <a:gd name="T40" fmla="*/ 6 w 13"/>
                <a:gd name="T41" fmla="*/ 7 h 18"/>
                <a:gd name="T42" fmla="*/ 6 w 13"/>
                <a:gd name="T43" fmla="*/ 8 h 18"/>
                <a:gd name="T44" fmla="*/ 6 w 13"/>
                <a:gd name="T45" fmla="*/ 8 h 18"/>
                <a:gd name="T46" fmla="*/ 5 w 13"/>
                <a:gd name="T47" fmla="*/ 9 h 18"/>
                <a:gd name="T48" fmla="*/ 2 w 13"/>
                <a:gd name="T49" fmla="*/ 9 h 18"/>
                <a:gd name="T50" fmla="*/ 2 w 13"/>
                <a:gd name="T51" fmla="*/ 10 h 18"/>
                <a:gd name="T52" fmla="*/ 1 w 13"/>
                <a:gd name="T53" fmla="*/ 10 h 18"/>
                <a:gd name="T54" fmla="*/ 1 w 13"/>
                <a:gd name="T55" fmla="*/ 10 h 18"/>
                <a:gd name="T56" fmla="*/ 2 w 13"/>
                <a:gd name="T57" fmla="*/ 12 h 18"/>
                <a:gd name="T58" fmla="*/ 2 w 13"/>
                <a:gd name="T59" fmla="*/ 12 h 18"/>
                <a:gd name="T60" fmla="*/ 3 w 13"/>
                <a:gd name="T61" fmla="*/ 12 h 18"/>
                <a:gd name="T62" fmla="*/ 3 w 13"/>
                <a:gd name="T63" fmla="*/ 11 h 18"/>
                <a:gd name="T64" fmla="*/ 5 w 13"/>
                <a:gd name="T65" fmla="*/ 10 h 18"/>
                <a:gd name="T66" fmla="*/ 6 w 13"/>
                <a:gd name="T67" fmla="*/ 9 h 18"/>
                <a:gd name="T68" fmla="*/ 6 w 13"/>
                <a:gd name="T69" fmla="*/ 10 h 18"/>
                <a:gd name="T70" fmla="*/ 6 w 13"/>
                <a:gd name="T71" fmla="*/ 11 h 18"/>
                <a:gd name="T72" fmla="*/ 6 w 13"/>
                <a:gd name="T73" fmla="*/ 11 h 18"/>
                <a:gd name="T74" fmla="*/ 4 w 13"/>
                <a:gd name="T75" fmla="*/ 14 h 18"/>
                <a:gd name="T76" fmla="*/ 2 w 13"/>
                <a:gd name="T77" fmla="*/ 16 h 18"/>
                <a:gd name="T78" fmla="*/ 1 w 13"/>
                <a:gd name="T79" fmla="*/ 16 h 18"/>
                <a:gd name="T80" fmla="*/ 0 w 13"/>
                <a:gd name="T81" fmla="*/ 17 h 18"/>
                <a:gd name="T82" fmla="*/ 2 w 13"/>
                <a:gd name="T83" fmla="*/ 17 h 18"/>
                <a:gd name="T84" fmla="*/ 2 w 13"/>
                <a:gd name="T85" fmla="*/ 17 h 18"/>
                <a:gd name="T86" fmla="*/ 4 w 13"/>
                <a:gd name="T87" fmla="*/ 16 h 18"/>
                <a:gd name="T88" fmla="*/ 5 w 13"/>
                <a:gd name="T89" fmla="*/ 15 h 18"/>
                <a:gd name="T90" fmla="*/ 6 w 13"/>
                <a:gd name="T91" fmla="*/ 14 h 18"/>
                <a:gd name="T92" fmla="*/ 7 w 13"/>
                <a:gd name="T93" fmla="*/ 12 h 18"/>
                <a:gd name="T94" fmla="*/ 7 w 13"/>
                <a:gd name="T95" fmla="*/ 11 h 18"/>
                <a:gd name="T96" fmla="*/ 8 w 13"/>
                <a:gd name="T97" fmla="*/ 8 h 18"/>
                <a:gd name="T98" fmla="*/ 9 w 13"/>
                <a:gd name="T99" fmla="*/ 8 h 18"/>
                <a:gd name="T100" fmla="*/ 11 w 13"/>
                <a:gd name="T101" fmla="*/ 7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3" h="18">
                  <a:moveTo>
                    <a:pt x="11" y="7"/>
                  </a:moveTo>
                  <a:cubicBezTo>
                    <a:pt x="12" y="7"/>
                    <a:pt x="12" y="7"/>
                    <a:pt x="13" y="6"/>
                  </a:cubicBezTo>
                  <a:cubicBezTo>
                    <a:pt x="13" y="6"/>
                    <a:pt x="13" y="6"/>
                    <a:pt x="13" y="5"/>
                  </a:cubicBezTo>
                  <a:cubicBezTo>
                    <a:pt x="13" y="5"/>
                    <a:pt x="12" y="5"/>
                    <a:pt x="12" y="5"/>
                  </a:cubicBezTo>
                  <a:cubicBezTo>
                    <a:pt x="12" y="5"/>
                    <a:pt x="12" y="5"/>
                    <a:pt x="11" y="5"/>
                  </a:cubicBezTo>
                  <a:cubicBezTo>
                    <a:pt x="11" y="5"/>
                    <a:pt x="11" y="5"/>
                    <a:pt x="11" y="5"/>
                  </a:cubicBezTo>
                  <a:cubicBezTo>
                    <a:pt x="10" y="5"/>
                    <a:pt x="11" y="5"/>
                    <a:pt x="11" y="6"/>
                  </a:cubicBezTo>
                  <a:cubicBezTo>
                    <a:pt x="11" y="6"/>
                    <a:pt x="10" y="6"/>
                    <a:pt x="10" y="6"/>
                  </a:cubicBezTo>
                  <a:cubicBezTo>
                    <a:pt x="9" y="7"/>
                    <a:pt x="9" y="7"/>
                    <a:pt x="9" y="7"/>
                  </a:cubicBezTo>
                  <a:cubicBezTo>
                    <a:pt x="8" y="7"/>
                    <a:pt x="8" y="7"/>
                    <a:pt x="8" y="7"/>
                  </a:cubicBezTo>
                  <a:cubicBezTo>
                    <a:pt x="8" y="6"/>
                    <a:pt x="8" y="6"/>
                    <a:pt x="8" y="5"/>
                  </a:cubicBezTo>
                  <a:cubicBezTo>
                    <a:pt x="8" y="5"/>
                    <a:pt x="8" y="5"/>
                    <a:pt x="8" y="4"/>
                  </a:cubicBezTo>
                  <a:cubicBezTo>
                    <a:pt x="9" y="4"/>
                    <a:pt x="8" y="3"/>
                    <a:pt x="9" y="3"/>
                  </a:cubicBezTo>
                  <a:cubicBezTo>
                    <a:pt x="9" y="2"/>
                    <a:pt x="9" y="2"/>
                    <a:pt x="9" y="2"/>
                  </a:cubicBezTo>
                  <a:cubicBezTo>
                    <a:pt x="9" y="2"/>
                    <a:pt x="9" y="1"/>
                    <a:pt x="9" y="1"/>
                  </a:cubicBezTo>
                  <a:cubicBezTo>
                    <a:pt x="9" y="1"/>
                    <a:pt x="8" y="1"/>
                    <a:pt x="8" y="1"/>
                  </a:cubicBezTo>
                  <a:cubicBezTo>
                    <a:pt x="8" y="0"/>
                    <a:pt x="8" y="0"/>
                    <a:pt x="7" y="0"/>
                  </a:cubicBezTo>
                  <a:cubicBezTo>
                    <a:pt x="7" y="0"/>
                    <a:pt x="6" y="1"/>
                    <a:pt x="6" y="1"/>
                  </a:cubicBezTo>
                  <a:cubicBezTo>
                    <a:pt x="6" y="1"/>
                    <a:pt x="6" y="2"/>
                    <a:pt x="7" y="2"/>
                  </a:cubicBezTo>
                  <a:cubicBezTo>
                    <a:pt x="7" y="3"/>
                    <a:pt x="7" y="4"/>
                    <a:pt x="6" y="5"/>
                  </a:cubicBezTo>
                  <a:cubicBezTo>
                    <a:pt x="6" y="6"/>
                    <a:pt x="6" y="6"/>
                    <a:pt x="6" y="7"/>
                  </a:cubicBezTo>
                  <a:cubicBezTo>
                    <a:pt x="6" y="7"/>
                    <a:pt x="7" y="8"/>
                    <a:pt x="6" y="8"/>
                  </a:cubicBezTo>
                  <a:cubicBezTo>
                    <a:pt x="6" y="8"/>
                    <a:pt x="6" y="8"/>
                    <a:pt x="6" y="8"/>
                  </a:cubicBezTo>
                  <a:cubicBezTo>
                    <a:pt x="5" y="8"/>
                    <a:pt x="5" y="9"/>
                    <a:pt x="5" y="9"/>
                  </a:cubicBezTo>
                  <a:cubicBezTo>
                    <a:pt x="4" y="9"/>
                    <a:pt x="3" y="9"/>
                    <a:pt x="2" y="9"/>
                  </a:cubicBezTo>
                  <a:cubicBezTo>
                    <a:pt x="2" y="10"/>
                    <a:pt x="2" y="10"/>
                    <a:pt x="2" y="10"/>
                  </a:cubicBezTo>
                  <a:cubicBezTo>
                    <a:pt x="2" y="10"/>
                    <a:pt x="1" y="10"/>
                    <a:pt x="1" y="10"/>
                  </a:cubicBezTo>
                  <a:cubicBezTo>
                    <a:pt x="1" y="10"/>
                    <a:pt x="1" y="10"/>
                    <a:pt x="1" y="10"/>
                  </a:cubicBezTo>
                  <a:cubicBezTo>
                    <a:pt x="1" y="11"/>
                    <a:pt x="1" y="11"/>
                    <a:pt x="2" y="12"/>
                  </a:cubicBezTo>
                  <a:cubicBezTo>
                    <a:pt x="2" y="12"/>
                    <a:pt x="2" y="12"/>
                    <a:pt x="2" y="12"/>
                  </a:cubicBezTo>
                  <a:cubicBezTo>
                    <a:pt x="2" y="12"/>
                    <a:pt x="3" y="12"/>
                    <a:pt x="3" y="12"/>
                  </a:cubicBezTo>
                  <a:cubicBezTo>
                    <a:pt x="3" y="12"/>
                    <a:pt x="3" y="12"/>
                    <a:pt x="3" y="11"/>
                  </a:cubicBezTo>
                  <a:cubicBezTo>
                    <a:pt x="4" y="11"/>
                    <a:pt x="5" y="11"/>
                    <a:pt x="5" y="10"/>
                  </a:cubicBezTo>
                  <a:cubicBezTo>
                    <a:pt x="5" y="10"/>
                    <a:pt x="5" y="9"/>
                    <a:pt x="6" y="9"/>
                  </a:cubicBezTo>
                  <a:cubicBezTo>
                    <a:pt x="6" y="10"/>
                    <a:pt x="6" y="10"/>
                    <a:pt x="6" y="10"/>
                  </a:cubicBezTo>
                  <a:cubicBezTo>
                    <a:pt x="6" y="10"/>
                    <a:pt x="6" y="11"/>
                    <a:pt x="6" y="11"/>
                  </a:cubicBezTo>
                  <a:cubicBezTo>
                    <a:pt x="6" y="11"/>
                    <a:pt x="6" y="11"/>
                    <a:pt x="6" y="11"/>
                  </a:cubicBezTo>
                  <a:cubicBezTo>
                    <a:pt x="6" y="13"/>
                    <a:pt x="4" y="14"/>
                    <a:pt x="4" y="14"/>
                  </a:cubicBezTo>
                  <a:cubicBezTo>
                    <a:pt x="3" y="15"/>
                    <a:pt x="3" y="15"/>
                    <a:pt x="2" y="16"/>
                  </a:cubicBezTo>
                  <a:cubicBezTo>
                    <a:pt x="2" y="16"/>
                    <a:pt x="1" y="16"/>
                    <a:pt x="1" y="16"/>
                  </a:cubicBezTo>
                  <a:cubicBezTo>
                    <a:pt x="1" y="17"/>
                    <a:pt x="0" y="17"/>
                    <a:pt x="0" y="17"/>
                  </a:cubicBezTo>
                  <a:cubicBezTo>
                    <a:pt x="1" y="18"/>
                    <a:pt x="2" y="17"/>
                    <a:pt x="2" y="17"/>
                  </a:cubicBezTo>
                  <a:cubicBezTo>
                    <a:pt x="2" y="17"/>
                    <a:pt x="2" y="17"/>
                    <a:pt x="2" y="17"/>
                  </a:cubicBezTo>
                  <a:cubicBezTo>
                    <a:pt x="3" y="17"/>
                    <a:pt x="4" y="16"/>
                    <a:pt x="4" y="16"/>
                  </a:cubicBezTo>
                  <a:cubicBezTo>
                    <a:pt x="5" y="16"/>
                    <a:pt x="5" y="16"/>
                    <a:pt x="5" y="15"/>
                  </a:cubicBezTo>
                  <a:cubicBezTo>
                    <a:pt x="5" y="15"/>
                    <a:pt x="6" y="15"/>
                    <a:pt x="6" y="14"/>
                  </a:cubicBezTo>
                  <a:cubicBezTo>
                    <a:pt x="7" y="13"/>
                    <a:pt x="7" y="13"/>
                    <a:pt x="7" y="12"/>
                  </a:cubicBezTo>
                  <a:cubicBezTo>
                    <a:pt x="7" y="11"/>
                    <a:pt x="7" y="11"/>
                    <a:pt x="7" y="11"/>
                  </a:cubicBezTo>
                  <a:cubicBezTo>
                    <a:pt x="8" y="10"/>
                    <a:pt x="8" y="9"/>
                    <a:pt x="8" y="8"/>
                  </a:cubicBezTo>
                  <a:cubicBezTo>
                    <a:pt x="8" y="8"/>
                    <a:pt x="8" y="8"/>
                    <a:pt x="9" y="8"/>
                  </a:cubicBezTo>
                  <a:cubicBezTo>
                    <a:pt x="9" y="8"/>
                    <a:pt x="10" y="7"/>
                    <a:pt x="1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5" name="Freeform 224">
              <a:extLst>
                <a:ext uri="{FF2B5EF4-FFF2-40B4-BE49-F238E27FC236}">
                  <a16:creationId xmlns:a16="http://schemas.microsoft.com/office/drawing/2014/main" id="{CA27E63F-2F00-4384-AFE7-325B0DAB63E9}"/>
                </a:ext>
              </a:extLst>
            </p:cNvPr>
            <p:cNvSpPr>
              <a:spLocks/>
            </p:cNvSpPr>
            <p:nvPr userDrawn="1"/>
          </p:nvSpPr>
          <p:spPr bwMode="auto">
            <a:xfrm>
              <a:off x="1216025" y="4714875"/>
              <a:ext cx="55563" cy="49213"/>
            </a:xfrm>
            <a:custGeom>
              <a:avLst/>
              <a:gdLst>
                <a:gd name="T0" fmla="*/ 5 w 8"/>
                <a:gd name="T1" fmla="*/ 5 h 7"/>
                <a:gd name="T2" fmla="*/ 4 w 8"/>
                <a:gd name="T3" fmla="*/ 3 h 7"/>
                <a:gd name="T4" fmla="*/ 3 w 8"/>
                <a:gd name="T5" fmla="*/ 3 h 7"/>
                <a:gd name="T6" fmla="*/ 2 w 8"/>
                <a:gd name="T7" fmla="*/ 2 h 7"/>
                <a:gd name="T8" fmla="*/ 2 w 8"/>
                <a:gd name="T9" fmla="*/ 2 h 7"/>
                <a:gd name="T10" fmla="*/ 1 w 8"/>
                <a:gd name="T11" fmla="*/ 1 h 7"/>
                <a:gd name="T12" fmla="*/ 0 w 8"/>
                <a:gd name="T13" fmla="*/ 0 h 7"/>
                <a:gd name="T14" fmla="*/ 1 w 8"/>
                <a:gd name="T15" fmla="*/ 1 h 7"/>
                <a:gd name="T16" fmla="*/ 1 w 8"/>
                <a:gd name="T17" fmla="*/ 3 h 7"/>
                <a:gd name="T18" fmla="*/ 2 w 8"/>
                <a:gd name="T19" fmla="*/ 4 h 7"/>
                <a:gd name="T20" fmla="*/ 3 w 8"/>
                <a:gd name="T21" fmla="*/ 5 h 7"/>
                <a:gd name="T22" fmla="*/ 3 w 8"/>
                <a:gd name="T23" fmla="*/ 6 h 7"/>
                <a:gd name="T24" fmla="*/ 5 w 8"/>
                <a:gd name="T25" fmla="*/ 7 h 7"/>
                <a:gd name="T26" fmla="*/ 6 w 8"/>
                <a:gd name="T27" fmla="*/ 7 h 7"/>
                <a:gd name="T28" fmla="*/ 6 w 8"/>
                <a:gd name="T29" fmla="*/ 7 h 7"/>
                <a:gd name="T30" fmla="*/ 7 w 8"/>
                <a:gd name="T31" fmla="*/ 6 h 7"/>
                <a:gd name="T32" fmla="*/ 8 w 8"/>
                <a:gd name="T33" fmla="*/ 6 h 7"/>
                <a:gd name="T34" fmla="*/ 6 w 8"/>
                <a:gd name="T35" fmla="*/ 5 h 7"/>
                <a:gd name="T36" fmla="*/ 5 w 8"/>
                <a:gd name="T37"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 h="7">
                  <a:moveTo>
                    <a:pt x="5" y="5"/>
                  </a:moveTo>
                  <a:cubicBezTo>
                    <a:pt x="5" y="4"/>
                    <a:pt x="4" y="4"/>
                    <a:pt x="4" y="3"/>
                  </a:cubicBezTo>
                  <a:cubicBezTo>
                    <a:pt x="3" y="3"/>
                    <a:pt x="3" y="3"/>
                    <a:pt x="3" y="3"/>
                  </a:cubicBezTo>
                  <a:cubicBezTo>
                    <a:pt x="3" y="3"/>
                    <a:pt x="3" y="2"/>
                    <a:pt x="2" y="2"/>
                  </a:cubicBezTo>
                  <a:cubicBezTo>
                    <a:pt x="2" y="2"/>
                    <a:pt x="2" y="2"/>
                    <a:pt x="2" y="2"/>
                  </a:cubicBezTo>
                  <a:cubicBezTo>
                    <a:pt x="2" y="1"/>
                    <a:pt x="1" y="1"/>
                    <a:pt x="1" y="1"/>
                  </a:cubicBezTo>
                  <a:cubicBezTo>
                    <a:pt x="1" y="0"/>
                    <a:pt x="1" y="0"/>
                    <a:pt x="0" y="0"/>
                  </a:cubicBezTo>
                  <a:cubicBezTo>
                    <a:pt x="0" y="0"/>
                    <a:pt x="1" y="1"/>
                    <a:pt x="1" y="1"/>
                  </a:cubicBezTo>
                  <a:cubicBezTo>
                    <a:pt x="1" y="2"/>
                    <a:pt x="1" y="2"/>
                    <a:pt x="1" y="3"/>
                  </a:cubicBezTo>
                  <a:cubicBezTo>
                    <a:pt x="1" y="3"/>
                    <a:pt x="2" y="4"/>
                    <a:pt x="2" y="4"/>
                  </a:cubicBezTo>
                  <a:cubicBezTo>
                    <a:pt x="2" y="4"/>
                    <a:pt x="2" y="5"/>
                    <a:pt x="3" y="5"/>
                  </a:cubicBezTo>
                  <a:cubicBezTo>
                    <a:pt x="3" y="5"/>
                    <a:pt x="3" y="6"/>
                    <a:pt x="3" y="6"/>
                  </a:cubicBezTo>
                  <a:cubicBezTo>
                    <a:pt x="4" y="6"/>
                    <a:pt x="4" y="7"/>
                    <a:pt x="5" y="7"/>
                  </a:cubicBezTo>
                  <a:cubicBezTo>
                    <a:pt x="5" y="7"/>
                    <a:pt x="5" y="7"/>
                    <a:pt x="6" y="7"/>
                  </a:cubicBezTo>
                  <a:cubicBezTo>
                    <a:pt x="6" y="7"/>
                    <a:pt x="6" y="7"/>
                    <a:pt x="6" y="7"/>
                  </a:cubicBezTo>
                  <a:cubicBezTo>
                    <a:pt x="6" y="7"/>
                    <a:pt x="7" y="7"/>
                    <a:pt x="7" y="6"/>
                  </a:cubicBezTo>
                  <a:cubicBezTo>
                    <a:pt x="8" y="6"/>
                    <a:pt x="8" y="6"/>
                    <a:pt x="8" y="6"/>
                  </a:cubicBezTo>
                  <a:cubicBezTo>
                    <a:pt x="8" y="5"/>
                    <a:pt x="7" y="5"/>
                    <a:pt x="6" y="5"/>
                  </a:cubicBezTo>
                  <a:cubicBezTo>
                    <a:pt x="6" y="5"/>
                    <a:pt x="6" y="5"/>
                    <a:pt x="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 name="Freeform 225">
              <a:extLst>
                <a:ext uri="{FF2B5EF4-FFF2-40B4-BE49-F238E27FC236}">
                  <a16:creationId xmlns:a16="http://schemas.microsoft.com/office/drawing/2014/main" id="{39EFC3A5-E90F-4ABD-B3D8-75C33EFFD5C6}"/>
                </a:ext>
              </a:extLst>
            </p:cNvPr>
            <p:cNvSpPr>
              <a:spLocks noEditPoints="1"/>
            </p:cNvSpPr>
            <p:nvPr userDrawn="1"/>
          </p:nvSpPr>
          <p:spPr bwMode="auto">
            <a:xfrm>
              <a:off x="1562100" y="4638675"/>
              <a:ext cx="96838" cy="168275"/>
            </a:xfrm>
            <a:custGeom>
              <a:avLst/>
              <a:gdLst>
                <a:gd name="T0" fmla="*/ 12 w 14"/>
                <a:gd name="T1" fmla="*/ 5 h 24"/>
                <a:gd name="T2" fmla="*/ 14 w 14"/>
                <a:gd name="T3" fmla="*/ 2 h 24"/>
                <a:gd name="T4" fmla="*/ 13 w 14"/>
                <a:gd name="T5" fmla="*/ 1 h 24"/>
                <a:gd name="T6" fmla="*/ 11 w 14"/>
                <a:gd name="T7" fmla="*/ 4 h 24"/>
                <a:gd name="T8" fmla="*/ 10 w 14"/>
                <a:gd name="T9" fmla="*/ 5 h 24"/>
                <a:gd name="T10" fmla="*/ 9 w 14"/>
                <a:gd name="T11" fmla="*/ 7 h 24"/>
                <a:gd name="T12" fmla="*/ 10 w 14"/>
                <a:gd name="T13" fmla="*/ 9 h 24"/>
                <a:gd name="T14" fmla="*/ 8 w 14"/>
                <a:gd name="T15" fmla="*/ 6 h 24"/>
                <a:gd name="T16" fmla="*/ 9 w 14"/>
                <a:gd name="T17" fmla="*/ 3 h 24"/>
                <a:gd name="T18" fmla="*/ 9 w 14"/>
                <a:gd name="T19" fmla="*/ 0 h 24"/>
                <a:gd name="T20" fmla="*/ 7 w 14"/>
                <a:gd name="T21" fmla="*/ 2 h 24"/>
                <a:gd name="T22" fmla="*/ 5 w 14"/>
                <a:gd name="T23" fmla="*/ 5 h 24"/>
                <a:gd name="T24" fmla="*/ 3 w 14"/>
                <a:gd name="T25" fmla="*/ 6 h 24"/>
                <a:gd name="T26" fmla="*/ 4 w 14"/>
                <a:gd name="T27" fmla="*/ 8 h 24"/>
                <a:gd name="T28" fmla="*/ 2 w 14"/>
                <a:gd name="T29" fmla="*/ 8 h 24"/>
                <a:gd name="T30" fmla="*/ 2 w 14"/>
                <a:gd name="T31" fmla="*/ 11 h 24"/>
                <a:gd name="T32" fmla="*/ 4 w 14"/>
                <a:gd name="T33" fmla="*/ 11 h 24"/>
                <a:gd name="T34" fmla="*/ 5 w 14"/>
                <a:gd name="T35" fmla="*/ 9 h 24"/>
                <a:gd name="T36" fmla="*/ 5 w 14"/>
                <a:gd name="T37" fmla="*/ 11 h 24"/>
                <a:gd name="T38" fmla="*/ 9 w 14"/>
                <a:gd name="T39" fmla="*/ 9 h 24"/>
                <a:gd name="T40" fmla="*/ 7 w 14"/>
                <a:gd name="T41" fmla="*/ 12 h 24"/>
                <a:gd name="T42" fmla="*/ 4 w 14"/>
                <a:gd name="T43" fmla="*/ 13 h 24"/>
                <a:gd name="T44" fmla="*/ 5 w 14"/>
                <a:gd name="T45" fmla="*/ 14 h 24"/>
                <a:gd name="T46" fmla="*/ 9 w 14"/>
                <a:gd name="T47" fmla="*/ 11 h 24"/>
                <a:gd name="T48" fmla="*/ 8 w 14"/>
                <a:gd name="T49" fmla="*/ 15 h 24"/>
                <a:gd name="T50" fmla="*/ 6 w 14"/>
                <a:gd name="T51" fmla="*/ 18 h 24"/>
                <a:gd name="T52" fmla="*/ 4 w 14"/>
                <a:gd name="T53" fmla="*/ 20 h 24"/>
                <a:gd name="T54" fmla="*/ 0 w 14"/>
                <a:gd name="T55" fmla="*/ 22 h 24"/>
                <a:gd name="T56" fmla="*/ 4 w 14"/>
                <a:gd name="T57" fmla="*/ 21 h 24"/>
                <a:gd name="T58" fmla="*/ 8 w 14"/>
                <a:gd name="T59" fmla="*/ 18 h 24"/>
                <a:gd name="T60" fmla="*/ 8 w 14"/>
                <a:gd name="T61" fmla="*/ 22 h 24"/>
                <a:gd name="T62" fmla="*/ 6 w 14"/>
                <a:gd name="T63" fmla="*/ 23 h 24"/>
                <a:gd name="T64" fmla="*/ 9 w 14"/>
                <a:gd name="T65" fmla="*/ 23 h 24"/>
                <a:gd name="T66" fmla="*/ 11 w 14"/>
                <a:gd name="T67" fmla="*/ 21 h 24"/>
                <a:gd name="T68" fmla="*/ 9 w 14"/>
                <a:gd name="T69" fmla="*/ 18 h 24"/>
                <a:gd name="T70" fmla="*/ 11 w 14"/>
                <a:gd name="T71" fmla="*/ 17 h 24"/>
                <a:gd name="T72" fmla="*/ 9 w 14"/>
                <a:gd name="T73" fmla="*/ 14 h 24"/>
                <a:gd name="T74" fmla="*/ 14 w 14"/>
                <a:gd name="T75" fmla="*/ 9 h 24"/>
                <a:gd name="T76" fmla="*/ 11 w 14"/>
                <a:gd name="T77" fmla="*/ 9 h 24"/>
                <a:gd name="T78" fmla="*/ 12 w 14"/>
                <a:gd name="T79" fmla="*/ 6 h 24"/>
                <a:gd name="T80" fmla="*/ 5 w 14"/>
                <a:gd name="T81" fmla="*/ 6 h 24"/>
                <a:gd name="T82" fmla="*/ 7 w 14"/>
                <a:gd name="T83" fmla="*/ 8 h 24"/>
                <a:gd name="T84" fmla="*/ 7 w 14"/>
                <a:gd name="T85"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4" h="24">
                  <a:moveTo>
                    <a:pt x="12" y="6"/>
                  </a:moveTo>
                  <a:cubicBezTo>
                    <a:pt x="12" y="6"/>
                    <a:pt x="12" y="6"/>
                    <a:pt x="12" y="6"/>
                  </a:cubicBezTo>
                  <a:cubicBezTo>
                    <a:pt x="12" y="6"/>
                    <a:pt x="12" y="5"/>
                    <a:pt x="12" y="5"/>
                  </a:cubicBezTo>
                  <a:cubicBezTo>
                    <a:pt x="12" y="5"/>
                    <a:pt x="13" y="4"/>
                    <a:pt x="13" y="3"/>
                  </a:cubicBezTo>
                  <a:cubicBezTo>
                    <a:pt x="13" y="3"/>
                    <a:pt x="13" y="3"/>
                    <a:pt x="14" y="3"/>
                  </a:cubicBezTo>
                  <a:cubicBezTo>
                    <a:pt x="14" y="3"/>
                    <a:pt x="14" y="2"/>
                    <a:pt x="14" y="2"/>
                  </a:cubicBezTo>
                  <a:cubicBezTo>
                    <a:pt x="14" y="2"/>
                    <a:pt x="14" y="2"/>
                    <a:pt x="13" y="1"/>
                  </a:cubicBezTo>
                  <a:cubicBezTo>
                    <a:pt x="14" y="1"/>
                    <a:pt x="14" y="1"/>
                    <a:pt x="14" y="1"/>
                  </a:cubicBezTo>
                  <a:cubicBezTo>
                    <a:pt x="13" y="1"/>
                    <a:pt x="13" y="1"/>
                    <a:pt x="13" y="1"/>
                  </a:cubicBezTo>
                  <a:cubicBezTo>
                    <a:pt x="13" y="1"/>
                    <a:pt x="12" y="1"/>
                    <a:pt x="12" y="1"/>
                  </a:cubicBezTo>
                  <a:cubicBezTo>
                    <a:pt x="12" y="2"/>
                    <a:pt x="12" y="2"/>
                    <a:pt x="12" y="2"/>
                  </a:cubicBezTo>
                  <a:cubicBezTo>
                    <a:pt x="12" y="3"/>
                    <a:pt x="12" y="4"/>
                    <a:pt x="11" y="4"/>
                  </a:cubicBezTo>
                  <a:cubicBezTo>
                    <a:pt x="11" y="5"/>
                    <a:pt x="11" y="6"/>
                    <a:pt x="10" y="6"/>
                  </a:cubicBezTo>
                  <a:cubicBezTo>
                    <a:pt x="10" y="6"/>
                    <a:pt x="10" y="6"/>
                    <a:pt x="10" y="6"/>
                  </a:cubicBezTo>
                  <a:cubicBezTo>
                    <a:pt x="10" y="5"/>
                    <a:pt x="10" y="5"/>
                    <a:pt x="10" y="5"/>
                  </a:cubicBezTo>
                  <a:cubicBezTo>
                    <a:pt x="9" y="5"/>
                    <a:pt x="8" y="5"/>
                    <a:pt x="8" y="5"/>
                  </a:cubicBezTo>
                  <a:cubicBezTo>
                    <a:pt x="9" y="5"/>
                    <a:pt x="9" y="5"/>
                    <a:pt x="9" y="6"/>
                  </a:cubicBezTo>
                  <a:cubicBezTo>
                    <a:pt x="9" y="6"/>
                    <a:pt x="9" y="7"/>
                    <a:pt x="9" y="7"/>
                  </a:cubicBezTo>
                  <a:cubicBezTo>
                    <a:pt x="10" y="7"/>
                    <a:pt x="10" y="7"/>
                    <a:pt x="10" y="7"/>
                  </a:cubicBezTo>
                  <a:cubicBezTo>
                    <a:pt x="10" y="8"/>
                    <a:pt x="10" y="8"/>
                    <a:pt x="10" y="8"/>
                  </a:cubicBezTo>
                  <a:cubicBezTo>
                    <a:pt x="10" y="8"/>
                    <a:pt x="10" y="9"/>
                    <a:pt x="10" y="9"/>
                  </a:cubicBezTo>
                  <a:cubicBezTo>
                    <a:pt x="10" y="9"/>
                    <a:pt x="9" y="9"/>
                    <a:pt x="8" y="9"/>
                  </a:cubicBezTo>
                  <a:cubicBezTo>
                    <a:pt x="8" y="8"/>
                    <a:pt x="7" y="7"/>
                    <a:pt x="8" y="7"/>
                  </a:cubicBezTo>
                  <a:cubicBezTo>
                    <a:pt x="8" y="7"/>
                    <a:pt x="8" y="7"/>
                    <a:pt x="8" y="6"/>
                  </a:cubicBezTo>
                  <a:cubicBezTo>
                    <a:pt x="9" y="6"/>
                    <a:pt x="8" y="5"/>
                    <a:pt x="8" y="5"/>
                  </a:cubicBezTo>
                  <a:cubicBezTo>
                    <a:pt x="8" y="4"/>
                    <a:pt x="8" y="4"/>
                    <a:pt x="8" y="4"/>
                  </a:cubicBezTo>
                  <a:cubicBezTo>
                    <a:pt x="8" y="3"/>
                    <a:pt x="9" y="3"/>
                    <a:pt x="9" y="3"/>
                  </a:cubicBezTo>
                  <a:cubicBezTo>
                    <a:pt x="9" y="3"/>
                    <a:pt x="10" y="2"/>
                    <a:pt x="10" y="2"/>
                  </a:cubicBezTo>
                  <a:cubicBezTo>
                    <a:pt x="10" y="2"/>
                    <a:pt x="10" y="1"/>
                    <a:pt x="10" y="1"/>
                  </a:cubicBezTo>
                  <a:cubicBezTo>
                    <a:pt x="10" y="1"/>
                    <a:pt x="10" y="0"/>
                    <a:pt x="9" y="0"/>
                  </a:cubicBezTo>
                  <a:cubicBezTo>
                    <a:pt x="9" y="0"/>
                    <a:pt x="9" y="0"/>
                    <a:pt x="8" y="0"/>
                  </a:cubicBezTo>
                  <a:cubicBezTo>
                    <a:pt x="8" y="0"/>
                    <a:pt x="7" y="0"/>
                    <a:pt x="7" y="0"/>
                  </a:cubicBezTo>
                  <a:cubicBezTo>
                    <a:pt x="7" y="1"/>
                    <a:pt x="7" y="1"/>
                    <a:pt x="7" y="2"/>
                  </a:cubicBezTo>
                  <a:cubicBezTo>
                    <a:pt x="7" y="3"/>
                    <a:pt x="7" y="3"/>
                    <a:pt x="7" y="4"/>
                  </a:cubicBezTo>
                  <a:cubicBezTo>
                    <a:pt x="7" y="4"/>
                    <a:pt x="7" y="4"/>
                    <a:pt x="7" y="5"/>
                  </a:cubicBezTo>
                  <a:cubicBezTo>
                    <a:pt x="7" y="5"/>
                    <a:pt x="6" y="5"/>
                    <a:pt x="5" y="5"/>
                  </a:cubicBezTo>
                  <a:cubicBezTo>
                    <a:pt x="5" y="5"/>
                    <a:pt x="4" y="5"/>
                    <a:pt x="4" y="5"/>
                  </a:cubicBezTo>
                  <a:cubicBezTo>
                    <a:pt x="4" y="6"/>
                    <a:pt x="4" y="6"/>
                    <a:pt x="4" y="6"/>
                  </a:cubicBezTo>
                  <a:cubicBezTo>
                    <a:pt x="3" y="6"/>
                    <a:pt x="3" y="6"/>
                    <a:pt x="3" y="6"/>
                  </a:cubicBezTo>
                  <a:cubicBezTo>
                    <a:pt x="3" y="6"/>
                    <a:pt x="2" y="7"/>
                    <a:pt x="2" y="7"/>
                  </a:cubicBezTo>
                  <a:cubicBezTo>
                    <a:pt x="2" y="7"/>
                    <a:pt x="3" y="7"/>
                    <a:pt x="3" y="7"/>
                  </a:cubicBezTo>
                  <a:cubicBezTo>
                    <a:pt x="3" y="7"/>
                    <a:pt x="3" y="7"/>
                    <a:pt x="4" y="8"/>
                  </a:cubicBezTo>
                  <a:cubicBezTo>
                    <a:pt x="4" y="8"/>
                    <a:pt x="4" y="8"/>
                    <a:pt x="4" y="9"/>
                  </a:cubicBezTo>
                  <a:cubicBezTo>
                    <a:pt x="4" y="9"/>
                    <a:pt x="4" y="9"/>
                    <a:pt x="4" y="9"/>
                  </a:cubicBezTo>
                  <a:cubicBezTo>
                    <a:pt x="3" y="9"/>
                    <a:pt x="3" y="8"/>
                    <a:pt x="2" y="8"/>
                  </a:cubicBezTo>
                  <a:cubicBezTo>
                    <a:pt x="2" y="9"/>
                    <a:pt x="2" y="9"/>
                    <a:pt x="2" y="9"/>
                  </a:cubicBezTo>
                  <a:cubicBezTo>
                    <a:pt x="2" y="10"/>
                    <a:pt x="2" y="10"/>
                    <a:pt x="2" y="10"/>
                  </a:cubicBezTo>
                  <a:cubicBezTo>
                    <a:pt x="2" y="10"/>
                    <a:pt x="2" y="11"/>
                    <a:pt x="2" y="11"/>
                  </a:cubicBezTo>
                  <a:cubicBezTo>
                    <a:pt x="2" y="11"/>
                    <a:pt x="2" y="11"/>
                    <a:pt x="2" y="11"/>
                  </a:cubicBezTo>
                  <a:cubicBezTo>
                    <a:pt x="3" y="11"/>
                    <a:pt x="3" y="12"/>
                    <a:pt x="3" y="12"/>
                  </a:cubicBezTo>
                  <a:cubicBezTo>
                    <a:pt x="4" y="12"/>
                    <a:pt x="4" y="11"/>
                    <a:pt x="4" y="11"/>
                  </a:cubicBezTo>
                  <a:cubicBezTo>
                    <a:pt x="4" y="10"/>
                    <a:pt x="4" y="10"/>
                    <a:pt x="4" y="10"/>
                  </a:cubicBezTo>
                  <a:cubicBezTo>
                    <a:pt x="5" y="10"/>
                    <a:pt x="5" y="10"/>
                    <a:pt x="5" y="10"/>
                  </a:cubicBezTo>
                  <a:cubicBezTo>
                    <a:pt x="5" y="10"/>
                    <a:pt x="5" y="9"/>
                    <a:pt x="5" y="9"/>
                  </a:cubicBezTo>
                  <a:cubicBezTo>
                    <a:pt x="5" y="9"/>
                    <a:pt x="5" y="8"/>
                    <a:pt x="5" y="8"/>
                  </a:cubicBezTo>
                  <a:cubicBezTo>
                    <a:pt x="6" y="8"/>
                    <a:pt x="6" y="9"/>
                    <a:pt x="6" y="9"/>
                  </a:cubicBezTo>
                  <a:cubicBezTo>
                    <a:pt x="6" y="10"/>
                    <a:pt x="5" y="10"/>
                    <a:pt x="5" y="11"/>
                  </a:cubicBezTo>
                  <a:cubicBezTo>
                    <a:pt x="5" y="11"/>
                    <a:pt x="6" y="10"/>
                    <a:pt x="6" y="10"/>
                  </a:cubicBezTo>
                  <a:cubicBezTo>
                    <a:pt x="6" y="10"/>
                    <a:pt x="6" y="9"/>
                    <a:pt x="7" y="9"/>
                  </a:cubicBezTo>
                  <a:cubicBezTo>
                    <a:pt x="7" y="10"/>
                    <a:pt x="8" y="10"/>
                    <a:pt x="9" y="9"/>
                  </a:cubicBezTo>
                  <a:cubicBezTo>
                    <a:pt x="9" y="9"/>
                    <a:pt x="9" y="10"/>
                    <a:pt x="9" y="10"/>
                  </a:cubicBezTo>
                  <a:cubicBezTo>
                    <a:pt x="9" y="11"/>
                    <a:pt x="8" y="11"/>
                    <a:pt x="8" y="11"/>
                  </a:cubicBezTo>
                  <a:cubicBezTo>
                    <a:pt x="8" y="11"/>
                    <a:pt x="7" y="11"/>
                    <a:pt x="7" y="12"/>
                  </a:cubicBezTo>
                  <a:cubicBezTo>
                    <a:pt x="7" y="12"/>
                    <a:pt x="6" y="12"/>
                    <a:pt x="6" y="12"/>
                  </a:cubicBezTo>
                  <a:cubicBezTo>
                    <a:pt x="6" y="12"/>
                    <a:pt x="5" y="13"/>
                    <a:pt x="5" y="13"/>
                  </a:cubicBezTo>
                  <a:cubicBezTo>
                    <a:pt x="5" y="13"/>
                    <a:pt x="5" y="13"/>
                    <a:pt x="4" y="13"/>
                  </a:cubicBezTo>
                  <a:cubicBezTo>
                    <a:pt x="4" y="13"/>
                    <a:pt x="3" y="14"/>
                    <a:pt x="3" y="14"/>
                  </a:cubicBezTo>
                  <a:cubicBezTo>
                    <a:pt x="3" y="15"/>
                    <a:pt x="4" y="15"/>
                    <a:pt x="4" y="15"/>
                  </a:cubicBezTo>
                  <a:cubicBezTo>
                    <a:pt x="5" y="15"/>
                    <a:pt x="5" y="14"/>
                    <a:pt x="5" y="14"/>
                  </a:cubicBezTo>
                  <a:cubicBezTo>
                    <a:pt x="6" y="14"/>
                    <a:pt x="6" y="14"/>
                    <a:pt x="6" y="13"/>
                  </a:cubicBezTo>
                  <a:cubicBezTo>
                    <a:pt x="7" y="13"/>
                    <a:pt x="7" y="13"/>
                    <a:pt x="8" y="12"/>
                  </a:cubicBezTo>
                  <a:cubicBezTo>
                    <a:pt x="8" y="12"/>
                    <a:pt x="8" y="11"/>
                    <a:pt x="9" y="11"/>
                  </a:cubicBezTo>
                  <a:cubicBezTo>
                    <a:pt x="9" y="11"/>
                    <a:pt x="10" y="11"/>
                    <a:pt x="10" y="11"/>
                  </a:cubicBezTo>
                  <a:cubicBezTo>
                    <a:pt x="9" y="13"/>
                    <a:pt x="9" y="14"/>
                    <a:pt x="7" y="14"/>
                  </a:cubicBezTo>
                  <a:cubicBezTo>
                    <a:pt x="8" y="15"/>
                    <a:pt x="8" y="15"/>
                    <a:pt x="8" y="15"/>
                  </a:cubicBezTo>
                  <a:cubicBezTo>
                    <a:pt x="8" y="15"/>
                    <a:pt x="8" y="15"/>
                    <a:pt x="8" y="16"/>
                  </a:cubicBezTo>
                  <a:cubicBezTo>
                    <a:pt x="8" y="16"/>
                    <a:pt x="7" y="17"/>
                    <a:pt x="7" y="17"/>
                  </a:cubicBezTo>
                  <a:cubicBezTo>
                    <a:pt x="6" y="17"/>
                    <a:pt x="6" y="18"/>
                    <a:pt x="6" y="18"/>
                  </a:cubicBezTo>
                  <a:cubicBezTo>
                    <a:pt x="5" y="18"/>
                    <a:pt x="5" y="18"/>
                    <a:pt x="4" y="19"/>
                  </a:cubicBezTo>
                  <a:cubicBezTo>
                    <a:pt x="4" y="19"/>
                    <a:pt x="4" y="19"/>
                    <a:pt x="4" y="19"/>
                  </a:cubicBezTo>
                  <a:cubicBezTo>
                    <a:pt x="4" y="19"/>
                    <a:pt x="4" y="19"/>
                    <a:pt x="4" y="20"/>
                  </a:cubicBezTo>
                  <a:cubicBezTo>
                    <a:pt x="3" y="20"/>
                    <a:pt x="3" y="20"/>
                    <a:pt x="3" y="20"/>
                  </a:cubicBezTo>
                  <a:cubicBezTo>
                    <a:pt x="3" y="20"/>
                    <a:pt x="3" y="20"/>
                    <a:pt x="2" y="20"/>
                  </a:cubicBezTo>
                  <a:cubicBezTo>
                    <a:pt x="2" y="21"/>
                    <a:pt x="0" y="21"/>
                    <a:pt x="0" y="22"/>
                  </a:cubicBezTo>
                  <a:cubicBezTo>
                    <a:pt x="1" y="23"/>
                    <a:pt x="2" y="22"/>
                    <a:pt x="3" y="23"/>
                  </a:cubicBezTo>
                  <a:cubicBezTo>
                    <a:pt x="3" y="22"/>
                    <a:pt x="3" y="22"/>
                    <a:pt x="4" y="22"/>
                  </a:cubicBezTo>
                  <a:cubicBezTo>
                    <a:pt x="4" y="22"/>
                    <a:pt x="4" y="22"/>
                    <a:pt x="4" y="21"/>
                  </a:cubicBezTo>
                  <a:cubicBezTo>
                    <a:pt x="5" y="21"/>
                    <a:pt x="6" y="20"/>
                    <a:pt x="6" y="20"/>
                  </a:cubicBezTo>
                  <a:cubicBezTo>
                    <a:pt x="6" y="19"/>
                    <a:pt x="7" y="19"/>
                    <a:pt x="7" y="18"/>
                  </a:cubicBezTo>
                  <a:cubicBezTo>
                    <a:pt x="8" y="18"/>
                    <a:pt x="8" y="18"/>
                    <a:pt x="8" y="18"/>
                  </a:cubicBezTo>
                  <a:cubicBezTo>
                    <a:pt x="9" y="18"/>
                    <a:pt x="8" y="19"/>
                    <a:pt x="8" y="20"/>
                  </a:cubicBezTo>
                  <a:cubicBezTo>
                    <a:pt x="8" y="21"/>
                    <a:pt x="9" y="21"/>
                    <a:pt x="9" y="21"/>
                  </a:cubicBezTo>
                  <a:cubicBezTo>
                    <a:pt x="9" y="22"/>
                    <a:pt x="8" y="21"/>
                    <a:pt x="8" y="22"/>
                  </a:cubicBezTo>
                  <a:cubicBezTo>
                    <a:pt x="8" y="22"/>
                    <a:pt x="8" y="22"/>
                    <a:pt x="8" y="22"/>
                  </a:cubicBezTo>
                  <a:cubicBezTo>
                    <a:pt x="7" y="22"/>
                    <a:pt x="6" y="22"/>
                    <a:pt x="5" y="22"/>
                  </a:cubicBezTo>
                  <a:cubicBezTo>
                    <a:pt x="5" y="23"/>
                    <a:pt x="6" y="23"/>
                    <a:pt x="6" y="23"/>
                  </a:cubicBezTo>
                  <a:cubicBezTo>
                    <a:pt x="7" y="23"/>
                    <a:pt x="7" y="23"/>
                    <a:pt x="7" y="23"/>
                  </a:cubicBezTo>
                  <a:cubicBezTo>
                    <a:pt x="7" y="23"/>
                    <a:pt x="8" y="23"/>
                    <a:pt x="8" y="23"/>
                  </a:cubicBezTo>
                  <a:cubicBezTo>
                    <a:pt x="9" y="23"/>
                    <a:pt x="9" y="23"/>
                    <a:pt x="9" y="23"/>
                  </a:cubicBezTo>
                  <a:cubicBezTo>
                    <a:pt x="9" y="23"/>
                    <a:pt x="10" y="24"/>
                    <a:pt x="10" y="23"/>
                  </a:cubicBezTo>
                  <a:cubicBezTo>
                    <a:pt x="10" y="23"/>
                    <a:pt x="11" y="23"/>
                    <a:pt x="11" y="23"/>
                  </a:cubicBezTo>
                  <a:cubicBezTo>
                    <a:pt x="12" y="22"/>
                    <a:pt x="11" y="22"/>
                    <a:pt x="11" y="21"/>
                  </a:cubicBezTo>
                  <a:cubicBezTo>
                    <a:pt x="10" y="21"/>
                    <a:pt x="10" y="20"/>
                    <a:pt x="10" y="20"/>
                  </a:cubicBezTo>
                  <a:cubicBezTo>
                    <a:pt x="10" y="20"/>
                    <a:pt x="10" y="19"/>
                    <a:pt x="10" y="19"/>
                  </a:cubicBezTo>
                  <a:cubicBezTo>
                    <a:pt x="10" y="19"/>
                    <a:pt x="9" y="19"/>
                    <a:pt x="9" y="18"/>
                  </a:cubicBezTo>
                  <a:cubicBezTo>
                    <a:pt x="9" y="18"/>
                    <a:pt x="9" y="18"/>
                    <a:pt x="9" y="18"/>
                  </a:cubicBezTo>
                  <a:cubicBezTo>
                    <a:pt x="9" y="18"/>
                    <a:pt x="9" y="17"/>
                    <a:pt x="9" y="17"/>
                  </a:cubicBezTo>
                  <a:cubicBezTo>
                    <a:pt x="10" y="17"/>
                    <a:pt x="10" y="17"/>
                    <a:pt x="11" y="17"/>
                  </a:cubicBezTo>
                  <a:cubicBezTo>
                    <a:pt x="12" y="17"/>
                    <a:pt x="12" y="16"/>
                    <a:pt x="12" y="15"/>
                  </a:cubicBezTo>
                  <a:cubicBezTo>
                    <a:pt x="12" y="15"/>
                    <a:pt x="11" y="15"/>
                    <a:pt x="11" y="15"/>
                  </a:cubicBezTo>
                  <a:cubicBezTo>
                    <a:pt x="11" y="14"/>
                    <a:pt x="10" y="14"/>
                    <a:pt x="9" y="14"/>
                  </a:cubicBezTo>
                  <a:cubicBezTo>
                    <a:pt x="10" y="13"/>
                    <a:pt x="10" y="12"/>
                    <a:pt x="11" y="12"/>
                  </a:cubicBezTo>
                  <a:cubicBezTo>
                    <a:pt x="11" y="12"/>
                    <a:pt x="12" y="12"/>
                    <a:pt x="12" y="11"/>
                  </a:cubicBezTo>
                  <a:cubicBezTo>
                    <a:pt x="13" y="11"/>
                    <a:pt x="13" y="9"/>
                    <a:pt x="14" y="9"/>
                  </a:cubicBezTo>
                  <a:cubicBezTo>
                    <a:pt x="13" y="9"/>
                    <a:pt x="14" y="9"/>
                    <a:pt x="14" y="8"/>
                  </a:cubicBezTo>
                  <a:cubicBezTo>
                    <a:pt x="14" y="8"/>
                    <a:pt x="13" y="8"/>
                    <a:pt x="13" y="8"/>
                  </a:cubicBezTo>
                  <a:cubicBezTo>
                    <a:pt x="12" y="8"/>
                    <a:pt x="12" y="8"/>
                    <a:pt x="11" y="9"/>
                  </a:cubicBezTo>
                  <a:cubicBezTo>
                    <a:pt x="11" y="9"/>
                    <a:pt x="11" y="9"/>
                    <a:pt x="11" y="9"/>
                  </a:cubicBezTo>
                  <a:cubicBezTo>
                    <a:pt x="11" y="8"/>
                    <a:pt x="11" y="8"/>
                    <a:pt x="11" y="7"/>
                  </a:cubicBezTo>
                  <a:cubicBezTo>
                    <a:pt x="11" y="7"/>
                    <a:pt x="11" y="7"/>
                    <a:pt x="12" y="6"/>
                  </a:cubicBezTo>
                  <a:close/>
                  <a:moveTo>
                    <a:pt x="5" y="8"/>
                  </a:moveTo>
                  <a:cubicBezTo>
                    <a:pt x="4" y="7"/>
                    <a:pt x="4" y="7"/>
                    <a:pt x="4" y="6"/>
                  </a:cubicBezTo>
                  <a:cubicBezTo>
                    <a:pt x="4" y="6"/>
                    <a:pt x="5" y="6"/>
                    <a:pt x="5" y="6"/>
                  </a:cubicBezTo>
                  <a:cubicBezTo>
                    <a:pt x="5" y="6"/>
                    <a:pt x="5" y="6"/>
                    <a:pt x="6" y="6"/>
                  </a:cubicBezTo>
                  <a:cubicBezTo>
                    <a:pt x="6" y="7"/>
                    <a:pt x="5" y="7"/>
                    <a:pt x="5" y="8"/>
                  </a:cubicBezTo>
                  <a:close/>
                  <a:moveTo>
                    <a:pt x="7" y="8"/>
                  </a:moveTo>
                  <a:cubicBezTo>
                    <a:pt x="6" y="8"/>
                    <a:pt x="6" y="8"/>
                    <a:pt x="5" y="8"/>
                  </a:cubicBezTo>
                  <a:cubicBezTo>
                    <a:pt x="6" y="7"/>
                    <a:pt x="6" y="6"/>
                    <a:pt x="6" y="6"/>
                  </a:cubicBezTo>
                  <a:cubicBezTo>
                    <a:pt x="7" y="6"/>
                    <a:pt x="7" y="7"/>
                    <a:pt x="7"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 name="Freeform 226">
              <a:extLst>
                <a:ext uri="{FF2B5EF4-FFF2-40B4-BE49-F238E27FC236}">
                  <a16:creationId xmlns:a16="http://schemas.microsoft.com/office/drawing/2014/main" id="{CDDAF155-1D68-4B1E-8684-A203360F5505}"/>
                </a:ext>
              </a:extLst>
            </p:cNvPr>
            <p:cNvSpPr>
              <a:spLocks/>
            </p:cNvSpPr>
            <p:nvPr userDrawn="1"/>
          </p:nvSpPr>
          <p:spPr bwMode="auto">
            <a:xfrm>
              <a:off x="1555750" y="4737100"/>
              <a:ext cx="20638" cy="34925"/>
            </a:xfrm>
            <a:custGeom>
              <a:avLst/>
              <a:gdLst>
                <a:gd name="T0" fmla="*/ 3 w 3"/>
                <a:gd name="T1" fmla="*/ 4 h 5"/>
                <a:gd name="T2" fmla="*/ 3 w 3"/>
                <a:gd name="T3" fmla="*/ 2 h 5"/>
                <a:gd name="T4" fmla="*/ 3 w 3"/>
                <a:gd name="T5" fmla="*/ 1 h 5"/>
                <a:gd name="T6" fmla="*/ 1 w 3"/>
                <a:gd name="T7" fmla="*/ 0 h 5"/>
                <a:gd name="T8" fmla="*/ 1 w 3"/>
                <a:gd name="T9" fmla="*/ 1 h 5"/>
                <a:gd name="T10" fmla="*/ 1 w 3"/>
                <a:gd name="T11" fmla="*/ 3 h 5"/>
                <a:gd name="T12" fmla="*/ 1 w 3"/>
                <a:gd name="T13" fmla="*/ 3 h 5"/>
                <a:gd name="T14" fmla="*/ 1 w 3"/>
                <a:gd name="T15" fmla="*/ 4 h 5"/>
                <a:gd name="T16" fmla="*/ 0 w 3"/>
                <a:gd name="T17" fmla="*/ 4 h 5"/>
                <a:gd name="T18" fmla="*/ 0 w 3"/>
                <a:gd name="T19" fmla="*/ 5 h 5"/>
                <a:gd name="T20" fmla="*/ 1 w 3"/>
                <a:gd name="T21" fmla="*/ 5 h 5"/>
                <a:gd name="T22" fmla="*/ 3 w 3"/>
                <a:gd name="T23" fmla="*/ 5 h 5"/>
                <a:gd name="T24" fmla="*/ 3 w 3"/>
                <a:gd name="T25" fmla="*/ 4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 h="5">
                  <a:moveTo>
                    <a:pt x="3" y="4"/>
                  </a:moveTo>
                  <a:cubicBezTo>
                    <a:pt x="3" y="3"/>
                    <a:pt x="3" y="2"/>
                    <a:pt x="3" y="2"/>
                  </a:cubicBezTo>
                  <a:cubicBezTo>
                    <a:pt x="3" y="2"/>
                    <a:pt x="3" y="2"/>
                    <a:pt x="3" y="1"/>
                  </a:cubicBezTo>
                  <a:cubicBezTo>
                    <a:pt x="2" y="1"/>
                    <a:pt x="2" y="0"/>
                    <a:pt x="1" y="0"/>
                  </a:cubicBezTo>
                  <a:cubicBezTo>
                    <a:pt x="1" y="0"/>
                    <a:pt x="1" y="1"/>
                    <a:pt x="1" y="1"/>
                  </a:cubicBezTo>
                  <a:cubicBezTo>
                    <a:pt x="1" y="2"/>
                    <a:pt x="1" y="2"/>
                    <a:pt x="1" y="3"/>
                  </a:cubicBezTo>
                  <a:cubicBezTo>
                    <a:pt x="1" y="3"/>
                    <a:pt x="1" y="3"/>
                    <a:pt x="1" y="3"/>
                  </a:cubicBezTo>
                  <a:cubicBezTo>
                    <a:pt x="1" y="3"/>
                    <a:pt x="1" y="3"/>
                    <a:pt x="1" y="4"/>
                  </a:cubicBezTo>
                  <a:cubicBezTo>
                    <a:pt x="1" y="4"/>
                    <a:pt x="0" y="4"/>
                    <a:pt x="0" y="4"/>
                  </a:cubicBezTo>
                  <a:cubicBezTo>
                    <a:pt x="0" y="4"/>
                    <a:pt x="0" y="5"/>
                    <a:pt x="0" y="5"/>
                  </a:cubicBezTo>
                  <a:cubicBezTo>
                    <a:pt x="0" y="5"/>
                    <a:pt x="1" y="5"/>
                    <a:pt x="1" y="5"/>
                  </a:cubicBezTo>
                  <a:cubicBezTo>
                    <a:pt x="2" y="5"/>
                    <a:pt x="2" y="5"/>
                    <a:pt x="3" y="5"/>
                  </a:cubicBezTo>
                  <a:cubicBezTo>
                    <a:pt x="3" y="5"/>
                    <a:pt x="3" y="4"/>
                    <a:pt x="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 name="Freeform 227">
              <a:extLst>
                <a:ext uri="{FF2B5EF4-FFF2-40B4-BE49-F238E27FC236}">
                  <a16:creationId xmlns:a16="http://schemas.microsoft.com/office/drawing/2014/main" id="{B4711972-CC6F-489F-88C2-F0607E3045E0}"/>
                </a:ext>
              </a:extLst>
            </p:cNvPr>
            <p:cNvSpPr>
              <a:spLocks/>
            </p:cNvSpPr>
            <p:nvPr userDrawn="1"/>
          </p:nvSpPr>
          <p:spPr bwMode="auto">
            <a:xfrm>
              <a:off x="808038" y="4652963"/>
              <a:ext cx="20638" cy="20638"/>
            </a:xfrm>
            <a:custGeom>
              <a:avLst/>
              <a:gdLst>
                <a:gd name="T0" fmla="*/ 1 w 3"/>
                <a:gd name="T1" fmla="*/ 2 h 3"/>
                <a:gd name="T2" fmla="*/ 3 w 3"/>
                <a:gd name="T3" fmla="*/ 2 h 3"/>
                <a:gd name="T4" fmla="*/ 3 w 3"/>
                <a:gd name="T5" fmla="*/ 1 h 3"/>
                <a:gd name="T6" fmla="*/ 2 w 3"/>
                <a:gd name="T7" fmla="*/ 0 h 3"/>
                <a:gd name="T8" fmla="*/ 0 w 3"/>
                <a:gd name="T9" fmla="*/ 1 h 3"/>
                <a:gd name="T10" fmla="*/ 1 w 3"/>
                <a:gd name="T11" fmla="*/ 2 h 3"/>
                <a:gd name="T12" fmla="*/ 1 w 3"/>
                <a:gd name="T13" fmla="*/ 2 h 3"/>
              </a:gdLst>
              <a:ahLst/>
              <a:cxnLst>
                <a:cxn ang="0">
                  <a:pos x="T0" y="T1"/>
                </a:cxn>
                <a:cxn ang="0">
                  <a:pos x="T2" y="T3"/>
                </a:cxn>
                <a:cxn ang="0">
                  <a:pos x="T4" y="T5"/>
                </a:cxn>
                <a:cxn ang="0">
                  <a:pos x="T6" y="T7"/>
                </a:cxn>
                <a:cxn ang="0">
                  <a:pos x="T8" y="T9"/>
                </a:cxn>
                <a:cxn ang="0">
                  <a:pos x="T10" y="T11"/>
                </a:cxn>
                <a:cxn ang="0">
                  <a:pos x="T12" y="T13"/>
                </a:cxn>
              </a:cxnLst>
              <a:rect l="0" t="0" r="r" b="b"/>
              <a:pathLst>
                <a:path w="3" h="3">
                  <a:moveTo>
                    <a:pt x="1" y="2"/>
                  </a:moveTo>
                  <a:cubicBezTo>
                    <a:pt x="2" y="2"/>
                    <a:pt x="3" y="3"/>
                    <a:pt x="3" y="2"/>
                  </a:cubicBezTo>
                  <a:cubicBezTo>
                    <a:pt x="3" y="2"/>
                    <a:pt x="3" y="1"/>
                    <a:pt x="3" y="1"/>
                  </a:cubicBezTo>
                  <a:cubicBezTo>
                    <a:pt x="3" y="0"/>
                    <a:pt x="2" y="0"/>
                    <a:pt x="2" y="0"/>
                  </a:cubicBezTo>
                  <a:cubicBezTo>
                    <a:pt x="1" y="0"/>
                    <a:pt x="0" y="0"/>
                    <a:pt x="0" y="1"/>
                  </a:cubicBezTo>
                  <a:cubicBezTo>
                    <a:pt x="0" y="1"/>
                    <a:pt x="0" y="1"/>
                    <a:pt x="1" y="2"/>
                  </a:cubicBezTo>
                  <a:cubicBezTo>
                    <a:pt x="1" y="2"/>
                    <a:pt x="1" y="2"/>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 name="Freeform 228">
              <a:extLst>
                <a:ext uri="{FF2B5EF4-FFF2-40B4-BE49-F238E27FC236}">
                  <a16:creationId xmlns:a16="http://schemas.microsoft.com/office/drawing/2014/main" id="{2471D4EA-6D10-4E29-B238-2B71ED3A9315}"/>
                </a:ext>
              </a:extLst>
            </p:cNvPr>
            <p:cNvSpPr>
              <a:spLocks/>
            </p:cNvSpPr>
            <p:nvPr userDrawn="1"/>
          </p:nvSpPr>
          <p:spPr bwMode="auto">
            <a:xfrm>
              <a:off x="781050" y="4667250"/>
              <a:ext cx="69850" cy="41275"/>
            </a:xfrm>
            <a:custGeom>
              <a:avLst/>
              <a:gdLst>
                <a:gd name="T0" fmla="*/ 1 w 10"/>
                <a:gd name="T1" fmla="*/ 6 h 6"/>
                <a:gd name="T2" fmla="*/ 3 w 10"/>
                <a:gd name="T3" fmla="*/ 6 h 6"/>
                <a:gd name="T4" fmla="*/ 3 w 10"/>
                <a:gd name="T5" fmla="*/ 5 h 6"/>
                <a:gd name="T6" fmla="*/ 4 w 10"/>
                <a:gd name="T7" fmla="*/ 5 h 6"/>
                <a:gd name="T8" fmla="*/ 5 w 10"/>
                <a:gd name="T9" fmla="*/ 4 h 6"/>
                <a:gd name="T10" fmla="*/ 6 w 10"/>
                <a:gd name="T11" fmla="*/ 3 h 6"/>
                <a:gd name="T12" fmla="*/ 7 w 10"/>
                <a:gd name="T13" fmla="*/ 2 h 6"/>
                <a:gd name="T14" fmla="*/ 10 w 10"/>
                <a:gd name="T15" fmla="*/ 0 h 6"/>
                <a:gd name="T16" fmla="*/ 9 w 10"/>
                <a:gd name="T17" fmla="*/ 0 h 6"/>
                <a:gd name="T18" fmla="*/ 9 w 10"/>
                <a:gd name="T19" fmla="*/ 0 h 6"/>
                <a:gd name="T20" fmla="*/ 7 w 10"/>
                <a:gd name="T21" fmla="*/ 1 h 6"/>
                <a:gd name="T22" fmla="*/ 6 w 10"/>
                <a:gd name="T23" fmla="*/ 2 h 6"/>
                <a:gd name="T24" fmla="*/ 5 w 10"/>
                <a:gd name="T25" fmla="*/ 2 h 6"/>
                <a:gd name="T26" fmla="*/ 5 w 10"/>
                <a:gd name="T27" fmla="*/ 2 h 6"/>
                <a:gd name="T28" fmla="*/ 3 w 10"/>
                <a:gd name="T29" fmla="*/ 3 h 6"/>
                <a:gd name="T30" fmla="*/ 2 w 10"/>
                <a:gd name="T31" fmla="*/ 4 h 6"/>
                <a:gd name="T32" fmla="*/ 0 w 10"/>
                <a:gd name="T33" fmla="*/ 5 h 6"/>
                <a:gd name="T34" fmla="*/ 0 w 10"/>
                <a:gd name="T35" fmla="*/ 6 h 6"/>
                <a:gd name="T36" fmla="*/ 1 w 10"/>
                <a:gd name="T37" fmla="*/ 6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 h="6">
                  <a:moveTo>
                    <a:pt x="1" y="6"/>
                  </a:moveTo>
                  <a:cubicBezTo>
                    <a:pt x="1" y="6"/>
                    <a:pt x="2" y="6"/>
                    <a:pt x="3" y="6"/>
                  </a:cubicBezTo>
                  <a:cubicBezTo>
                    <a:pt x="3" y="6"/>
                    <a:pt x="3" y="6"/>
                    <a:pt x="3" y="5"/>
                  </a:cubicBezTo>
                  <a:cubicBezTo>
                    <a:pt x="4" y="5"/>
                    <a:pt x="4" y="5"/>
                    <a:pt x="4" y="5"/>
                  </a:cubicBezTo>
                  <a:cubicBezTo>
                    <a:pt x="4" y="4"/>
                    <a:pt x="4" y="4"/>
                    <a:pt x="5" y="4"/>
                  </a:cubicBezTo>
                  <a:cubicBezTo>
                    <a:pt x="5" y="4"/>
                    <a:pt x="6" y="3"/>
                    <a:pt x="6" y="3"/>
                  </a:cubicBezTo>
                  <a:cubicBezTo>
                    <a:pt x="7" y="2"/>
                    <a:pt x="7" y="2"/>
                    <a:pt x="7" y="2"/>
                  </a:cubicBezTo>
                  <a:cubicBezTo>
                    <a:pt x="9" y="2"/>
                    <a:pt x="10" y="1"/>
                    <a:pt x="10" y="0"/>
                  </a:cubicBezTo>
                  <a:cubicBezTo>
                    <a:pt x="10" y="0"/>
                    <a:pt x="10" y="0"/>
                    <a:pt x="9" y="0"/>
                  </a:cubicBezTo>
                  <a:cubicBezTo>
                    <a:pt x="9" y="0"/>
                    <a:pt x="9" y="0"/>
                    <a:pt x="9" y="0"/>
                  </a:cubicBezTo>
                  <a:cubicBezTo>
                    <a:pt x="8" y="0"/>
                    <a:pt x="8" y="1"/>
                    <a:pt x="7" y="1"/>
                  </a:cubicBezTo>
                  <a:cubicBezTo>
                    <a:pt x="7" y="1"/>
                    <a:pt x="6" y="2"/>
                    <a:pt x="6" y="2"/>
                  </a:cubicBezTo>
                  <a:cubicBezTo>
                    <a:pt x="6" y="2"/>
                    <a:pt x="5" y="2"/>
                    <a:pt x="5" y="2"/>
                  </a:cubicBezTo>
                  <a:cubicBezTo>
                    <a:pt x="5" y="2"/>
                    <a:pt x="5" y="2"/>
                    <a:pt x="5" y="2"/>
                  </a:cubicBezTo>
                  <a:cubicBezTo>
                    <a:pt x="4" y="3"/>
                    <a:pt x="4" y="3"/>
                    <a:pt x="3" y="3"/>
                  </a:cubicBezTo>
                  <a:cubicBezTo>
                    <a:pt x="3" y="3"/>
                    <a:pt x="2" y="4"/>
                    <a:pt x="2" y="4"/>
                  </a:cubicBezTo>
                  <a:cubicBezTo>
                    <a:pt x="1" y="4"/>
                    <a:pt x="0" y="5"/>
                    <a:pt x="0" y="5"/>
                  </a:cubicBezTo>
                  <a:cubicBezTo>
                    <a:pt x="0" y="5"/>
                    <a:pt x="0" y="5"/>
                    <a:pt x="0" y="6"/>
                  </a:cubicBezTo>
                  <a:cubicBezTo>
                    <a:pt x="0" y="6"/>
                    <a:pt x="0" y="6"/>
                    <a:pt x="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 name="Freeform 229">
              <a:extLst>
                <a:ext uri="{FF2B5EF4-FFF2-40B4-BE49-F238E27FC236}">
                  <a16:creationId xmlns:a16="http://schemas.microsoft.com/office/drawing/2014/main" id="{39497F56-4E74-4626-9055-1B2B7E0AC327}"/>
                </a:ext>
              </a:extLst>
            </p:cNvPr>
            <p:cNvSpPr>
              <a:spLocks/>
            </p:cNvSpPr>
            <p:nvPr userDrawn="1"/>
          </p:nvSpPr>
          <p:spPr bwMode="auto">
            <a:xfrm>
              <a:off x="808038" y="4694238"/>
              <a:ext cx="42863" cy="42863"/>
            </a:xfrm>
            <a:custGeom>
              <a:avLst/>
              <a:gdLst>
                <a:gd name="T0" fmla="*/ 5 w 6"/>
                <a:gd name="T1" fmla="*/ 3 h 6"/>
                <a:gd name="T2" fmla="*/ 4 w 6"/>
                <a:gd name="T3" fmla="*/ 3 h 6"/>
                <a:gd name="T4" fmla="*/ 5 w 6"/>
                <a:gd name="T5" fmla="*/ 3 h 6"/>
                <a:gd name="T6" fmla="*/ 5 w 6"/>
                <a:gd name="T7" fmla="*/ 2 h 6"/>
                <a:gd name="T8" fmla="*/ 6 w 6"/>
                <a:gd name="T9" fmla="*/ 1 h 6"/>
                <a:gd name="T10" fmla="*/ 4 w 6"/>
                <a:gd name="T11" fmla="*/ 0 h 6"/>
                <a:gd name="T12" fmla="*/ 3 w 6"/>
                <a:gd name="T13" fmla="*/ 1 h 6"/>
                <a:gd name="T14" fmla="*/ 1 w 6"/>
                <a:gd name="T15" fmla="*/ 2 h 6"/>
                <a:gd name="T16" fmla="*/ 0 w 6"/>
                <a:gd name="T17" fmla="*/ 3 h 6"/>
                <a:gd name="T18" fmla="*/ 1 w 6"/>
                <a:gd name="T19" fmla="*/ 3 h 6"/>
                <a:gd name="T20" fmla="*/ 2 w 6"/>
                <a:gd name="T21" fmla="*/ 2 h 6"/>
                <a:gd name="T22" fmla="*/ 3 w 6"/>
                <a:gd name="T23" fmla="*/ 2 h 6"/>
                <a:gd name="T24" fmla="*/ 3 w 6"/>
                <a:gd name="T25" fmla="*/ 2 h 6"/>
                <a:gd name="T26" fmla="*/ 3 w 6"/>
                <a:gd name="T27" fmla="*/ 3 h 6"/>
                <a:gd name="T28" fmla="*/ 3 w 6"/>
                <a:gd name="T29" fmla="*/ 3 h 6"/>
                <a:gd name="T30" fmla="*/ 2 w 6"/>
                <a:gd name="T31" fmla="*/ 3 h 6"/>
                <a:gd name="T32" fmla="*/ 2 w 6"/>
                <a:gd name="T33" fmla="*/ 4 h 6"/>
                <a:gd name="T34" fmla="*/ 2 w 6"/>
                <a:gd name="T35" fmla="*/ 5 h 6"/>
                <a:gd name="T36" fmla="*/ 3 w 6"/>
                <a:gd name="T37" fmla="*/ 5 h 6"/>
                <a:gd name="T38" fmla="*/ 4 w 6"/>
                <a:gd name="T39" fmla="*/ 5 h 6"/>
                <a:gd name="T40" fmla="*/ 5 w 6"/>
                <a:gd name="T4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 h="6">
                  <a:moveTo>
                    <a:pt x="5" y="3"/>
                  </a:moveTo>
                  <a:cubicBezTo>
                    <a:pt x="4" y="3"/>
                    <a:pt x="4" y="3"/>
                    <a:pt x="4" y="3"/>
                  </a:cubicBezTo>
                  <a:cubicBezTo>
                    <a:pt x="3" y="3"/>
                    <a:pt x="4" y="3"/>
                    <a:pt x="5" y="3"/>
                  </a:cubicBezTo>
                  <a:cubicBezTo>
                    <a:pt x="5" y="2"/>
                    <a:pt x="5" y="2"/>
                    <a:pt x="5" y="2"/>
                  </a:cubicBezTo>
                  <a:cubicBezTo>
                    <a:pt x="5" y="2"/>
                    <a:pt x="6" y="2"/>
                    <a:pt x="6" y="1"/>
                  </a:cubicBezTo>
                  <a:cubicBezTo>
                    <a:pt x="5" y="1"/>
                    <a:pt x="5" y="1"/>
                    <a:pt x="4" y="0"/>
                  </a:cubicBezTo>
                  <a:cubicBezTo>
                    <a:pt x="4" y="0"/>
                    <a:pt x="4" y="1"/>
                    <a:pt x="3" y="1"/>
                  </a:cubicBezTo>
                  <a:cubicBezTo>
                    <a:pt x="3" y="1"/>
                    <a:pt x="2" y="2"/>
                    <a:pt x="1" y="2"/>
                  </a:cubicBezTo>
                  <a:cubicBezTo>
                    <a:pt x="1" y="2"/>
                    <a:pt x="0" y="3"/>
                    <a:pt x="0" y="3"/>
                  </a:cubicBezTo>
                  <a:cubicBezTo>
                    <a:pt x="0" y="4"/>
                    <a:pt x="1" y="3"/>
                    <a:pt x="1" y="3"/>
                  </a:cubicBezTo>
                  <a:cubicBezTo>
                    <a:pt x="1" y="3"/>
                    <a:pt x="2" y="3"/>
                    <a:pt x="2" y="2"/>
                  </a:cubicBezTo>
                  <a:cubicBezTo>
                    <a:pt x="2" y="2"/>
                    <a:pt x="3" y="2"/>
                    <a:pt x="3" y="2"/>
                  </a:cubicBezTo>
                  <a:cubicBezTo>
                    <a:pt x="3" y="2"/>
                    <a:pt x="3" y="2"/>
                    <a:pt x="3" y="2"/>
                  </a:cubicBezTo>
                  <a:cubicBezTo>
                    <a:pt x="3" y="2"/>
                    <a:pt x="3" y="3"/>
                    <a:pt x="3" y="3"/>
                  </a:cubicBezTo>
                  <a:cubicBezTo>
                    <a:pt x="3" y="3"/>
                    <a:pt x="3" y="3"/>
                    <a:pt x="3" y="3"/>
                  </a:cubicBezTo>
                  <a:cubicBezTo>
                    <a:pt x="3" y="3"/>
                    <a:pt x="2" y="3"/>
                    <a:pt x="2" y="3"/>
                  </a:cubicBezTo>
                  <a:cubicBezTo>
                    <a:pt x="2" y="4"/>
                    <a:pt x="2" y="4"/>
                    <a:pt x="2" y="4"/>
                  </a:cubicBezTo>
                  <a:cubicBezTo>
                    <a:pt x="2" y="4"/>
                    <a:pt x="1" y="5"/>
                    <a:pt x="2" y="5"/>
                  </a:cubicBezTo>
                  <a:cubicBezTo>
                    <a:pt x="2" y="6"/>
                    <a:pt x="3" y="5"/>
                    <a:pt x="3" y="5"/>
                  </a:cubicBezTo>
                  <a:cubicBezTo>
                    <a:pt x="3" y="5"/>
                    <a:pt x="4" y="5"/>
                    <a:pt x="4" y="5"/>
                  </a:cubicBezTo>
                  <a:cubicBezTo>
                    <a:pt x="5" y="4"/>
                    <a:pt x="5" y="4"/>
                    <a:pt x="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 name="Freeform 230">
              <a:extLst>
                <a:ext uri="{FF2B5EF4-FFF2-40B4-BE49-F238E27FC236}">
                  <a16:creationId xmlns:a16="http://schemas.microsoft.com/office/drawing/2014/main" id="{963F1B5D-C6FC-474F-8C30-FD83C45F5654}"/>
                </a:ext>
              </a:extLst>
            </p:cNvPr>
            <p:cNvSpPr>
              <a:spLocks/>
            </p:cNvSpPr>
            <p:nvPr userDrawn="1"/>
          </p:nvSpPr>
          <p:spPr bwMode="auto">
            <a:xfrm>
              <a:off x="795338" y="4714875"/>
              <a:ext cx="20638" cy="22225"/>
            </a:xfrm>
            <a:custGeom>
              <a:avLst/>
              <a:gdLst>
                <a:gd name="T0" fmla="*/ 1 w 3"/>
                <a:gd name="T1" fmla="*/ 3 h 3"/>
                <a:gd name="T2" fmla="*/ 2 w 3"/>
                <a:gd name="T3" fmla="*/ 3 h 3"/>
                <a:gd name="T4" fmla="*/ 1 w 3"/>
                <a:gd name="T5" fmla="*/ 0 h 3"/>
                <a:gd name="T6" fmla="*/ 0 w 3"/>
                <a:gd name="T7" fmla="*/ 1 h 3"/>
                <a:gd name="T8" fmla="*/ 0 w 3"/>
                <a:gd name="T9" fmla="*/ 2 h 3"/>
                <a:gd name="T10" fmla="*/ 1 w 3"/>
                <a:gd name="T11" fmla="*/ 3 h 3"/>
              </a:gdLst>
              <a:ahLst/>
              <a:cxnLst>
                <a:cxn ang="0">
                  <a:pos x="T0" y="T1"/>
                </a:cxn>
                <a:cxn ang="0">
                  <a:pos x="T2" y="T3"/>
                </a:cxn>
                <a:cxn ang="0">
                  <a:pos x="T4" y="T5"/>
                </a:cxn>
                <a:cxn ang="0">
                  <a:pos x="T6" y="T7"/>
                </a:cxn>
                <a:cxn ang="0">
                  <a:pos x="T8" y="T9"/>
                </a:cxn>
                <a:cxn ang="0">
                  <a:pos x="T10" y="T11"/>
                </a:cxn>
              </a:cxnLst>
              <a:rect l="0" t="0" r="r" b="b"/>
              <a:pathLst>
                <a:path w="3" h="3">
                  <a:moveTo>
                    <a:pt x="1" y="3"/>
                  </a:moveTo>
                  <a:cubicBezTo>
                    <a:pt x="2" y="3"/>
                    <a:pt x="2" y="3"/>
                    <a:pt x="2" y="3"/>
                  </a:cubicBezTo>
                  <a:cubicBezTo>
                    <a:pt x="3" y="2"/>
                    <a:pt x="2" y="0"/>
                    <a:pt x="1" y="0"/>
                  </a:cubicBezTo>
                  <a:cubicBezTo>
                    <a:pt x="1" y="0"/>
                    <a:pt x="0" y="0"/>
                    <a:pt x="0" y="1"/>
                  </a:cubicBezTo>
                  <a:cubicBezTo>
                    <a:pt x="0" y="1"/>
                    <a:pt x="0" y="2"/>
                    <a:pt x="0" y="2"/>
                  </a:cubicBezTo>
                  <a:cubicBezTo>
                    <a:pt x="0" y="3"/>
                    <a:pt x="1" y="3"/>
                    <a:pt x="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 name="Freeform 231">
              <a:extLst>
                <a:ext uri="{FF2B5EF4-FFF2-40B4-BE49-F238E27FC236}">
                  <a16:creationId xmlns:a16="http://schemas.microsoft.com/office/drawing/2014/main" id="{C3F27B65-AE22-4AB1-BA80-8F026676F106}"/>
                </a:ext>
              </a:extLst>
            </p:cNvPr>
            <p:cNvSpPr>
              <a:spLocks noEditPoints="1"/>
            </p:cNvSpPr>
            <p:nvPr userDrawn="1"/>
          </p:nvSpPr>
          <p:spPr bwMode="auto">
            <a:xfrm>
              <a:off x="774700" y="4737100"/>
              <a:ext cx="53975" cy="55563"/>
            </a:xfrm>
            <a:custGeom>
              <a:avLst/>
              <a:gdLst>
                <a:gd name="T0" fmla="*/ 7 w 8"/>
                <a:gd name="T1" fmla="*/ 1 h 8"/>
                <a:gd name="T2" fmla="*/ 7 w 8"/>
                <a:gd name="T3" fmla="*/ 0 h 8"/>
                <a:gd name="T4" fmla="*/ 6 w 8"/>
                <a:gd name="T5" fmla="*/ 1 h 8"/>
                <a:gd name="T6" fmla="*/ 6 w 8"/>
                <a:gd name="T7" fmla="*/ 2 h 8"/>
                <a:gd name="T8" fmla="*/ 4 w 8"/>
                <a:gd name="T9" fmla="*/ 3 h 8"/>
                <a:gd name="T10" fmla="*/ 3 w 8"/>
                <a:gd name="T11" fmla="*/ 3 h 8"/>
                <a:gd name="T12" fmla="*/ 3 w 8"/>
                <a:gd name="T13" fmla="*/ 4 h 8"/>
                <a:gd name="T14" fmla="*/ 2 w 8"/>
                <a:gd name="T15" fmla="*/ 4 h 8"/>
                <a:gd name="T16" fmla="*/ 1 w 8"/>
                <a:gd name="T17" fmla="*/ 4 h 8"/>
                <a:gd name="T18" fmla="*/ 1 w 8"/>
                <a:gd name="T19" fmla="*/ 4 h 8"/>
                <a:gd name="T20" fmla="*/ 0 w 8"/>
                <a:gd name="T21" fmla="*/ 5 h 8"/>
                <a:gd name="T22" fmla="*/ 0 w 8"/>
                <a:gd name="T23" fmla="*/ 5 h 8"/>
                <a:gd name="T24" fmla="*/ 0 w 8"/>
                <a:gd name="T25" fmla="*/ 7 h 8"/>
                <a:gd name="T26" fmla="*/ 1 w 8"/>
                <a:gd name="T27" fmla="*/ 8 h 8"/>
                <a:gd name="T28" fmla="*/ 2 w 8"/>
                <a:gd name="T29" fmla="*/ 7 h 8"/>
                <a:gd name="T30" fmla="*/ 3 w 8"/>
                <a:gd name="T31" fmla="*/ 6 h 8"/>
                <a:gd name="T32" fmla="*/ 4 w 8"/>
                <a:gd name="T33" fmla="*/ 5 h 8"/>
                <a:gd name="T34" fmla="*/ 4 w 8"/>
                <a:gd name="T35" fmla="*/ 4 h 8"/>
                <a:gd name="T36" fmla="*/ 5 w 8"/>
                <a:gd name="T37" fmla="*/ 5 h 8"/>
                <a:gd name="T38" fmla="*/ 6 w 8"/>
                <a:gd name="T39" fmla="*/ 6 h 8"/>
                <a:gd name="T40" fmla="*/ 7 w 8"/>
                <a:gd name="T41" fmla="*/ 7 h 8"/>
                <a:gd name="T42" fmla="*/ 8 w 8"/>
                <a:gd name="T43" fmla="*/ 6 h 8"/>
                <a:gd name="T44" fmla="*/ 7 w 8"/>
                <a:gd name="T45" fmla="*/ 4 h 8"/>
                <a:gd name="T46" fmla="*/ 7 w 8"/>
                <a:gd name="T47" fmla="*/ 1 h 8"/>
                <a:gd name="T48" fmla="*/ 6 w 8"/>
                <a:gd name="T49" fmla="*/ 5 h 8"/>
                <a:gd name="T50" fmla="*/ 5 w 8"/>
                <a:gd name="T51" fmla="*/ 4 h 8"/>
                <a:gd name="T52" fmla="*/ 5 w 8"/>
                <a:gd name="T53" fmla="*/ 4 h 8"/>
                <a:gd name="T54" fmla="*/ 6 w 8"/>
                <a:gd name="T55" fmla="*/ 3 h 8"/>
                <a:gd name="T56" fmla="*/ 6 w 8"/>
                <a:gd name="T57" fmla="*/ 4 h 8"/>
                <a:gd name="T58" fmla="*/ 6 w 8"/>
                <a:gd name="T59"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 h="8">
                  <a:moveTo>
                    <a:pt x="7" y="1"/>
                  </a:moveTo>
                  <a:cubicBezTo>
                    <a:pt x="7" y="0"/>
                    <a:pt x="7" y="0"/>
                    <a:pt x="7" y="0"/>
                  </a:cubicBezTo>
                  <a:cubicBezTo>
                    <a:pt x="6" y="0"/>
                    <a:pt x="6" y="0"/>
                    <a:pt x="6" y="1"/>
                  </a:cubicBezTo>
                  <a:cubicBezTo>
                    <a:pt x="6" y="1"/>
                    <a:pt x="6" y="2"/>
                    <a:pt x="6" y="2"/>
                  </a:cubicBezTo>
                  <a:cubicBezTo>
                    <a:pt x="5" y="2"/>
                    <a:pt x="4" y="3"/>
                    <a:pt x="4" y="3"/>
                  </a:cubicBezTo>
                  <a:cubicBezTo>
                    <a:pt x="4" y="3"/>
                    <a:pt x="3" y="3"/>
                    <a:pt x="3" y="3"/>
                  </a:cubicBezTo>
                  <a:cubicBezTo>
                    <a:pt x="3" y="3"/>
                    <a:pt x="3" y="4"/>
                    <a:pt x="3" y="4"/>
                  </a:cubicBezTo>
                  <a:cubicBezTo>
                    <a:pt x="2" y="4"/>
                    <a:pt x="2" y="4"/>
                    <a:pt x="2" y="4"/>
                  </a:cubicBezTo>
                  <a:cubicBezTo>
                    <a:pt x="2" y="4"/>
                    <a:pt x="2" y="4"/>
                    <a:pt x="1" y="4"/>
                  </a:cubicBezTo>
                  <a:cubicBezTo>
                    <a:pt x="1" y="4"/>
                    <a:pt x="1" y="4"/>
                    <a:pt x="1" y="4"/>
                  </a:cubicBezTo>
                  <a:cubicBezTo>
                    <a:pt x="0" y="4"/>
                    <a:pt x="0" y="5"/>
                    <a:pt x="0" y="5"/>
                  </a:cubicBezTo>
                  <a:cubicBezTo>
                    <a:pt x="0" y="5"/>
                    <a:pt x="0" y="5"/>
                    <a:pt x="0" y="5"/>
                  </a:cubicBezTo>
                  <a:cubicBezTo>
                    <a:pt x="0" y="6"/>
                    <a:pt x="0" y="7"/>
                    <a:pt x="0" y="7"/>
                  </a:cubicBezTo>
                  <a:cubicBezTo>
                    <a:pt x="0" y="7"/>
                    <a:pt x="1" y="8"/>
                    <a:pt x="1" y="8"/>
                  </a:cubicBezTo>
                  <a:cubicBezTo>
                    <a:pt x="2" y="8"/>
                    <a:pt x="2" y="7"/>
                    <a:pt x="2" y="7"/>
                  </a:cubicBezTo>
                  <a:cubicBezTo>
                    <a:pt x="2" y="7"/>
                    <a:pt x="3" y="6"/>
                    <a:pt x="3" y="6"/>
                  </a:cubicBezTo>
                  <a:cubicBezTo>
                    <a:pt x="3" y="6"/>
                    <a:pt x="3" y="5"/>
                    <a:pt x="4" y="5"/>
                  </a:cubicBezTo>
                  <a:cubicBezTo>
                    <a:pt x="4" y="5"/>
                    <a:pt x="4" y="4"/>
                    <a:pt x="4" y="4"/>
                  </a:cubicBezTo>
                  <a:cubicBezTo>
                    <a:pt x="5" y="4"/>
                    <a:pt x="5" y="5"/>
                    <a:pt x="5" y="5"/>
                  </a:cubicBezTo>
                  <a:cubicBezTo>
                    <a:pt x="6" y="6"/>
                    <a:pt x="6" y="6"/>
                    <a:pt x="6" y="6"/>
                  </a:cubicBezTo>
                  <a:cubicBezTo>
                    <a:pt x="6" y="6"/>
                    <a:pt x="6" y="7"/>
                    <a:pt x="7" y="7"/>
                  </a:cubicBezTo>
                  <a:cubicBezTo>
                    <a:pt x="7" y="7"/>
                    <a:pt x="7" y="6"/>
                    <a:pt x="8" y="6"/>
                  </a:cubicBezTo>
                  <a:cubicBezTo>
                    <a:pt x="8" y="5"/>
                    <a:pt x="8" y="4"/>
                    <a:pt x="7" y="4"/>
                  </a:cubicBezTo>
                  <a:cubicBezTo>
                    <a:pt x="7" y="3"/>
                    <a:pt x="8" y="1"/>
                    <a:pt x="7" y="1"/>
                  </a:cubicBezTo>
                  <a:close/>
                  <a:moveTo>
                    <a:pt x="6" y="5"/>
                  </a:moveTo>
                  <a:cubicBezTo>
                    <a:pt x="6" y="5"/>
                    <a:pt x="6" y="5"/>
                    <a:pt x="5" y="4"/>
                  </a:cubicBezTo>
                  <a:cubicBezTo>
                    <a:pt x="5" y="4"/>
                    <a:pt x="5" y="4"/>
                    <a:pt x="5" y="4"/>
                  </a:cubicBezTo>
                  <a:cubicBezTo>
                    <a:pt x="5" y="4"/>
                    <a:pt x="5" y="3"/>
                    <a:pt x="6" y="3"/>
                  </a:cubicBezTo>
                  <a:cubicBezTo>
                    <a:pt x="6" y="2"/>
                    <a:pt x="6" y="3"/>
                    <a:pt x="6" y="4"/>
                  </a:cubicBezTo>
                  <a:cubicBezTo>
                    <a:pt x="6" y="4"/>
                    <a:pt x="6" y="4"/>
                    <a:pt x="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3" name="Freeform 232">
              <a:extLst>
                <a:ext uri="{FF2B5EF4-FFF2-40B4-BE49-F238E27FC236}">
                  <a16:creationId xmlns:a16="http://schemas.microsoft.com/office/drawing/2014/main" id="{350299C6-B66D-4E77-A59E-25AF729F3A60}"/>
                </a:ext>
              </a:extLst>
            </p:cNvPr>
            <p:cNvSpPr>
              <a:spLocks/>
            </p:cNvSpPr>
            <p:nvPr userDrawn="1"/>
          </p:nvSpPr>
          <p:spPr bwMode="auto">
            <a:xfrm>
              <a:off x="836613" y="4743450"/>
              <a:ext cx="14288" cy="34925"/>
            </a:xfrm>
            <a:custGeom>
              <a:avLst/>
              <a:gdLst>
                <a:gd name="T0" fmla="*/ 0 w 2"/>
                <a:gd name="T1" fmla="*/ 0 h 5"/>
                <a:gd name="T2" fmla="*/ 0 w 2"/>
                <a:gd name="T3" fmla="*/ 1 h 5"/>
                <a:gd name="T4" fmla="*/ 0 w 2"/>
                <a:gd name="T5" fmla="*/ 4 h 5"/>
                <a:gd name="T6" fmla="*/ 1 w 2"/>
                <a:gd name="T7" fmla="*/ 5 h 5"/>
                <a:gd name="T8" fmla="*/ 2 w 2"/>
                <a:gd name="T9" fmla="*/ 4 h 5"/>
                <a:gd name="T10" fmla="*/ 2 w 2"/>
                <a:gd name="T11" fmla="*/ 1 h 5"/>
                <a:gd name="T12" fmla="*/ 0 w 2"/>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2" h="5">
                  <a:moveTo>
                    <a:pt x="0" y="0"/>
                  </a:moveTo>
                  <a:cubicBezTo>
                    <a:pt x="0" y="0"/>
                    <a:pt x="0" y="1"/>
                    <a:pt x="0" y="1"/>
                  </a:cubicBezTo>
                  <a:cubicBezTo>
                    <a:pt x="0" y="2"/>
                    <a:pt x="0" y="3"/>
                    <a:pt x="0" y="4"/>
                  </a:cubicBezTo>
                  <a:cubicBezTo>
                    <a:pt x="0" y="4"/>
                    <a:pt x="0" y="5"/>
                    <a:pt x="1" y="5"/>
                  </a:cubicBezTo>
                  <a:cubicBezTo>
                    <a:pt x="1" y="5"/>
                    <a:pt x="1" y="4"/>
                    <a:pt x="2" y="4"/>
                  </a:cubicBezTo>
                  <a:cubicBezTo>
                    <a:pt x="2" y="3"/>
                    <a:pt x="2" y="2"/>
                    <a:pt x="2" y="1"/>
                  </a:cubicBezTo>
                  <a:cubicBezTo>
                    <a:pt x="1" y="1"/>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4" name="Freeform 233">
              <a:extLst>
                <a:ext uri="{FF2B5EF4-FFF2-40B4-BE49-F238E27FC236}">
                  <a16:creationId xmlns:a16="http://schemas.microsoft.com/office/drawing/2014/main" id="{3CA16A6B-A8D0-439E-AAAC-8D7DBF49D489}"/>
                </a:ext>
              </a:extLst>
            </p:cNvPr>
            <p:cNvSpPr>
              <a:spLocks noEditPoints="1"/>
            </p:cNvSpPr>
            <p:nvPr userDrawn="1"/>
          </p:nvSpPr>
          <p:spPr bwMode="auto">
            <a:xfrm>
              <a:off x="4686300" y="3575050"/>
              <a:ext cx="2784475" cy="1266825"/>
            </a:xfrm>
            <a:custGeom>
              <a:avLst/>
              <a:gdLst>
                <a:gd name="T0" fmla="*/ 384 w 403"/>
                <a:gd name="T1" fmla="*/ 114 h 181"/>
                <a:gd name="T2" fmla="*/ 315 w 403"/>
                <a:gd name="T3" fmla="*/ 64 h 181"/>
                <a:gd name="T4" fmla="*/ 233 w 403"/>
                <a:gd name="T5" fmla="*/ 25 h 181"/>
                <a:gd name="T6" fmla="*/ 225 w 403"/>
                <a:gd name="T7" fmla="*/ 16 h 181"/>
                <a:gd name="T8" fmla="*/ 201 w 403"/>
                <a:gd name="T9" fmla="*/ 0 h 181"/>
                <a:gd name="T10" fmla="*/ 167 w 403"/>
                <a:gd name="T11" fmla="*/ 17 h 181"/>
                <a:gd name="T12" fmla="*/ 176 w 403"/>
                <a:gd name="T13" fmla="*/ 25 h 181"/>
                <a:gd name="T14" fmla="*/ 62 w 403"/>
                <a:gd name="T15" fmla="*/ 87 h 181"/>
                <a:gd name="T16" fmla="*/ 19 w 403"/>
                <a:gd name="T17" fmla="*/ 115 h 181"/>
                <a:gd name="T18" fmla="*/ 18 w 403"/>
                <a:gd name="T19" fmla="*/ 181 h 181"/>
                <a:gd name="T20" fmla="*/ 225 w 403"/>
                <a:gd name="T21" fmla="*/ 181 h 181"/>
                <a:gd name="T22" fmla="*/ 220 w 403"/>
                <a:gd name="T23" fmla="*/ 5 h 181"/>
                <a:gd name="T24" fmla="*/ 182 w 403"/>
                <a:gd name="T25" fmla="*/ 5 h 181"/>
                <a:gd name="T26" fmla="*/ 182 w 403"/>
                <a:gd name="T27" fmla="*/ 5 h 181"/>
                <a:gd name="T28" fmla="*/ 219 w 403"/>
                <a:gd name="T29" fmla="*/ 18 h 181"/>
                <a:gd name="T30" fmla="*/ 168 w 403"/>
                <a:gd name="T31" fmla="*/ 19 h 181"/>
                <a:gd name="T32" fmla="*/ 187 w 403"/>
                <a:gd name="T33" fmla="*/ 33 h 181"/>
                <a:gd name="T34" fmla="*/ 178 w 403"/>
                <a:gd name="T35" fmla="*/ 25 h 181"/>
                <a:gd name="T36" fmla="*/ 189 w 403"/>
                <a:gd name="T37" fmla="*/ 44 h 181"/>
                <a:gd name="T38" fmla="*/ 197 w 403"/>
                <a:gd name="T39" fmla="*/ 92 h 181"/>
                <a:gd name="T40" fmla="*/ 206 w 403"/>
                <a:gd name="T41" fmla="*/ 75 h 181"/>
                <a:gd name="T42" fmla="*/ 197 w 403"/>
                <a:gd name="T43" fmla="*/ 101 h 181"/>
                <a:gd name="T44" fmla="*/ 197 w 403"/>
                <a:gd name="T45" fmla="*/ 62 h 181"/>
                <a:gd name="T46" fmla="*/ 206 w 403"/>
                <a:gd name="T47" fmla="*/ 114 h 181"/>
                <a:gd name="T48" fmla="*/ 197 w 403"/>
                <a:gd name="T49" fmla="*/ 53 h 181"/>
                <a:gd name="T50" fmla="*/ 206 w 403"/>
                <a:gd name="T51" fmla="*/ 123 h 181"/>
                <a:gd name="T52" fmla="*/ 197 w 403"/>
                <a:gd name="T53" fmla="*/ 49 h 181"/>
                <a:gd name="T54" fmla="*/ 195 w 403"/>
                <a:gd name="T55" fmla="*/ 52 h 181"/>
                <a:gd name="T56" fmla="*/ 195 w 403"/>
                <a:gd name="T57" fmla="*/ 61 h 181"/>
                <a:gd name="T58" fmla="*/ 195 w 403"/>
                <a:gd name="T59" fmla="*/ 83 h 181"/>
                <a:gd name="T60" fmla="*/ 195 w 403"/>
                <a:gd name="T61" fmla="*/ 102 h 181"/>
                <a:gd name="T62" fmla="*/ 195 w 403"/>
                <a:gd name="T63" fmla="*/ 115 h 181"/>
                <a:gd name="T64" fmla="*/ 189 w 403"/>
                <a:gd name="T65" fmla="*/ 140 h 181"/>
                <a:gd name="T66" fmla="*/ 197 w 403"/>
                <a:gd name="T67" fmla="*/ 140 h 181"/>
                <a:gd name="T68" fmla="*/ 208 w 403"/>
                <a:gd name="T69" fmla="*/ 140 h 181"/>
                <a:gd name="T70" fmla="*/ 214 w 403"/>
                <a:gd name="T71" fmla="*/ 33 h 181"/>
                <a:gd name="T72" fmla="*/ 189 w 403"/>
                <a:gd name="T73" fmla="*/ 145 h 181"/>
                <a:gd name="T74" fmla="*/ 216 w 403"/>
                <a:gd name="T75" fmla="*/ 179 h 181"/>
                <a:gd name="T76" fmla="*/ 227 w 403"/>
                <a:gd name="T77" fmla="*/ 179 h 181"/>
                <a:gd name="T78" fmla="*/ 382 w 403"/>
                <a:gd name="T79" fmla="*/ 115 h 181"/>
                <a:gd name="T80" fmla="*/ 227 w 403"/>
                <a:gd name="T81" fmla="*/ 72 h 181"/>
                <a:gd name="T82" fmla="*/ 384 w 403"/>
                <a:gd name="T83" fmla="*/ 113 h 181"/>
                <a:gd name="T84" fmla="*/ 341 w 403"/>
                <a:gd name="T85" fmla="*/ 89 h 181"/>
                <a:gd name="T86" fmla="*/ 315 w 403"/>
                <a:gd name="T87" fmla="*/ 70 h 181"/>
                <a:gd name="T88" fmla="*/ 310 w 403"/>
                <a:gd name="T89" fmla="*/ 67 h 181"/>
                <a:gd name="T90" fmla="*/ 93 w 403"/>
                <a:gd name="T91" fmla="*/ 67 h 181"/>
                <a:gd name="T92" fmla="*/ 65 w 403"/>
                <a:gd name="T93" fmla="*/ 90 h 181"/>
                <a:gd name="T94" fmla="*/ 8 w 403"/>
                <a:gd name="T95" fmla="*/ 107 h 181"/>
                <a:gd name="T96" fmla="*/ 176 w 403"/>
                <a:gd name="T97" fmla="*/ 113 h 181"/>
                <a:gd name="T98" fmla="*/ 21 w 403"/>
                <a:gd name="T99" fmla="*/ 117 h 181"/>
                <a:gd name="T100" fmla="*/ 176 w 403"/>
                <a:gd name="T101" fmla="*/ 179 h 181"/>
                <a:gd name="T102" fmla="*/ 214 w 403"/>
                <a:gd name="T103" fmla="*/ 147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03" h="181">
                  <a:moveTo>
                    <a:pt x="384" y="179"/>
                  </a:moveTo>
                  <a:cubicBezTo>
                    <a:pt x="384" y="179"/>
                    <a:pt x="384" y="179"/>
                    <a:pt x="384" y="179"/>
                  </a:cubicBezTo>
                  <a:cubicBezTo>
                    <a:pt x="384" y="115"/>
                    <a:pt x="384" y="115"/>
                    <a:pt x="384" y="115"/>
                  </a:cubicBezTo>
                  <a:cubicBezTo>
                    <a:pt x="384" y="115"/>
                    <a:pt x="384" y="115"/>
                    <a:pt x="384" y="115"/>
                  </a:cubicBezTo>
                  <a:cubicBezTo>
                    <a:pt x="384" y="115"/>
                    <a:pt x="384" y="115"/>
                    <a:pt x="384" y="114"/>
                  </a:cubicBezTo>
                  <a:cubicBezTo>
                    <a:pt x="403" y="105"/>
                    <a:pt x="403" y="105"/>
                    <a:pt x="403" y="105"/>
                  </a:cubicBezTo>
                  <a:cubicBezTo>
                    <a:pt x="403" y="104"/>
                    <a:pt x="403" y="104"/>
                    <a:pt x="403" y="104"/>
                  </a:cubicBezTo>
                  <a:cubicBezTo>
                    <a:pt x="403" y="103"/>
                    <a:pt x="403" y="103"/>
                    <a:pt x="403" y="103"/>
                  </a:cubicBezTo>
                  <a:cubicBezTo>
                    <a:pt x="341" y="87"/>
                    <a:pt x="341" y="87"/>
                    <a:pt x="341" y="87"/>
                  </a:cubicBezTo>
                  <a:cubicBezTo>
                    <a:pt x="315" y="64"/>
                    <a:pt x="315" y="64"/>
                    <a:pt x="315" y="64"/>
                  </a:cubicBezTo>
                  <a:cubicBezTo>
                    <a:pt x="315" y="63"/>
                    <a:pt x="315" y="63"/>
                    <a:pt x="314" y="63"/>
                  </a:cubicBezTo>
                  <a:cubicBezTo>
                    <a:pt x="310" y="65"/>
                    <a:pt x="310" y="65"/>
                    <a:pt x="310" y="65"/>
                  </a:cubicBezTo>
                  <a:cubicBezTo>
                    <a:pt x="227" y="65"/>
                    <a:pt x="227" y="65"/>
                    <a:pt x="227" y="65"/>
                  </a:cubicBezTo>
                  <a:cubicBezTo>
                    <a:pt x="227" y="25"/>
                    <a:pt x="227" y="25"/>
                    <a:pt x="227" y="25"/>
                  </a:cubicBezTo>
                  <a:cubicBezTo>
                    <a:pt x="233" y="25"/>
                    <a:pt x="233" y="25"/>
                    <a:pt x="233" y="25"/>
                  </a:cubicBezTo>
                  <a:cubicBezTo>
                    <a:pt x="233" y="25"/>
                    <a:pt x="234" y="25"/>
                    <a:pt x="234" y="24"/>
                  </a:cubicBezTo>
                  <a:cubicBezTo>
                    <a:pt x="237" y="17"/>
                    <a:pt x="237" y="17"/>
                    <a:pt x="237" y="17"/>
                  </a:cubicBezTo>
                  <a:cubicBezTo>
                    <a:pt x="237" y="17"/>
                    <a:pt x="237" y="17"/>
                    <a:pt x="237" y="16"/>
                  </a:cubicBezTo>
                  <a:cubicBezTo>
                    <a:pt x="237" y="16"/>
                    <a:pt x="237" y="16"/>
                    <a:pt x="236" y="16"/>
                  </a:cubicBezTo>
                  <a:cubicBezTo>
                    <a:pt x="225" y="16"/>
                    <a:pt x="225" y="16"/>
                    <a:pt x="225" y="16"/>
                  </a:cubicBezTo>
                  <a:cubicBezTo>
                    <a:pt x="222" y="4"/>
                    <a:pt x="222" y="4"/>
                    <a:pt x="222" y="4"/>
                  </a:cubicBezTo>
                  <a:cubicBezTo>
                    <a:pt x="222" y="4"/>
                    <a:pt x="222" y="3"/>
                    <a:pt x="221" y="3"/>
                  </a:cubicBezTo>
                  <a:cubicBezTo>
                    <a:pt x="206" y="3"/>
                    <a:pt x="206" y="3"/>
                    <a:pt x="206" y="3"/>
                  </a:cubicBezTo>
                  <a:cubicBezTo>
                    <a:pt x="203" y="0"/>
                    <a:pt x="203" y="0"/>
                    <a:pt x="203" y="0"/>
                  </a:cubicBezTo>
                  <a:cubicBezTo>
                    <a:pt x="202" y="0"/>
                    <a:pt x="202" y="0"/>
                    <a:pt x="201" y="0"/>
                  </a:cubicBezTo>
                  <a:cubicBezTo>
                    <a:pt x="198" y="3"/>
                    <a:pt x="198" y="3"/>
                    <a:pt x="198" y="3"/>
                  </a:cubicBezTo>
                  <a:cubicBezTo>
                    <a:pt x="181" y="3"/>
                    <a:pt x="181" y="3"/>
                    <a:pt x="181" y="3"/>
                  </a:cubicBezTo>
                  <a:cubicBezTo>
                    <a:pt x="181" y="3"/>
                    <a:pt x="180" y="4"/>
                    <a:pt x="180" y="4"/>
                  </a:cubicBezTo>
                  <a:cubicBezTo>
                    <a:pt x="178" y="17"/>
                    <a:pt x="178" y="17"/>
                    <a:pt x="178" y="17"/>
                  </a:cubicBezTo>
                  <a:cubicBezTo>
                    <a:pt x="167" y="17"/>
                    <a:pt x="167" y="17"/>
                    <a:pt x="167" y="17"/>
                  </a:cubicBezTo>
                  <a:cubicBezTo>
                    <a:pt x="166" y="17"/>
                    <a:pt x="166" y="17"/>
                    <a:pt x="166" y="17"/>
                  </a:cubicBezTo>
                  <a:cubicBezTo>
                    <a:pt x="165" y="17"/>
                    <a:pt x="165" y="18"/>
                    <a:pt x="166" y="18"/>
                  </a:cubicBezTo>
                  <a:cubicBezTo>
                    <a:pt x="169" y="25"/>
                    <a:pt x="169" y="25"/>
                    <a:pt x="169" y="25"/>
                  </a:cubicBezTo>
                  <a:cubicBezTo>
                    <a:pt x="169" y="25"/>
                    <a:pt x="170" y="25"/>
                    <a:pt x="170" y="25"/>
                  </a:cubicBezTo>
                  <a:cubicBezTo>
                    <a:pt x="176" y="25"/>
                    <a:pt x="176" y="25"/>
                    <a:pt x="176" y="25"/>
                  </a:cubicBezTo>
                  <a:cubicBezTo>
                    <a:pt x="176" y="65"/>
                    <a:pt x="176" y="65"/>
                    <a:pt x="176" y="65"/>
                  </a:cubicBezTo>
                  <a:cubicBezTo>
                    <a:pt x="93" y="65"/>
                    <a:pt x="93" y="65"/>
                    <a:pt x="93" y="65"/>
                  </a:cubicBezTo>
                  <a:cubicBezTo>
                    <a:pt x="89" y="63"/>
                    <a:pt x="89" y="63"/>
                    <a:pt x="89" y="63"/>
                  </a:cubicBezTo>
                  <a:cubicBezTo>
                    <a:pt x="88" y="63"/>
                    <a:pt x="88" y="63"/>
                    <a:pt x="88" y="64"/>
                  </a:cubicBezTo>
                  <a:cubicBezTo>
                    <a:pt x="62" y="87"/>
                    <a:pt x="62" y="87"/>
                    <a:pt x="62" y="87"/>
                  </a:cubicBezTo>
                  <a:cubicBezTo>
                    <a:pt x="0" y="103"/>
                    <a:pt x="0" y="103"/>
                    <a:pt x="0" y="103"/>
                  </a:cubicBezTo>
                  <a:cubicBezTo>
                    <a:pt x="0" y="103"/>
                    <a:pt x="0" y="103"/>
                    <a:pt x="0" y="104"/>
                  </a:cubicBezTo>
                  <a:cubicBezTo>
                    <a:pt x="0" y="104"/>
                    <a:pt x="0" y="104"/>
                    <a:pt x="0" y="105"/>
                  </a:cubicBezTo>
                  <a:cubicBezTo>
                    <a:pt x="18" y="114"/>
                    <a:pt x="18" y="114"/>
                    <a:pt x="18" y="114"/>
                  </a:cubicBezTo>
                  <a:cubicBezTo>
                    <a:pt x="19" y="115"/>
                    <a:pt x="19" y="115"/>
                    <a:pt x="19" y="115"/>
                  </a:cubicBezTo>
                  <a:cubicBezTo>
                    <a:pt x="19" y="115"/>
                    <a:pt x="19" y="115"/>
                    <a:pt x="19" y="115"/>
                  </a:cubicBezTo>
                  <a:cubicBezTo>
                    <a:pt x="19" y="179"/>
                    <a:pt x="19" y="179"/>
                    <a:pt x="19" y="179"/>
                  </a:cubicBezTo>
                  <a:cubicBezTo>
                    <a:pt x="18" y="179"/>
                    <a:pt x="18" y="179"/>
                    <a:pt x="18" y="179"/>
                  </a:cubicBezTo>
                  <a:cubicBezTo>
                    <a:pt x="18" y="179"/>
                    <a:pt x="17" y="179"/>
                    <a:pt x="17" y="180"/>
                  </a:cubicBezTo>
                  <a:cubicBezTo>
                    <a:pt x="17" y="181"/>
                    <a:pt x="18" y="181"/>
                    <a:pt x="18" y="181"/>
                  </a:cubicBezTo>
                  <a:cubicBezTo>
                    <a:pt x="178" y="181"/>
                    <a:pt x="178" y="181"/>
                    <a:pt x="178" y="181"/>
                  </a:cubicBezTo>
                  <a:cubicBezTo>
                    <a:pt x="179" y="181"/>
                    <a:pt x="179" y="181"/>
                    <a:pt x="179" y="181"/>
                  </a:cubicBezTo>
                  <a:cubicBezTo>
                    <a:pt x="188" y="181"/>
                    <a:pt x="188" y="181"/>
                    <a:pt x="188" y="181"/>
                  </a:cubicBezTo>
                  <a:cubicBezTo>
                    <a:pt x="215" y="181"/>
                    <a:pt x="215" y="181"/>
                    <a:pt x="215" y="181"/>
                  </a:cubicBezTo>
                  <a:cubicBezTo>
                    <a:pt x="225" y="181"/>
                    <a:pt x="225" y="181"/>
                    <a:pt x="225" y="181"/>
                  </a:cubicBezTo>
                  <a:cubicBezTo>
                    <a:pt x="225" y="181"/>
                    <a:pt x="225" y="181"/>
                    <a:pt x="225" y="181"/>
                  </a:cubicBezTo>
                  <a:cubicBezTo>
                    <a:pt x="384" y="181"/>
                    <a:pt x="384" y="181"/>
                    <a:pt x="384" y="181"/>
                  </a:cubicBezTo>
                  <a:cubicBezTo>
                    <a:pt x="384" y="181"/>
                    <a:pt x="385" y="181"/>
                    <a:pt x="385" y="180"/>
                  </a:cubicBezTo>
                  <a:cubicBezTo>
                    <a:pt x="385" y="179"/>
                    <a:pt x="384" y="179"/>
                    <a:pt x="384" y="179"/>
                  </a:cubicBezTo>
                  <a:close/>
                  <a:moveTo>
                    <a:pt x="220" y="5"/>
                  </a:moveTo>
                  <a:cubicBezTo>
                    <a:pt x="223" y="16"/>
                    <a:pt x="223" y="16"/>
                    <a:pt x="223" y="16"/>
                  </a:cubicBezTo>
                  <a:cubicBezTo>
                    <a:pt x="220" y="16"/>
                    <a:pt x="220" y="16"/>
                    <a:pt x="220" y="16"/>
                  </a:cubicBezTo>
                  <a:cubicBezTo>
                    <a:pt x="208" y="5"/>
                    <a:pt x="208" y="5"/>
                    <a:pt x="208" y="5"/>
                  </a:cubicBezTo>
                  <a:lnTo>
                    <a:pt x="220" y="5"/>
                  </a:lnTo>
                  <a:close/>
                  <a:moveTo>
                    <a:pt x="182" y="5"/>
                  </a:moveTo>
                  <a:cubicBezTo>
                    <a:pt x="196" y="5"/>
                    <a:pt x="196" y="5"/>
                    <a:pt x="196" y="5"/>
                  </a:cubicBezTo>
                  <a:cubicBezTo>
                    <a:pt x="185" y="16"/>
                    <a:pt x="185" y="16"/>
                    <a:pt x="185" y="16"/>
                  </a:cubicBezTo>
                  <a:cubicBezTo>
                    <a:pt x="185" y="16"/>
                    <a:pt x="185" y="16"/>
                    <a:pt x="185" y="16"/>
                  </a:cubicBezTo>
                  <a:cubicBezTo>
                    <a:pt x="180" y="16"/>
                    <a:pt x="180" y="16"/>
                    <a:pt x="180" y="16"/>
                  </a:cubicBezTo>
                  <a:lnTo>
                    <a:pt x="182" y="5"/>
                  </a:lnTo>
                  <a:close/>
                  <a:moveTo>
                    <a:pt x="168" y="19"/>
                  </a:moveTo>
                  <a:cubicBezTo>
                    <a:pt x="185" y="19"/>
                    <a:pt x="185" y="19"/>
                    <a:pt x="185" y="19"/>
                  </a:cubicBezTo>
                  <a:cubicBezTo>
                    <a:pt x="185" y="19"/>
                    <a:pt x="185" y="19"/>
                    <a:pt x="185" y="18"/>
                  </a:cubicBezTo>
                  <a:cubicBezTo>
                    <a:pt x="202" y="2"/>
                    <a:pt x="202" y="2"/>
                    <a:pt x="202" y="2"/>
                  </a:cubicBezTo>
                  <a:cubicBezTo>
                    <a:pt x="219" y="18"/>
                    <a:pt x="219" y="18"/>
                    <a:pt x="219" y="18"/>
                  </a:cubicBezTo>
                  <a:cubicBezTo>
                    <a:pt x="219" y="18"/>
                    <a:pt x="219" y="18"/>
                    <a:pt x="219" y="18"/>
                  </a:cubicBezTo>
                  <a:cubicBezTo>
                    <a:pt x="235" y="18"/>
                    <a:pt x="235" y="18"/>
                    <a:pt x="235" y="18"/>
                  </a:cubicBezTo>
                  <a:cubicBezTo>
                    <a:pt x="232" y="23"/>
                    <a:pt x="232" y="23"/>
                    <a:pt x="232" y="23"/>
                  </a:cubicBezTo>
                  <a:cubicBezTo>
                    <a:pt x="170" y="23"/>
                    <a:pt x="170" y="23"/>
                    <a:pt x="170" y="23"/>
                  </a:cubicBezTo>
                  <a:lnTo>
                    <a:pt x="168" y="19"/>
                  </a:lnTo>
                  <a:close/>
                  <a:moveTo>
                    <a:pt x="179" y="179"/>
                  </a:moveTo>
                  <a:cubicBezTo>
                    <a:pt x="179" y="179"/>
                    <a:pt x="179" y="179"/>
                    <a:pt x="178" y="179"/>
                  </a:cubicBezTo>
                  <a:cubicBezTo>
                    <a:pt x="178" y="179"/>
                    <a:pt x="178" y="179"/>
                    <a:pt x="178" y="179"/>
                  </a:cubicBezTo>
                  <a:cubicBezTo>
                    <a:pt x="178" y="33"/>
                    <a:pt x="178" y="33"/>
                    <a:pt x="178" y="33"/>
                  </a:cubicBezTo>
                  <a:cubicBezTo>
                    <a:pt x="187" y="33"/>
                    <a:pt x="187" y="33"/>
                    <a:pt x="187" y="33"/>
                  </a:cubicBezTo>
                  <a:cubicBezTo>
                    <a:pt x="187" y="179"/>
                    <a:pt x="187" y="179"/>
                    <a:pt x="187" y="179"/>
                  </a:cubicBezTo>
                  <a:lnTo>
                    <a:pt x="179" y="179"/>
                  </a:lnTo>
                  <a:close/>
                  <a:moveTo>
                    <a:pt x="225" y="31"/>
                  </a:moveTo>
                  <a:cubicBezTo>
                    <a:pt x="178" y="31"/>
                    <a:pt x="178" y="31"/>
                    <a:pt x="178" y="31"/>
                  </a:cubicBezTo>
                  <a:cubicBezTo>
                    <a:pt x="178" y="25"/>
                    <a:pt x="178" y="25"/>
                    <a:pt x="178" y="25"/>
                  </a:cubicBezTo>
                  <a:cubicBezTo>
                    <a:pt x="225" y="25"/>
                    <a:pt x="225" y="25"/>
                    <a:pt x="225" y="25"/>
                  </a:cubicBezTo>
                  <a:lnTo>
                    <a:pt x="225" y="31"/>
                  </a:lnTo>
                  <a:close/>
                  <a:moveTo>
                    <a:pt x="214" y="47"/>
                  </a:moveTo>
                  <a:cubicBezTo>
                    <a:pt x="189" y="47"/>
                    <a:pt x="189" y="47"/>
                    <a:pt x="189" y="47"/>
                  </a:cubicBezTo>
                  <a:cubicBezTo>
                    <a:pt x="189" y="44"/>
                    <a:pt x="189" y="44"/>
                    <a:pt x="189" y="44"/>
                  </a:cubicBezTo>
                  <a:cubicBezTo>
                    <a:pt x="214" y="44"/>
                    <a:pt x="214" y="44"/>
                    <a:pt x="214" y="44"/>
                  </a:cubicBezTo>
                  <a:lnTo>
                    <a:pt x="214" y="47"/>
                  </a:lnTo>
                  <a:close/>
                  <a:moveTo>
                    <a:pt x="206" y="84"/>
                  </a:moveTo>
                  <a:cubicBezTo>
                    <a:pt x="206" y="92"/>
                    <a:pt x="206" y="92"/>
                    <a:pt x="206" y="92"/>
                  </a:cubicBezTo>
                  <a:cubicBezTo>
                    <a:pt x="197" y="92"/>
                    <a:pt x="197" y="92"/>
                    <a:pt x="197" y="92"/>
                  </a:cubicBezTo>
                  <a:cubicBezTo>
                    <a:pt x="197" y="84"/>
                    <a:pt x="197" y="84"/>
                    <a:pt x="197" y="84"/>
                  </a:cubicBezTo>
                  <a:lnTo>
                    <a:pt x="206" y="84"/>
                  </a:lnTo>
                  <a:close/>
                  <a:moveTo>
                    <a:pt x="197" y="82"/>
                  </a:moveTo>
                  <a:cubicBezTo>
                    <a:pt x="197" y="75"/>
                    <a:pt x="197" y="75"/>
                    <a:pt x="197" y="75"/>
                  </a:cubicBezTo>
                  <a:cubicBezTo>
                    <a:pt x="206" y="75"/>
                    <a:pt x="206" y="75"/>
                    <a:pt x="206" y="75"/>
                  </a:cubicBezTo>
                  <a:cubicBezTo>
                    <a:pt x="206" y="82"/>
                    <a:pt x="206" y="82"/>
                    <a:pt x="206" y="82"/>
                  </a:cubicBezTo>
                  <a:lnTo>
                    <a:pt x="197" y="82"/>
                  </a:lnTo>
                  <a:close/>
                  <a:moveTo>
                    <a:pt x="206" y="94"/>
                  </a:moveTo>
                  <a:cubicBezTo>
                    <a:pt x="206" y="101"/>
                    <a:pt x="206" y="101"/>
                    <a:pt x="206" y="101"/>
                  </a:cubicBezTo>
                  <a:cubicBezTo>
                    <a:pt x="197" y="101"/>
                    <a:pt x="197" y="101"/>
                    <a:pt x="197" y="101"/>
                  </a:cubicBezTo>
                  <a:cubicBezTo>
                    <a:pt x="197" y="94"/>
                    <a:pt x="197" y="94"/>
                    <a:pt x="197" y="94"/>
                  </a:cubicBezTo>
                  <a:lnTo>
                    <a:pt x="206" y="94"/>
                  </a:lnTo>
                  <a:close/>
                  <a:moveTo>
                    <a:pt x="206" y="73"/>
                  </a:moveTo>
                  <a:cubicBezTo>
                    <a:pt x="197" y="73"/>
                    <a:pt x="197" y="73"/>
                    <a:pt x="197" y="73"/>
                  </a:cubicBezTo>
                  <a:cubicBezTo>
                    <a:pt x="197" y="62"/>
                    <a:pt x="197" y="62"/>
                    <a:pt x="197" y="62"/>
                  </a:cubicBezTo>
                  <a:cubicBezTo>
                    <a:pt x="206" y="62"/>
                    <a:pt x="206" y="62"/>
                    <a:pt x="206" y="62"/>
                  </a:cubicBezTo>
                  <a:lnTo>
                    <a:pt x="206" y="73"/>
                  </a:lnTo>
                  <a:close/>
                  <a:moveTo>
                    <a:pt x="197" y="103"/>
                  </a:moveTo>
                  <a:cubicBezTo>
                    <a:pt x="206" y="103"/>
                    <a:pt x="206" y="103"/>
                    <a:pt x="206" y="103"/>
                  </a:cubicBezTo>
                  <a:cubicBezTo>
                    <a:pt x="206" y="114"/>
                    <a:pt x="206" y="114"/>
                    <a:pt x="206" y="114"/>
                  </a:cubicBezTo>
                  <a:cubicBezTo>
                    <a:pt x="197" y="114"/>
                    <a:pt x="197" y="114"/>
                    <a:pt x="197" y="114"/>
                  </a:cubicBezTo>
                  <a:lnTo>
                    <a:pt x="197" y="103"/>
                  </a:lnTo>
                  <a:close/>
                  <a:moveTo>
                    <a:pt x="206" y="60"/>
                  </a:moveTo>
                  <a:cubicBezTo>
                    <a:pt x="197" y="60"/>
                    <a:pt x="197" y="60"/>
                    <a:pt x="197" y="60"/>
                  </a:cubicBezTo>
                  <a:cubicBezTo>
                    <a:pt x="197" y="53"/>
                    <a:pt x="197" y="53"/>
                    <a:pt x="197" y="53"/>
                  </a:cubicBezTo>
                  <a:cubicBezTo>
                    <a:pt x="206" y="53"/>
                    <a:pt x="206" y="53"/>
                    <a:pt x="206" y="53"/>
                  </a:cubicBezTo>
                  <a:lnTo>
                    <a:pt x="206" y="60"/>
                  </a:lnTo>
                  <a:close/>
                  <a:moveTo>
                    <a:pt x="197" y="116"/>
                  </a:moveTo>
                  <a:cubicBezTo>
                    <a:pt x="206" y="116"/>
                    <a:pt x="206" y="116"/>
                    <a:pt x="206" y="116"/>
                  </a:cubicBezTo>
                  <a:cubicBezTo>
                    <a:pt x="206" y="123"/>
                    <a:pt x="206" y="123"/>
                    <a:pt x="206" y="123"/>
                  </a:cubicBezTo>
                  <a:cubicBezTo>
                    <a:pt x="197" y="123"/>
                    <a:pt x="197" y="123"/>
                    <a:pt x="197" y="123"/>
                  </a:cubicBezTo>
                  <a:lnTo>
                    <a:pt x="197" y="116"/>
                  </a:lnTo>
                  <a:close/>
                  <a:moveTo>
                    <a:pt x="206" y="51"/>
                  </a:moveTo>
                  <a:cubicBezTo>
                    <a:pt x="197" y="51"/>
                    <a:pt x="197" y="51"/>
                    <a:pt x="197" y="51"/>
                  </a:cubicBezTo>
                  <a:cubicBezTo>
                    <a:pt x="197" y="49"/>
                    <a:pt x="197" y="49"/>
                    <a:pt x="197" y="49"/>
                  </a:cubicBezTo>
                  <a:cubicBezTo>
                    <a:pt x="206" y="49"/>
                    <a:pt x="206" y="49"/>
                    <a:pt x="206" y="49"/>
                  </a:cubicBezTo>
                  <a:lnTo>
                    <a:pt x="206" y="51"/>
                  </a:lnTo>
                  <a:close/>
                  <a:moveTo>
                    <a:pt x="189" y="49"/>
                  </a:moveTo>
                  <a:cubicBezTo>
                    <a:pt x="195" y="49"/>
                    <a:pt x="195" y="49"/>
                    <a:pt x="195" y="49"/>
                  </a:cubicBezTo>
                  <a:cubicBezTo>
                    <a:pt x="195" y="52"/>
                    <a:pt x="195" y="52"/>
                    <a:pt x="195" y="52"/>
                  </a:cubicBezTo>
                  <a:cubicBezTo>
                    <a:pt x="195" y="52"/>
                    <a:pt x="195" y="52"/>
                    <a:pt x="195" y="52"/>
                  </a:cubicBezTo>
                  <a:cubicBezTo>
                    <a:pt x="195" y="52"/>
                    <a:pt x="195" y="52"/>
                    <a:pt x="195" y="52"/>
                  </a:cubicBezTo>
                  <a:cubicBezTo>
                    <a:pt x="195" y="61"/>
                    <a:pt x="195" y="61"/>
                    <a:pt x="195" y="61"/>
                  </a:cubicBezTo>
                  <a:cubicBezTo>
                    <a:pt x="195" y="61"/>
                    <a:pt x="195" y="61"/>
                    <a:pt x="195" y="61"/>
                  </a:cubicBezTo>
                  <a:cubicBezTo>
                    <a:pt x="195" y="61"/>
                    <a:pt x="195" y="61"/>
                    <a:pt x="195" y="61"/>
                  </a:cubicBezTo>
                  <a:cubicBezTo>
                    <a:pt x="195" y="74"/>
                    <a:pt x="195" y="74"/>
                    <a:pt x="195" y="74"/>
                  </a:cubicBezTo>
                  <a:cubicBezTo>
                    <a:pt x="195" y="74"/>
                    <a:pt x="195" y="74"/>
                    <a:pt x="195" y="74"/>
                  </a:cubicBezTo>
                  <a:cubicBezTo>
                    <a:pt x="195" y="74"/>
                    <a:pt x="195" y="74"/>
                    <a:pt x="195" y="74"/>
                  </a:cubicBezTo>
                  <a:cubicBezTo>
                    <a:pt x="195" y="83"/>
                    <a:pt x="195" y="83"/>
                    <a:pt x="195" y="83"/>
                  </a:cubicBezTo>
                  <a:cubicBezTo>
                    <a:pt x="195" y="83"/>
                    <a:pt x="195" y="83"/>
                    <a:pt x="195" y="83"/>
                  </a:cubicBezTo>
                  <a:cubicBezTo>
                    <a:pt x="195" y="83"/>
                    <a:pt x="195" y="83"/>
                    <a:pt x="195" y="83"/>
                  </a:cubicBezTo>
                  <a:cubicBezTo>
                    <a:pt x="195" y="93"/>
                    <a:pt x="195" y="93"/>
                    <a:pt x="195" y="93"/>
                  </a:cubicBezTo>
                  <a:cubicBezTo>
                    <a:pt x="195" y="93"/>
                    <a:pt x="195" y="93"/>
                    <a:pt x="195" y="93"/>
                  </a:cubicBezTo>
                  <a:cubicBezTo>
                    <a:pt x="195" y="94"/>
                    <a:pt x="195" y="94"/>
                    <a:pt x="195" y="94"/>
                  </a:cubicBezTo>
                  <a:cubicBezTo>
                    <a:pt x="195" y="102"/>
                    <a:pt x="195" y="102"/>
                    <a:pt x="195" y="102"/>
                  </a:cubicBezTo>
                  <a:cubicBezTo>
                    <a:pt x="195" y="102"/>
                    <a:pt x="195" y="102"/>
                    <a:pt x="195" y="102"/>
                  </a:cubicBezTo>
                  <a:cubicBezTo>
                    <a:pt x="195" y="103"/>
                    <a:pt x="195" y="103"/>
                    <a:pt x="195" y="103"/>
                  </a:cubicBezTo>
                  <a:cubicBezTo>
                    <a:pt x="195" y="115"/>
                    <a:pt x="195" y="115"/>
                    <a:pt x="195" y="115"/>
                  </a:cubicBezTo>
                  <a:cubicBezTo>
                    <a:pt x="195" y="115"/>
                    <a:pt x="195" y="115"/>
                    <a:pt x="195" y="115"/>
                  </a:cubicBezTo>
                  <a:cubicBezTo>
                    <a:pt x="195" y="115"/>
                    <a:pt x="195" y="115"/>
                    <a:pt x="195" y="115"/>
                  </a:cubicBezTo>
                  <a:cubicBezTo>
                    <a:pt x="195" y="124"/>
                    <a:pt x="195" y="124"/>
                    <a:pt x="195" y="124"/>
                  </a:cubicBezTo>
                  <a:cubicBezTo>
                    <a:pt x="195" y="124"/>
                    <a:pt x="195" y="124"/>
                    <a:pt x="195" y="124"/>
                  </a:cubicBezTo>
                  <a:cubicBezTo>
                    <a:pt x="195" y="124"/>
                    <a:pt x="195" y="124"/>
                    <a:pt x="195" y="124"/>
                  </a:cubicBezTo>
                  <a:cubicBezTo>
                    <a:pt x="195" y="140"/>
                    <a:pt x="195" y="140"/>
                    <a:pt x="195" y="140"/>
                  </a:cubicBezTo>
                  <a:cubicBezTo>
                    <a:pt x="189" y="140"/>
                    <a:pt x="189" y="140"/>
                    <a:pt x="189" y="140"/>
                  </a:cubicBezTo>
                  <a:lnTo>
                    <a:pt x="189" y="49"/>
                  </a:lnTo>
                  <a:close/>
                  <a:moveTo>
                    <a:pt x="197" y="125"/>
                  </a:moveTo>
                  <a:cubicBezTo>
                    <a:pt x="206" y="125"/>
                    <a:pt x="206" y="125"/>
                    <a:pt x="206" y="125"/>
                  </a:cubicBezTo>
                  <a:cubicBezTo>
                    <a:pt x="206" y="140"/>
                    <a:pt x="206" y="140"/>
                    <a:pt x="206" y="140"/>
                  </a:cubicBezTo>
                  <a:cubicBezTo>
                    <a:pt x="197" y="140"/>
                    <a:pt x="197" y="140"/>
                    <a:pt x="197" y="140"/>
                  </a:cubicBezTo>
                  <a:lnTo>
                    <a:pt x="197" y="125"/>
                  </a:lnTo>
                  <a:close/>
                  <a:moveTo>
                    <a:pt x="208" y="49"/>
                  </a:moveTo>
                  <a:cubicBezTo>
                    <a:pt x="214" y="49"/>
                    <a:pt x="214" y="49"/>
                    <a:pt x="214" y="49"/>
                  </a:cubicBezTo>
                  <a:cubicBezTo>
                    <a:pt x="214" y="140"/>
                    <a:pt x="214" y="140"/>
                    <a:pt x="214" y="140"/>
                  </a:cubicBezTo>
                  <a:cubicBezTo>
                    <a:pt x="208" y="140"/>
                    <a:pt x="208" y="140"/>
                    <a:pt x="208" y="140"/>
                  </a:cubicBezTo>
                  <a:lnTo>
                    <a:pt x="208" y="49"/>
                  </a:lnTo>
                  <a:close/>
                  <a:moveTo>
                    <a:pt x="214" y="42"/>
                  </a:moveTo>
                  <a:cubicBezTo>
                    <a:pt x="189" y="42"/>
                    <a:pt x="189" y="42"/>
                    <a:pt x="189" y="42"/>
                  </a:cubicBezTo>
                  <a:cubicBezTo>
                    <a:pt x="189" y="33"/>
                    <a:pt x="189" y="33"/>
                    <a:pt x="189" y="33"/>
                  </a:cubicBezTo>
                  <a:cubicBezTo>
                    <a:pt x="214" y="33"/>
                    <a:pt x="214" y="33"/>
                    <a:pt x="214" y="33"/>
                  </a:cubicBezTo>
                  <a:lnTo>
                    <a:pt x="214" y="42"/>
                  </a:lnTo>
                  <a:close/>
                  <a:moveTo>
                    <a:pt x="189" y="142"/>
                  </a:moveTo>
                  <a:cubicBezTo>
                    <a:pt x="214" y="142"/>
                    <a:pt x="214" y="142"/>
                    <a:pt x="214" y="142"/>
                  </a:cubicBezTo>
                  <a:cubicBezTo>
                    <a:pt x="214" y="145"/>
                    <a:pt x="214" y="145"/>
                    <a:pt x="214" y="145"/>
                  </a:cubicBezTo>
                  <a:cubicBezTo>
                    <a:pt x="189" y="145"/>
                    <a:pt x="189" y="145"/>
                    <a:pt x="189" y="145"/>
                  </a:cubicBezTo>
                  <a:lnTo>
                    <a:pt x="189" y="142"/>
                  </a:lnTo>
                  <a:close/>
                  <a:moveTo>
                    <a:pt x="216" y="33"/>
                  </a:moveTo>
                  <a:cubicBezTo>
                    <a:pt x="225" y="33"/>
                    <a:pt x="225" y="33"/>
                    <a:pt x="225" y="33"/>
                  </a:cubicBezTo>
                  <a:cubicBezTo>
                    <a:pt x="225" y="179"/>
                    <a:pt x="225" y="179"/>
                    <a:pt x="225" y="179"/>
                  </a:cubicBezTo>
                  <a:cubicBezTo>
                    <a:pt x="216" y="179"/>
                    <a:pt x="216" y="179"/>
                    <a:pt x="216" y="179"/>
                  </a:cubicBezTo>
                  <a:lnTo>
                    <a:pt x="216" y="33"/>
                  </a:lnTo>
                  <a:close/>
                  <a:moveTo>
                    <a:pt x="227" y="119"/>
                  </a:moveTo>
                  <a:cubicBezTo>
                    <a:pt x="382" y="119"/>
                    <a:pt x="382" y="119"/>
                    <a:pt x="382" y="119"/>
                  </a:cubicBezTo>
                  <a:cubicBezTo>
                    <a:pt x="382" y="179"/>
                    <a:pt x="382" y="179"/>
                    <a:pt x="382" y="179"/>
                  </a:cubicBezTo>
                  <a:cubicBezTo>
                    <a:pt x="227" y="179"/>
                    <a:pt x="227" y="179"/>
                    <a:pt x="227" y="179"/>
                  </a:cubicBezTo>
                  <a:lnTo>
                    <a:pt x="227" y="119"/>
                  </a:lnTo>
                  <a:close/>
                  <a:moveTo>
                    <a:pt x="382" y="117"/>
                  </a:moveTo>
                  <a:cubicBezTo>
                    <a:pt x="227" y="117"/>
                    <a:pt x="227" y="117"/>
                    <a:pt x="227" y="117"/>
                  </a:cubicBezTo>
                  <a:cubicBezTo>
                    <a:pt x="227" y="115"/>
                    <a:pt x="227" y="115"/>
                    <a:pt x="227" y="115"/>
                  </a:cubicBezTo>
                  <a:cubicBezTo>
                    <a:pt x="382" y="115"/>
                    <a:pt x="382" y="115"/>
                    <a:pt x="382" y="115"/>
                  </a:cubicBezTo>
                  <a:lnTo>
                    <a:pt x="382" y="117"/>
                  </a:lnTo>
                  <a:close/>
                  <a:moveTo>
                    <a:pt x="384" y="113"/>
                  </a:moveTo>
                  <a:cubicBezTo>
                    <a:pt x="227" y="113"/>
                    <a:pt x="227" y="113"/>
                    <a:pt x="227" y="113"/>
                  </a:cubicBezTo>
                  <a:cubicBezTo>
                    <a:pt x="227" y="72"/>
                    <a:pt x="227" y="72"/>
                    <a:pt x="227" y="72"/>
                  </a:cubicBezTo>
                  <a:cubicBezTo>
                    <a:pt x="227" y="72"/>
                    <a:pt x="227" y="72"/>
                    <a:pt x="227" y="72"/>
                  </a:cubicBezTo>
                  <a:cubicBezTo>
                    <a:pt x="314" y="72"/>
                    <a:pt x="314" y="72"/>
                    <a:pt x="314" y="72"/>
                  </a:cubicBezTo>
                  <a:cubicBezTo>
                    <a:pt x="336" y="92"/>
                    <a:pt x="336" y="92"/>
                    <a:pt x="336" y="92"/>
                  </a:cubicBezTo>
                  <a:cubicBezTo>
                    <a:pt x="337" y="92"/>
                    <a:pt x="337" y="92"/>
                    <a:pt x="337" y="92"/>
                  </a:cubicBezTo>
                  <a:cubicBezTo>
                    <a:pt x="394" y="107"/>
                    <a:pt x="394" y="107"/>
                    <a:pt x="394" y="107"/>
                  </a:cubicBezTo>
                  <a:lnTo>
                    <a:pt x="384" y="113"/>
                  </a:lnTo>
                  <a:close/>
                  <a:moveTo>
                    <a:pt x="310" y="67"/>
                  </a:moveTo>
                  <a:cubicBezTo>
                    <a:pt x="310" y="67"/>
                    <a:pt x="310" y="67"/>
                    <a:pt x="310" y="67"/>
                  </a:cubicBezTo>
                  <a:cubicBezTo>
                    <a:pt x="314" y="66"/>
                    <a:pt x="314" y="66"/>
                    <a:pt x="314" y="66"/>
                  </a:cubicBezTo>
                  <a:cubicBezTo>
                    <a:pt x="340" y="89"/>
                    <a:pt x="340" y="89"/>
                    <a:pt x="340" y="89"/>
                  </a:cubicBezTo>
                  <a:cubicBezTo>
                    <a:pt x="340" y="89"/>
                    <a:pt x="340" y="89"/>
                    <a:pt x="341" y="89"/>
                  </a:cubicBezTo>
                  <a:cubicBezTo>
                    <a:pt x="400" y="104"/>
                    <a:pt x="400" y="104"/>
                    <a:pt x="400" y="104"/>
                  </a:cubicBezTo>
                  <a:cubicBezTo>
                    <a:pt x="397" y="105"/>
                    <a:pt x="397" y="105"/>
                    <a:pt x="397" y="105"/>
                  </a:cubicBezTo>
                  <a:cubicBezTo>
                    <a:pt x="397" y="105"/>
                    <a:pt x="397" y="105"/>
                    <a:pt x="397" y="105"/>
                  </a:cubicBezTo>
                  <a:cubicBezTo>
                    <a:pt x="338" y="90"/>
                    <a:pt x="338" y="90"/>
                    <a:pt x="338" y="90"/>
                  </a:cubicBezTo>
                  <a:cubicBezTo>
                    <a:pt x="315" y="70"/>
                    <a:pt x="315" y="70"/>
                    <a:pt x="315" y="70"/>
                  </a:cubicBezTo>
                  <a:cubicBezTo>
                    <a:pt x="315" y="70"/>
                    <a:pt x="315" y="70"/>
                    <a:pt x="314" y="70"/>
                  </a:cubicBezTo>
                  <a:cubicBezTo>
                    <a:pt x="227" y="70"/>
                    <a:pt x="227" y="70"/>
                    <a:pt x="227" y="70"/>
                  </a:cubicBezTo>
                  <a:cubicBezTo>
                    <a:pt x="227" y="70"/>
                    <a:pt x="227" y="70"/>
                    <a:pt x="227" y="70"/>
                  </a:cubicBezTo>
                  <a:cubicBezTo>
                    <a:pt x="227" y="67"/>
                    <a:pt x="227" y="67"/>
                    <a:pt x="227" y="67"/>
                  </a:cubicBezTo>
                  <a:lnTo>
                    <a:pt x="310" y="67"/>
                  </a:lnTo>
                  <a:close/>
                  <a:moveTo>
                    <a:pt x="62" y="89"/>
                  </a:moveTo>
                  <a:cubicBezTo>
                    <a:pt x="63" y="89"/>
                    <a:pt x="63" y="89"/>
                    <a:pt x="63" y="89"/>
                  </a:cubicBezTo>
                  <a:cubicBezTo>
                    <a:pt x="89" y="66"/>
                    <a:pt x="89" y="66"/>
                    <a:pt x="89" y="66"/>
                  </a:cubicBezTo>
                  <a:cubicBezTo>
                    <a:pt x="93" y="67"/>
                    <a:pt x="93" y="67"/>
                    <a:pt x="93" y="67"/>
                  </a:cubicBezTo>
                  <a:cubicBezTo>
                    <a:pt x="93" y="67"/>
                    <a:pt x="93" y="67"/>
                    <a:pt x="93" y="67"/>
                  </a:cubicBezTo>
                  <a:cubicBezTo>
                    <a:pt x="176" y="67"/>
                    <a:pt x="176" y="67"/>
                    <a:pt x="176" y="67"/>
                  </a:cubicBezTo>
                  <a:cubicBezTo>
                    <a:pt x="176" y="70"/>
                    <a:pt x="176" y="70"/>
                    <a:pt x="176" y="70"/>
                  </a:cubicBezTo>
                  <a:cubicBezTo>
                    <a:pt x="88" y="70"/>
                    <a:pt x="88" y="70"/>
                    <a:pt x="88" y="70"/>
                  </a:cubicBezTo>
                  <a:cubicBezTo>
                    <a:pt x="88" y="70"/>
                    <a:pt x="88" y="70"/>
                    <a:pt x="88" y="70"/>
                  </a:cubicBezTo>
                  <a:cubicBezTo>
                    <a:pt x="65" y="90"/>
                    <a:pt x="65" y="90"/>
                    <a:pt x="65" y="90"/>
                  </a:cubicBezTo>
                  <a:cubicBezTo>
                    <a:pt x="6" y="105"/>
                    <a:pt x="6" y="105"/>
                    <a:pt x="6" y="105"/>
                  </a:cubicBezTo>
                  <a:cubicBezTo>
                    <a:pt x="6" y="105"/>
                    <a:pt x="6" y="105"/>
                    <a:pt x="6" y="105"/>
                  </a:cubicBezTo>
                  <a:cubicBezTo>
                    <a:pt x="3" y="104"/>
                    <a:pt x="3" y="104"/>
                    <a:pt x="3" y="104"/>
                  </a:cubicBezTo>
                  <a:lnTo>
                    <a:pt x="62" y="89"/>
                  </a:lnTo>
                  <a:close/>
                  <a:moveTo>
                    <a:pt x="8" y="107"/>
                  </a:moveTo>
                  <a:cubicBezTo>
                    <a:pt x="66" y="92"/>
                    <a:pt x="66" y="92"/>
                    <a:pt x="66" y="92"/>
                  </a:cubicBezTo>
                  <a:cubicBezTo>
                    <a:pt x="66" y="92"/>
                    <a:pt x="66" y="92"/>
                    <a:pt x="66" y="92"/>
                  </a:cubicBezTo>
                  <a:cubicBezTo>
                    <a:pt x="89" y="72"/>
                    <a:pt x="89" y="72"/>
                    <a:pt x="89" y="72"/>
                  </a:cubicBezTo>
                  <a:cubicBezTo>
                    <a:pt x="176" y="72"/>
                    <a:pt x="176" y="72"/>
                    <a:pt x="176" y="72"/>
                  </a:cubicBezTo>
                  <a:cubicBezTo>
                    <a:pt x="176" y="113"/>
                    <a:pt x="176" y="113"/>
                    <a:pt x="176" y="113"/>
                  </a:cubicBezTo>
                  <a:cubicBezTo>
                    <a:pt x="19" y="113"/>
                    <a:pt x="19" y="113"/>
                    <a:pt x="19" y="113"/>
                  </a:cubicBezTo>
                  <a:lnTo>
                    <a:pt x="8" y="107"/>
                  </a:lnTo>
                  <a:close/>
                  <a:moveTo>
                    <a:pt x="176" y="115"/>
                  </a:moveTo>
                  <a:cubicBezTo>
                    <a:pt x="176" y="117"/>
                    <a:pt x="176" y="117"/>
                    <a:pt x="176" y="117"/>
                  </a:cubicBezTo>
                  <a:cubicBezTo>
                    <a:pt x="21" y="117"/>
                    <a:pt x="21" y="117"/>
                    <a:pt x="21" y="117"/>
                  </a:cubicBezTo>
                  <a:cubicBezTo>
                    <a:pt x="21" y="115"/>
                    <a:pt x="21" y="115"/>
                    <a:pt x="21" y="115"/>
                  </a:cubicBezTo>
                  <a:lnTo>
                    <a:pt x="176" y="115"/>
                  </a:lnTo>
                  <a:close/>
                  <a:moveTo>
                    <a:pt x="21" y="119"/>
                  </a:moveTo>
                  <a:cubicBezTo>
                    <a:pt x="176" y="119"/>
                    <a:pt x="176" y="119"/>
                    <a:pt x="176" y="119"/>
                  </a:cubicBezTo>
                  <a:cubicBezTo>
                    <a:pt x="176" y="179"/>
                    <a:pt x="176" y="179"/>
                    <a:pt x="176" y="179"/>
                  </a:cubicBezTo>
                  <a:cubicBezTo>
                    <a:pt x="21" y="179"/>
                    <a:pt x="21" y="179"/>
                    <a:pt x="21" y="179"/>
                  </a:cubicBezTo>
                  <a:lnTo>
                    <a:pt x="21" y="119"/>
                  </a:lnTo>
                  <a:close/>
                  <a:moveTo>
                    <a:pt x="189" y="179"/>
                  </a:moveTo>
                  <a:cubicBezTo>
                    <a:pt x="189" y="147"/>
                    <a:pt x="189" y="147"/>
                    <a:pt x="189" y="147"/>
                  </a:cubicBezTo>
                  <a:cubicBezTo>
                    <a:pt x="214" y="147"/>
                    <a:pt x="214" y="147"/>
                    <a:pt x="214" y="147"/>
                  </a:cubicBezTo>
                  <a:cubicBezTo>
                    <a:pt x="214" y="179"/>
                    <a:pt x="214" y="179"/>
                    <a:pt x="214" y="179"/>
                  </a:cubicBezTo>
                  <a:lnTo>
                    <a:pt x="189" y="1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5" name="Freeform 234">
              <a:extLst>
                <a:ext uri="{FF2B5EF4-FFF2-40B4-BE49-F238E27FC236}">
                  <a16:creationId xmlns:a16="http://schemas.microsoft.com/office/drawing/2014/main" id="{AD99A02A-B262-4342-A791-039B3D73C71D}"/>
                </a:ext>
              </a:extLst>
            </p:cNvPr>
            <p:cNvSpPr>
              <a:spLocks/>
            </p:cNvSpPr>
            <p:nvPr userDrawn="1"/>
          </p:nvSpPr>
          <p:spPr bwMode="auto">
            <a:xfrm>
              <a:off x="6034088" y="3622675"/>
              <a:ext cx="96838" cy="92075"/>
            </a:xfrm>
            <a:custGeom>
              <a:avLst/>
              <a:gdLst>
                <a:gd name="T0" fmla="*/ 39 w 61"/>
                <a:gd name="T1" fmla="*/ 22 h 58"/>
                <a:gd name="T2" fmla="*/ 30 w 61"/>
                <a:gd name="T3" fmla="*/ 0 h 58"/>
                <a:gd name="T4" fmla="*/ 22 w 61"/>
                <a:gd name="T5" fmla="*/ 22 h 58"/>
                <a:gd name="T6" fmla="*/ 0 w 61"/>
                <a:gd name="T7" fmla="*/ 22 h 58"/>
                <a:gd name="T8" fmla="*/ 17 w 61"/>
                <a:gd name="T9" fmla="*/ 36 h 58"/>
                <a:gd name="T10" fmla="*/ 13 w 61"/>
                <a:gd name="T11" fmla="*/ 58 h 58"/>
                <a:gd name="T12" fmla="*/ 30 w 61"/>
                <a:gd name="T13" fmla="*/ 44 h 58"/>
                <a:gd name="T14" fmla="*/ 48 w 61"/>
                <a:gd name="T15" fmla="*/ 58 h 58"/>
                <a:gd name="T16" fmla="*/ 43 w 61"/>
                <a:gd name="T17" fmla="*/ 36 h 58"/>
                <a:gd name="T18" fmla="*/ 61 w 61"/>
                <a:gd name="T19" fmla="*/ 22 h 58"/>
                <a:gd name="T20" fmla="*/ 39 w 61"/>
                <a:gd name="T21" fmla="*/ 2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58">
                  <a:moveTo>
                    <a:pt x="39" y="22"/>
                  </a:moveTo>
                  <a:lnTo>
                    <a:pt x="30" y="0"/>
                  </a:lnTo>
                  <a:lnTo>
                    <a:pt x="22" y="22"/>
                  </a:lnTo>
                  <a:lnTo>
                    <a:pt x="0" y="22"/>
                  </a:lnTo>
                  <a:lnTo>
                    <a:pt x="17" y="36"/>
                  </a:lnTo>
                  <a:lnTo>
                    <a:pt x="13" y="58"/>
                  </a:lnTo>
                  <a:lnTo>
                    <a:pt x="30" y="44"/>
                  </a:lnTo>
                  <a:lnTo>
                    <a:pt x="48" y="58"/>
                  </a:lnTo>
                  <a:lnTo>
                    <a:pt x="43" y="36"/>
                  </a:lnTo>
                  <a:lnTo>
                    <a:pt x="61" y="22"/>
                  </a:lnTo>
                  <a:lnTo>
                    <a:pt x="39"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6" name="Freeform 235">
              <a:extLst>
                <a:ext uri="{FF2B5EF4-FFF2-40B4-BE49-F238E27FC236}">
                  <a16:creationId xmlns:a16="http://schemas.microsoft.com/office/drawing/2014/main" id="{55E63C7C-84C5-4148-9B6D-75A8712181B6}"/>
                </a:ext>
              </a:extLst>
            </p:cNvPr>
            <p:cNvSpPr>
              <a:spLocks/>
            </p:cNvSpPr>
            <p:nvPr userDrawn="1"/>
          </p:nvSpPr>
          <p:spPr bwMode="auto">
            <a:xfrm>
              <a:off x="6034088" y="4630738"/>
              <a:ext cx="14288" cy="176213"/>
            </a:xfrm>
            <a:custGeom>
              <a:avLst/>
              <a:gdLst>
                <a:gd name="T0" fmla="*/ 1 w 2"/>
                <a:gd name="T1" fmla="*/ 0 h 25"/>
                <a:gd name="T2" fmla="*/ 0 w 2"/>
                <a:gd name="T3" fmla="*/ 1 h 25"/>
                <a:gd name="T4" fmla="*/ 0 w 2"/>
                <a:gd name="T5" fmla="*/ 24 h 25"/>
                <a:gd name="T6" fmla="*/ 1 w 2"/>
                <a:gd name="T7" fmla="*/ 25 h 25"/>
                <a:gd name="T8" fmla="*/ 2 w 2"/>
                <a:gd name="T9" fmla="*/ 24 h 25"/>
                <a:gd name="T10" fmla="*/ 2 w 2"/>
                <a:gd name="T11" fmla="*/ 1 h 25"/>
                <a:gd name="T12" fmla="*/ 1 w 2"/>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 h="25">
                  <a:moveTo>
                    <a:pt x="1" y="0"/>
                  </a:moveTo>
                  <a:cubicBezTo>
                    <a:pt x="0" y="0"/>
                    <a:pt x="0" y="0"/>
                    <a:pt x="0" y="1"/>
                  </a:cubicBezTo>
                  <a:cubicBezTo>
                    <a:pt x="0" y="24"/>
                    <a:pt x="0" y="24"/>
                    <a:pt x="0" y="24"/>
                  </a:cubicBezTo>
                  <a:cubicBezTo>
                    <a:pt x="0" y="25"/>
                    <a:pt x="0" y="25"/>
                    <a:pt x="1" y="25"/>
                  </a:cubicBezTo>
                  <a:cubicBezTo>
                    <a:pt x="2" y="25"/>
                    <a:pt x="2" y="25"/>
                    <a:pt x="2" y="24"/>
                  </a:cubicBezTo>
                  <a:cubicBezTo>
                    <a:pt x="2" y="1"/>
                    <a:pt x="2" y="1"/>
                    <a:pt x="2" y="1"/>
                  </a:cubicBezTo>
                  <a:cubicBezTo>
                    <a:pt x="2" y="0"/>
                    <a:pt x="2"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7" name="Freeform 236">
              <a:extLst>
                <a:ext uri="{FF2B5EF4-FFF2-40B4-BE49-F238E27FC236}">
                  <a16:creationId xmlns:a16="http://schemas.microsoft.com/office/drawing/2014/main" id="{B5DD78F4-9E66-45B7-8DC1-F45A2D7DAA61}"/>
                </a:ext>
              </a:extLst>
            </p:cNvPr>
            <p:cNvSpPr>
              <a:spLocks/>
            </p:cNvSpPr>
            <p:nvPr userDrawn="1"/>
          </p:nvSpPr>
          <p:spPr bwMode="auto">
            <a:xfrm>
              <a:off x="6110288" y="4630738"/>
              <a:ext cx="12700" cy="176213"/>
            </a:xfrm>
            <a:custGeom>
              <a:avLst/>
              <a:gdLst>
                <a:gd name="T0" fmla="*/ 1 w 2"/>
                <a:gd name="T1" fmla="*/ 0 h 25"/>
                <a:gd name="T2" fmla="*/ 0 w 2"/>
                <a:gd name="T3" fmla="*/ 1 h 25"/>
                <a:gd name="T4" fmla="*/ 0 w 2"/>
                <a:gd name="T5" fmla="*/ 24 h 25"/>
                <a:gd name="T6" fmla="*/ 1 w 2"/>
                <a:gd name="T7" fmla="*/ 25 h 25"/>
                <a:gd name="T8" fmla="*/ 2 w 2"/>
                <a:gd name="T9" fmla="*/ 24 h 25"/>
                <a:gd name="T10" fmla="*/ 2 w 2"/>
                <a:gd name="T11" fmla="*/ 1 h 25"/>
                <a:gd name="T12" fmla="*/ 1 w 2"/>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 h="25">
                  <a:moveTo>
                    <a:pt x="1" y="0"/>
                  </a:moveTo>
                  <a:cubicBezTo>
                    <a:pt x="0" y="0"/>
                    <a:pt x="0" y="0"/>
                    <a:pt x="0" y="1"/>
                  </a:cubicBezTo>
                  <a:cubicBezTo>
                    <a:pt x="0" y="24"/>
                    <a:pt x="0" y="24"/>
                    <a:pt x="0" y="24"/>
                  </a:cubicBezTo>
                  <a:cubicBezTo>
                    <a:pt x="0" y="25"/>
                    <a:pt x="0" y="25"/>
                    <a:pt x="1" y="25"/>
                  </a:cubicBezTo>
                  <a:cubicBezTo>
                    <a:pt x="2" y="25"/>
                    <a:pt x="2" y="25"/>
                    <a:pt x="2" y="24"/>
                  </a:cubicBezTo>
                  <a:cubicBezTo>
                    <a:pt x="2" y="1"/>
                    <a:pt x="2" y="1"/>
                    <a:pt x="2" y="1"/>
                  </a:cubicBezTo>
                  <a:cubicBezTo>
                    <a:pt x="2" y="0"/>
                    <a:pt x="2"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8" name="Freeform 237">
              <a:extLst>
                <a:ext uri="{FF2B5EF4-FFF2-40B4-BE49-F238E27FC236}">
                  <a16:creationId xmlns:a16="http://schemas.microsoft.com/office/drawing/2014/main" id="{EA763945-A697-4602-9851-4D792E8E041F}"/>
                </a:ext>
              </a:extLst>
            </p:cNvPr>
            <p:cNvSpPr>
              <a:spLocks/>
            </p:cNvSpPr>
            <p:nvPr userDrawn="1"/>
          </p:nvSpPr>
          <p:spPr bwMode="auto">
            <a:xfrm>
              <a:off x="6069013" y="4630738"/>
              <a:ext cx="12700" cy="176213"/>
            </a:xfrm>
            <a:custGeom>
              <a:avLst/>
              <a:gdLst>
                <a:gd name="T0" fmla="*/ 1 w 2"/>
                <a:gd name="T1" fmla="*/ 0 h 25"/>
                <a:gd name="T2" fmla="*/ 0 w 2"/>
                <a:gd name="T3" fmla="*/ 1 h 25"/>
                <a:gd name="T4" fmla="*/ 0 w 2"/>
                <a:gd name="T5" fmla="*/ 24 h 25"/>
                <a:gd name="T6" fmla="*/ 1 w 2"/>
                <a:gd name="T7" fmla="*/ 25 h 25"/>
                <a:gd name="T8" fmla="*/ 2 w 2"/>
                <a:gd name="T9" fmla="*/ 24 h 25"/>
                <a:gd name="T10" fmla="*/ 2 w 2"/>
                <a:gd name="T11" fmla="*/ 1 h 25"/>
                <a:gd name="T12" fmla="*/ 1 w 2"/>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 h="25">
                  <a:moveTo>
                    <a:pt x="1" y="0"/>
                  </a:moveTo>
                  <a:cubicBezTo>
                    <a:pt x="1" y="0"/>
                    <a:pt x="0" y="0"/>
                    <a:pt x="0" y="1"/>
                  </a:cubicBezTo>
                  <a:cubicBezTo>
                    <a:pt x="0" y="24"/>
                    <a:pt x="0" y="24"/>
                    <a:pt x="0" y="24"/>
                  </a:cubicBezTo>
                  <a:cubicBezTo>
                    <a:pt x="0" y="25"/>
                    <a:pt x="1" y="25"/>
                    <a:pt x="1" y="25"/>
                  </a:cubicBezTo>
                  <a:cubicBezTo>
                    <a:pt x="2" y="25"/>
                    <a:pt x="2" y="25"/>
                    <a:pt x="2" y="24"/>
                  </a:cubicBezTo>
                  <a:cubicBezTo>
                    <a:pt x="2" y="1"/>
                    <a:pt x="2" y="1"/>
                    <a:pt x="2" y="1"/>
                  </a:cubicBezTo>
                  <a:cubicBezTo>
                    <a:pt x="2" y="0"/>
                    <a:pt x="2"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9" name="Freeform 238">
              <a:extLst>
                <a:ext uri="{FF2B5EF4-FFF2-40B4-BE49-F238E27FC236}">
                  <a16:creationId xmlns:a16="http://schemas.microsoft.com/office/drawing/2014/main" id="{897C7830-48F3-4B2D-BC64-F86F27B54AB2}"/>
                </a:ext>
              </a:extLst>
            </p:cNvPr>
            <p:cNvSpPr>
              <a:spLocks/>
            </p:cNvSpPr>
            <p:nvPr userDrawn="1"/>
          </p:nvSpPr>
          <p:spPr bwMode="auto">
            <a:xfrm>
              <a:off x="6040438" y="3811588"/>
              <a:ext cx="14288" cy="42863"/>
            </a:xfrm>
            <a:custGeom>
              <a:avLst/>
              <a:gdLst>
                <a:gd name="T0" fmla="*/ 1 w 2"/>
                <a:gd name="T1" fmla="*/ 6 h 6"/>
                <a:gd name="T2" fmla="*/ 2 w 2"/>
                <a:gd name="T3" fmla="*/ 5 h 6"/>
                <a:gd name="T4" fmla="*/ 2 w 2"/>
                <a:gd name="T5" fmla="*/ 1 h 6"/>
                <a:gd name="T6" fmla="*/ 1 w 2"/>
                <a:gd name="T7" fmla="*/ 0 h 6"/>
                <a:gd name="T8" fmla="*/ 0 w 2"/>
                <a:gd name="T9" fmla="*/ 1 h 6"/>
                <a:gd name="T10" fmla="*/ 0 w 2"/>
                <a:gd name="T11" fmla="*/ 5 h 6"/>
                <a:gd name="T12" fmla="*/ 1 w 2"/>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2" h="6">
                  <a:moveTo>
                    <a:pt x="1" y="6"/>
                  </a:moveTo>
                  <a:cubicBezTo>
                    <a:pt x="2" y="6"/>
                    <a:pt x="2" y="6"/>
                    <a:pt x="2" y="5"/>
                  </a:cubicBezTo>
                  <a:cubicBezTo>
                    <a:pt x="2" y="1"/>
                    <a:pt x="2" y="1"/>
                    <a:pt x="2" y="1"/>
                  </a:cubicBezTo>
                  <a:cubicBezTo>
                    <a:pt x="2" y="0"/>
                    <a:pt x="2" y="0"/>
                    <a:pt x="1" y="0"/>
                  </a:cubicBezTo>
                  <a:cubicBezTo>
                    <a:pt x="1" y="0"/>
                    <a:pt x="0" y="0"/>
                    <a:pt x="0" y="1"/>
                  </a:cubicBezTo>
                  <a:cubicBezTo>
                    <a:pt x="0" y="5"/>
                    <a:pt x="0" y="5"/>
                    <a:pt x="0" y="5"/>
                  </a:cubicBezTo>
                  <a:cubicBezTo>
                    <a:pt x="0" y="6"/>
                    <a:pt x="1" y="6"/>
                    <a:pt x="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0" name="Freeform 239">
              <a:extLst>
                <a:ext uri="{FF2B5EF4-FFF2-40B4-BE49-F238E27FC236}">
                  <a16:creationId xmlns:a16="http://schemas.microsoft.com/office/drawing/2014/main" id="{B714EE0F-487B-4B6D-89B1-16103A725260}"/>
                </a:ext>
              </a:extLst>
            </p:cNvPr>
            <p:cNvSpPr>
              <a:spLocks/>
            </p:cNvSpPr>
            <p:nvPr userDrawn="1"/>
          </p:nvSpPr>
          <p:spPr bwMode="auto">
            <a:xfrm>
              <a:off x="6102350" y="3811588"/>
              <a:ext cx="14288" cy="42863"/>
            </a:xfrm>
            <a:custGeom>
              <a:avLst/>
              <a:gdLst>
                <a:gd name="T0" fmla="*/ 1 w 2"/>
                <a:gd name="T1" fmla="*/ 6 h 6"/>
                <a:gd name="T2" fmla="*/ 2 w 2"/>
                <a:gd name="T3" fmla="*/ 5 h 6"/>
                <a:gd name="T4" fmla="*/ 2 w 2"/>
                <a:gd name="T5" fmla="*/ 1 h 6"/>
                <a:gd name="T6" fmla="*/ 1 w 2"/>
                <a:gd name="T7" fmla="*/ 0 h 6"/>
                <a:gd name="T8" fmla="*/ 0 w 2"/>
                <a:gd name="T9" fmla="*/ 1 h 6"/>
                <a:gd name="T10" fmla="*/ 0 w 2"/>
                <a:gd name="T11" fmla="*/ 5 h 6"/>
                <a:gd name="T12" fmla="*/ 1 w 2"/>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2" h="6">
                  <a:moveTo>
                    <a:pt x="1" y="6"/>
                  </a:moveTo>
                  <a:cubicBezTo>
                    <a:pt x="1" y="6"/>
                    <a:pt x="2" y="6"/>
                    <a:pt x="2" y="5"/>
                  </a:cubicBezTo>
                  <a:cubicBezTo>
                    <a:pt x="2" y="1"/>
                    <a:pt x="2" y="1"/>
                    <a:pt x="2" y="1"/>
                  </a:cubicBezTo>
                  <a:cubicBezTo>
                    <a:pt x="2" y="0"/>
                    <a:pt x="1" y="0"/>
                    <a:pt x="1" y="0"/>
                  </a:cubicBezTo>
                  <a:cubicBezTo>
                    <a:pt x="0" y="0"/>
                    <a:pt x="0" y="0"/>
                    <a:pt x="0" y="1"/>
                  </a:cubicBezTo>
                  <a:cubicBezTo>
                    <a:pt x="0" y="5"/>
                    <a:pt x="0" y="5"/>
                    <a:pt x="0" y="5"/>
                  </a:cubicBezTo>
                  <a:cubicBezTo>
                    <a:pt x="0" y="6"/>
                    <a:pt x="0" y="6"/>
                    <a:pt x="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1" name="Freeform 240">
              <a:extLst>
                <a:ext uri="{FF2B5EF4-FFF2-40B4-BE49-F238E27FC236}">
                  <a16:creationId xmlns:a16="http://schemas.microsoft.com/office/drawing/2014/main" id="{564FFB50-02E8-4F53-AD8F-70356182CAFE}"/>
                </a:ext>
              </a:extLst>
            </p:cNvPr>
            <p:cNvSpPr>
              <a:spLocks/>
            </p:cNvSpPr>
            <p:nvPr userDrawn="1"/>
          </p:nvSpPr>
          <p:spPr bwMode="auto">
            <a:xfrm>
              <a:off x="5805488" y="4435475"/>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2" name="Freeform 241">
              <a:extLst>
                <a:ext uri="{FF2B5EF4-FFF2-40B4-BE49-F238E27FC236}">
                  <a16:creationId xmlns:a16="http://schemas.microsoft.com/office/drawing/2014/main" id="{F331CAD3-87C6-49C4-9823-C899DDD46F3E}"/>
                </a:ext>
              </a:extLst>
            </p:cNvPr>
            <p:cNvSpPr>
              <a:spLocks/>
            </p:cNvSpPr>
            <p:nvPr userDrawn="1"/>
          </p:nvSpPr>
          <p:spPr bwMode="auto">
            <a:xfrm>
              <a:off x="5702300" y="4435475"/>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 name="Freeform 242">
              <a:extLst>
                <a:ext uri="{FF2B5EF4-FFF2-40B4-BE49-F238E27FC236}">
                  <a16:creationId xmlns:a16="http://schemas.microsoft.com/office/drawing/2014/main" id="{3015BFA8-0BFC-4C31-802C-24344C46EB7F}"/>
                </a:ext>
              </a:extLst>
            </p:cNvPr>
            <p:cNvSpPr>
              <a:spLocks/>
            </p:cNvSpPr>
            <p:nvPr userDrawn="1"/>
          </p:nvSpPr>
          <p:spPr bwMode="auto">
            <a:xfrm>
              <a:off x="5599113" y="4435475"/>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Freeform 243">
              <a:extLst>
                <a:ext uri="{FF2B5EF4-FFF2-40B4-BE49-F238E27FC236}">
                  <a16:creationId xmlns:a16="http://schemas.microsoft.com/office/drawing/2014/main" id="{03B8E4D1-CBDA-433C-87AC-6A63B4D348D7}"/>
                </a:ext>
              </a:extLst>
            </p:cNvPr>
            <p:cNvSpPr>
              <a:spLocks/>
            </p:cNvSpPr>
            <p:nvPr userDrawn="1"/>
          </p:nvSpPr>
          <p:spPr bwMode="auto">
            <a:xfrm>
              <a:off x="5494338" y="4435475"/>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Freeform 244">
              <a:extLst>
                <a:ext uri="{FF2B5EF4-FFF2-40B4-BE49-F238E27FC236}">
                  <a16:creationId xmlns:a16="http://schemas.microsoft.com/office/drawing/2014/main" id="{2A10B744-7B16-46CE-A63C-AFD22E32ABEA}"/>
                </a:ext>
              </a:extLst>
            </p:cNvPr>
            <p:cNvSpPr>
              <a:spLocks/>
            </p:cNvSpPr>
            <p:nvPr userDrawn="1"/>
          </p:nvSpPr>
          <p:spPr bwMode="auto">
            <a:xfrm>
              <a:off x="5391150" y="4435475"/>
              <a:ext cx="68263"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0" y="0"/>
                    <a:pt x="0" y="0"/>
                    <a:pt x="0" y="1"/>
                  </a:cubicBezTo>
                  <a:cubicBezTo>
                    <a:pt x="0" y="18"/>
                    <a:pt x="0" y="18"/>
                    <a:pt x="0" y="18"/>
                  </a:cubicBezTo>
                  <a:cubicBezTo>
                    <a:pt x="0" y="18"/>
                    <a:pt x="0"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Freeform 245">
              <a:extLst>
                <a:ext uri="{FF2B5EF4-FFF2-40B4-BE49-F238E27FC236}">
                  <a16:creationId xmlns:a16="http://schemas.microsoft.com/office/drawing/2014/main" id="{8237CF3B-3DC3-4242-B806-D20D2BB9F761}"/>
                </a:ext>
              </a:extLst>
            </p:cNvPr>
            <p:cNvSpPr>
              <a:spLocks/>
            </p:cNvSpPr>
            <p:nvPr userDrawn="1"/>
          </p:nvSpPr>
          <p:spPr bwMode="auto">
            <a:xfrm>
              <a:off x="5287963" y="4435475"/>
              <a:ext cx="68263"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7" name="Freeform 246">
              <a:extLst>
                <a:ext uri="{FF2B5EF4-FFF2-40B4-BE49-F238E27FC236}">
                  <a16:creationId xmlns:a16="http://schemas.microsoft.com/office/drawing/2014/main" id="{2DEC29DD-3BAA-47BD-9824-B8C3FE4815B3}"/>
                </a:ext>
              </a:extLst>
            </p:cNvPr>
            <p:cNvSpPr>
              <a:spLocks/>
            </p:cNvSpPr>
            <p:nvPr userDrawn="1"/>
          </p:nvSpPr>
          <p:spPr bwMode="auto">
            <a:xfrm>
              <a:off x="5183188" y="4435475"/>
              <a:ext cx="69850"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8" name="Freeform 247">
              <a:extLst>
                <a:ext uri="{FF2B5EF4-FFF2-40B4-BE49-F238E27FC236}">
                  <a16:creationId xmlns:a16="http://schemas.microsoft.com/office/drawing/2014/main" id="{B5C6E408-279C-426C-859A-0EC2881EDC20}"/>
                </a:ext>
              </a:extLst>
            </p:cNvPr>
            <p:cNvSpPr>
              <a:spLocks/>
            </p:cNvSpPr>
            <p:nvPr userDrawn="1"/>
          </p:nvSpPr>
          <p:spPr bwMode="auto">
            <a:xfrm>
              <a:off x="5080000" y="4435475"/>
              <a:ext cx="69850"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9" name="Freeform 248">
              <a:extLst>
                <a:ext uri="{FF2B5EF4-FFF2-40B4-BE49-F238E27FC236}">
                  <a16:creationId xmlns:a16="http://schemas.microsoft.com/office/drawing/2014/main" id="{D9299CBF-76B9-403D-B760-5F13A02411CE}"/>
                </a:ext>
              </a:extLst>
            </p:cNvPr>
            <p:cNvSpPr>
              <a:spLocks/>
            </p:cNvSpPr>
            <p:nvPr userDrawn="1"/>
          </p:nvSpPr>
          <p:spPr bwMode="auto">
            <a:xfrm>
              <a:off x="4976813" y="4435475"/>
              <a:ext cx="68263"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10" y="19"/>
                    <a:pt x="10" y="18"/>
                    <a:pt x="10" y="18"/>
                  </a:cubicBezTo>
                  <a:cubicBezTo>
                    <a:pt x="10" y="1"/>
                    <a:pt x="10" y="1"/>
                    <a:pt x="10" y="1"/>
                  </a:cubicBezTo>
                  <a:cubicBezTo>
                    <a:pt x="10" y="0"/>
                    <a:pt x="10"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0" name="Freeform 249">
              <a:extLst>
                <a:ext uri="{FF2B5EF4-FFF2-40B4-BE49-F238E27FC236}">
                  <a16:creationId xmlns:a16="http://schemas.microsoft.com/office/drawing/2014/main" id="{8D84A10F-A53F-46C4-9CB6-D791733614B3}"/>
                </a:ext>
              </a:extLst>
            </p:cNvPr>
            <p:cNvSpPr>
              <a:spLocks/>
            </p:cNvSpPr>
            <p:nvPr userDrawn="1"/>
          </p:nvSpPr>
          <p:spPr bwMode="auto">
            <a:xfrm>
              <a:off x="4879975" y="4435475"/>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1" name="Freeform 250">
              <a:extLst>
                <a:ext uri="{FF2B5EF4-FFF2-40B4-BE49-F238E27FC236}">
                  <a16:creationId xmlns:a16="http://schemas.microsoft.com/office/drawing/2014/main" id="{D6A31D89-ED8F-4FB2-B787-E18E11012690}"/>
                </a:ext>
              </a:extLst>
            </p:cNvPr>
            <p:cNvSpPr>
              <a:spLocks/>
            </p:cNvSpPr>
            <p:nvPr userDrawn="1"/>
          </p:nvSpPr>
          <p:spPr bwMode="auto">
            <a:xfrm>
              <a:off x="5805488" y="4603750"/>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2" name="Freeform 251">
              <a:extLst>
                <a:ext uri="{FF2B5EF4-FFF2-40B4-BE49-F238E27FC236}">
                  <a16:creationId xmlns:a16="http://schemas.microsoft.com/office/drawing/2014/main" id="{AE1E73B3-9868-4ED6-BBE1-2C554016C764}"/>
                </a:ext>
              </a:extLst>
            </p:cNvPr>
            <p:cNvSpPr>
              <a:spLocks/>
            </p:cNvSpPr>
            <p:nvPr userDrawn="1"/>
          </p:nvSpPr>
          <p:spPr bwMode="auto">
            <a:xfrm>
              <a:off x="5702300" y="4603750"/>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3" name="Freeform 252">
              <a:extLst>
                <a:ext uri="{FF2B5EF4-FFF2-40B4-BE49-F238E27FC236}">
                  <a16:creationId xmlns:a16="http://schemas.microsoft.com/office/drawing/2014/main" id="{028A6721-6652-4C1C-8014-3DF8DAE2D729}"/>
                </a:ext>
              </a:extLst>
            </p:cNvPr>
            <p:cNvSpPr>
              <a:spLocks/>
            </p:cNvSpPr>
            <p:nvPr userDrawn="1"/>
          </p:nvSpPr>
          <p:spPr bwMode="auto">
            <a:xfrm>
              <a:off x="5599113" y="4603750"/>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4" name="Freeform 253">
              <a:extLst>
                <a:ext uri="{FF2B5EF4-FFF2-40B4-BE49-F238E27FC236}">
                  <a16:creationId xmlns:a16="http://schemas.microsoft.com/office/drawing/2014/main" id="{54ED3B9D-02F5-439A-9BD5-B73FD34BFFF7}"/>
                </a:ext>
              </a:extLst>
            </p:cNvPr>
            <p:cNvSpPr>
              <a:spLocks/>
            </p:cNvSpPr>
            <p:nvPr userDrawn="1"/>
          </p:nvSpPr>
          <p:spPr bwMode="auto">
            <a:xfrm>
              <a:off x="5494338" y="4603750"/>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5" name="Freeform 254">
              <a:extLst>
                <a:ext uri="{FF2B5EF4-FFF2-40B4-BE49-F238E27FC236}">
                  <a16:creationId xmlns:a16="http://schemas.microsoft.com/office/drawing/2014/main" id="{78006E3E-8AB9-4DB5-86CF-E21A64D67538}"/>
                </a:ext>
              </a:extLst>
            </p:cNvPr>
            <p:cNvSpPr>
              <a:spLocks/>
            </p:cNvSpPr>
            <p:nvPr userDrawn="1"/>
          </p:nvSpPr>
          <p:spPr bwMode="auto">
            <a:xfrm>
              <a:off x="5391150" y="4603750"/>
              <a:ext cx="68263"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0" y="0"/>
                    <a:pt x="0" y="0"/>
                    <a:pt x="0" y="1"/>
                  </a:cubicBezTo>
                  <a:cubicBezTo>
                    <a:pt x="0" y="18"/>
                    <a:pt x="0" y="18"/>
                    <a:pt x="0" y="18"/>
                  </a:cubicBezTo>
                  <a:cubicBezTo>
                    <a:pt x="0" y="18"/>
                    <a:pt x="0"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6" name="Freeform 255">
              <a:extLst>
                <a:ext uri="{FF2B5EF4-FFF2-40B4-BE49-F238E27FC236}">
                  <a16:creationId xmlns:a16="http://schemas.microsoft.com/office/drawing/2014/main" id="{67CEAFCA-6752-4211-8788-354AAE4DD89F}"/>
                </a:ext>
              </a:extLst>
            </p:cNvPr>
            <p:cNvSpPr>
              <a:spLocks/>
            </p:cNvSpPr>
            <p:nvPr userDrawn="1"/>
          </p:nvSpPr>
          <p:spPr bwMode="auto">
            <a:xfrm>
              <a:off x="5287963" y="4603750"/>
              <a:ext cx="68263"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7" name="Freeform 256">
              <a:extLst>
                <a:ext uri="{FF2B5EF4-FFF2-40B4-BE49-F238E27FC236}">
                  <a16:creationId xmlns:a16="http://schemas.microsoft.com/office/drawing/2014/main" id="{8E55C034-F764-4030-97A0-89C825A62E6B}"/>
                </a:ext>
              </a:extLst>
            </p:cNvPr>
            <p:cNvSpPr>
              <a:spLocks/>
            </p:cNvSpPr>
            <p:nvPr userDrawn="1"/>
          </p:nvSpPr>
          <p:spPr bwMode="auto">
            <a:xfrm>
              <a:off x="5183188" y="4603750"/>
              <a:ext cx="69850"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8" name="Freeform 257">
              <a:extLst>
                <a:ext uri="{FF2B5EF4-FFF2-40B4-BE49-F238E27FC236}">
                  <a16:creationId xmlns:a16="http://schemas.microsoft.com/office/drawing/2014/main" id="{42DBDEE5-082B-4133-8EDE-7D4875D083BA}"/>
                </a:ext>
              </a:extLst>
            </p:cNvPr>
            <p:cNvSpPr>
              <a:spLocks/>
            </p:cNvSpPr>
            <p:nvPr userDrawn="1"/>
          </p:nvSpPr>
          <p:spPr bwMode="auto">
            <a:xfrm>
              <a:off x="5080000" y="4603750"/>
              <a:ext cx="69850"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9" name="Freeform 258">
              <a:extLst>
                <a:ext uri="{FF2B5EF4-FFF2-40B4-BE49-F238E27FC236}">
                  <a16:creationId xmlns:a16="http://schemas.microsoft.com/office/drawing/2014/main" id="{7D9D5861-6427-4E09-936A-DB9EB2DF552B}"/>
                </a:ext>
              </a:extLst>
            </p:cNvPr>
            <p:cNvSpPr>
              <a:spLocks/>
            </p:cNvSpPr>
            <p:nvPr userDrawn="1"/>
          </p:nvSpPr>
          <p:spPr bwMode="auto">
            <a:xfrm>
              <a:off x="4976813" y="4603750"/>
              <a:ext cx="68263"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10" y="19"/>
                    <a:pt x="10" y="18"/>
                    <a:pt x="10" y="18"/>
                  </a:cubicBezTo>
                  <a:cubicBezTo>
                    <a:pt x="10" y="1"/>
                    <a:pt x="10" y="1"/>
                    <a:pt x="10" y="1"/>
                  </a:cubicBezTo>
                  <a:cubicBezTo>
                    <a:pt x="10" y="0"/>
                    <a:pt x="10"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0" name="Freeform 259">
              <a:extLst>
                <a:ext uri="{FF2B5EF4-FFF2-40B4-BE49-F238E27FC236}">
                  <a16:creationId xmlns:a16="http://schemas.microsoft.com/office/drawing/2014/main" id="{402DC8F3-4FC1-429B-8168-F0C504F311E4}"/>
                </a:ext>
              </a:extLst>
            </p:cNvPr>
            <p:cNvSpPr>
              <a:spLocks/>
            </p:cNvSpPr>
            <p:nvPr userDrawn="1"/>
          </p:nvSpPr>
          <p:spPr bwMode="auto">
            <a:xfrm>
              <a:off x="4879975" y="4603750"/>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1" name="Freeform 260">
              <a:extLst>
                <a:ext uri="{FF2B5EF4-FFF2-40B4-BE49-F238E27FC236}">
                  <a16:creationId xmlns:a16="http://schemas.microsoft.com/office/drawing/2014/main" id="{F778D0A4-7037-4E50-BDB5-59B922F715A4}"/>
                </a:ext>
              </a:extLst>
            </p:cNvPr>
            <p:cNvSpPr>
              <a:spLocks/>
            </p:cNvSpPr>
            <p:nvPr userDrawn="1"/>
          </p:nvSpPr>
          <p:spPr bwMode="auto">
            <a:xfrm>
              <a:off x="7223125" y="4435475"/>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2" name="Freeform 261">
              <a:extLst>
                <a:ext uri="{FF2B5EF4-FFF2-40B4-BE49-F238E27FC236}">
                  <a16:creationId xmlns:a16="http://schemas.microsoft.com/office/drawing/2014/main" id="{8370EDA8-097A-4A35-9C4D-2DD8409804B9}"/>
                </a:ext>
              </a:extLst>
            </p:cNvPr>
            <p:cNvSpPr>
              <a:spLocks/>
            </p:cNvSpPr>
            <p:nvPr userDrawn="1"/>
          </p:nvSpPr>
          <p:spPr bwMode="auto">
            <a:xfrm>
              <a:off x="7118350" y="4435475"/>
              <a:ext cx="63500"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3" name="Freeform 262">
              <a:extLst>
                <a:ext uri="{FF2B5EF4-FFF2-40B4-BE49-F238E27FC236}">
                  <a16:creationId xmlns:a16="http://schemas.microsoft.com/office/drawing/2014/main" id="{83F09177-00EF-4119-A1F5-95E734CFFAB6}"/>
                </a:ext>
              </a:extLst>
            </p:cNvPr>
            <p:cNvSpPr>
              <a:spLocks/>
            </p:cNvSpPr>
            <p:nvPr userDrawn="1"/>
          </p:nvSpPr>
          <p:spPr bwMode="auto">
            <a:xfrm>
              <a:off x="7015163" y="4435475"/>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4" name="Freeform 263">
              <a:extLst>
                <a:ext uri="{FF2B5EF4-FFF2-40B4-BE49-F238E27FC236}">
                  <a16:creationId xmlns:a16="http://schemas.microsoft.com/office/drawing/2014/main" id="{6EBCED04-FCCA-463E-AAA9-D9725D9EF946}"/>
                </a:ext>
              </a:extLst>
            </p:cNvPr>
            <p:cNvSpPr>
              <a:spLocks/>
            </p:cNvSpPr>
            <p:nvPr userDrawn="1"/>
          </p:nvSpPr>
          <p:spPr bwMode="auto">
            <a:xfrm>
              <a:off x="6911975" y="4435475"/>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5" name="Freeform 264">
              <a:extLst>
                <a:ext uri="{FF2B5EF4-FFF2-40B4-BE49-F238E27FC236}">
                  <a16:creationId xmlns:a16="http://schemas.microsoft.com/office/drawing/2014/main" id="{3C540459-4929-40EC-9524-D7C9E546DBBB}"/>
                </a:ext>
              </a:extLst>
            </p:cNvPr>
            <p:cNvSpPr>
              <a:spLocks/>
            </p:cNvSpPr>
            <p:nvPr userDrawn="1"/>
          </p:nvSpPr>
          <p:spPr bwMode="auto">
            <a:xfrm>
              <a:off x="6807200" y="4435475"/>
              <a:ext cx="69850"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0" y="0"/>
                    <a:pt x="0" y="0"/>
                    <a:pt x="0" y="1"/>
                  </a:cubicBezTo>
                  <a:cubicBezTo>
                    <a:pt x="0" y="18"/>
                    <a:pt x="0" y="18"/>
                    <a:pt x="0" y="18"/>
                  </a:cubicBezTo>
                  <a:cubicBezTo>
                    <a:pt x="0" y="18"/>
                    <a:pt x="0"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6" name="Freeform 265">
              <a:extLst>
                <a:ext uri="{FF2B5EF4-FFF2-40B4-BE49-F238E27FC236}">
                  <a16:creationId xmlns:a16="http://schemas.microsoft.com/office/drawing/2014/main" id="{AB66A56F-097F-456F-BC55-DE97ACE19556}"/>
                </a:ext>
              </a:extLst>
            </p:cNvPr>
            <p:cNvSpPr>
              <a:spLocks/>
            </p:cNvSpPr>
            <p:nvPr userDrawn="1"/>
          </p:nvSpPr>
          <p:spPr bwMode="auto">
            <a:xfrm>
              <a:off x="6704013" y="4435475"/>
              <a:ext cx="69850"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7" name="Freeform 266">
              <a:extLst>
                <a:ext uri="{FF2B5EF4-FFF2-40B4-BE49-F238E27FC236}">
                  <a16:creationId xmlns:a16="http://schemas.microsoft.com/office/drawing/2014/main" id="{9451E2E8-C40A-4EB0-BF61-B37037FBD6E6}"/>
                </a:ext>
              </a:extLst>
            </p:cNvPr>
            <p:cNvSpPr>
              <a:spLocks/>
            </p:cNvSpPr>
            <p:nvPr userDrawn="1"/>
          </p:nvSpPr>
          <p:spPr bwMode="auto">
            <a:xfrm>
              <a:off x="6600825" y="4435475"/>
              <a:ext cx="68263"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8" name="Freeform 267">
              <a:extLst>
                <a:ext uri="{FF2B5EF4-FFF2-40B4-BE49-F238E27FC236}">
                  <a16:creationId xmlns:a16="http://schemas.microsoft.com/office/drawing/2014/main" id="{41B90538-4A77-43BC-B8DC-6D010D8B5816}"/>
                </a:ext>
              </a:extLst>
            </p:cNvPr>
            <p:cNvSpPr>
              <a:spLocks/>
            </p:cNvSpPr>
            <p:nvPr userDrawn="1"/>
          </p:nvSpPr>
          <p:spPr bwMode="auto">
            <a:xfrm>
              <a:off x="6497638" y="4435475"/>
              <a:ext cx="68263"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9" name="Freeform 268">
              <a:extLst>
                <a:ext uri="{FF2B5EF4-FFF2-40B4-BE49-F238E27FC236}">
                  <a16:creationId xmlns:a16="http://schemas.microsoft.com/office/drawing/2014/main" id="{3291E26C-51C8-4A3F-9BEA-C0B32A8DA90B}"/>
                </a:ext>
              </a:extLst>
            </p:cNvPr>
            <p:cNvSpPr>
              <a:spLocks/>
            </p:cNvSpPr>
            <p:nvPr userDrawn="1"/>
          </p:nvSpPr>
          <p:spPr bwMode="auto">
            <a:xfrm>
              <a:off x="6392863" y="4435475"/>
              <a:ext cx="69850"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10" y="19"/>
                    <a:pt x="10" y="18"/>
                    <a:pt x="10" y="18"/>
                  </a:cubicBezTo>
                  <a:cubicBezTo>
                    <a:pt x="10" y="1"/>
                    <a:pt x="10" y="1"/>
                    <a:pt x="10" y="1"/>
                  </a:cubicBezTo>
                  <a:cubicBezTo>
                    <a:pt x="10" y="0"/>
                    <a:pt x="10"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0" name="Freeform 269">
              <a:extLst>
                <a:ext uri="{FF2B5EF4-FFF2-40B4-BE49-F238E27FC236}">
                  <a16:creationId xmlns:a16="http://schemas.microsoft.com/office/drawing/2014/main" id="{9D35544C-4A11-4A75-A1C5-643705464A97}"/>
                </a:ext>
              </a:extLst>
            </p:cNvPr>
            <p:cNvSpPr>
              <a:spLocks/>
            </p:cNvSpPr>
            <p:nvPr userDrawn="1"/>
          </p:nvSpPr>
          <p:spPr bwMode="auto">
            <a:xfrm>
              <a:off x="6296025" y="4435475"/>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1" name="Freeform 270">
              <a:extLst>
                <a:ext uri="{FF2B5EF4-FFF2-40B4-BE49-F238E27FC236}">
                  <a16:creationId xmlns:a16="http://schemas.microsoft.com/office/drawing/2014/main" id="{6878EEF6-52E8-41BF-941F-31C217B9077E}"/>
                </a:ext>
              </a:extLst>
            </p:cNvPr>
            <p:cNvSpPr>
              <a:spLocks/>
            </p:cNvSpPr>
            <p:nvPr userDrawn="1"/>
          </p:nvSpPr>
          <p:spPr bwMode="auto">
            <a:xfrm>
              <a:off x="7223125" y="4603750"/>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2" name="Freeform 271">
              <a:extLst>
                <a:ext uri="{FF2B5EF4-FFF2-40B4-BE49-F238E27FC236}">
                  <a16:creationId xmlns:a16="http://schemas.microsoft.com/office/drawing/2014/main" id="{5F9864F4-2B7F-4EAF-A806-1261EE21A495}"/>
                </a:ext>
              </a:extLst>
            </p:cNvPr>
            <p:cNvSpPr>
              <a:spLocks/>
            </p:cNvSpPr>
            <p:nvPr userDrawn="1"/>
          </p:nvSpPr>
          <p:spPr bwMode="auto">
            <a:xfrm>
              <a:off x="7118350" y="4603750"/>
              <a:ext cx="63500"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3" name="Freeform 272">
              <a:extLst>
                <a:ext uri="{FF2B5EF4-FFF2-40B4-BE49-F238E27FC236}">
                  <a16:creationId xmlns:a16="http://schemas.microsoft.com/office/drawing/2014/main" id="{C95AA4C0-17B3-47BB-AC99-9391D03A6C94}"/>
                </a:ext>
              </a:extLst>
            </p:cNvPr>
            <p:cNvSpPr>
              <a:spLocks/>
            </p:cNvSpPr>
            <p:nvPr userDrawn="1"/>
          </p:nvSpPr>
          <p:spPr bwMode="auto">
            <a:xfrm>
              <a:off x="7015163" y="4603750"/>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4" name="Freeform 273">
              <a:extLst>
                <a:ext uri="{FF2B5EF4-FFF2-40B4-BE49-F238E27FC236}">
                  <a16:creationId xmlns:a16="http://schemas.microsoft.com/office/drawing/2014/main" id="{D687CCA2-C1C4-4EAC-8BEA-EBC8D20A2120}"/>
                </a:ext>
              </a:extLst>
            </p:cNvPr>
            <p:cNvSpPr>
              <a:spLocks/>
            </p:cNvSpPr>
            <p:nvPr userDrawn="1"/>
          </p:nvSpPr>
          <p:spPr bwMode="auto">
            <a:xfrm>
              <a:off x="6911975" y="4603750"/>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5" name="Freeform 274">
              <a:extLst>
                <a:ext uri="{FF2B5EF4-FFF2-40B4-BE49-F238E27FC236}">
                  <a16:creationId xmlns:a16="http://schemas.microsoft.com/office/drawing/2014/main" id="{061E650D-CA34-454A-907D-C043557AE944}"/>
                </a:ext>
              </a:extLst>
            </p:cNvPr>
            <p:cNvSpPr>
              <a:spLocks/>
            </p:cNvSpPr>
            <p:nvPr userDrawn="1"/>
          </p:nvSpPr>
          <p:spPr bwMode="auto">
            <a:xfrm>
              <a:off x="6807200" y="4603750"/>
              <a:ext cx="69850"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0" y="0"/>
                    <a:pt x="0" y="0"/>
                    <a:pt x="0" y="1"/>
                  </a:cubicBezTo>
                  <a:cubicBezTo>
                    <a:pt x="0" y="18"/>
                    <a:pt x="0" y="18"/>
                    <a:pt x="0" y="18"/>
                  </a:cubicBezTo>
                  <a:cubicBezTo>
                    <a:pt x="0" y="18"/>
                    <a:pt x="0"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6" name="Freeform 275">
              <a:extLst>
                <a:ext uri="{FF2B5EF4-FFF2-40B4-BE49-F238E27FC236}">
                  <a16:creationId xmlns:a16="http://schemas.microsoft.com/office/drawing/2014/main" id="{912344B6-8C95-43F6-8563-F906AE9CB387}"/>
                </a:ext>
              </a:extLst>
            </p:cNvPr>
            <p:cNvSpPr>
              <a:spLocks/>
            </p:cNvSpPr>
            <p:nvPr userDrawn="1"/>
          </p:nvSpPr>
          <p:spPr bwMode="auto">
            <a:xfrm>
              <a:off x="6704013" y="4603750"/>
              <a:ext cx="69850"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7" name="Freeform 276">
              <a:extLst>
                <a:ext uri="{FF2B5EF4-FFF2-40B4-BE49-F238E27FC236}">
                  <a16:creationId xmlns:a16="http://schemas.microsoft.com/office/drawing/2014/main" id="{65A82C74-49D2-44F4-8DAF-7E6B10DAD251}"/>
                </a:ext>
              </a:extLst>
            </p:cNvPr>
            <p:cNvSpPr>
              <a:spLocks/>
            </p:cNvSpPr>
            <p:nvPr userDrawn="1"/>
          </p:nvSpPr>
          <p:spPr bwMode="auto">
            <a:xfrm>
              <a:off x="6600825" y="4603750"/>
              <a:ext cx="68263"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8" name="Freeform 277">
              <a:extLst>
                <a:ext uri="{FF2B5EF4-FFF2-40B4-BE49-F238E27FC236}">
                  <a16:creationId xmlns:a16="http://schemas.microsoft.com/office/drawing/2014/main" id="{A230F511-0A15-4B3C-982E-56965C992233}"/>
                </a:ext>
              </a:extLst>
            </p:cNvPr>
            <p:cNvSpPr>
              <a:spLocks/>
            </p:cNvSpPr>
            <p:nvPr userDrawn="1"/>
          </p:nvSpPr>
          <p:spPr bwMode="auto">
            <a:xfrm>
              <a:off x="6497638" y="4603750"/>
              <a:ext cx="68263"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9" name="Freeform 278">
              <a:extLst>
                <a:ext uri="{FF2B5EF4-FFF2-40B4-BE49-F238E27FC236}">
                  <a16:creationId xmlns:a16="http://schemas.microsoft.com/office/drawing/2014/main" id="{13AD53BF-CD3A-4B1E-9A9E-F9775D0A68C4}"/>
                </a:ext>
              </a:extLst>
            </p:cNvPr>
            <p:cNvSpPr>
              <a:spLocks/>
            </p:cNvSpPr>
            <p:nvPr userDrawn="1"/>
          </p:nvSpPr>
          <p:spPr bwMode="auto">
            <a:xfrm>
              <a:off x="6392863" y="4603750"/>
              <a:ext cx="69850"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10" y="19"/>
                    <a:pt x="10" y="18"/>
                    <a:pt x="10" y="18"/>
                  </a:cubicBezTo>
                  <a:cubicBezTo>
                    <a:pt x="10" y="1"/>
                    <a:pt x="10" y="1"/>
                    <a:pt x="10" y="1"/>
                  </a:cubicBezTo>
                  <a:cubicBezTo>
                    <a:pt x="10" y="0"/>
                    <a:pt x="10"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 name="Freeform 279">
              <a:extLst>
                <a:ext uri="{FF2B5EF4-FFF2-40B4-BE49-F238E27FC236}">
                  <a16:creationId xmlns:a16="http://schemas.microsoft.com/office/drawing/2014/main" id="{204CB7FB-B645-4F06-B23F-5CDBA0DF2EEE}"/>
                </a:ext>
              </a:extLst>
            </p:cNvPr>
            <p:cNvSpPr>
              <a:spLocks/>
            </p:cNvSpPr>
            <p:nvPr userDrawn="1"/>
          </p:nvSpPr>
          <p:spPr bwMode="auto">
            <a:xfrm>
              <a:off x="6296025" y="4603750"/>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1" name="Freeform 280">
              <a:extLst>
                <a:ext uri="{FF2B5EF4-FFF2-40B4-BE49-F238E27FC236}">
                  <a16:creationId xmlns:a16="http://schemas.microsoft.com/office/drawing/2014/main" id="{45BFC86C-761F-4504-8DC9-E79BC2081374}"/>
                </a:ext>
              </a:extLst>
            </p:cNvPr>
            <p:cNvSpPr>
              <a:spLocks noEditPoints="1"/>
            </p:cNvSpPr>
            <p:nvPr userDrawn="1"/>
          </p:nvSpPr>
          <p:spPr bwMode="auto">
            <a:xfrm>
              <a:off x="2101850" y="4162425"/>
              <a:ext cx="2170113" cy="679450"/>
            </a:xfrm>
            <a:custGeom>
              <a:avLst/>
              <a:gdLst>
                <a:gd name="T0" fmla="*/ 164 w 314"/>
                <a:gd name="T1" fmla="*/ 68 h 97"/>
                <a:gd name="T2" fmla="*/ 111 w 314"/>
                <a:gd name="T3" fmla="*/ 20 h 97"/>
                <a:gd name="T4" fmla="*/ 83 w 314"/>
                <a:gd name="T5" fmla="*/ 60 h 97"/>
                <a:gd name="T6" fmla="*/ 64 w 314"/>
                <a:gd name="T7" fmla="*/ 72 h 97"/>
                <a:gd name="T8" fmla="*/ 44 w 314"/>
                <a:gd name="T9" fmla="*/ 60 h 97"/>
                <a:gd name="T10" fmla="*/ 36 w 314"/>
                <a:gd name="T11" fmla="*/ 60 h 97"/>
                <a:gd name="T12" fmla="*/ 21 w 314"/>
                <a:gd name="T13" fmla="*/ 79 h 97"/>
                <a:gd name="T14" fmla="*/ 113 w 314"/>
                <a:gd name="T15" fmla="*/ 87 h 97"/>
                <a:gd name="T16" fmla="*/ 163 w 314"/>
                <a:gd name="T17" fmla="*/ 86 h 97"/>
                <a:gd name="T18" fmla="*/ 261 w 314"/>
                <a:gd name="T19" fmla="*/ 40 h 97"/>
                <a:gd name="T20" fmla="*/ 261 w 314"/>
                <a:gd name="T21" fmla="*/ 59 h 97"/>
                <a:gd name="T22" fmla="*/ 261 w 314"/>
                <a:gd name="T23" fmla="*/ 87 h 97"/>
                <a:gd name="T24" fmla="*/ 313 w 314"/>
                <a:gd name="T25" fmla="*/ 97 h 97"/>
                <a:gd name="T26" fmla="*/ 73 w 314"/>
                <a:gd name="T27" fmla="*/ 95 h 97"/>
                <a:gd name="T28" fmla="*/ 67 w 314"/>
                <a:gd name="T29" fmla="*/ 77 h 97"/>
                <a:gd name="T30" fmla="*/ 84 w 314"/>
                <a:gd name="T31" fmla="*/ 58 h 97"/>
                <a:gd name="T32" fmla="*/ 75 w 314"/>
                <a:gd name="T33" fmla="*/ 94 h 97"/>
                <a:gd name="T34" fmla="*/ 48 w 314"/>
                <a:gd name="T35" fmla="*/ 58 h 97"/>
                <a:gd name="T36" fmla="*/ 62 w 314"/>
                <a:gd name="T37" fmla="*/ 73 h 97"/>
                <a:gd name="T38" fmla="*/ 39 w 314"/>
                <a:gd name="T39" fmla="*/ 74 h 97"/>
                <a:gd name="T40" fmla="*/ 22 w 314"/>
                <a:gd name="T41" fmla="*/ 64 h 97"/>
                <a:gd name="T42" fmla="*/ 32 w 314"/>
                <a:gd name="T43" fmla="*/ 64 h 97"/>
                <a:gd name="T44" fmla="*/ 23 w 314"/>
                <a:gd name="T45" fmla="*/ 77 h 97"/>
                <a:gd name="T46" fmla="*/ 28 w 314"/>
                <a:gd name="T47" fmla="*/ 95 h 97"/>
                <a:gd name="T48" fmla="*/ 132 w 314"/>
                <a:gd name="T49" fmla="*/ 53 h 97"/>
                <a:gd name="T50" fmla="*/ 144 w 314"/>
                <a:gd name="T51" fmla="*/ 63 h 97"/>
                <a:gd name="T52" fmla="*/ 113 w 314"/>
                <a:gd name="T53" fmla="*/ 43 h 97"/>
                <a:gd name="T54" fmla="*/ 145 w 314"/>
                <a:gd name="T55" fmla="*/ 32 h 97"/>
                <a:gd name="T56" fmla="*/ 163 w 314"/>
                <a:gd name="T57" fmla="*/ 37 h 97"/>
                <a:gd name="T58" fmla="*/ 163 w 314"/>
                <a:gd name="T59" fmla="*/ 45 h 97"/>
                <a:gd name="T60" fmla="*/ 113 w 314"/>
                <a:gd name="T61" fmla="*/ 30 h 97"/>
                <a:gd name="T62" fmla="*/ 154 w 314"/>
                <a:gd name="T63" fmla="*/ 68 h 97"/>
                <a:gd name="T64" fmla="*/ 163 w 314"/>
                <a:gd name="T65" fmla="*/ 20 h 97"/>
                <a:gd name="T66" fmla="*/ 113 w 314"/>
                <a:gd name="T67" fmla="*/ 79 h 97"/>
                <a:gd name="T68" fmla="*/ 113 w 314"/>
                <a:gd name="T69" fmla="*/ 79 h 97"/>
                <a:gd name="T70" fmla="*/ 287 w 314"/>
                <a:gd name="T71" fmla="*/ 48 h 97"/>
                <a:gd name="T72" fmla="*/ 288 w 314"/>
                <a:gd name="T73" fmla="*/ 41 h 97"/>
                <a:gd name="T74" fmla="*/ 312 w 314"/>
                <a:gd name="T75" fmla="*/ 41 h 97"/>
                <a:gd name="T76" fmla="*/ 288 w 314"/>
                <a:gd name="T77" fmla="*/ 60 h 97"/>
                <a:gd name="T78" fmla="*/ 297 w 314"/>
                <a:gd name="T79" fmla="*/ 60 h 97"/>
                <a:gd name="T80" fmla="*/ 272 w 314"/>
                <a:gd name="T81" fmla="*/ 67 h 97"/>
                <a:gd name="T82" fmla="*/ 272 w 314"/>
                <a:gd name="T83" fmla="*/ 69 h 97"/>
                <a:gd name="T84" fmla="*/ 288 w 314"/>
                <a:gd name="T85" fmla="*/ 69 h 97"/>
                <a:gd name="T86" fmla="*/ 304 w 314"/>
                <a:gd name="T87" fmla="*/ 77 h 97"/>
                <a:gd name="T88" fmla="*/ 305 w 314"/>
                <a:gd name="T89" fmla="*/ 69 h 97"/>
                <a:gd name="T90" fmla="*/ 305 w 314"/>
                <a:gd name="T91" fmla="*/ 50 h 97"/>
                <a:gd name="T92" fmla="*/ 304 w 314"/>
                <a:gd name="T93" fmla="*/ 50 h 97"/>
                <a:gd name="T94" fmla="*/ 287 w 314"/>
                <a:gd name="T95" fmla="*/ 58 h 97"/>
                <a:gd name="T96" fmla="*/ 272 w 314"/>
                <a:gd name="T97" fmla="*/ 50 h 97"/>
                <a:gd name="T98" fmla="*/ 270 w 314"/>
                <a:gd name="T99" fmla="*/ 58 h 97"/>
                <a:gd name="T100" fmla="*/ 270 w 314"/>
                <a:gd name="T101" fmla="*/ 77 h 97"/>
                <a:gd name="T102" fmla="*/ 263 w 314"/>
                <a:gd name="T103" fmla="*/ 79 h 97"/>
                <a:gd name="T104" fmla="*/ 280 w 314"/>
                <a:gd name="T105" fmla="*/ 79 h 97"/>
                <a:gd name="T106" fmla="*/ 295 w 314"/>
                <a:gd name="T107" fmla="*/ 86 h 97"/>
                <a:gd name="T108" fmla="*/ 297 w 314"/>
                <a:gd name="T109" fmla="*/ 79 h 97"/>
                <a:gd name="T110" fmla="*/ 263 w 314"/>
                <a:gd name="T111" fmla="*/ 48 h 97"/>
                <a:gd name="T112" fmla="*/ 263 w 314"/>
                <a:gd name="T113" fmla="*/ 95 h 97"/>
                <a:gd name="T114" fmla="*/ 280 w 314"/>
                <a:gd name="T115" fmla="*/ 88 h 97"/>
                <a:gd name="T116" fmla="*/ 295 w 314"/>
                <a:gd name="T117" fmla="*/ 95 h 97"/>
                <a:gd name="T118" fmla="*/ 297 w 314"/>
                <a:gd name="T119" fmla="*/ 88 h 97"/>
                <a:gd name="T120" fmla="*/ 312 w 314"/>
                <a:gd name="T121" fmla="*/ 39 h 97"/>
                <a:gd name="T122" fmla="*/ 288 w 314"/>
                <a:gd name="T123" fmla="*/ 39 h 97"/>
                <a:gd name="T124" fmla="*/ 271 w 314"/>
                <a:gd name="T125" fmla="*/ 39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14" h="97">
                  <a:moveTo>
                    <a:pt x="263" y="1"/>
                  </a:moveTo>
                  <a:cubicBezTo>
                    <a:pt x="263" y="0"/>
                    <a:pt x="262" y="0"/>
                    <a:pt x="262" y="1"/>
                  </a:cubicBezTo>
                  <a:cubicBezTo>
                    <a:pt x="173" y="63"/>
                    <a:pt x="173" y="63"/>
                    <a:pt x="173" y="63"/>
                  </a:cubicBezTo>
                  <a:cubicBezTo>
                    <a:pt x="172" y="63"/>
                    <a:pt x="172" y="63"/>
                    <a:pt x="172" y="64"/>
                  </a:cubicBezTo>
                  <a:cubicBezTo>
                    <a:pt x="172" y="84"/>
                    <a:pt x="172" y="84"/>
                    <a:pt x="172" y="84"/>
                  </a:cubicBezTo>
                  <a:cubicBezTo>
                    <a:pt x="164" y="84"/>
                    <a:pt x="164" y="84"/>
                    <a:pt x="164" y="84"/>
                  </a:cubicBezTo>
                  <a:cubicBezTo>
                    <a:pt x="164" y="68"/>
                    <a:pt x="164" y="68"/>
                    <a:pt x="164" y="68"/>
                  </a:cubicBezTo>
                  <a:cubicBezTo>
                    <a:pt x="164" y="68"/>
                    <a:pt x="164" y="68"/>
                    <a:pt x="164" y="68"/>
                  </a:cubicBezTo>
                  <a:cubicBezTo>
                    <a:pt x="164" y="19"/>
                    <a:pt x="164" y="19"/>
                    <a:pt x="164" y="19"/>
                  </a:cubicBezTo>
                  <a:cubicBezTo>
                    <a:pt x="164" y="19"/>
                    <a:pt x="164" y="18"/>
                    <a:pt x="164" y="18"/>
                  </a:cubicBezTo>
                  <a:cubicBezTo>
                    <a:pt x="146" y="7"/>
                    <a:pt x="146" y="7"/>
                    <a:pt x="146" y="7"/>
                  </a:cubicBezTo>
                  <a:cubicBezTo>
                    <a:pt x="145" y="7"/>
                    <a:pt x="145" y="7"/>
                    <a:pt x="145" y="7"/>
                  </a:cubicBezTo>
                  <a:cubicBezTo>
                    <a:pt x="112" y="19"/>
                    <a:pt x="112" y="19"/>
                    <a:pt x="112" y="19"/>
                  </a:cubicBezTo>
                  <a:cubicBezTo>
                    <a:pt x="111" y="19"/>
                    <a:pt x="111" y="20"/>
                    <a:pt x="111" y="20"/>
                  </a:cubicBezTo>
                  <a:cubicBezTo>
                    <a:pt x="111" y="95"/>
                    <a:pt x="111" y="95"/>
                    <a:pt x="111" y="95"/>
                  </a:cubicBezTo>
                  <a:cubicBezTo>
                    <a:pt x="80" y="95"/>
                    <a:pt x="80" y="95"/>
                    <a:pt x="80" y="95"/>
                  </a:cubicBezTo>
                  <a:cubicBezTo>
                    <a:pt x="80" y="79"/>
                    <a:pt x="80" y="79"/>
                    <a:pt x="80" y="79"/>
                  </a:cubicBezTo>
                  <a:cubicBezTo>
                    <a:pt x="96" y="79"/>
                    <a:pt x="96" y="79"/>
                    <a:pt x="96" y="79"/>
                  </a:cubicBezTo>
                  <a:cubicBezTo>
                    <a:pt x="83" y="66"/>
                    <a:pt x="83" y="66"/>
                    <a:pt x="83" y="66"/>
                  </a:cubicBezTo>
                  <a:cubicBezTo>
                    <a:pt x="89" y="66"/>
                    <a:pt x="89" y="66"/>
                    <a:pt x="89" y="66"/>
                  </a:cubicBezTo>
                  <a:cubicBezTo>
                    <a:pt x="83" y="60"/>
                    <a:pt x="83" y="60"/>
                    <a:pt x="83" y="60"/>
                  </a:cubicBezTo>
                  <a:cubicBezTo>
                    <a:pt x="89" y="60"/>
                    <a:pt x="89" y="60"/>
                    <a:pt x="89" y="60"/>
                  </a:cubicBezTo>
                  <a:cubicBezTo>
                    <a:pt x="76" y="48"/>
                    <a:pt x="76" y="48"/>
                    <a:pt x="76" y="48"/>
                  </a:cubicBezTo>
                  <a:cubicBezTo>
                    <a:pt x="64" y="60"/>
                    <a:pt x="64" y="60"/>
                    <a:pt x="64" y="60"/>
                  </a:cubicBezTo>
                  <a:cubicBezTo>
                    <a:pt x="70" y="60"/>
                    <a:pt x="70" y="60"/>
                    <a:pt x="70" y="60"/>
                  </a:cubicBezTo>
                  <a:cubicBezTo>
                    <a:pt x="64" y="66"/>
                    <a:pt x="64" y="66"/>
                    <a:pt x="64" y="66"/>
                  </a:cubicBezTo>
                  <a:cubicBezTo>
                    <a:pt x="70" y="66"/>
                    <a:pt x="70" y="66"/>
                    <a:pt x="70" y="66"/>
                  </a:cubicBezTo>
                  <a:cubicBezTo>
                    <a:pt x="64" y="72"/>
                    <a:pt x="64" y="72"/>
                    <a:pt x="64" y="72"/>
                  </a:cubicBezTo>
                  <a:cubicBezTo>
                    <a:pt x="58" y="66"/>
                    <a:pt x="58" y="66"/>
                    <a:pt x="58" y="66"/>
                  </a:cubicBezTo>
                  <a:cubicBezTo>
                    <a:pt x="63" y="66"/>
                    <a:pt x="63" y="66"/>
                    <a:pt x="63" y="66"/>
                  </a:cubicBezTo>
                  <a:cubicBezTo>
                    <a:pt x="58" y="60"/>
                    <a:pt x="58" y="60"/>
                    <a:pt x="58" y="60"/>
                  </a:cubicBezTo>
                  <a:cubicBezTo>
                    <a:pt x="63" y="60"/>
                    <a:pt x="63" y="60"/>
                    <a:pt x="63" y="60"/>
                  </a:cubicBezTo>
                  <a:cubicBezTo>
                    <a:pt x="51" y="48"/>
                    <a:pt x="51" y="48"/>
                    <a:pt x="51" y="48"/>
                  </a:cubicBezTo>
                  <a:cubicBezTo>
                    <a:pt x="39" y="60"/>
                    <a:pt x="39" y="60"/>
                    <a:pt x="39" y="60"/>
                  </a:cubicBezTo>
                  <a:cubicBezTo>
                    <a:pt x="44" y="60"/>
                    <a:pt x="44" y="60"/>
                    <a:pt x="44" y="60"/>
                  </a:cubicBezTo>
                  <a:cubicBezTo>
                    <a:pt x="39" y="66"/>
                    <a:pt x="39" y="66"/>
                    <a:pt x="39" y="66"/>
                  </a:cubicBezTo>
                  <a:cubicBezTo>
                    <a:pt x="44" y="66"/>
                    <a:pt x="44" y="66"/>
                    <a:pt x="44" y="66"/>
                  </a:cubicBezTo>
                  <a:cubicBezTo>
                    <a:pt x="38" y="72"/>
                    <a:pt x="38" y="72"/>
                    <a:pt x="38" y="72"/>
                  </a:cubicBezTo>
                  <a:cubicBezTo>
                    <a:pt x="31" y="66"/>
                    <a:pt x="31" y="66"/>
                    <a:pt x="31" y="66"/>
                  </a:cubicBezTo>
                  <a:cubicBezTo>
                    <a:pt x="36" y="66"/>
                    <a:pt x="36" y="66"/>
                    <a:pt x="36" y="66"/>
                  </a:cubicBezTo>
                  <a:cubicBezTo>
                    <a:pt x="31" y="60"/>
                    <a:pt x="31" y="60"/>
                    <a:pt x="31" y="60"/>
                  </a:cubicBezTo>
                  <a:cubicBezTo>
                    <a:pt x="36" y="60"/>
                    <a:pt x="36" y="60"/>
                    <a:pt x="36" y="60"/>
                  </a:cubicBezTo>
                  <a:cubicBezTo>
                    <a:pt x="24" y="48"/>
                    <a:pt x="24" y="48"/>
                    <a:pt x="24" y="48"/>
                  </a:cubicBezTo>
                  <a:cubicBezTo>
                    <a:pt x="12" y="60"/>
                    <a:pt x="12" y="60"/>
                    <a:pt x="12" y="60"/>
                  </a:cubicBezTo>
                  <a:cubicBezTo>
                    <a:pt x="17" y="60"/>
                    <a:pt x="17" y="60"/>
                    <a:pt x="17" y="60"/>
                  </a:cubicBezTo>
                  <a:cubicBezTo>
                    <a:pt x="12" y="66"/>
                    <a:pt x="12" y="66"/>
                    <a:pt x="12" y="66"/>
                  </a:cubicBezTo>
                  <a:cubicBezTo>
                    <a:pt x="17" y="66"/>
                    <a:pt x="17" y="66"/>
                    <a:pt x="17" y="66"/>
                  </a:cubicBezTo>
                  <a:cubicBezTo>
                    <a:pt x="4" y="79"/>
                    <a:pt x="4" y="79"/>
                    <a:pt x="4" y="79"/>
                  </a:cubicBezTo>
                  <a:cubicBezTo>
                    <a:pt x="21" y="79"/>
                    <a:pt x="21" y="79"/>
                    <a:pt x="21" y="79"/>
                  </a:cubicBezTo>
                  <a:cubicBezTo>
                    <a:pt x="21" y="95"/>
                    <a:pt x="21" y="95"/>
                    <a:pt x="21" y="95"/>
                  </a:cubicBezTo>
                  <a:cubicBezTo>
                    <a:pt x="1" y="95"/>
                    <a:pt x="1" y="95"/>
                    <a:pt x="1" y="95"/>
                  </a:cubicBezTo>
                  <a:cubicBezTo>
                    <a:pt x="1" y="95"/>
                    <a:pt x="0" y="96"/>
                    <a:pt x="0" y="96"/>
                  </a:cubicBezTo>
                  <a:cubicBezTo>
                    <a:pt x="0" y="97"/>
                    <a:pt x="1" y="97"/>
                    <a:pt x="1" y="97"/>
                  </a:cubicBezTo>
                  <a:cubicBezTo>
                    <a:pt x="112" y="97"/>
                    <a:pt x="112" y="97"/>
                    <a:pt x="112" y="97"/>
                  </a:cubicBezTo>
                  <a:cubicBezTo>
                    <a:pt x="113" y="97"/>
                    <a:pt x="113" y="97"/>
                    <a:pt x="113" y="96"/>
                  </a:cubicBezTo>
                  <a:cubicBezTo>
                    <a:pt x="113" y="87"/>
                    <a:pt x="113" y="87"/>
                    <a:pt x="113" y="87"/>
                  </a:cubicBezTo>
                  <a:cubicBezTo>
                    <a:pt x="143" y="79"/>
                    <a:pt x="143" y="79"/>
                    <a:pt x="143" y="79"/>
                  </a:cubicBezTo>
                  <a:cubicBezTo>
                    <a:pt x="143" y="96"/>
                    <a:pt x="143" y="96"/>
                    <a:pt x="143" y="96"/>
                  </a:cubicBezTo>
                  <a:cubicBezTo>
                    <a:pt x="143" y="97"/>
                    <a:pt x="144" y="97"/>
                    <a:pt x="144" y="97"/>
                  </a:cubicBezTo>
                  <a:cubicBezTo>
                    <a:pt x="145" y="97"/>
                    <a:pt x="145" y="97"/>
                    <a:pt x="145" y="96"/>
                  </a:cubicBezTo>
                  <a:cubicBezTo>
                    <a:pt x="145" y="79"/>
                    <a:pt x="145" y="79"/>
                    <a:pt x="145" y="79"/>
                  </a:cubicBezTo>
                  <a:cubicBezTo>
                    <a:pt x="163" y="86"/>
                    <a:pt x="163" y="86"/>
                    <a:pt x="163" y="86"/>
                  </a:cubicBezTo>
                  <a:cubicBezTo>
                    <a:pt x="163" y="86"/>
                    <a:pt x="163" y="86"/>
                    <a:pt x="163" y="86"/>
                  </a:cubicBezTo>
                  <a:cubicBezTo>
                    <a:pt x="163" y="86"/>
                    <a:pt x="163" y="86"/>
                    <a:pt x="163" y="86"/>
                  </a:cubicBezTo>
                  <a:cubicBezTo>
                    <a:pt x="173" y="86"/>
                    <a:pt x="173" y="86"/>
                    <a:pt x="173" y="86"/>
                  </a:cubicBezTo>
                  <a:cubicBezTo>
                    <a:pt x="174" y="86"/>
                    <a:pt x="174" y="85"/>
                    <a:pt x="174" y="85"/>
                  </a:cubicBezTo>
                  <a:cubicBezTo>
                    <a:pt x="174" y="64"/>
                    <a:pt x="174" y="64"/>
                    <a:pt x="174" y="64"/>
                  </a:cubicBezTo>
                  <a:cubicBezTo>
                    <a:pt x="261" y="4"/>
                    <a:pt x="261" y="4"/>
                    <a:pt x="261" y="4"/>
                  </a:cubicBezTo>
                  <a:cubicBezTo>
                    <a:pt x="261" y="40"/>
                    <a:pt x="261" y="40"/>
                    <a:pt x="261" y="40"/>
                  </a:cubicBezTo>
                  <a:cubicBezTo>
                    <a:pt x="261" y="40"/>
                    <a:pt x="261" y="40"/>
                    <a:pt x="261" y="40"/>
                  </a:cubicBezTo>
                  <a:cubicBezTo>
                    <a:pt x="261" y="40"/>
                    <a:pt x="261" y="40"/>
                    <a:pt x="261" y="40"/>
                  </a:cubicBezTo>
                  <a:cubicBezTo>
                    <a:pt x="261" y="49"/>
                    <a:pt x="261" y="49"/>
                    <a:pt x="261" y="49"/>
                  </a:cubicBezTo>
                  <a:cubicBezTo>
                    <a:pt x="261" y="49"/>
                    <a:pt x="261" y="49"/>
                    <a:pt x="261" y="49"/>
                  </a:cubicBezTo>
                  <a:cubicBezTo>
                    <a:pt x="261" y="49"/>
                    <a:pt x="261" y="49"/>
                    <a:pt x="261" y="50"/>
                  </a:cubicBezTo>
                  <a:cubicBezTo>
                    <a:pt x="261" y="59"/>
                    <a:pt x="261" y="59"/>
                    <a:pt x="261" y="59"/>
                  </a:cubicBezTo>
                  <a:cubicBezTo>
                    <a:pt x="261" y="59"/>
                    <a:pt x="261" y="59"/>
                    <a:pt x="261" y="59"/>
                  </a:cubicBezTo>
                  <a:cubicBezTo>
                    <a:pt x="261" y="59"/>
                    <a:pt x="261" y="59"/>
                    <a:pt x="261" y="59"/>
                  </a:cubicBezTo>
                  <a:cubicBezTo>
                    <a:pt x="261" y="68"/>
                    <a:pt x="261" y="68"/>
                    <a:pt x="261" y="68"/>
                  </a:cubicBezTo>
                  <a:cubicBezTo>
                    <a:pt x="261" y="68"/>
                    <a:pt x="261" y="68"/>
                    <a:pt x="261" y="68"/>
                  </a:cubicBezTo>
                  <a:cubicBezTo>
                    <a:pt x="261" y="68"/>
                    <a:pt x="261" y="68"/>
                    <a:pt x="261" y="68"/>
                  </a:cubicBezTo>
                  <a:cubicBezTo>
                    <a:pt x="261" y="77"/>
                    <a:pt x="261" y="77"/>
                    <a:pt x="261" y="77"/>
                  </a:cubicBezTo>
                  <a:cubicBezTo>
                    <a:pt x="261" y="77"/>
                    <a:pt x="261" y="77"/>
                    <a:pt x="261" y="78"/>
                  </a:cubicBezTo>
                  <a:cubicBezTo>
                    <a:pt x="261" y="78"/>
                    <a:pt x="261" y="78"/>
                    <a:pt x="261" y="78"/>
                  </a:cubicBezTo>
                  <a:cubicBezTo>
                    <a:pt x="261" y="87"/>
                    <a:pt x="261" y="87"/>
                    <a:pt x="261" y="87"/>
                  </a:cubicBezTo>
                  <a:cubicBezTo>
                    <a:pt x="261" y="87"/>
                    <a:pt x="261" y="87"/>
                    <a:pt x="261" y="87"/>
                  </a:cubicBezTo>
                  <a:cubicBezTo>
                    <a:pt x="261" y="87"/>
                    <a:pt x="261" y="87"/>
                    <a:pt x="261" y="87"/>
                  </a:cubicBezTo>
                  <a:cubicBezTo>
                    <a:pt x="261" y="96"/>
                    <a:pt x="261" y="96"/>
                    <a:pt x="261" y="96"/>
                  </a:cubicBezTo>
                  <a:cubicBezTo>
                    <a:pt x="261" y="96"/>
                    <a:pt x="261" y="96"/>
                    <a:pt x="261" y="96"/>
                  </a:cubicBezTo>
                  <a:cubicBezTo>
                    <a:pt x="261" y="97"/>
                    <a:pt x="261" y="97"/>
                    <a:pt x="262" y="97"/>
                  </a:cubicBezTo>
                  <a:cubicBezTo>
                    <a:pt x="312" y="97"/>
                    <a:pt x="312" y="97"/>
                    <a:pt x="312" y="97"/>
                  </a:cubicBezTo>
                  <a:cubicBezTo>
                    <a:pt x="313" y="97"/>
                    <a:pt x="313" y="97"/>
                    <a:pt x="313" y="97"/>
                  </a:cubicBezTo>
                  <a:cubicBezTo>
                    <a:pt x="314" y="96"/>
                    <a:pt x="314" y="96"/>
                    <a:pt x="314" y="96"/>
                  </a:cubicBezTo>
                  <a:cubicBezTo>
                    <a:pt x="314" y="35"/>
                    <a:pt x="314" y="35"/>
                    <a:pt x="314" y="35"/>
                  </a:cubicBezTo>
                  <a:cubicBezTo>
                    <a:pt x="314" y="35"/>
                    <a:pt x="314" y="34"/>
                    <a:pt x="313" y="34"/>
                  </a:cubicBezTo>
                  <a:lnTo>
                    <a:pt x="263" y="1"/>
                  </a:lnTo>
                  <a:close/>
                  <a:moveTo>
                    <a:pt x="71" y="79"/>
                  </a:moveTo>
                  <a:cubicBezTo>
                    <a:pt x="73" y="79"/>
                    <a:pt x="73" y="79"/>
                    <a:pt x="73" y="79"/>
                  </a:cubicBezTo>
                  <a:cubicBezTo>
                    <a:pt x="73" y="95"/>
                    <a:pt x="73" y="95"/>
                    <a:pt x="73" y="95"/>
                  </a:cubicBezTo>
                  <a:cubicBezTo>
                    <a:pt x="54" y="95"/>
                    <a:pt x="54" y="95"/>
                    <a:pt x="54" y="95"/>
                  </a:cubicBezTo>
                  <a:cubicBezTo>
                    <a:pt x="54" y="79"/>
                    <a:pt x="54" y="79"/>
                    <a:pt x="54" y="79"/>
                  </a:cubicBezTo>
                  <a:cubicBezTo>
                    <a:pt x="56" y="79"/>
                    <a:pt x="56" y="79"/>
                    <a:pt x="56" y="79"/>
                  </a:cubicBezTo>
                  <a:lnTo>
                    <a:pt x="71" y="79"/>
                  </a:lnTo>
                  <a:close/>
                  <a:moveTo>
                    <a:pt x="61" y="77"/>
                  </a:moveTo>
                  <a:cubicBezTo>
                    <a:pt x="64" y="74"/>
                    <a:pt x="64" y="74"/>
                    <a:pt x="64" y="74"/>
                  </a:cubicBezTo>
                  <a:cubicBezTo>
                    <a:pt x="67" y="77"/>
                    <a:pt x="67" y="77"/>
                    <a:pt x="67" y="77"/>
                  </a:cubicBezTo>
                  <a:lnTo>
                    <a:pt x="61" y="77"/>
                  </a:lnTo>
                  <a:close/>
                  <a:moveTo>
                    <a:pt x="74" y="64"/>
                  </a:moveTo>
                  <a:cubicBezTo>
                    <a:pt x="69" y="64"/>
                    <a:pt x="69" y="64"/>
                    <a:pt x="69" y="64"/>
                  </a:cubicBezTo>
                  <a:cubicBezTo>
                    <a:pt x="74" y="58"/>
                    <a:pt x="74" y="58"/>
                    <a:pt x="74" y="58"/>
                  </a:cubicBezTo>
                  <a:cubicBezTo>
                    <a:pt x="69" y="58"/>
                    <a:pt x="69" y="58"/>
                    <a:pt x="69" y="58"/>
                  </a:cubicBezTo>
                  <a:cubicBezTo>
                    <a:pt x="76" y="50"/>
                    <a:pt x="76" y="50"/>
                    <a:pt x="76" y="50"/>
                  </a:cubicBezTo>
                  <a:cubicBezTo>
                    <a:pt x="84" y="58"/>
                    <a:pt x="84" y="58"/>
                    <a:pt x="84" y="58"/>
                  </a:cubicBezTo>
                  <a:cubicBezTo>
                    <a:pt x="79" y="58"/>
                    <a:pt x="79" y="58"/>
                    <a:pt x="79" y="58"/>
                  </a:cubicBezTo>
                  <a:cubicBezTo>
                    <a:pt x="84" y="64"/>
                    <a:pt x="84" y="64"/>
                    <a:pt x="84" y="64"/>
                  </a:cubicBezTo>
                  <a:cubicBezTo>
                    <a:pt x="79" y="64"/>
                    <a:pt x="79" y="64"/>
                    <a:pt x="79" y="64"/>
                  </a:cubicBezTo>
                  <a:cubicBezTo>
                    <a:pt x="92" y="77"/>
                    <a:pt x="92" y="77"/>
                    <a:pt x="92" y="77"/>
                  </a:cubicBezTo>
                  <a:cubicBezTo>
                    <a:pt x="78" y="77"/>
                    <a:pt x="78" y="77"/>
                    <a:pt x="78" y="77"/>
                  </a:cubicBezTo>
                  <a:cubicBezTo>
                    <a:pt x="78" y="94"/>
                    <a:pt x="78" y="94"/>
                    <a:pt x="78" y="94"/>
                  </a:cubicBezTo>
                  <a:cubicBezTo>
                    <a:pt x="75" y="94"/>
                    <a:pt x="75" y="94"/>
                    <a:pt x="75" y="94"/>
                  </a:cubicBezTo>
                  <a:cubicBezTo>
                    <a:pt x="75" y="77"/>
                    <a:pt x="75" y="77"/>
                    <a:pt x="75" y="77"/>
                  </a:cubicBezTo>
                  <a:cubicBezTo>
                    <a:pt x="69" y="77"/>
                    <a:pt x="69" y="77"/>
                    <a:pt x="69" y="77"/>
                  </a:cubicBezTo>
                  <a:cubicBezTo>
                    <a:pt x="65" y="73"/>
                    <a:pt x="65" y="73"/>
                    <a:pt x="65" y="73"/>
                  </a:cubicBezTo>
                  <a:lnTo>
                    <a:pt x="74" y="64"/>
                  </a:lnTo>
                  <a:close/>
                  <a:moveTo>
                    <a:pt x="49" y="64"/>
                  </a:moveTo>
                  <a:cubicBezTo>
                    <a:pt x="43" y="64"/>
                    <a:pt x="43" y="64"/>
                    <a:pt x="43" y="64"/>
                  </a:cubicBezTo>
                  <a:cubicBezTo>
                    <a:pt x="48" y="58"/>
                    <a:pt x="48" y="58"/>
                    <a:pt x="48" y="58"/>
                  </a:cubicBezTo>
                  <a:cubicBezTo>
                    <a:pt x="43" y="58"/>
                    <a:pt x="43" y="58"/>
                    <a:pt x="43" y="58"/>
                  </a:cubicBezTo>
                  <a:cubicBezTo>
                    <a:pt x="51" y="50"/>
                    <a:pt x="51" y="50"/>
                    <a:pt x="51" y="50"/>
                  </a:cubicBezTo>
                  <a:cubicBezTo>
                    <a:pt x="59" y="58"/>
                    <a:pt x="59" y="58"/>
                    <a:pt x="59" y="58"/>
                  </a:cubicBezTo>
                  <a:cubicBezTo>
                    <a:pt x="53" y="58"/>
                    <a:pt x="53" y="58"/>
                    <a:pt x="53" y="58"/>
                  </a:cubicBezTo>
                  <a:cubicBezTo>
                    <a:pt x="59" y="64"/>
                    <a:pt x="59" y="64"/>
                    <a:pt x="59" y="64"/>
                  </a:cubicBezTo>
                  <a:cubicBezTo>
                    <a:pt x="54" y="64"/>
                    <a:pt x="54" y="64"/>
                    <a:pt x="54" y="64"/>
                  </a:cubicBezTo>
                  <a:cubicBezTo>
                    <a:pt x="62" y="73"/>
                    <a:pt x="62" y="73"/>
                    <a:pt x="62" y="73"/>
                  </a:cubicBezTo>
                  <a:cubicBezTo>
                    <a:pt x="58" y="77"/>
                    <a:pt x="58" y="77"/>
                    <a:pt x="58" y="77"/>
                  </a:cubicBezTo>
                  <a:cubicBezTo>
                    <a:pt x="52" y="77"/>
                    <a:pt x="52" y="77"/>
                    <a:pt x="52" y="77"/>
                  </a:cubicBezTo>
                  <a:cubicBezTo>
                    <a:pt x="52" y="94"/>
                    <a:pt x="52" y="94"/>
                    <a:pt x="52" y="94"/>
                  </a:cubicBezTo>
                  <a:cubicBezTo>
                    <a:pt x="49" y="94"/>
                    <a:pt x="49" y="94"/>
                    <a:pt x="49" y="94"/>
                  </a:cubicBezTo>
                  <a:cubicBezTo>
                    <a:pt x="49" y="77"/>
                    <a:pt x="49" y="77"/>
                    <a:pt x="49" y="77"/>
                  </a:cubicBezTo>
                  <a:cubicBezTo>
                    <a:pt x="42" y="77"/>
                    <a:pt x="42" y="77"/>
                    <a:pt x="42" y="77"/>
                  </a:cubicBezTo>
                  <a:cubicBezTo>
                    <a:pt x="39" y="74"/>
                    <a:pt x="39" y="74"/>
                    <a:pt x="39" y="74"/>
                  </a:cubicBezTo>
                  <a:lnTo>
                    <a:pt x="49" y="64"/>
                  </a:lnTo>
                  <a:close/>
                  <a:moveTo>
                    <a:pt x="40" y="77"/>
                  </a:moveTo>
                  <a:cubicBezTo>
                    <a:pt x="35" y="77"/>
                    <a:pt x="35" y="77"/>
                    <a:pt x="35" y="77"/>
                  </a:cubicBezTo>
                  <a:cubicBezTo>
                    <a:pt x="38" y="75"/>
                    <a:pt x="38" y="75"/>
                    <a:pt x="38" y="75"/>
                  </a:cubicBezTo>
                  <a:lnTo>
                    <a:pt x="40" y="77"/>
                  </a:lnTo>
                  <a:close/>
                  <a:moveTo>
                    <a:pt x="8" y="77"/>
                  </a:moveTo>
                  <a:cubicBezTo>
                    <a:pt x="22" y="64"/>
                    <a:pt x="22" y="64"/>
                    <a:pt x="22" y="64"/>
                  </a:cubicBezTo>
                  <a:cubicBezTo>
                    <a:pt x="16" y="64"/>
                    <a:pt x="16" y="64"/>
                    <a:pt x="16" y="64"/>
                  </a:cubicBezTo>
                  <a:cubicBezTo>
                    <a:pt x="22" y="58"/>
                    <a:pt x="22" y="58"/>
                    <a:pt x="22" y="58"/>
                  </a:cubicBezTo>
                  <a:cubicBezTo>
                    <a:pt x="16" y="58"/>
                    <a:pt x="16" y="58"/>
                    <a:pt x="16" y="58"/>
                  </a:cubicBezTo>
                  <a:cubicBezTo>
                    <a:pt x="24" y="50"/>
                    <a:pt x="24" y="50"/>
                    <a:pt x="24" y="50"/>
                  </a:cubicBezTo>
                  <a:cubicBezTo>
                    <a:pt x="32" y="58"/>
                    <a:pt x="32" y="58"/>
                    <a:pt x="32" y="58"/>
                  </a:cubicBezTo>
                  <a:cubicBezTo>
                    <a:pt x="27" y="58"/>
                    <a:pt x="27" y="58"/>
                    <a:pt x="27" y="58"/>
                  </a:cubicBezTo>
                  <a:cubicBezTo>
                    <a:pt x="32" y="64"/>
                    <a:pt x="32" y="64"/>
                    <a:pt x="32" y="64"/>
                  </a:cubicBezTo>
                  <a:cubicBezTo>
                    <a:pt x="27" y="64"/>
                    <a:pt x="27" y="64"/>
                    <a:pt x="27" y="64"/>
                  </a:cubicBezTo>
                  <a:cubicBezTo>
                    <a:pt x="36" y="74"/>
                    <a:pt x="36" y="74"/>
                    <a:pt x="36" y="74"/>
                  </a:cubicBezTo>
                  <a:cubicBezTo>
                    <a:pt x="33" y="77"/>
                    <a:pt x="33" y="77"/>
                    <a:pt x="33" y="77"/>
                  </a:cubicBezTo>
                  <a:cubicBezTo>
                    <a:pt x="26" y="77"/>
                    <a:pt x="26" y="77"/>
                    <a:pt x="26" y="77"/>
                  </a:cubicBezTo>
                  <a:cubicBezTo>
                    <a:pt x="26" y="94"/>
                    <a:pt x="26" y="94"/>
                    <a:pt x="26" y="94"/>
                  </a:cubicBezTo>
                  <a:cubicBezTo>
                    <a:pt x="23" y="94"/>
                    <a:pt x="23" y="94"/>
                    <a:pt x="23" y="94"/>
                  </a:cubicBezTo>
                  <a:cubicBezTo>
                    <a:pt x="23" y="77"/>
                    <a:pt x="23" y="77"/>
                    <a:pt x="23" y="77"/>
                  </a:cubicBezTo>
                  <a:lnTo>
                    <a:pt x="8" y="77"/>
                  </a:lnTo>
                  <a:close/>
                  <a:moveTo>
                    <a:pt x="28" y="79"/>
                  </a:moveTo>
                  <a:cubicBezTo>
                    <a:pt x="31" y="79"/>
                    <a:pt x="31" y="79"/>
                    <a:pt x="31" y="79"/>
                  </a:cubicBezTo>
                  <a:cubicBezTo>
                    <a:pt x="44" y="79"/>
                    <a:pt x="44" y="79"/>
                    <a:pt x="44" y="79"/>
                  </a:cubicBezTo>
                  <a:cubicBezTo>
                    <a:pt x="48" y="79"/>
                    <a:pt x="48" y="79"/>
                    <a:pt x="48" y="79"/>
                  </a:cubicBezTo>
                  <a:cubicBezTo>
                    <a:pt x="48" y="95"/>
                    <a:pt x="48" y="95"/>
                    <a:pt x="48" y="95"/>
                  </a:cubicBezTo>
                  <a:cubicBezTo>
                    <a:pt x="28" y="95"/>
                    <a:pt x="28" y="95"/>
                    <a:pt x="28" y="95"/>
                  </a:cubicBezTo>
                  <a:lnTo>
                    <a:pt x="28" y="79"/>
                  </a:lnTo>
                  <a:close/>
                  <a:moveTo>
                    <a:pt x="113" y="45"/>
                  </a:moveTo>
                  <a:cubicBezTo>
                    <a:pt x="129" y="51"/>
                    <a:pt x="129" y="51"/>
                    <a:pt x="129" y="51"/>
                  </a:cubicBezTo>
                  <a:cubicBezTo>
                    <a:pt x="113" y="56"/>
                    <a:pt x="113" y="56"/>
                    <a:pt x="113" y="56"/>
                  </a:cubicBezTo>
                  <a:lnTo>
                    <a:pt x="113" y="45"/>
                  </a:lnTo>
                  <a:close/>
                  <a:moveTo>
                    <a:pt x="113" y="58"/>
                  </a:moveTo>
                  <a:cubicBezTo>
                    <a:pt x="132" y="53"/>
                    <a:pt x="132" y="53"/>
                    <a:pt x="132" y="53"/>
                  </a:cubicBezTo>
                  <a:cubicBezTo>
                    <a:pt x="140" y="56"/>
                    <a:pt x="140" y="56"/>
                    <a:pt x="140" y="56"/>
                  </a:cubicBezTo>
                  <a:cubicBezTo>
                    <a:pt x="113" y="63"/>
                    <a:pt x="113" y="63"/>
                    <a:pt x="113" y="63"/>
                  </a:cubicBezTo>
                  <a:lnTo>
                    <a:pt x="113" y="58"/>
                  </a:lnTo>
                  <a:close/>
                  <a:moveTo>
                    <a:pt x="113" y="65"/>
                  </a:moveTo>
                  <a:cubicBezTo>
                    <a:pt x="142" y="57"/>
                    <a:pt x="142" y="57"/>
                    <a:pt x="142" y="57"/>
                  </a:cubicBezTo>
                  <a:cubicBezTo>
                    <a:pt x="151" y="65"/>
                    <a:pt x="151" y="65"/>
                    <a:pt x="151" y="65"/>
                  </a:cubicBezTo>
                  <a:cubicBezTo>
                    <a:pt x="144" y="63"/>
                    <a:pt x="144" y="63"/>
                    <a:pt x="144" y="63"/>
                  </a:cubicBezTo>
                  <a:cubicBezTo>
                    <a:pt x="144" y="63"/>
                    <a:pt x="144" y="63"/>
                    <a:pt x="144" y="63"/>
                  </a:cubicBezTo>
                  <a:cubicBezTo>
                    <a:pt x="113" y="71"/>
                    <a:pt x="113" y="71"/>
                    <a:pt x="113" y="71"/>
                  </a:cubicBezTo>
                  <a:lnTo>
                    <a:pt x="113" y="65"/>
                  </a:lnTo>
                  <a:close/>
                  <a:moveTo>
                    <a:pt x="143" y="55"/>
                  </a:moveTo>
                  <a:cubicBezTo>
                    <a:pt x="143" y="55"/>
                    <a:pt x="143" y="55"/>
                    <a:pt x="143" y="55"/>
                  </a:cubicBezTo>
                  <a:cubicBezTo>
                    <a:pt x="143" y="55"/>
                    <a:pt x="143" y="55"/>
                    <a:pt x="143" y="55"/>
                  </a:cubicBezTo>
                  <a:cubicBezTo>
                    <a:pt x="113" y="43"/>
                    <a:pt x="113" y="43"/>
                    <a:pt x="113" y="43"/>
                  </a:cubicBezTo>
                  <a:cubicBezTo>
                    <a:pt x="113" y="37"/>
                    <a:pt x="113" y="37"/>
                    <a:pt x="113" y="37"/>
                  </a:cubicBezTo>
                  <a:cubicBezTo>
                    <a:pt x="142" y="50"/>
                    <a:pt x="142" y="50"/>
                    <a:pt x="142" y="50"/>
                  </a:cubicBezTo>
                  <a:cubicBezTo>
                    <a:pt x="163" y="69"/>
                    <a:pt x="163" y="69"/>
                    <a:pt x="163" y="69"/>
                  </a:cubicBezTo>
                  <a:cubicBezTo>
                    <a:pt x="163" y="73"/>
                    <a:pt x="163" y="73"/>
                    <a:pt x="163" y="73"/>
                  </a:cubicBezTo>
                  <a:lnTo>
                    <a:pt x="143" y="55"/>
                  </a:lnTo>
                  <a:close/>
                  <a:moveTo>
                    <a:pt x="163" y="43"/>
                  </a:moveTo>
                  <a:cubicBezTo>
                    <a:pt x="145" y="32"/>
                    <a:pt x="145" y="32"/>
                    <a:pt x="145" y="32"/>
                  </a:cubicBezTo>
                  <a:cubicBezTo>
                    <a:pt x="144" y="32"/>
                    <a:pt x="144" y="32"/>
                    <a:pt x="144" y="32"/>
                  </a:cubicBezTo>
                  <a:cubicBezTo>
                    <a:pt x="122" y="39"/>
                    <a:pt x="122" y="39"/>
                    <a:pt x="122" y="39"/>
                  </a:cubicBezTo>
                  <a:cubicBezTo>
                    <a:pt x="122" y="39"/>
                    <a:pt x="122" y="39"/>
                    <a:pt x="122" y="39"/>
                  </a:cubicBezTo>
                  <a:cubicBezTo>
                    <a:pt x="115" y="36"/>
                    <a:pt x="115" y="36"/>
                    <a:pt x="115" y="36"/>
                  </a:cubicBezTo>
                  <a:cubicBezTo>
                    <a:pt x="144" y="25"/>
                    <a:pt x="144" y="25"/>
                    <a:pt x="144" y="25"/>
                  </a:cubicBezTo>
                  <a:cubicBezTo>
                    <a:pt x="162" y="37"/>
                    <a:pt x="162" y="37"/>
                    <a:pt x="162" y="37"/>
                  </a:cubicBezTo>
                  <a:cubicBezTo>
                    <a:pt x="162" y="37"/>
                    <a:pt x="163" y="37"/>
                    <a:pt x="163" y="37"/>
                  </a:cubicBezTo>
                  <a:lnTo>
                    <a:pt x="163" y="43"/>
                  </a:lnTo>
                  <a:close/>
                  <a:moveTo>
                    <a:pt x="144" y="48"/>
                  </a:moveTo>
                  <a:cubicBezTo>
                    <a:pt x="143" y="48"/>
                    <a:pt x="143" y="48"/>
                    <a:pt x="143" y="48"/>
                  </a:cubicBezTo>
                  <a:cubicBezTo>
                    <a:pt x="125" y="40"/>
                    <a:pt x="125" y="40"/>
                    <a:pt x="125" y="40"/>
                  </a:cubicBezTo>
                  <a:cubicBezTo>
                    <a:pt x="144" y="34"/>
                    <a:pt x="144" y="34"/>
                    <a:pt x="144" y="34"/>
                  </a:cubicBezTo>
                  <a:cubicBezTo>
                    <a:pt x="162" y="45"/>
                    <a:pt x="162" y="45"/>
                    <a:pt x="162" y="45"/>
                  </a:cubicBezTo>
                  <a:cubicBezTo>
                    <a:pt x="162" y="45"/>
                    <a:pt x="163" y="45"/>
                    <a:pt x="163" y="45"/>
                  </a:cubicBezTo>
                  <a:cubicBezTo>
                    <a:pt x="163" y="66"/>
                    <a:pt x="163" y="66"/>
                    <a:pt x="163" y="66"/>
                  </a:cubicBezTo>
                  <a:lnTo>
                    <a:pt x="144" y="48"/>
                  </a:lnTo>
                  <a:close/>
                  <a:moveTo>
                    <a:pt x="163" y="35"/>
                  </a:moveTo>
                  <a:cubicBezTo>
                    <a:pt x="145" y="23"/>
                    <a:pt x="145" y="23"/>
                    <a:pt x="145" y="23"/>
                  </a:cubicBezTo>
                  <a:cubicBezTo>
                    <a:pt x="144" y="23"/>
                    <a:pt x="144" y="23"/>
                    <a:pt x="144" y="23"/>
                  </a:cubicBezTo>
                  <a:cubicBezTo>
                    <a:pt x="113" y="35"/>
                    <a:pt x="113" y="35"/>
                    <a:pt x="113" y="35"/>
                  </a:cubicBezTo>
                  <a:cubicBezTo>
                    <a:pt x="113" y="30"/>
                    <a:pt x="113" y="30"/>
                    <a:pt x="113" y="30"/>
                  </a:cubicBezTo>
                  <a:cubicBezTo>
                    <a:pt x="144" y="18"/>
                    <a:pt x="144" y="18"/>
                    <a:pt x="144" y="18"/>
                  </a:cubicBezTo>
                  <a:cubicBezTo>
                    <a:pt x="162" y="30"/>
                    <a:pt x="162" y="30"/>
                    <a:pt x="162" y="30"/>
                  </a:cubicBezTo>
                  <a:cubicBezTo>
                    <a:pt x="162" y="30"/>
                    <a:pt x="163" y="30"/>
                    <a:pt x="163" y="30"/>
                  </a:cubicBezTo>
                  <a:lnTo>
                    <a:pt x="163" y="35"/>
                  </a:lnTo>
                  <a:close/>
                  <a:moveTo>
                    <a:pt x="113" y="73"/>
                  </a:moveTo>
                  <a:cubicBezTo>
                    <a:pt x="144" y="64"/>
                    <a:pt x="144" y="64"/>
                    <a:pt x="144" y="64"/>
                  </a:cubicBezTo>
                  <a:cubicBezTo>
                    <a:pt x="154" y="68"/>
                    <a:pt x="154" y="68"/>
                    <a:pt x="154" y="68"/>
                  </a:cubicBezTo>
                  <a:cubicBezTo>
                    <a:pt x="162" y="76"/>
                    <a:pt x="162" y="76"/>
                    <a:pt x="162" y="76"/>
                  </a:cubicBezTo>
                  <a:cubicBezTo>
                    <a:pt x="144" y="69"/>
                    <a:pt x="144" y="69"/>
                    <a:pt x="144" y="69"/>
                  </a:cubicBezTo>
                  <a:cubicBezTo>
                    <a:pt x="144" y="69"/>
                    <a:pt x="144" y="69"/>
                    <a:pt x="144" y="69"/>
                  </a:cubicBezTo>
                  <a:cubicBezTo>
                    <a:pt x="113" y="77"/>
                    <a:pt x="113" y="77"/>
                    <a:pt x="113" y="77"/>
                  </a:cubicBezTo>
                  <a:lnTo>
                    <a:pt x="113" y="73"/>
                  </a:lnTo>
                  <a:close/>
                  <a:moveTo>
                    <a:pt x="145" y="9"/>
                  </a:moveTo>
                  <a:cubicBezTo>
                    <a:pt x="163" y="20"/>
                    <a:pt x="163" y="20"/>
                    <a:pt x="163" y="20"/>
                  </a:cubicBezTo>
                  <a:cubicBezTo>
                    <a:pt x="163" y="28"/>
                    <a:pt x="163" y="28"/>
                    <a:pt x="163" y="28"/>
                  </a:cubicBezTo>
                  <a:cubicBezTo>
                    <a:pt x="145" y="17"/>
                    <a:pt x="145" y="17"/>
                    <a:pt x="145" y="17"/>
                  </a:cubicBezTo>
                  <a:cubicBezTo>
                    <a:pt x="144" y="16"/>
                    <a:pt x="144" y="16"/>
                    <a:pt x="144" y="16"/>
                  </a:cubicBezTo>
                  <a:cubicBezTo>
                    <a:pt x="113" y="28"/>
                    <a:pt x="113" y="28"/>
                    <a:pt x="113" y="28"/>
                  </a:cubicBezTo>
                  <a:cubicBezTo>
                    <a:pt x="113" y="21"/>
                    <a:pt x="113" y="21"/>
                    <a:pt x="113" y="21"/>
                  </a:cubicBezTo>
                  <a:lnTo>
                    <a:pt x="145" y="9"/>
                  </a:lnTo>
                  <a:close/>
                  <a:moveTo>
                    <a:pt x="113" y="79"/>
                  </a:moveTo>
                  <a:cubicBezTo>
                    <a:pt x="144" y="71"/>
                    <a:pt x="144" y="71"/>
                    <a:pt x="144" y="71"/>
                  </a:cubicBezTo>
                  <a:cubicBezTo>
                    <a:pt x="163" y="78"/>
                    <a:pt x="163" y="78"/>
                    <a:pt x="163" y="78"/>
                  </a:cubicBezTo>
                  <a:cubicBezTo>
                    <a:pt x="163" y="84"/>
                    <a:pt x="163" y="84"/>
                    <a:pt x="163" y="84"/>
                  </a:cubicBezTo>
                  <a:cubicBezTo>
                    <a:pt x="144" y="77"/>
                    <a:pt x="144" y="77"/>
                    <a:pt x="144" y="77"/>
                  </a:cubicBezTo>
                  <a:cubicBezTo>
                    <a:pt x="144" y="77"/>
                    <a:pt x="144" y="77"/>
                    <a:pt x="144" y="77"/>
                  </a:cubicBezTo>
                  <a:cubicBezTo>
                    <a:pt x="113" y="85"/>
                    <a:pt x="113" y="85"/>
                    <a:pt x="113" y="85"/>
                  </a:cubicBezTo>
                  <a:lnTo>
                    <a:pt x="113" y="79"/>
                  </a:lnTo>
                  <a:close/>
                  <a:moveTo>
                    <a:pt x="278" y="41"/>
                  </a:moveTo>
                  <a:cubicBezTo>
                    <a:pt x="278" y="48"/>
                    <a:pt x="278" y="48"/>
                    <a:pt x="278" y="48"/>
                  </a:cubicBezTo>
                  <a:cubicBezTo>
                    <a:pt x="272" y="48"/>
                    <a:pt x="272" y="48"/>
                    <a:pt x="272" y="48"/>
                  </a:cubicBezTo>
                  <a:cubicBezTo>
                    <a:pt x="272" y="41"/>
                    <a:pt x="272" y="41"/>
                    <a:pt x="272" y="41"/>
                  </a:cubicBezTo>
                  <a:lnTo>
                    <a:pt x="278" y="41"/>
                  </a:lnTo>
                  <a:close/>
                  <a:moveTo>
                    <a:pt x="287" y="41"/>
                  </a:moveTo>
                  <a:cubicBezTo>
                    <a:pt x="287" y="48"/>
                    <a:pt x="287" y="48"/>
                    <a:pt x="287" y="48"/>
                  </a:cubicBezTo>
                  <a:cubicBezTo>
                    <a:pt x="280" y="48"/>
                    <a:pt x="280" y="48"/>
                    <a:pt x="280" y="48"/>
                  </a:cubicBezTo>
                  <a:cubicBezTo>
                    <a:pt x="280" y="41"/>
                    <a:pt x="280" y="41"/>
                    <a:pt x="280" y="41"/>
                  </a:cubicBezTo>
                  <a:lnTo>
                    <a:pt x="287" y="41"/>
                  </a:lnTo>
                  <a:close/>
                  <a:moveTo>
                    <a:pt x="295" y="41"/>
                  </a:moveTo>
                  <a:cubicBezTo>
                    <a:pt x="295" y="48"/>
                    <a:pt x="295" y="48"/>
                    <a:pt x="295" y="48"/>
                  </a:cubicBezTo>
                  <a:cubicBezTo>
                    <a:pt x="288" y="48"/>
                    <a:pt x="288" y="48"/>
                    <a:pt x="288" y="48"/>
                  </a:cubicBezTo>
                  <a:cubicBezTo>
                    <a:pt x="288" y="41"/>
                    <a:pt x="288" y="41"/>
                    <a:pt x="288" y="41"/>
                  </a:cubicBezTo>
                  <a:lnTo>
                    <a:pt x="295" y="41"/>
                  </a:lnTo>
                  <a:close/>
                  <a:moveTo>
                    <a:pt x="304" y="41"/>
                  </a:moveTo>
                  <a:cubicBezTo>
                    <a:pt x="304" y="48"/>
                    <a:pt x="304" y="48"/>
                    <a:pt x="304" y="48"/>
                  </a:cubicBezTo>
                  <a:cubicBezTo>
                    <a:pt x="297" y="48"/>
                    <a:pt x="297" y="48"/>
                    <a:pt x="297" y="48"/>
                  </a:cubicBezTo>
                  <a:cubicBezTo>
                    <a:pt x="297" y="41"/>
                    <a:pt x="297" y="41"/>
                    <a:pt x="297" y="41"/>
                  </a:cubicBezTo>
                  <a:lnTo>
                    <a:pt x="304" y="41"/>
                  </a:lnTo>
                  <a:close/>
                  <a:moveTo>
                    <a:pt x="312" y="41"/>
                  </a:moveTo>
                  <a:cubicBezTo>
                    <a:pt x="312" y="48"/>
                    <a:pt x="312" y="48"/>
                    <a:pt x="312" y="48"/>
                  </a:cubicBezTo>
                  <a:cubicBezTo>
                    <a:pt x="305" y="48"/>
                    <a:pt x="305" y="48"/>
                    <a:pt x="305" y="48"/>
                  </a:cubicBezTo>
                  <a:cubicBezTo>
                    <a:pt x="305" y="41"/>
                    <a:pt x="305" y="41"/>
                    <a:pt x="305" y="41"/>
                  </a:cubicBezTo>
                  <a:lnTo>
                    <a:pt x="312" y="41"/>
                  </a:lnTo>
                  <a:close/>
                  <a:moveTo>
                    <a:pt x="295" y="67"/>
                  </a:moveTo>
                  <a:cubicBezTo>
                    <a:pt x="288" y="67"/>
                    <a:pt x="288" y="67"/>
                    <a:pt x="288" y="67"/>
                  </a:cubicBezTo>
                  <a:cubicBezTo>
                    <a:pt x="288" y="60"/>
                    <a:pt x="288" y="60"/>
                    <a:pt x="288" y="60"/>
                  </a:cubicBezTo>
                  <a:cubicBezTo>
                    <a:pt x="295" y="60"/>
                    <a:pt x="295" y="60"/>
                    <a:pt x="295" y="60"/>
                  </a:cubicBezTo>
                  <a:lnTo>
                    <a:pt x="295" y="67"/>
                  </a:lnTo>
                  <a:close/>
                  <a:moveTo>
                    <a:pt x="297" y="60"/>
                  </a:moveTo>
                  <a:cubicBezTo>
                    <a:pt x="304" y="60"/>
                    <a:pt x="304" y="60"/>
                    <a:pt x="304" y="60"/>
                  </a:cubicBezTo>
                  <a:cubicBezTo>
                    <a:pt x="304" y="67"/>
                    <a:pt x="304" y="67"/>
                    <a:pt x="304" y="67"/>
                  </a:cubicBezTo>
                  <a:cubicBezTo>
                    <a:pt x="297" y="67"/>
                    <a:pt x="297" y="67"/>
                    <a:pt x="297" y="67"/>
                  </a:cubicBezTo>
                  <a:lnTo>
                    <a:pt x="297" y="60"/>
                  </a:lnTo>
                  <a:close/>
                  <a:moveTo>
                    <a:pt x="287" y="67"/>
                  </a:moveTo>
                  <a:cubicBezTo>
                    <a:pt x="280" y="67"/>
                    <a:pt x="280" y="67"/>
                    <a:pt x="280" y="67"/>
                  </a:cubicBezTo>
                  <a:cubicBezTo>
                    <a:pt x="280" y="60"/>
                    <a:pt x="280" y="60"/>
                    <a:pt x="280" y="60"/>
                  </a:cubicBezTo>
                  <a:cubicBezTo>
                    <a:pt x="287" y="60"/>
                    <a:pt x="287" y="60"/>
                    <a:pt x="287" y="60"/>
                  </a:cubicBezTo>
                  <a:lnTo>
                    <a:pt x="287" y="67"/>
                  </a:lnTo>
                  <a:close/>
                  <a:moveTo>
                    <a:pt x="278" y="67"/>
                  </a:moveTo>
                  <a:cubicBezTo>
                    <a:pt x="272" y="67"/>
                    <a:pt x="272" y="67"/>
                    <a:pt x="272" y="67"/>
                  </a:cubicBezTo>
                  <a:cubicBezTo>
                    <a:pt x="272" y="60"/>
                    <a:pt x="272" y="60"/>
                    <a:pt x="272" y="60"/>
                  </a:cubicBezTo>
                  <a:cubicBezTo>
                    <a:pt x="278" y="60"/>
                    <a:pt x="278" y="60"/>
                    <a:pt x="278" y="60"/>
                  </a:cubicBezTo>
                  <a:lnTo>
                    <a:pt x="278" y="67"/>
                  </a:lnTo>
                  <a:close/>
                  <a:moveTo>
                    <a:pt x="278" y="69"/>
                  </a:moveTo>
                  <a:cubicBezTo>
                    <a:pt x="278" y="77"/>
                    <a:pt x="278" y="77"/>
                    <a:pt x="278" y="77"/>
                  </a:cubicBezTo>
                  <a:cubicBezTo>
                    <a:pt x="272" y="77"/>
                    <a:pt x="272" y="77"/>
                    <a:pt x="272" y="77"/>
                  </a:cubicBezTo>
                  <a:cubicBezTo>
                    <a:pt x="272" y="69"/>
                    <a:pt x="272" y="69"/>
                    <a:pt x="272" y="69"/>
                  </a:cubicBezTo>
                  <a:lnTo>
                    <a:pt x="278" y="69"/>
                  </a:lnTo>
                  <a:close/>
                  <a:moveTo>
                    <a:pt x="280" y="69"/>
                  </a:moveTo>
                  <a:cubicBezTo>
                    <a:pt x="287" y="69"/>
                    <a:pt x="287" y="69"/>
                    <a:pt x="287" y="69"/>
                  </a:cubicBezTo>
                  <a:cubicBezTo>
                    <a:pt x="287" y="77"/>
                    <a:pt x="287" y="77"/>
                    <a:pt x="287" y="77"/>
                  </a:cubicBezTo>
                  <a:cubicBezTo>
                    <a:pt x="280" y="77"/>
                    <a:pt x="280" y="77"/>
                    <a:pt x="280" y="77"/>
                  </a:cubicBezTo>
                  <a:lnTo>
                    <a:pt x="280" y="69"/>
                  </a:lnTo>
                  <a:close/>
                  <a:moveTo>
                    <a:pt x="288" y="69"/>
                  </a:moveTo>
                  <a:cubicBezTo>
                    <a:pt x="295" y="69"/>
                    <a:pt x="295" y="69"/>
                    <a:pt x="295" y="69"/>
                  </a:cubicBezTo>
                  <a:cubicBezTo>
                    <a:pt x="295" y="77"/>
                    <a:pt x="295" y="77"/>
                    <a:pt x="295" y="77"/>
                  </a:cubicBezTo>
                  <a:cubicBezTo>
                    <a:pt x="288" y="77"/>
                    <a:pt x="288" y="77"/>
                    <a:pt x="288" y="77"/>
                  </a:cubicBezTo>
                  <a:lnTo>
                    <a:pt x="288" y="69"/>
                  </a:lnTo>
                  <a:close/>
                  <a:moveTo>
                    <a:pt x="297" y="69"/>
                  </a:moveTo>
                  <a:cubicBezTo>
                    <a:pt x="304" y="69"/>
                    <a:pt x="304" y="69"/>
                    <a:pt x="304" y="69"/>
                  </a:cubicBezTo>
                  <a:cubicBezTo>
                    <a:pt x="304" y="77"/>
                    <a:pt x="304" y="77"/>
                    <a:pt x="304" y="77"/>
                  </a:cubicBezTo>
                  <a:cubicBezTo>
                    <a:pt x="297" y="77"/>
                    <a:pt x="297" y="77"/>
                    <a:pt x="297" y="77"/>
                  </a:cubicBezTo>
                  <a:lnTo>
                    <a:pt x="297" y="69"/>
                  </a:lnTo>
                  <a:close/>
                  <a:moveTo>
                    <a:pt x="305" y="69"/>
                  </a:moveTo>
                  <a:cubicBezTo>
                    <a:pt x="312" y="69"/>
                    <a:pt x="312" y="69"/>
                    <a:pt x="312" y="69"/>
                  </a:cubicBezTo>
                  <a:cubicBezTo>
                    <a:pt x="312" y="77"/>
                    <a:pt x="312" y="77"/>
                    <a:pt x="312" y="77"/>
                  </a:cubicBezTo>
                  <a:cubicBezTo>
                    <a:pt x="305" y="77"/>
                    <a:pt x="305" y="77"/>
                    <a:pt x="305" y="77"/>
                  </a:cubicBezTo>
                  <a:lnTo>
                    <a:pt x="305" y="69"/>
                  </a:lnTo>
                  <a:close/>
                  <a:moveTo>
                    <a:pt x="305" y="67"/>
                  </a:moveTo>
                  <a:cubicBezTo>
                    <a:pt x="305" y="60"/>
                    <a:pt x="305" y="60"/>
                    <a:pt x="305" y="60"/>
                  </a:cubicBezTo>
                  <a:cubicBezTo>
                    <a:pt x="312" y="60"/>
                    <a:pt x="312" y="60"/>
                    <a:pt x="312" y="60"/>
                  </a:cubicBezTo>
                  <a:cubicBezTo>
                    <a:pt x="312" y="67"/>
                    <a:pt x="312" y="67"/>
                    <a:pt x="312" y="67"/>
                  </a:cubicBezTo>
                  <a:lnTo>
                    <a:pt x="305" y="67"/>
                  </a:lnTo>
                  <a:close/>
                  <a:moveTo>
                    <a:pt x="305" y="58"/>
                  </a:moveTo>
                  <a:cubicBezTo>
                    <a:pt x="305" y="50"/>
                    <a:pt x="305" y="50"/>
                    <a:pt x="305" y="50"/>
                  </a:cubicBezTo>
                  <a:cubicBezTo>
                    <a:pt x="312" y="50"/>
                    <a:pt x="312" y="50"/>
                    <a:pt x="312" y="50"/>
                  </a:cubicBezTo>
                  <a:cubicBezTo>
                    <a:pt x="312" y="58"/>
                    <a:pt x="312" y="58"/>
                    <a:pt x="312" y="58"/>
                  </a:cubicBezTo>
                  <a:lnTo>
                    <a:pt x="305" y="58"/>
                  </a:lnTo>
                  <a:close/>
                  <a:moveTo>
                    <a:pt x="304" y="58"/>
                  </a:moveTo>
                  <a:cubicBezTo>
                    <a:pt x="297" y="58"/>
                    <a:pt x="297" y="58"/>
                    <a:pt x="297" y="58"/>
                  </a:cubicBezTo>
                  <a:cubicBezTo>
                    <a:pt x="297" y="50"/>
                    <a:pt x="297" y="50"/>
                    <a:pt x="297" y="50"/>
                  </a:cubicBezTo>
                  <a:cubicBezTo>
                    <a:pt x="304" y="50"/>
                    <a:pt x="304" y="50"/>
                    <a:pt x="304" y="50"/>
                  </a:cubicBezTo>
                  <a:lnTo>
                    <a:pt x="304" y="58"/>
                  </a:lnTo>
                  <a:close/>
                  <a:moveTo>
                    <a:pt x="295" y="58"/>
                  </a:moveTo>
                  <a:cubicBezTo>
                    <a:pt x="288" y="58"/>
                    <a:pt x="288" y="58"/>
                    <a:pt x="288" y="58"/>
                  </a:cubicBezTo>
                  <a:cubicBezTo>
                    <a:pt x="288" y="50"/>
                    <a:pt x="288" y="50"/>
                    <a:pt x="288" y="50"/>
                  </a:cubicBezTo>
                  <a:cubicBezTo>
                    <a:pt x="295" y="50"/>
                    <a:pt x="295" y="50"/>
                    <a:pt x="295" y="50"/>
                  </a:cubicBezTo>
                  <a:lnTo>
                    <a:pt x="295" y="58"/>
                  </a:lnTo>
                  <a:close/>
                  <a:moveTo>
                    <a:pt x="287" y="58"/>
                  </a:moveTo>
                  <a:cubicBezTo>
                    <a:pt x="280" y="58"/>
                    <a:pt x="280" y="58"/>
                    <a:pt x="280" y="58"/>
                  </a:cubicBezTo>
                  <a:cubicBezTo>
                    <a:pt x="280" y="50"/>
                    <a:pt x="280" y="50"/>
                    <a:pt x="280" y="50"/>
                  </a:cubicBezTo>
                  <a:cubicBezTo>
                    <a:pt x="287" y="50"/>
                    <a:pt x="287" y="50"/>
                    <a:pt x="287" y="50"/>
                  </a:cubicBezTo>
                  <a:lnTo>
                    <a:pt x="287" y="58"/>
                  </a:lnTo>
                  <a:close/>
                  <a:moveTo>
                    <a:pt x="278" y="58"/>
                  </a:moveTo>
                  <a:cubicBezTo>
                    <a:pt x="272" y="58"/>
                    <a:pt x="272" y="58"/>
                    <a:pt x="272" y="58"/>
                  </a:cubicBezTo>
                  <a:cubicBezTo>
                    <a:pt x="272" y="50"/>
                    <a:pt x="272" y="50"/>
                    <a:pt x="272" y="50"/>
                  </a:cubicBezTo>
                  <a:cubicBezTo>
                    <a:pt x="278" y="50"/>
                    <a:pt x="278" y="50"/>
                    <a:pt x="278" y="50"/>
                  </a:cubicBezTo>
                  <a:lnTo>
                    <a:pt x="278" y="58"/>
                  </a:lnTo>
                  <a:close/>
                  <a:moveTo>
                    <a:pt x="270" y="58"/>
                  </a:moveTo>
                  <a:cubicBezTo>
                    <a:pt x="263" y="58"/>
                    <a:pt x="263" y="58"/>
                    <a:pt x="263" y="58"/>
                  </a:cubicBezTo>
                  <a:cubicBezTo>
                    <a:pt x="263" y="50"/>
                    <a:pt x="263" y="50"/>
                    <a:pt x="263" y="50"/>
                  </a:cubicBezTo>
                  <a:cubicBezTo>
                    <a:pt x="270" y="50"/>
                    <a:pt x="270" y="50"/>
                    <a:pt x="270" y="50"/>
                  </a:cubicBezTo>
                  <a:lnTo>
                    <a:pt x="270" y="58"/>
                  </a:lnTo>
                  <a:close/>
                  <a:moveTo>
                    <a:pt x="270" y="60"/>
                  </a:moveTo>
                  <a:cubicBezTo>
                    <a:pt x="270" y="67"/>
                    <a:pt x="270" y="67"/>
                    <a:pt x="270" y="67"/>
                  </a:cubicBezTo>
                  <a:cubicBezTo>
                    <a:pt x="263" y="67"/>
                    <a:pt x="263" y="67"/>
                    <a:pt x="263" y="67"/>
                  </a:cubicBezTo>
                  <a:cubicBezTo>
                    <a:pt x="263" y="60"/>
                    <a:pt x="263" y="60"/>
                    <a:pt x="263" y="60"/>
                  </a:cubicBezTo>
                  <a:lnTo>
                    <a:pt x="270" y="60"/>
                  </a:lnTo>
                  <a:close/>
                  <a:moveTo>
                    <a:pt x="270" y="69"/>
                  </a:moveTo>
                  <a:cubicBezTo>
                    <a:pt x="270" y="77"/>
                    <a:pt x="270" y="77"/>
                    <a:pt x="270" y="77"/>
                  </a:cubicBezTo>
                  <a:cubicBezTo>
                    <a:pt x="263" y="77"/>
                    <a:pt x="263" y="77"/>
                    <a:pt x="263" y="77"/>
                  </a:cubicBezTo>
                  <a:cubicBezTo>
                    <a:pt x="263" y="69"/>
                    <a:pt x="263" y="69"/>
                    <a:pt x="263" y="69"/>
                  </a:cubicBezTo>
                  <a:lnTo>
                    <a:pt x="270" y="69"/>
                  </a:lnTo>
                  <a:close/>
                  <a:moveTo>
                    <a:pt x="270" y="79"/>
                  </a:moveTo>
                  <a:cubicBezTo>
                    <a:pt x="270" y="86"/>
                    <a:pt x="270" y="86"/>
                    <a:pt x="270" y="86"/>
                  </a:cubicBezTo>
                  <a:cubicBezTo>
                    <a:pt x="263" y="86"/>
                    <a:pt x="263" y="86"/>
                    <a:pt x="263" y="86"/>
                  </a:cubicBezTo>
                  <a:cubicBezTo>
                    <a:pt x="263" y="79"/>
                    <a:pt x="263" y="79"/>
                    <a:pt x="263" y="79"/>
                  </a:cubicBezTo>
                  <a:lnTo>
                    <a:pt x="270" y="79"/>
                  </a:lnTo>
                  <a:close/>
                  <a:moveTo>
                    <a:pt x="272" y="79"/>
                  </a:moveTo>
                  <a:cubicBezTo>
                    <a:pt x="278" y="79"/>
                    <a:pt x="278" y="79"/>
                    <a:pt x="278" y="79"/>
                  </a:cubicBezTo>
                  <a:cubicBezTo>
                    <a:pt x="278" y="86"/>
                    <a:pt x="278" y="86"/>
                    <a:pt x="278" y="86"/>
                  </a:cubicBezTo>
                  <a:cubicBezTo>
                    <a:pt x="272" y="86"/>
                    <a:pt x="272" y="86"/>
                    <a:pt x="272" y="86"/>
                  </a:cubicBezTo>
                  <a:lnTo>
                    <a:pt x="272" y="79"/>
                  </a:lnTo>
                  <a:close/>
                  <a:moveTo>
                    <a:pt x="280" y="79"/>
                  </a:moveTo>
                  <a:cubicBezTo>
                    <a:pt x="287" y="79"/>
                    <a:pt x="287" y="79"/>
                    <a:pt x="287" y="79"/>
                  </a:cubicBezTo>
                  <a:cubicBezTo>
                    <a:pt x="287" y="86"/>
                    <a:pt x="287" y="86"/>
                    <a:pt x="287" y="86"/>
                  </a:cubicBezTo>
                  <a:cubicBezTo>
                    <a:pt x="280" y="86"/>
                    <a:pt x="280" y="86"/>
                    <a:pt x="280" y="86"/>
                  </a:cubicBezTo>
                  <a:lnTo>
                    <a:pt x="280" y="79"/>
                  </a:lnTo>
                  <a:close/>
                  <a:moveTo>
                    <a:pt x="288" y="79"/>
                  </a:moveTo>
                  <a:cubicBezTo>
                    <a:pt x="295" y="79"/>
                    <a:pt x="295" y="79"/>
                    <a:pt x="295" y="79"/>
                  </a:cubicBezTo>
                  <a:cubicBezTo>
                    <a:pt x="295" y="86"/>
                    <a:pt x="295" y="86"/>
                    <a:pt x="295" y="86"/>
                  </a:cubicBezTo>
                  <a:cubicBezTo>
                    <a:pt x="288" y="86"/>
                    <a:pt x="288" y="86"/>
                    <a:pt x="288" y="86"/>
                  </a:cubicBezTo>
                  <a:lnTo>
                    <a:pt x="288" y="79"/>
                  </a:lnTo>
                  <a:close/>
                  <a:moveTo>
                    <a:pt x="297" y="79"/>
                  </a:moveTo>
                  <a:cubicBezTo>
                    <a:pt x="304" y="79"/>
                    <a:pt x="304" y="79"/>
                    <a:pt x="304" y="79"/>
                  </a:cubicBezTo>
                  <a:cubicBezTo>
                    <a:pt x="304" y="86"/>
                    <a:pt x="304" y="86"/>
                    <a:pt x="304" y="86"/>
                  </a:cubicBezTo>
                  <a:cubicBezTo>
                    <a:pt x="297" y="86"/>
                    <a:pt x="297" y="86"/>
                    <a:pt x="297" y="86"/>
                  </a:cubicBezTo>
                  <a:lnTo>
                    <a:pt x="297" y="79"/>
                  </a:lnTo>
                  <a:close/>
                  <a:moveTo>
                    <a:pt x="305" y="79"/>
                  </a:moveTo>
                  <a:cubicBezTo>
                    <a:pt x="312" y="79"/>
                    <a:pt x="312" y="79"/>
                    <a:pt x="312" y="79"/>
                  </a:cubicBezTo>
                  <a:cubicBezTo>
                    <a:pt x="312" y="86"/>
                    <a:pt x="312" y="86"/>
                    <a:pt x="312" y="86"/>
                  </a:cubicBezTo>
                  <a:cubicBezTo>
                    <a:pt x="305" y="86"/>
                    <a:pt x="305" y="86"/>
                    <a:pt x="305" y="86"/>
                  </a:cubicBezTo>
                  <a:lnTo>
                    <a:pt x="305" y="79"/>
                  </a:lnTo>
                  <a:close/>
                  <a:moveTo>
                    <a:pt x="270" y="48"/>
                  </a:moveTo>
                  <a:cubicBezTo>
                    <a:pt x="263" y="48"/>
                    <a:pt x="263" y="48"/>
                    <a:pt x="263" y="48"/>
                  </a:cubicBezTo>
                  <a:cubicBezTo>
                    <a:pt x="263" y="41"/>
                    <a:pt x="263" y="41"/>
                    <a:pt x="263" y="41"/>
                  </a:cubicBezTo>
                  <a:cubicBezTo>
                    <a:pt x="270" y="41"/>
                    <a:pt x="270" y="41"/>
                    <a:pt x="270" y="41"/>
                  </a:cubicBezTo>
                  <a:lnTo>
                    <a:pt x="270" y="48"/>
                  </a:lnTo>
                  <a:close/>
                  <a:moveTo>
                    <a:pt x="263" y="88"/>
                  </a:moveTo>
                  <a:cubicBezTo>
                    <a:pt x="270" y="88"/>
                    <a:pt x="270" y="88"/>
                    <a:pt x="270" y="88"/>
                  </a:cubicBezTo>
                  <a:cubicBezTo>
                    <a:pt x="270" y="95"/>
                    <a:pt x="270" y="95"/>
                    <a:pt x="270" y="95"/>
                  </a:cubicBezTo>
                  <a:cubicBezTo>
                    <a:pt x="263" y="95"/>
                    <a:pt x="263" y="95"/>
                    <a:pt x="263" y="95"/>
                  </a:cubicBezTo>
                  <a:lnTo>
                    <a:pt x="263" y="88"/>
                  </a:lnTo>
                  <a:close/>
                  <a:moveTo>
                    <a:pt x="272" y="88"/>
                  </a:moveTo>
                  <a:cubicBezTo>
                    <a:pt x="278" y="88"/>
                    <a:pt x="278" y="88"/>
                    <a:pt x="278" y="88"/>
                  </a:cubicBezTo>
                  <a:cubicBezTo>
                    <a:pt x="278" y="95"/>
                    <a:pt x="278" y="95"/>
                    <a:pt x="278" y="95"/>
                  </a:cubicBezTo>
                  <a:cubicBezTo>
                    <a:pt x="272" y="95"/>
                    <a:pt x="272" y="95"/>
                    <a:pt x="272" y="95"/>
                  </a:cubicBezTo>
                  <a:lnTo>
                    <a:pt x="272" y="88"/>
                  </a:lnTo>
                  <a:close/>
                  <a:moveTo>
                    <a:pt x="280" y="88"/>
                  </a:moveTo>
                  <a:cubicBezTo>
                    <a:pt x="287" y="88"/>
                    <a:pt x="287" y="88"/>
                    <a:pt x="287" y="88"/>
                  </a:cubicBezTo>
                  <a:cubicBezTo>
                    <a:pt x="287" y="95"/>
                    <a:pt x="287" y="95"/>
                    <a:pt x="287" y="95"/>
                  </a:cubicBezTo>
                  <a:cubicBezTo>
                    <a:pt x="280" y="95"/>
                    <a:pt x="280" y="95"/>
                    <a:pt x="280" y="95"/>
                  </a:cubicBezTo>
                  <a:lnTo>
                    <a:pt x="280" y="88"/>
                  </a:lnTo>
                  <a:close/>
                  <a:moveTo>
                    <a:pt x="288" y="88"/>
                  </a:moveTo>
                  <a:cubicBezTo>
                    <a:pt x="295" y="88"/>
                    <a:pt x="295" y="88"/>
                    <a:pt x="295" y="88"/>
                  </a:cubicBezTo>
                  <a:cubicBezTo>
                    <a:pt x="295" y="95"/>
                    <a:pt x="295" y="95"/>
                    <a:pt x="295" y="95"/>
                  </a:cubicBezTo>
                  <a:cubicBezTo>
                    <a:pt x="288" y="95"/>
                    <a:pt x="288" y="95"/>
                    <a:pt x="288" y="95"/>
                  </a:cubicBezTo>
                  <a:lnTo>
                    <a:pt x="288" y="88"/>
                  </a:lnTo>
                  <a:close/>
                  <a:moveTo>
                    <a:pt x="297" y="88"/>
                  </a:moveTo>
                  <a:cubicBezTo>
                    <a:pt x="304" y="88"/>
                    <a:pt x="304" y="88"/>
                    <a:pt x="304" y="88"/>
                  </a:cubicBezTo>
                  <a:cubicBezTo>
                    <a:pt x="304" y="95"/>
                    <a:pt x="304" y="95"/>
                    <a:pt x="304" y="95"/>
                  </a:cubicBezTo>
                  <a:cubicBezTo>
                    <a:pt x="297" y="95"/>
                    <a:pt x="297" y="95"/>
                    <a:pt x="297" y="95"/>
                  </a:cubicBezTo>
                  <a:lnTo>
                    <a:pt x="297" y="88"/>
                  </a:lnTo>
                  <a:close/>
                  <a:moveTo>
                    <a:pt x="305" y="88"/>
                  </a:moveTo>
                  <a:cubicBezTo>
                    <a:pt x="312" y="88"/>
                    <a:pt x="312" y="88"/>
                    <a:pt x="312" y="88"/>
                  </a:cubicBezTo>
                  <a:cubicBezTo>
                    <a:pt x="312" y="95"/>
                    <a:pt x="312" y="95"/>
                    <a:pt x="312" y="95"/>
                  </a:cubicBezTo>
                  <a:cubicBezTo>
                    <a:pt x="305" y="95"/>
                    <a:pt x="305" y="95"/>
                    <a:pt x="305" y="95"/>
                  </a:cubicBezTo>
                  <a:lnTo>
                    <a:pt x="305" y="88"/>
                  </a:lnTo>
                  <a:close/>
                  <a:moveTo>
                    <a:pt x="312" y="36"/>
                  </a:moveTo>
                  <a:cubicBezTo>
                    <a:pt x="312" y="39"/>
                    <a:pt x="312" y="39"/>
                    <a:pt x="312" y="39"/>
                  </a:cubicBezTo>
                  <a:cubicBezTo>
                    <a:pt x="305" y="39"/>
                    <a:pt x="305" y="39"/>
                    <a:pt x="305" y="39"/>
                  </a:cubicBezTo>
                  <a:cubicBezTo>
                    <a:pt x="305" y="39"/>
                    <a:pt x="304" y="39"/>
                    <a:pt x="304" y="39"/>
                  </a:cubicBezTo>
                  <a:cubicBezTo>
                    <a:pt x="304" y="39"/>
                    <a:pt x="304" y="39"/>
                    <a:pt x="304" y="39"/>
                  </a:cubicBezTo>
                  <a:cubicBezTo>
                    <a:pt x="296" y="39"/>
                    <a:pt x="296" y="39"/>
                    <a:pt x="296" y="39"/>
                  </a:cubicBezTo>
                  <a:cubicBezTo>
                    <a:pt x="296" y="39"/>
                    <a:pt x="296" y="39"/>
                    <a:pt x="296" y="39"/>
                  </a:cubicBezTo>
                  <a:cubicBezTo>
                    <a:pt x="296" y="39"/>
                    <a:pt x="296" y="39"/>
                    <a:pt x="296" y="39"/>
                  </a:cubicBezTo>
                  <a:cubicBezTo>
                    <a:pt x="288" y="39"/>
                    <a:pt x="288" y="39"/>
                    <a:pt x="288" y="39"/>
                  </a:cubicBezTo>
                  <a:cubicBezTo>
                    <a:pt x="288" y="39"/>
                    <a:pt x="288" y="39"/>
                    <a:pt x="288" y="39"/>
                  </a:cubicBezTo>
                  <a:cubicBezTo>
                    <a:pt x="287" y="39"/>
                    <a:pt x="287" y="39"/>
                    <a:pt x="287" y="39"/>
                  </a:cubicBezTo>
                  <a:cubicBezTo>
                    <a:pt x="279" y="39"/>
                    <a:pt x="279" y="39"/>
                    <a:pt x="279" y="39"/>
                  </a:cubicBezTo>
                  <a:cubicBezTo>
                    <a:pt x="279" y="39"/>
                    <a:pt x="279" y="39"/>
                    <a:pt x="279" y="39"/>
                  </a:cubicBezTo>
                  <a:cubicBezTo>
                    <a:pt x="279" y="39"/>
                    <a:pt x="279" y="39"/>
                    <a:pt x="279" y="39"/>
                  </a:cubicBezTo>
                  <a:cubicBezTo>
                    <a:pt x="271" y="39"/>
                    <a:pt x="271" y="39"/>
                    <a:pt x="271" y="39"/>
                  </a:cubicBezTo>
                  <a:cubicBezTo>
                    <a:pt x="271" y="39"/>
                    <a:pt x="271" y="39"/>
                    <a:pt x="271" y="39"/>
                  </a:cubicBezTo>
                  <a:cubicBezTo>
                    <a:pt x="271" y="39"/>
                    <a:pt x="271" y="39"/>
                    <a:pt x="270" y="39"/>
                  </a:cubicBezTo>
                  <a:cubicBezTo>
                    <a:pt x="263" y="39"/>
                    <a:pt x="263" y="39"/>
                    <a:pt x="263" y="39"/>
                  </a:cubicBezTo>
                  <a:cubicBezTo>
                    <a:pt x="263" y="3"/>
                    <a:pt x="263" y="3"/>
                    <a:pt x="263" y="3"/>
                  </a:cubicBezTo>
                  <a:lnTo>
                    <a:pt x="312"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2" name="Freeform 281">
              <a:extLst>
                <a:ext uri="{FF2B5EF4-FFF2-40B4-BE49-F238E27FC236}">
                  <a16:creationId xmlns:a16="http://schemas.microsoft.com/office/drawing/2014/main" id="{11C049BF-9E88-4518-9B92-50EDB8E24032}"/>
                </a:ext>
              </a:extLst>
            </p:cNvPr>
            <p:cNvSpPr>
              <a:spLocks noEditPoints="1"/>
            </p:cNvSpPr>
            <p:nvPr userDrawn="1"/>
          </p:nvSpPr>
          <p:spPr bwMode="auto">
            <a:xfrm>
              <a:off x="4313238" y="4302125"/>
              <a:ext cx="434975" cy="531813"/>
            </a:xfrm>
            <a:custGeom>
              <a:avLst/>
              <a:gdLst>
                <a:gd name="T0" fmla="*/ 217 w 274"/>
                <a:gd name="T1" fmla="*/ 119 h 335"/>
                <a:gd name="T2" fmla="*/ 178 w 274"/>
                <a:gd name="T3" fmla="*/ 80 h 335"/>
                <a:gd name="T4" fmla="*/ 217 w 274"/>
                <a:gd name="T5" fmla="*/ 80 h 335"/>
                <a:gd name="T6" fmla="*/ 139 w 274"/>
                <a:gd name="T7" fmla="*/ 0 h 335"/>
                <a:gd name="T8" fmla="*/ 56 w 274"/>
                <a:gd name="T9" fmla="*/ 80 h 335"/>
                <a:gd name="T10" fmla="*/ 96 w 274"/>
                <a:gd name="T11" fmla="*/ 80 h 335"/>
                <a:gd name="T12" fmla="*/ 56 w 274"/>
                <a:gd name="T13" fmla="*/ 119 h 335"/>
                <a:gd name="T14" fmla="*/ 96 w 274"/>
                <a:gd name="T15" fmla="*/ 119 h 335"/>
                <a:gd name="T16" fmla="*/ 0 w 274"/>
                <a:gd name="T17" fmla="*/ 216 h 335"/>
                <a:gd name="T18" fmla="*/ 117 w 274"/>
                <a:gd name="T19" fmla="*/ 216 h 335"/>
                <a:gd name="T20" fmla="*/ 117 w 274"/>
                <a:gd name="T21" fmla="*/ 335 h 335"/>
                <a:gd name="T22" fmla="*/ 156 w 274"/>
                <a:gd name="T23" fmla="*/ 335 h 335"/>
                <a:gd name="T24" fmla="*/ 156 w 274"/>
                <a:gd name="T25" fmla="*/ 216 h 335"/>
                <a:gd name="T26" fmla="*/ 274 w 274"/>
                <a:gd name="T27" fmla="*/ 216 h 335"/>
                <a:gd name="T28" fmla="*/ 183 w 274"/>
                <a:gd name="T29" fmla="*/ 119 h 335"/>
                <a:gd name="T30" fmla="*/ 217 w 274"/>
                <a:gd name="T31" fmla="*/ 119 h 335"/>
                <a:gd name="T32" fmla="*/ 252 w 274"/>
                <a:gd name="T33" fmla="*/ 207 h 335"/>
                <a:gd name="T34" fmla="*/ 152 w 274"/>
                <a:gd name="T35" fmla="*/ 207 h 335"/>
                <a:gd name="T36" fmla="*/ 152 w 274"/>
                <a:gd name="T37" fmla="*/ 331 h 335"/>
                <a:gd name="T38" fmla="*/ 122 w 274"/>
                <a:gd name="T39" fmla="*/ 331 h 335"/>
                <a:gd name="T40" fmla="*/ 122 w 274"/>
                <a:gd name="T41" fmla="*/ 207 h 335"/>
                <a:gd name="T42" fmla="*/ 21 w 274"/>
                <a:gd name="T43" fmla="*/ 207 h 335"/>
                <a:gd name="T44" fmla="*/ 113 w 274"/>
                <a:gd name="T45" fmla="*/ 110 h 335"/>
                <a:gd name="T46" fmla="*/ 78 w 274"/>
                <a:gd name="T47" fmla="*/ 110 h 335"/>
                <a:gd name="T48" fmla="*/ 113 w 274"/>
                <a:gd name="T49" fmla="*/ 75 h 335"/>
                <a:gd name="T50" fmla="*/ 78 w 274"/>
                <a:gd name="T51" fmla="*/ 75 h 335"/>
                <a:gd name="T52" fmla="*/ 139 w 274"/>
                <a:gd name="T53" fmla="*/ 9 h 335"/>
                <a:gd name="T54" fmla="*/ 200 w 274"/>
                <a:gd name="T55" fmla="*/ 75 h 335"/>
                <a:gd name="T56" fmla="*/ 161 w 274"/>
                <a:gd name="T57" fmla="*/ 75 h 335"/>
                <a:gd name="T58" fmla="*/ 200 w 274"/>
                <a:gd name="T59" fmla="*/ 110 h 335"/>
                <a:gd name="T60" fmla="*/ 161 w 274"/>
                <a:gd name="T61" fmla="*/ 110 h 335"/>
                <a:gd name="T62" fmla="*/ 252 w 274"/>
                <a:gd name="T63" fmla="*/ 207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4" h="335">
                  <a:moveTo>
                    <a:pt x="217" y="119"/>
                  </a:moveTo>
                  <a:lnTo>
                    <a:pt x="178" y="80"/>
                  </a:lnTo>
                  <a:lnTo>
                    <a:pt x="217" y="80"/>
                  </a:lnTo>
                  <a:lnTo>
                    <a:pt x="139" y="0"/>
                  </a:lnTo>
                  <a:lnTo>
                    <a:pt x="56" y="80"/>
                  </a:lnTo>
                  <a:lnTo>
                    <a:pt x="96" y="80"/>
                  </a:lnTo>
                  <a:lnTo>
                    <a:pt x="56" y="119"/>
                  </a:lnTo>
                  <a:lnTo>
                    <a:pt x="96" y="119"/>
                  </a:lnTo>
                  <a:lnTo>
                    <a:pt x="0" y="216"/>
                  </a:lnTo>
                  <a:lnTo>
                    <a:pt x="117" y="216"/>
                  </a:lnTo>
                  <a:lnTo>
                    <a:pt x="117" y="335"/>
                  </a:lnTo>
                  <a:lnTo>
                    <a:pt x="156" y="335"/>
                  </a:lnTo>
                  <a:lnTo>
                    <a:pt x="156" y="216"/>
                  </a:lnTo>
                  <a:lnTo>
                    <a:pt x="274" y="216"/>
                  </a:lnTo>
                  <a:lnTo>
                    <a:pt x="183" y="119"/>
                  </a:lnTo>
                  <a:lnTo>
                    <a:pt x="217" y="119"/>
                  </a:lnTo>
                  <a:close/>
                  <a:moveTo>
                    <a:pt x="252" y="207"/>
                  </a:moveTo>
                  <a:lnTo>
                    <a:pt x="152" y="207"/>
                  </a:lnTo>
                  <a:lnTo>
                    <a:pt x="152" y="331"/>
                  </a:lnTo>
                  <a:lnTo>
                    <a:pt x="122" y="331"/>
                  </a:lnTo>
                  <a:lnTo>
                    <a:pt x="122" y="207"/>
                  </a:lnTo>
                  <a:lnTo>
                    <a:pt x="21" y="207"/>
                  </a:lnTo>
                  <a:lnTo>
                    <a:pt x="113" y="110"/>
                  </a:lnTo>
                  <a:lnTo>
                    <a:pt x="78" y="110"/>
                  </a:lnTo>
                  <a:lnTo>
                    <a:pt x="113" y="75"/>
                  </a:lnTo>
                  <a:lnTo>
                    <a:pt x="78" y="75"/>
                  </a:lnTo>
                  <a:lnTo>
                    <a:pt x="139" y="9"/>
                  </a:lnTo>
                  <a:lnTo>
                    <a:pt x="200" y="75"/>
                  </a:lnTo>
                  <a:lnTo>
                    <a:pt x="161" y="75"/>
                  </a:lnTo>
                  <a:lnTo>
                    <a:pt x="200" y="110"/>
                  </a:lnTo>
                  <a:lnTo>
                    <a:pt x="161" y="110"/>
                  </a:lnTo>
                  <a:lnTo>
                    <a:pt x="252" y="20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3" name="Freeform 282">
              <a:extLst>
                <a:ext uri="{FF2B5EF4-FFF2-40B4-BE49-F238E27FC236}">
                  <a16:creationId xmlns:a16="http://schemas.microsoft.com/office/drawing/2014/main" id="{6C28633D-4F2D-4388-9EEC-78AD165B571F}"/>
                </a:ext>
              </a:extLst>
            </p:cNvPr>
            <p:cNvSpPr>
              <a:spLocks noEditPoints="1"/>
            </p:cNvSpPr>
            <p:nvPr userDrawn="1"/>
          </p:nvSpPr>
          <p:spPr bwMode="auto">
            <a:xfrm>
              <a:off x="7381875" y="4302125"/>
              <a:ext cx="428625" cy="531813"/>
            </a:xfrm>
            <a:custGeom>
              <a:avLst/>
              <a:gdLst>
                <a:gd name="T0" fmla="*/ 217 w 270"/>
                <a:gd name="T1" fmla="*/ 119 h 335"/>
                <a:gd name="T2" fmla="*/ 178 w 270"/>
                <a:gd name="T3" fmla="*/ 80 h 335"/>
                <a:gd name="T4" fmla="*/ 217 w 270"/>
                <a:gd name="T5" fmla="*/ 80 h 335"/>
                <a:gd name="T6" fmla="*/ 139 w 270"/>
                <a:gd name="T7" fmla="*/ 0 h 335"/>
                <a:gd name="T8" fmla="*/ 56 w 270"/>
                <a:gd name="T9" fmla="*/ 80 h 335"/>
                <a:gd name="T10" fmla="*/ 96 w 270"/>
                <a:gd name="T11" fmla="*/ 80 h 335"/>
                <a:gd name="T12" fmla="*/ 56 w 270"/>
                <a:gd name="T13" fmla="*/ 119 h 335"/>
                <a:gd name="T14" fmla="*/ 96 w 270"/>
                <a:gd name="T15" fmla="*/ 119 h 335"/>
                <a:gd name="T16" fmla="*/ 0 w 270"/>
                <a:gd name="T17" fmla="*/ 216 h 335"/>
                <a:gd name="T18" fmla="*/ 113 w 270"/>
                <a:gd name="T19" fmla="*/ 216 h 335"/>
                <a:gd name="T20" fmla="*/ 113 w 270"/>
                <a:gd name="T21" fmla="*/ 335 h 335"/>
                <a:gd name="T22" fmla="*/ 157 w 270"/>
                <a:gd name="T23" fmla="*/ 335 h 335"/>
                <a:gd name="T24" fmla="*/ 157 w 270"/>
                <a:gd name="T25" fmla="*/ 216 h 335"/>
                <a:gd name="T26" fmla="*/ 270 w 270"/>
                <a:gd name="T27" fmla="*/ 216 h 335"/>
                <a:gd name="T28" fmla="*/ 178 w 270"/>
                <a:gd name="T29" fmla="*/ 119 h 335"/>
                <a:gd name="T30" fmla="*/ 217 w 270"/>
                <a:gd name="T31" fmla="*/ 119 h 335"/>
                <a:gd name="T32" fmla="*/ 252 w 270"/>
                <a:gd name="T33" fmla="*/ 207 h 335"/>
                <a:gd name="T34" fmla="*/ 148 w 270"/>
                <a:gd name="T35" fmla="*/ 207 h 335"/>
                <a:gd name="T36" fmla="*/ 148 w 270"/>
                <a:gd name="T37" fmla="*/ 331 h 335"/>
                <a:gd name="T38" fmla="*/ 122 w 270"/>
                <a:gd name="T39" fmla="*/ 331 h 335"/>
                <a:gd name="T40" fmla="*/ 122 w 270"/>
                <a:gd name="T41" fmla="*/ 207 h 335"/>
                <a:gd name="T42" fmla="*/ 22 w 270"/>
                <a:gd name="T43" fmla="*/ 207 h 335"/>
                <a:gd name="T44" fmla="*/ 113 w 270"/>
                <a:gd name="T45" fmla="*/ 110 h 335"/>
                <a:gd name="T46" fmla="*/ 74 w 270"/>
                <a:gd name="T47" fmla="*/ 110 h 335"/>
                <a:gd name="T48" fmla="*/ 113 w 270"/>
                <a:gd name="T49" fmla="*/ 75 h 335"/>
                <a:gd name="T50" fmla="*/ 74 w 270"/>
                <a:gd name="T51" fmla="*/ 75 h 335"/>
                <a:gd name="T52" fmla="*/ 139 w 270"/>
                <a:gd name="T53" fmla="*/ 9 h 335"/>
                <a:gd name="T54" fmla="*/ 196 w 270"/>
                <a:gd name="T55" fmla="*/ 75 h 335"/>
                <a:gd name="T56" fmla="*/ 161 w 270"/>
                <a:gd name="T57" fmla="*/ 75 h 335"/>
                <a:gd name="T58" fmla="*/ 196 w 270"/>
                <a:gd name="T59" fmla="*/ 110 h 335"/>
                <a:gd name="T60" fmla="*/ 161 w 270"/>
                <a:gd name="T61" fmla="*/ 110 h 335"/>
                <a:gd name="T62" fmla="*/ 252 w 270"/>
                <a:gd name="T63" fmla="*/ 207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0" h="335">
                  <a:moveTo>
                    <a:pt x="217" y="119"/>
                  </a:moveTo>
                  <a:lnTo>
                    <a:pt x="178" y="80"/>
                  </a:lnTo>
                  <a:lnTo>
                    <a:pt x="217" y="80"/>
                  </a:lnTo>
                  <a:lnTo>
                    <a:pt x="139" y="0"/>
                  </a:lnTo>
                  <a:lnTo>
                    <a:pt x="56" y="80"/>
                  </a:lnTo>
                  <a:lnTo>
                    <a:pt x="96" y="80"/>
                  </a:lnTo>
                  <a:lnTo>
                    <a:pt x="56" y="119"/>
                  </a:lnTo>
                  <a:lnTo>
                    <a:pt x="96" y="119"/>
                  </a:lnTo>
                  <a:lnTo>
                    <a:pt x="0" y="216"/>
                  </a:lnTo>
                  <a:lnTo>
                    <a:pt x="113" y="216"/>
                  </a:lnTo>
                  <a:lnTo>
                    <a:pt x="113" y="335"/>
                  </a:lnTo>
                  <a:lnTo>
                    <a:pt x="157" y="335"/>
                  </a:lnTo>
                  <a:lnTo>
                    <a:pt x="157" y="216"/>
                  </a:lnTo>
                  <a:lnTo>
                    <a:pt x="270" y="216"/>
                  </a:lnTo>
                  <a:lnTo>
                    <a:pt x="178" y="119"/>
                  </a:lnTo>
                  <a:lnTo>
                    <a:pt x="217" y="119"/>
                  </a:lnTo>
                  <a:close/>
                  <a:moveTo>
                    <a:pt x="252" y="207"/>
                  </a:moveTo>
                  <a:lnTo>
                    <a:pt x="148" y="207"/>
                  </a:lnTo>
                  <a:lnTo>
                    <a:pt x="148" y="331"/>
                  </a:lnTo>
                  <a:lnTo>
                    <a:pt x="122" y="331"/>
                  </a:lnTo>
                  <a:lnTo>
                    <a:pt x="122" y="207"/>
                  </a:lnTo>
                  <a:lnTo>
                    <a:pt x="22" y="207"/>
                  </a:lnTo>
                  <a:lnTo>
                    <a:pt x="113" y="110"/>
                  </a:lnTo>
                  <a:lnTo>
                    <a:pt x="74" y="110"/>
                  </a:lnTo>
                  <a:lnTo>
                    <a:pt x="113" y="75"/>
                  </a:lnTo>
                  <a:lnTo>
                    <a:pt x="74" y="75"/>
                  </a:lnTo>
                  <a:lnTo>
                    <a:pt x="139" y="9"/>
                  </a:lnTo>
                  <a:lnTo>
                    <a:pt x="196" y="75"/>
                  </a:lnTo>
                  <a:lnTo>
                    <a:pt x="161" y="75"/>
                  </a:lnTo>
                  <a:lnTo>
                    <a:pt x="196" y="110"/>
                  </a:lnTo>
                  <a:lnTo>
                    <a:pt x="161" y="110"/>
                  </a:lnTo>
                  <a:lnTo>
                    <a:pt x="252" y="20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4" name="Freeform 283">
              <a:extLst>
                <a:ext uri="{FF2B5EF4-FFF2-40B4-BE49-F238E27FC236}">
                  <a16:creationId xmlns:a16="http://schemas.microsoft.com/office/drawing/2014/main" id="{8B6C8BE1-20D1-4CB3-90FC-2199C8FF6C21}"/>
                </a:ext>
              </a:extLst>
            </p:cNvPr>
            <p:cNvSpPr>
              <a:spLocks noEditPoints="1"/>
            </p:cNvSpPr>
            <p:nvPr userDrawn="1"/>
          </p:nvSpPr>
          <p:spPr bwMode="auto">
            <a:xfrm>
              <a:off x="11722100" y="4714875"/>
              <a:ext cx="26988" cy="34925"/>
            </a:xfrm>
            <a:custGeom>
              <a:avLst/>
              <a:gdLst>
                <a:gd name="T0" fmla="*/ 2 w 4"/>
                <a:gd name="T1" fmla="*/ 0 h 5"/>
                <a:gd name="T2" fmla="*/ 0 w 4"/>
                <a:gd name="T3" fmla="*/ 1 h 5"/>
                <a:gd name="T4" fmla="*/ 1 w 4"/>
                <a:gd name="T5" fmla="*/ 4 h 5"/>
                <a:gd name="T6" fmla="*/ 2 w 4"/>
                <a:gd name="T7" fmla="*/ 5 h 5"/>
                <a:gd name="T8" fmla="*/ 3 w 4"/>
                <a:gd name="T9" fmla="*/ 4 h 5"/>
                <a:gd name="T10" fmla="*/ 3 w 4"/>
                <a:gd name="T11" fmla="*/ 1 h 5"/>
                <a:gd name="T12" fmla="*/ 2 w 4"/>
                <a:gd name="T13" fmla="*/ 0 h 5"/>
                <a:gd name="T14" fmla="*/ 2 w 4"/>
                <a:gd name="T15" fmla="*/ 4 h 5"/>
                <a:gd name="T16" fmla="*/ 1 w 4"/>
                <a:gd name="T17" fmla="*/ 3 h 5"/>
                <a:gd name="T18" fmla="*/ 1 w 4"/>
                <a:gd name="T19" fmla="*/ 1 h 5"/>
                <a:gd name="T20" fmla="*/ 2 w 4"/>
                <a:gd name="T21" fmla="*/ 1 h 5"/>
                <a:gd name="T22" fmla="*/ 2 w 4"/>
                <a:gd name="T23" fmla="*/ 1 h 5"/>
                <a:gd name="T24" fmla="*/ 2 w 4"/>
                <a:gd name="T25" fmla="*/ 4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 h="5">
                  <a:moveTo>
                    <a:pt x="2" y="0"/>
                  </a:moveTo>
                  <a:cubicBezTo>
                    <a:pt x="1" y="0"/>
                    <a:pt x="1" y="0"/>
                    <a:pt x="0" y="1"/>
                  </a:cubicBezTo>
                  <a:cubicBezTo>
                    <a:pt x="0" y="1"/>
                    <a:pt x="0" y="4"/>
                    <a:pt x="1" y="4"/>
                  </a:cubicBezTo>
                  <a:cubicBezTo>
                    <a:pt x="1" y="4"/>
                    <a:pt x="2" y="5"/>
                    <a:pt x="2" y="5"/>
                  </a:cubicBezTo>
                  <a:cubicBezTo>
                    <a:pt x="2" y="5"/>
                    <a:pt x="2" y="4"/>
                    <a:pt x="3" y="4"/>
                  </a:cubicBezTo>
                  <a:cubicBezTo>
                    <a:pt x="4" y="4"/>
                    <a:pt x="4" y="2"/>
                    <a:pt x="3" y="1"/>
                  </a:cubicBezTo>
                  <a:cubicBezTo>
                    <a:pt x="3" y="0"/>
                    <a:pt x="2" y="0"/>
                    <a:pt x="2" y="0"/>
                  </a:cubicBezTo>
                  <a:close/>
                  <a:moveTo>
                    <a:pt x="2" y="4"/>
                  </a:moveTo>
                  <a:cubicBezTo>
                    <a:pt x="2" y="4"/>
                    <a:pt x="2" y="4"/>
                    <a:pt x="1" y="3"/>
                  </a:cubicBezTo>
                  <a:cubicBezTo>
                    <a:pt x="1" y="3"/>
                    <a:pt x="1" y="2"/>
                    <a:pt x="1" y="1"/>
                  </a:cubicBezTo>
                  <a:cubicBezTo>
                    <a:pt x="1" y="1"/>
                    <a:pt x="1" y="1"/>
                    <a:pt x="2" y="1"/>
                  </a:cubicBezTo>
                  <a:cubicBezTo>
                    <a:pt x="2" y="1"/>
                    <a:pt x="2" y="1"/>
                    <a:pt x="2" y="1"/>
                  </a:cubicBezTo>
                  <a:cubicBezTo>
                    <a:pt x="3" y="2"/>
                    <a:pt x="3" y="3"/>
                    <a:pt x="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5" name="Freeform 284">
              <a:extLst>
                <a:ext uri="{FF2B5EF4-FFF2-40B4-BE49-F238E27FC236}">
                  <a16:creationId xmlns:a16="http://schemas.microsoft.com/office/drawing/2014/main" id="{4254FD2F-4C3A-435C-91C0-25D45AA1D80A}"/>
                </a:ext>
              </a:extLst>
            </p:cNvPr>
            <p:cNvSpPr>
              <a:spLocks noEditPoints="1"/>
            </p:cNvSpPr>
            <p:nvPr userDrawn="1"/>
          </p:nvSpPr>
          <p:spPr bwMode="auto">
            <a:xfrm>
              <a:off x="11798300" y="4778375"/>
              <a:ext cx="20638" cy="34925"/>
            </a:xfrm>
            <a:custGeom>
              <a:avLst/>
              <a:gdLst>
                <a:gd name="T0" fmla="*/ 0 w 3"/>
                <a:gd name="T1" fmla="*/ 3 h 5"/>
                <a:gd name="T2" fmla="*/ 1 w 3"/>
                <a:gd name="T3" fmla="*/ 5 h 5"/>
                <a:gd name="T4" fmla="*/ 2 w 3"/>
                <a:gd name="T5" fmla="*/ 5 h 5"/>
                <a:gd name="T6" fmla="*/ 3 w 3"/>
                <a:gd name="T7" fmla="*/ 4 h 5"/>
                <a:gd name="T8" fmla="*/ 3 w 3"/>
                <a:gd name="T9" fmla="*/ 1 h 5"/>
                <a:gd name="T10" fmla="*/ 1 w 3"/>
                <a:gd name="T11" fmla="*/ 0 h 5"/>
                <a:gd name="T12" fmla="*/ 0 w 3"/>
                <a:gd name="T13" fmla="*/ 3 h 5"/>
                <a:gd name="T14" fmla="*/ 2 w 3"/>
                <a:gd name="T15" fmla="*/ 1 h 5"/>
                <a:gd name="T16" fmla="*/ 2 w 3"/>
                <a:gd name="T17" fmla="*/ 2 h 5"/>
                <a:gd name="T18" fmla="*/ 2 w 3"/>
                <a:gd name="T19" fmla="*/ 4 h 5"/>
                <a:gd name="T20" fmla="*/ 2 w 3"/>
                <a:gd name="T21" fmla="*/ 4 h 5"/>
                <a:gd name="T22" fmla="*/ 1 w 3"/>
                <a:gd name="T23" fmla="*/ 4 h 5"/>
                <a:gd name="T24" fmla="*/ 1 w 3"/>
                <a:gd name="T25" fmla="*/ 3 h 5"/>
                <a:gd name="T26" fmla="*/ 1 w 3"/>
                <a:gd name="T27" fmla="*/ 1 h 5"/>
                <a:gd name="T28" fmla="*/ 2 w 3"/>
                <a:gd name="T29" fmla="*/ 1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 h="5">
                  <a:moveTo>
                    <a:pt x="0" y="3"/>
                  </a:moveTo>
                  <a:cubicBezTo>
                    <a:pt x="0" y="4"/>
                    <a:pt x="1" y="5"/>
                    <a:pt x="1" y="5"/>
                  </a:cubicBezTo>
                  <a:cubicBezTo>
                    <a:pt x="2" y="5"/>
                    <a:pt x="2" y="5"/>
                    <a:pt x="2" y="5"/>
                  </a:cubicBezTo>
                  <a:cubicBezTo>
                    <a:pt x="2" y="5"/>
                    <a:pt x="2" y="5"/>
                    <a:pt x="3" y="4"/>
                  </a:cubicBezTo>
                  <a:cubicBezTo>
                    <a:pt x="3" y="4"/>
                    <a:pt x="3" y="2"/>
                    <a:pt x="3" y="1"/>
                  </a:cubicBezTo>
                  <a:cubicBezTo>
                    <a:pt x="3" y="1"/>
                    <a:pt x="2" y="0"/>
                    <a:pt x="1" y="0"/>
                  </a:cubicBezTo>
                  <a:cubicBezTo>
                    <a:pt x="0" y="1"/>
                    <a:pt x="0" y="2"/>
                    <a:pt x="0" y="3"/>
                  </a:cubicBezTo>
                  <a:close/>
                  <a:moveTo>
                    <a:pt x="2" y="1"/>
                  </a:moveTo>
                  <a:cubicBezTo>
                    <a:pt x="2" y="1"/>
                    <a:pt x="2" y="1"/>
                    <a:pt x="2" y="2"/>
                  </a:cubicBezTo>
                  <a:cubicBezTo>
                    <a:pt x="2" y="2"/>
                    <a:pt x="2" y="3"/>
                    <a:pt x="2" y="4"/>
                  </a:cubicBezTo>
                  <a:cubicBezTo>
                    <a:pt x="2" y="4"/>
                    <a:pt x="2" y="4"/>
                    <a:pt x="2" y="4"/>
                  </a:cubicBezTo>
                  <a:cubicBezTo>
                    <a:pt x="2" y="4"/>
                    <a:pt x="1" y="4"/>
                    <a:pt x="1" y="4"/>
                  </a:cubicBezTo>
                  <a:cubicBezTo>
                    <a:pt x="1" y="4"/>
                    <a:pt x="1" y="3"/>
                    <a:pt x="1" y="3"/>
                  </a:cubicBezTo>
                  <a:cubicBezTo>
                    <a:pt x="1" y="2"/>
                    <a:pt x="1" y="1"/>
                    <a:pt x="1" y="1"/>
                  </a:cubicBezTo>
                  <a:cubicBezTo>
                    <a:pt x="1" y="1"/>
                    <a:pt x="1"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6" name="Freeform 285">
              <a:extLst>
                <a:ext uri="{FF2B5EF4-FFF2-40B4-BE49-F238E27FC236}">
                  <a16:creationId xmlns:a16="http://schemas.microsoft.com/office/drawing/2014/main" id="{2847C492-104A-4B7C-BBE5-4136736F91D5}"/>
                </a:ext>
              </a:extLst>
            </p:cNvPr>
            <p:cNvSpPr>
              <a:spLocks noEditPoints="1"/>
            </p:cNvSpPr>
            <p:nvPr userDrawn="1"/>
          </p:nvSpPr>
          <p:spPr bwMode="auto">
            <a:xfrm>
              <a:off x="10941050" y="4232275"/>
              <a:ext cx="1244600" cy="615950"/>
            </a:xfrm>
            <a:custGeom>
              <a:avLst/>
              <a:gdLst>
                <a:gd name="T0" fmla="*/ 175 w 180"/>
                <a:gd name="T1" fmla="*/ 84 h 88"/>
                <a:gd name="T2" fmla="*/ 168 w 180"/>
                <a:gd name="T3" fmla="*/ 84 h 88"/>
                <a:gd name="T4" fmla="*/ 168 w 180"/>
                <a:gd name="T5" fmla="*/ 3 h 88"/>
                <a:gd name="T6" fmla="*/ 165 w 180"/>
                <a:gd name="T7" fmla="*/ 0 h 88"/>
                <a:gd name="T8" fmla="*/ 56 w 180"/>
                <a:gd name="T9" fmla="*/ 0 h 88"/>
                <a:gd name="T10" fmla="*/ 52 w 180"/>
                <a:gd name="T11" fmla="*/ 5 h 88"/>
                <a:gd name="T12" fmla="*/ 52 w 180"/>
                <a:gd name="T13" fmla="*/ 42 h 88"/>
                <a:gd name="T14" fmla="*/ 125 w 180"/>
                <a:gd name="T15" fmla="*/ 43 h 88"/>
                <a:gd name="T16" fmla="*/ 127 w 180"/>
                <a:gd name="T17" fmla="*/ 65 h 88"/>
                <a:gd name="T18" fmla="*/ 165 w 180"/>
                <a:gd name="T19" fmla="*/ 66 h 88"/>
                <a:gd name="T20" fmla="*/ 107 w 180"/>
                <a:gd name="T21" fmla="*/ 85 h 88"/>
                <a:gd name="T22" fmla="*/ 126 w 180"/>
                <a:gd name="T23" fmla="*/ 66 h 88"/>
                <a:gd name="T24" fmla="*/ 126 w 180"/>
                <a:gd name="T25" fmla="*/ 45 h 88"/>
                <a:gd name="T26" fmla="*/ 21 w 180"/>
                <a:gd name="T27" fmla="*/ 43 h 88"/>
                <a:gd name="T28" fmla="*/ 17 w 180"/>
                <a:gd name="T29" fmla="*/ 44 h 88"/>
                <a:gd name="T30" fmla="*/ 16 w 180"/>
                <a:gd name="T31" fmla="*/ 49 h 88"/>
                <a:gd name="T32" fmla="*/ 15 w 180"/>
                <a:gd name="T33" fmla="*/ 65 h 88"/>
                <a:gd name="T34" fmla="*/ 13 w 180"/>
                <a:gd name="T35" fmla="*/ 64 h 88"/>
                <a:gd name="T36" fmla="*/ 10 w 180"/>
                <a:gd name="T37" fmla="*/ 62 h 88"/>
                <a:gd name="T38" fmla="*/ 6 w 180"/>
                <a:gd name="T39" fmla="*/ 62 h 88"/>
                <a:gd name="T40" fmla="*/ 5 w 180"/>
                <a:gd name="T41" fmla="*/ 68 h 88"/>
                <a:gd name="T42" fmla="*/ 5 w 180"/>
                <a:gd name="T43" fmla="*/ 84 h 88"/>
                <a:gd name="T44" fmla="*/ 0 w 180"/>
                <a:gd name="T45" fmla="*/ 86 h 88"/>
                <a:gd name="T46" fmla="*/ 3 w 180"/>
                <a:gd name="T47" fmla="*/ 88 h 88"/>
                <a:gd name="T48" fmla="*/ 6 w 180"/>
                <a:gd name="T49" fmla="*/ 88 h 88"/>
                <a:gd name="T50" fmla="*/ 172 w 180"/>
                <a:gd name="T51" fmla="*/ 88 h 88"/>
                <a:gd name="T52" fmla="*/ 180 w 180"/>
                <a:gd name="T53" fmla="*/ 87 h 88"/>
                <a:gd name="T54" fmla="*/ 178 w 180"/>
                <a:gd name="T55" fmla="*/ 87 h 88"/>
                <a:gd name="T56" fmla="*/ 169 w 180"/>
                <a:gd name="T57" fmla="*/ 87 h 88"/>
                <a:gd name="T58" fmla="*/ 5 w 180"/>
                <a:gd name="T59" fmla="*/ 87 h 88"/>
                <a:gd name="T60" fmla="*/ 1 w 180"/>
                <a:gd name="T61" fmla="*/ 86 h 88"/>
                <a:gd name="T62" fmla="*/ 4 w 180"/>
                <a:gd name="T63" fmla="*/ 85 h 88"/>
                <a:gd name="T64" fmla="*/ 6 w 180"/>
                <a:gd name="T65" fmla="*/ 85 h 88"/>
                <a:gd name="T66" fmla="*/ 6 w 180"/>
                <a:gd name="T67" fmla="*/ 68 h 88"/>
                <a:gd name="T68" fmla="*/ 7 w 180"/>
                <a:gd name="T69" fmla="*/ 63 h 88"/>
                <a:gd name="T70" fmla="*/ 10 w 180"/>
                <a:gd name="T71" fmla="*/ 63 h 88"/>
                <a:gd name="T72" fmla="*/ 12 w 180"/>
                <a:gd name="T73" fmla="*/ 64 h 88"/>
                <a:gd name="T74" fmla="*/ 13 w 180"/>
                <a:gd name="T75" fmla="*/ 66 h 88"/>
                <a:gd name="T76" fmla="*/ 17 w 180"/>
                <a:gd name="T77" fmla="*/ 66 h 88"/>
                <a:gd name="T78" fmla="*/ 17 w 180"/>
                <a:gd name="T79" fmla="*/ 66 h 88"/>
                <a:gd name="T80" fmla="*/ 17 w 180"/>
                <a:gd name="T81" fmla="*/ 48 h 88"/>
                <a:gd name="T82" fmla="*/ 20 w 180"/>
                <a:gd name="T83" fmla="*/ 44 h 88"/>
                <a:gd name="T84" fmla="*/ 125 w 180"/>
                <a:gd name="T85" fmla="*/ 44 h 88"/>
                <a:gd name="T86" fmla="*/ 126 w 180"/>
                <a:gd name="T87" fmla="*/ 65 h 88"/>
                <a:gd name="T88" fmla="*/ 106 w 180"/>
                <a:gd name="T89" fmla="*/ 66 h 88"/>
                <a:gd name="T90" fmla="*/ 107 w 180"/>
                <a:gd name="T91" fmla="*/ 85 h 88"/>
                <a:gd name="T92" fmla="*/ 166 w 180"/>
                <a:gd name="T93" fmla="*/ 85 h 88"/>
                <a:gd name="T94" fmla="*/ 166 w 180"/>
                <a:gd name="T95" fmla="*/ 65 h 88"/>
                <a:gd name="T96" fmla="*/ 128 w 180"/>
                <a:gd name="T97" fmla="*/ 45 h 88"/>
                <a:gd name="T98" fmla="*/ 53 w 180"/>
                <a:gd name="T99" fmla="*/ 42 h 88"/>
                <a:gd name="T100" fmla="*/ 53 w 180"/>
                <a:gd name="T101" fmla="*/ 5 h 88"/>
                <a:gd name="T102" fmla="*/ 56 w 180"/>
                <a:gd name="T103" fmla="*/ 1 h 88"/>
                <a:gd name="T104" fmla="*/ 165 w 180"/>
                <a:gd name="T105" fmla="*/ 1 h 88"/>
                <a:gd name="T106" fmla="*/ 167 w 180"/>
                <a:gd name="T107" fmla="*/ 3 h 88"/>
                <a:gd name="T108" fmla="*/ 167 w 180"/>
                <a:gd name="T109" fmla="*/ 85 h 88"/>
                <a:gd name="T110" fmla="*/ 174 w 180"/>
                <a:gd name="T111" fmla="*/ 85 h 88"/>
                <a:gd name="T112" fmla="*/ 179 w 180"/>
                <a:gd name="T113" fmla="*/ 86 h 88"/>
                <a:gd name="T114" fmla="*/ 178 w 180"/>
                <a:gd name="T115" fmla="*/ 87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80" h="88">
                  <a:moveTo>
                    <a:pt x="180" y="85"/>
                  </a:moveTo>
                  <a:cubicBezTo>
                    <a:pt x="179" y="84"/>
                    <a:pt x="177" y="84"/>
                    <a:pt x="175" y="84"/>
                  </a:cubicBezTo>
                  <a:cubicBezTo>
                    <a:pt x="175" y="84"/>
                    <a:pt x="175" y="84"/>
                    <a:pt x="174" y="84"/>
                  </a:cubicBezTo>
                  <a:cubicBezTo>
                    <a:pt x="168" y="84"/>
                    <a:pt x="168" y="84"/>
                    <a:pt x="168" y="84"/>
                  </a:cubicBezTo>
                  <a:cubicBezTo>
                    <a:pt x="168" y="80"/>
                    <a:pt x="168" y="73"/>
                    <a:pt x="168" y="64"/>
                  </a:cubicBezTo>
                  <a:cubicBezTo>
                    <a:pt x="168" y="40"/>
                    <a:pt x="168" y="4"/>
                    <a:pt x="168" y="3"/>
                  </a:cubicBezTo>
                  <a:cubicBezTo>
                    <a:pt x="168" y="3"/>
                    <a:pt x="168" y="2"/>
                    <a:pt x="167" y="1"/>
                  </a:cubicBezTo>
                  <a:cubicBezTo>
                    <a:pt x="167" y="0"/>
                    <a:pt x="166" y="0"/>
                    <a:pt x="165" y="0"/>
                  </a:cubicBezTo>
                  <a:cubicBezTo>
                    <a:pt x="57" y="0"/>
                    <a:pt x="57" y="0"/>
                    <a:pt x="57" y="0"/>
                  </a:cubicBezTo>
                  <a:cubicBezTo>
                    <a:pt x="57" y="0"/>
                    <a:pt x="56" y="0"/>
                    <a:pt x="56" y="0"/>
                  </a:cubicBezTo>
                  <a:cubicBezTo>
                    <a:pt x="55" y="0"/>
                    <a:pt x="54" y="0"/>
                    <a:pt x="53" y="0"/>
                  </a:cubicBezTo>
                  <a:cubicBezTo>
                    <a:pt x="52" y="0"/>
                    <a:pt x="52" y="3"/>
                    <a:pt x="52" y="5"/>
                  </a:cubicBezTo>
                  <a:cubicBezTo>
                    <a:pt x="52" y="6"/>
                    <a:pt x="52" y="6"/>
                    <a:pt x="52" y="6"/>
                  </a:cubicBezTo>
                  <a:cubicBezTo>
                    <a:pt x="52" y="42"/>
                    <a:pt x="52" y="42"/>
                    <a:pt x="52" y="42"/>
                  </a:cubicBezTo>
                  <a:cubicBezTo>
                    <a:pt x="52" y="43"/>
                    <a:pt x="52" y="43"/>
                    <a:pt x="52" y="43"/>
                  </a:cubicBezTo>
                  <a:cubicBezTo>
                    <a:pt x="125" y="43"/>
                    <a:pt x="125" y="43"/>
                    <a:pt x="125" y="43"/>
                  </a:cubicBezTo>
                  <a:cubicBezTo>
                    <a:pt x="126" y="43"/>
                    <a:pt x="127" y="44"/>
                    <a:pt x="127" y="45"/>
                  </a:cubicBezTo>
                  <a:cubicBezTo>
                    <a:pt x="127" y="65"/>
                    <a:pt x="127" y="65"/>
                    <a:pt x="127" y="65"/>
                  </a:cubicBezTo>
                  <a:cubicBezTo>
                    <a:pt x="127" y="66"/>
                    <a:pt x="127" y="66"/>
                    <a:pt x="127" y="66"/>
                  </a:cubicBezTo>
                  <a:cubicBezTo>
                    <a:pt x="165" y="66"/>
                    <a:pt x="165" y="66"/>
                    <a:pt x="165" y="66"/>
                  </a:cubicBezTo>
                  <a:cubicBezTo>
                    <a:pt x="165" y="85"/>
                    <a:pt x="165" y="85"/>
                    <a:pt x="165" y="85"/>
                  </a:cubicBezTo>
                  <a:cubicBezTo>
                    <a:pt x="107" y="85"/>
                    <a:pt x="107" y="85"/>
                    <a:pt x="107" y="85"/>
                  </a:cubicBezTo>
                  <a:cubicBezTo>
                    <a:pt x="107" y="66"/>
                    <a:pt x="107" y="66"/>
                    <a:pt x="107" y="66"/>
                  </a:cubicBezTo>
                  <a:cubicBezTo>
                    <a:pt x="126" y="66"/>
                    <a:pt x="126" y="66"/>
                    <a:pt x="126" y="66"/>
                  </a:cubicBezTo>
                  <a:cubicBezTo>
                    <a:pt x="126" y="66"/>
                    <a:pt x="126" y="66"/>
                    <a:pt x="126" y="65"/>
                  </a:cubicBezTo>
                  <a:cubicBezTo>
                    <a:pt x="126" y="45"/>
                    <a:pt x="126" y="45"/>
                    <a:pt x="126" y="45"/>
                  </a:cubicBezTo>
                  <a:cubicBezTo>
                    <a:pt x="126" y="44"/>
                    <a:pt x="126" y="43"/>
                    <a:pt x="125" y="43"/>
                  </a:cubicBezTo>
                  <a:cubicBezTo>
                    <a:pt x="21" y="43"/>
                    <a:pt x="21" y="43"/>
                    <a:pt x="21" y="43"/>
                  </a:cubicBezTo>
                  <a:cubicBezTo>
                    <a:pt x="21" y="43"/>
                    <a:pt x="21" y="43"/>
                    <a:pt x="20" y="43"/>
                  </a:cubicBezTo>
                  <a:cubicBezTo>
                    <a:pt x="19" y="43"/>
                    <a:pt x="18" y="43"/>
                    <a:pt x="17" y="44"/>
                  </a:cubicBezTo>
                  <a:cubicBezTo>
                    <a:pt x="16" y="44"/>
                    <a:pt x="16" y="46"/>
                    <a:pt x="16" y="48"/>
                  </a:cubicBezTo>
                  <a:cubicBezTo>
                    <a:pt x="16" y="48"/>
                    <a:pt x="16" y="49"/>
                    <a:pt x="16" y="49"/>
                  </a:cubicBezTo>
                  <a:cubicBezTo>
                    <a:pt x="16" y="65"/>
                    <a:pt x="16" y="65"/>
                    <a:pt x="16" y="65"/>
                  </a:cubicBezTo>
                  <a:cubicBezTo>
                    <a:pt x="16" y="65"/>
                    <a:pt x="16" y="65"/>
                    <a:pt x="15" y="65"/>
                  </a:cubicBezTo>
                  <a:cubicBezTo>
                    <a:pt x="15" y="65"/>
                    <a:pt x="14" y="65"/>
                    <a:pt x="13" y="65"/>
                  </a:cubicBezTo>
                  <a:cubicBezTo>
                    <a:pt x="13" y="65"/>
                    <a:pt x="13" y="65"/>
                    <a:pt x="13" y="64"/>
                  </a:cubicBezTo>
                  <a:cubicBezTo>
                    <a:pt x="13" y="64"/>
                    <a:pt x="13" y="63"/>
                    <a:pt x="13" y="62"/>
                  </a:cubicBezTo>
                  <a:cubicBezTo>
                    <a:pt x="12" y="62"/>
                    <a:pt x="11" y="62"/>
                    <a:pt x="10" y="62"/>
                  </a:cubicBezTo>
                  <a:cubicBezTo>
                    <a:pt x="10" y="62"/>
                    <a:pt x="9" y="62"/>
                    <a:pt x="9" y="62"/>
                  </a:cubicBezTo>
                  <a:cubicBezTo>
                    <a:pt x="8" y="62"/>
                    <a:pt x="7" y="62"/>
                    <a:pt x="6" y="62"/>
                  </a:cubicBezTo>
                  <a:cubicBezTo>
                    <a:pt x="5" y="63"/>
                    <a:pt x="5" y="64"/>
                    <a:pt x="5" y="66"/>
                  </a:cubicBezTo>
                  <a:cubicBezTo>
                    <a:pt x="5" y="67"/>
                    <a:pt x="5" y="67"/>
                    <a:pt x="5" y="68"/>
                  </a:cubicBezTo>
                  <a:cubicBezTo>
                    <a:pt x="5" y="72"/>
                    <a:pt x="5" y="72"/>
                    <a:pt x="5" y="72"/>
                  </a:cubicBezTo>
                  <a:cubicBezTo>
                    <a:pt x="5" y="76"/>
                    <a:pt x="5" y="81"/>
                    <a:pt x="5" y="84"/>
                  </a:cubicBezTo>
                  <a:cubicBezTo>
                    <a:pt x="5" y="84"/>
                    <a:pt x="5" y="84"/>
                    <a:pt x="4" y="84"/>
                  </a:cubicBezTo>
                  <a:cubicBezTo>
                    <a:pt x="3" y="84"/>
                    <a:pt x="0" y="84"/>
                    <a:pt x="0" y="86"/>
                  </a:cubicBezTo>
                  <a:cubicBezTo>
                    <a:pt x="0" y="87"/>
                    <a:pt x="0" y="87"/>
                    <a:pt x="1" y="87"/>
                  </a:cubicBezTo>
                  <a:cubicBezTo>
                    <a:pt x="1" y="88"/>
                    <a:pt x="2" y="88"/>
                    <a:pt x="3" y="88"/>
                  </a:cubicBezTo>
                  <a:cubicBezTo>
                    <a:pt x="4" y="88"/>
                    <a:pt x="4" y="88"/>
                    <a:pt x="5" y="88"/>
                  </a:cubicBezTo>
                  <a:cubicBezTo>
                    <a:pt x="5" y="88"/>
                    <a:pt x="6" y="88"/>
                    <a:pt x="6" y="88"/>
                  </a:cubicBezTo>
                  <a:cubicBezTo>
                    <a:pt x="169" y="88"/>
                    <a:pt x="169" y="88"/>
                    <a:pt x="169" y="88"/>
                  </a:cubicBezTo>
                  <a:cubicBezTo>
                    <a:pt x="170" y="88"/>
                    <a:pt x="171" y="88"/>
                    <a:pt x="172" y="88"/>
                  </a:cubicBezTo>
                  <a:cubicBezTo>
                    <a:pt x="174" y="88"/>
                    <a:pt x="176" y="88"/>
                    <a:pt x="178" y="88"/>
                  </a:cubicBezTo>
                  <a:cubicBezTo>
                    <a:pt x="180" y="88"/>
                    <a:pt x="180" y="87"/>
                    <a:pt x="180" y="87"/>
                  </a:cubicBezTo>
                  <a:cubicBezTo>
                    <a:pt x="180" y="86"/>
                    <a:pt x="180" y="85"/>
                    <a:pt x="180" y="85"/>
                  </a:cubicBezTo>
                  <a:close/>
                  <a:moveTo>
                    <a:pt x="178" y="87"/>
                  </a:moveTo>
                  <a:cubicBezTo>
                    <a:pt x="176" y="87"/>
                    <a:pt x="174" y="87"/>
                    <a:pt x="172" y="87"/>
                  </a:cubicBezTo>
                  <a:cubicBezTo>
                    <a:pt x="171" y="87"/>
                    <a:pt x="170" y="87"/>
                    <a:pt x="169" y="87"/>
                  </a:cubicBezTo>
                  <a:cubicBezTo>
                    <a:pt x="6" y="87"/>
                    <a:pt x="6" y="87"/>
                    <a:pt x="6" y="87"/>
                  </a:cubicBezTo>
                  <a:cubicBezTo>
                    <a:pt x="6" y="87"/>
                    <a:pt x="5" y="87"/>
                    <a:pt x="5" y="87"/>
                  </a:cubicBezTo>
                  <a:cubicBezTo>
                    <a:pt x="3" y="87"/>
                    <a:pt x="2" y="87"/>
                    <a:pt x="1" y="87"/>
                  </a:cubicBezTo>
                  <a:cubicBezTo>
                    <a:pt x="1" y="87"/>
                    <a:pt x="1" y="87"/>
                    <a:pt x="1" y="86"/>
                  </a:cubicBezTo>
                  <a:cubicBezTo>
                    <a:pt x="1" y="85"/>
                    <a:pt x="2" y="85"/>
                    <a:pt x="3" y="85"/>
                  </a:cubicBezTo>
                  <a:cubicBezTo>
                    <a:pt x="3" y="85"/>
                    <a:pt x="4" y="85"/>
                    <a:pt x="4" y="85"/>
                  </a:cubicBezTo>
                  <a:cubicBezTo>
                    <a:pt x="5" y="85"/>
                    <a:pt x="5" y="85"/>
                    <a:pt x="6" y="85"/>
                  </a:cubicBezTo>
                  <a:cubicBezTo>
                    <a:pt x="6" y="85"/>
                    <a:pt x="6" y="85"/>
                    <a:pt x="6" y="85"/>
                  </a:cubicBezTo>
                  <a:cubicBezTo>
                    <a:pt x="6" y="81"/>
                    <a:pt x="6" y="76"/>
                    <a:pt x="6" y="72"/>
                  </a:cubicBezTo>
                  <a:cubicBezTo>
                    <a:pt x="6" y="68"/>
                    <a:pt x="6" y="68"/>
                    <a:pt x="6" y="68"/>
                  </a:cubicBezTo>
                  <a:cubicBezTo>
                    <a:pt x="6" y="67"/>
                    <a:pt x="6" y="67"/>
                    <a:pt x="6" y="66"/>
                  </a:cubicBezTo>
                  <a:cubicBezTo>
                    <a:pt x="6" y="65"/>
                    <a:pt x="6" y="63"/>
                    <a:pt x="7" y="63"/>
                  </a:cubicBezTo>
                  <a:cubicBezTo>
                    <a:pt x="7" y="62"/>
                    <a:pt x="8" y="63"/>
                    <a:pt x="9" y="63"/>
                  </a:cubicBezTo>
                  <a:cubicBezTo>
                    <a:pt x="9" y="63"/>
                    <a:pt x="10" y="63"/>
                    <a:pt x="10" y="63"/>
                  </a:cubicBezTo>
                  <a:cubicBezTo>
                    <a:pt x="11" y="62"/>
                    <a:pt x="12" y="62"/>
                    <a:pt x="12" y="63"/>
                  </a:cubicBezTo>
                  <a:cubicBezTo>
                    <a:pt x="12" y="63"/>
                    <a:pt x="12" y="64"/>
                    <a:pt x="12" y="64"/>
                  </a:cubicBezTo>
                  <a:cubicBezTo>
                    <a:pt x="12" y="65"/>
                    <a:pt x="12" y="65"/>
                    <a:pt x="12" y="66"/>
                  </a:cubicBezTo>
                  <a:cubicBezTo>
                    <a:pt x="12" y="66"/>
                    <a:pt x="12" y="66"/>
                    <a:pt x="13" y="66"/>
                  </a:cubicBezTo>
                  <a:cubicBezTo>
                    <a:pt x="13" y="66"/>
                    <a:pt x="14" y="66"/>
                    <a:pt x="15" y="66"/>
                  </a:cubicBezTo>
                  <a:cubicBezTo>
                    <a:pt x="16" y="66"/>
                    <a:pt x="16" y="66"/>
                    <a:pt x="17" y="66"/>
                  </a:cubicBezTo>
                  <a:cubicBezTo>
                    <a:pt x="17" y="66"/>
                    <a:pt x="17" y="66"/>
                    <a:pt x="17" y="66"/>
                  </a:cubicBezTo>
                  <a:cubicBezTo>
                    <a:pt x="17" y="66"/>
                    <a:pt x="17" y="66"/>
                    <a:pt x="17" y="66"/>
                  </a:cubicBezTo>
                  <a:cubicBezTo>
                    <a:pt x="17" y="49"/>
                    <a:pt x="17" y="49"/>
                    <a:pt x="17" y="49"/>
                  </a:cubicBezTo>
                  <a:cubicBezTo>
                    <a:pt x="17" y="49"/>
                    <a:pt x="17" y="48"/>
                    <a:pt x="17" y="48"/>
                  </a:cubicBezTo>
                  <a:cubicBezTo>
                    <a:pt x="17" y="47"/>
                    <a:pt x="17" y="45"/>
                    <a:pt x="18" y="44"/>
                  </a:cubicBezTo>
                  <a:cubicBezTo>
                    <a:pt x="18" y="44"/>
                    <a:pt x="19" y="44"/>
                    <a:pt x="20" y="44"/>
                  </a:cubicBezTo>
                  <a:cubicBezTo>
                    <a:pt x="21" y="44"/>
                    <a:pt x="21" y="44"/>
                    <a:pt x="21" y="44"/>
                  </a:cubicBezTo>
                  <a:cubicBezTo>
                    <a:pt x="125" y="44"/>
                    <a:pt x="125" y="44"/>
                    <a:pt x="125" y="44"/>
                  </a:cubicBezTo>
                  <a:cubicBezTo>
                    <a:pt x="125" y="44"/>
                    <a:pt x="126" y="44"/>
                    <a:pt x="126" y="45"/>
                  </a:cubicBezTo>
                  <a:cubicBezTo>
                    <a:pt x="126" y="65"/>
                    <a:pt x="126" y="65"/>
                    <a:pt x="126" y="65"/>
                  </a:cubicBezTo>
                  <a:cubicBezTo>
                    <a:pt x="107" y="65"/>
                    <a:pt x="107" y="65"/>
                    <a:pt x="107" y="65"/>
                  </a:cubicBezTo>
                  <a:cubicBezTo>
                    <a:pt x="107" y="65"/>
                    <a:pt x="106" y="65"/>
                    <a:pt x="106" y="66"/>
                  </a:cubicBezTo>
                  <a:cubicBezTo>
                    <a:pt x="106" y="85"/>
                    <a:pt x="106" y="85"/>
                    <a:pt x="106" y="85"/>
                  </a:cubicBezTo>
                  <a:cubicBezTo>
                    <a:pt x="106" y="85"/>
                    <a:pt x="107" y="85"/>
                    <a:pt x="107" y="85"/>
                  </a:cubicBezTo>
                  <a:cubicBezTo>
                    <a:pt x="166" y="85"/>
                    <a:pt x="166" y="85"/>
                    <a:pt x="166" y="85"/>
                  </a:cubicBezTo>
                  <a:cubicBezTo>
                    <a:pt x="166" y="85"/>
                    <a:pt x="166" y="85"/>
                    <a:pt x="166" y="85"/>
                  </a:cubicBezTo>
                  <a:cubicBezTo>
                    <a:pt x="166" y="65"/>
                    <a:pt x="166" y="65"/>
                    <a:pt x="166" y="65"/>
                  </a:cubicBezTo>
                  <a:cubicBezTo>
                    <a:pt x="166" y="65"/>
                    <a:pt x="166" y="65"/>
                    <a:pt x="166" y="65"/>
                  </a:cubicBezTo>
                  <a:cubicBezTo>
                    <a:pt x="128" y="65"/>
                    <a:pt x="128" y="65"/>
                    <a:pt x="128" y="65"/>
                  </a:cubicBezTo>
                  <a:cubicBezTo>
                    <a:pt x="128" y="45"/>
                    <a:pt x="128" y="45"/>
                    <a:pt x="128" y="45"/>
                  </a:cubicBezTo>
                  <a:cubicBezTo>
                    <a:pt x="128" y="43"/>
                    <a:pt x="126" y="42"/>
                    <a:pt x="125" y="42"/>
                  </a:cubicBezTo>
                  <a:cubicBezTo>
                    <a:pt x="53" y="42"/>
                    <a:pt x="53" y="42"/>
                    <a:pt x="53" y="42"/>
                  </a:cubicBezTo>
                  <a:cubicBezTo>
                    <a:pt x="53" y="6"/>
                    <a:pt x="53" y="6"/>
                    <a:pt x="53" y="6"/>
                  </a:cubicBezTo>
                  <a:cubicBezTo>
                    <a:pt x="53" y="6"/>
                    <a:pt x="53" y="6"/>
                    <a:pt x="53" y="5"/>
                  </a:cubicBezTo>
                  <a:cubicBezTo>
                    <a:pt x="53" y="3"/>
                    <a:pt x="53" y="1"/>
                    <a:pt x="54" y="1"/>
                  </a:cubicBezTo>
                  <a:cubicBezTo>
                    <a:pt x="54" y="1"/>
                    <a:pt x="55" y="1"/>
                    <a:pt x="56" y="1"/>
                  </a:cubicBezTo>
                  <a:cubicBezTo>
                    <a:pt x="56" y="1"/>
                    <a:pt x="57" y="1"/>
                    <a:pt x="57" y="1"/>
                  </a:cubicBezTo>
                  <a:cubicBezTo>
                    <a:pt x="165" y="1"/>
                    <a:pt x="165" y="1"/>
                    <a:pt x="165" y="1"/>
                  </a:cubicBezTo>
                  <a:cubicBezTo>
                    <a:pt x="166" y="1"/>
                    <a:pt x="166" y="1"/>
                    <a:pt x="167" y="2"/>
                  </a:cubicBezTo>
                  <a:cubicBezTo>
                    <a:pt x="167" y="2"/>
                    <a:pt x="167" y="3"/>
                    <a:pt x="167" y="3"/>
                  </a:cubicBezTo>
                  <a:cubicBezTo>
                    <a:pt x="167" y="4"/>
                    <a:pt x="167" y="31"/>
                    <a:pt x="167" y="64"/>
                  </a:cubicBezTo>
                  <a:cubicBezTo>
                    <a:pt x="167" y="73"/>
                    <a:pt x="167" y="81"/>
                    <a:pt x="167" y="85"/>
                  </a:cubicBezTo>
                  <a:cubicBezTo>
                    <a:pt x="167" y="85"/>
                    <a:pt x="167" y="85"/>
                    <a:pt x="168" y="85"/>
                  </a:cubicBezTo>
                  <a:cubicBezTo>
                    <a:pt x="174" y="85"/>
                    <a:pt x="174" y="85"/>
                    <a:pt x="174" y="85"/>
                  </a:cubicBezTo>
                  <a:cubicBezTo>
                    <a:pt x="175" y="85"/>
                    <a:pt x="175" y="85"/>
                    <a:pt x="175" y="85"/>
                  </a:cubicBezTo>
                  <a:cubicBezTo>
                    <a:pt x="177" y="85"/>
                    <a:pt x="178" y="85"/>
                    <a:pt x="179" y="86"/>
                  </a:cubicBezTo>
                  <a:cubicBezTo>
                    <a:pt x="179" y="86"/>
                    <a:pt x="179" y="86"/>
                    <a:pt x="179" y="86"/>
                  </a:cubicBezTo>
                  <a:cubicBezTo>
                    <a:pt x="179" y="87"/>
                    <a:pt x="179" y="87"/>
                    <a:pt x="178" y="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7" name="Freeform 286">
              <a:extLst>
                <a:ext uri="{FF2B5EF4-FFF2-40B4-BE49-F238E27FC236}">
                  <a16:creationId xmlns:a16="http://schemas.microsoft.com/office/drawing/2014/main" id="{9E272932-976E-4D1C-9627-E63CFDE63AC6}"/>
                </a:ext>
              </a:extLst>
            </p:cNvPr>
            <p:cNvSpPr>
              <a:spLocks noEditPoints="1"/>
            </p:cNvSpPr>
            <p:nvPr userDrawn="1"/>
          </p:nvSpPr>
          <p:spPr bwMode="auto">
            <a:xfrm>
              <a:off x="11915775" y="4275138"/>
              <a:ext cx="14288" cy="160338"/>
            </a:xfrm>
            <a:custGeom>
              <a:avLst/>
              <a:gdLst>
                <a:gd name="T0" fmla="*/ 1 w 2"/>
                <a:gd name="T1" fmla="*/ 23 h 23"/>
                <a:gd name="T2" fmla="*/ 2 w 2"/>
                <a:gd name="T3" fmla="*/ 22 h 23"/>
                <a:gd name="T4" fmla="*/ 2 w 2"/>
                <a:gd name="T5" fmla="*/ 1 h 23"/>
                <a:gd name="T6" fmla="*/ 1 w 2"/>
                <a:gd name="T7" fmla="*/ 0 h 23"/>
                <a:gd name="T8" fmla="*/ 0 w 2"/>
                <a:gd name="T9" fmla="*/ 1 h 23"/>
                <a:gd name="T10" fmla="*/ 0 w 2"/>
                <a:gd name="T11" fmla="*/ 22 h 23"/>
                <a:gd name="T12" fmla="*/ 1 w 2"/>
                <a:gd name="T13" fmla="*/ 23 h 23"/>
                <a:gd name="T14" fmla="*/ 1 w 2"/>
                <a:gd name="T15" fmla="*/ 1 h 23"/>
                <a:gd name="T16" fmla="*/ 1 w 2"/>
                <a:gd name="T17" fmla="*/ 1 h 23"/>
                <a:gd name="T18" fmla="*/ 1 w 2"/>
                <a:gd name="T19" fmla="*/ 1 h 23"/>
                <a:gd name="T20" fmla="*/ 1 w 2"/>
                <a:gd name="T21" fmla="*/ 22 h 23"/>
                <a:gd name="T22" fmla="*/ 1 w 2"/>
                <a:gd name="T23" fmla="*/ 22 h 23"/>
                <a:gd name="T24" fmla="*/ 1 w 2"/>
                <a:gd name="T25"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 h="23">
                  <a:moveTo>
                    <a:pt x="1" y="23"/>
                  </a:moveTo>
                  <a:cubicBezTo>
                    <a:pt x="1" y="23"/>
                    <a:pt x="2" y="23"/>
                    <a:pt x="2" y="22"/>
                  </a:cubicBezTo>
                  <a:cubicBezTo>
                    <a:pt x="2" y="1"/>
                    <a:pt x="2" y="1"/>
                    <a:pt x="2" y="1"/>
                  </a:cubicBezTo>
                  <a:cubicBezTo>
                    <a:pt x="2" y="0"/>
                    <a:pt x="1" y="0"/>
                    <a:pt x="1" y="0"/>
                  </a:cubicBezTo>
                  <a:cubicBezTo>
                    <a:pt x="0" y="0"/>
                    <a:pt x="0" y="0"/>
                    <a:pt x="0" y="1"/>
                  </a:cubicBezTo>
                  <a:cubicBezTo>
                    <a:pt x="0" y="22"/>
                    <a:pt x="0" y="22"/>
                    <a:pt x="0" y="22"/>
                  </a:cubicBezTo>
                  <a:cubicBezTo>
                    <a:pt x="0" y="23"/>
                    <a:pt x="0" y="23"/>
                    <a:pt x="1" y="23"/>
                  </a:cubicBezTo>
                  <a:close/>
                  <a:moveTo>
                    <a:pt x="1" y="1"/>
                  </a:moveTo>
                  <a:cubicBezTo>
                    <a:pt x="1" y="1"/>
                    <a:pt x="1" y="1"/>
                    <a:pt x="1" y="1"/>
                  </a:cubicBezTo>
                  <a:cubicBezTo>
                    <a:pt x="1" y="1"/>
                    <a:pt x="1" y="1"/>
                    <a:pt x="1" y="1"/>
                  </a:cubicBezTo>
                  <a:cubicBezTo>
                    <a:pt x="1" y="22"/>
                    <a:pt x="1" y="22"/>
                    <a:pt x="1" y="22"/>
                  </a:cubicBezTo>
                  <a:cubicBezTo>
                    <a:pt x="1" y="22"/>
                    <a:pt x="1" y="22"/>
                    <a:pt x="1" y="22"/>
                  </a:cubicBezTo>
                  <a:lnTo>
                    <a:pt x="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8" name="Freeform 287">
              <a:extLst>
                <a:ext uri="{FF2B5EF4-FFF2-40B4-BE49-F238E27FC236}">
                  <a16:creationId xmlns:a16="http://schemas.microsoft.com/office/drawing/2014/main" id="{7E4BFC17-E450-4690-A6C3-7D748491D5E5}"/>
                </a:ext>
              </a:extLst>
            </p:cNvPr>
            <p:cNvSpPr>
              <a:spLocks noEditPoints="1"/>
            </p:cNvSpPr>
            <p:nvPr userDrawn="1"/>
          </p:nvSpPr>
          <p:spPr bwMode="auto">
            <a:xfrm>
              <a:off x="11736388" y="4568825"/>
              <a:ext cx="12700" cy="90488"/>
            </a:xfrm>
            <a:custGeom>
              <a:avLst/>
              <a:gdLst>
                <a:gd name="T0" fmla="*/ 1 w 2"/>
                <a:gd name="T1" fmla="*/ 13 h 13"/>
                <a:gd name="T2" fmla="*/ 2 w 2"/>
                <a:gd name="T3" fmla="*/ 12 h 13"/>
                <a:gd name="T4" fmla="*/ 2 w 2"/>
                <a:gd name="T5" fmla="*/ 1 h 13"/>
                <a:gd name="T6" fmla="*/ 1 w 2"/>
                <a:gd name="T7" fmla="*/ 0 h 13"/>
                <a:gd name="T8" fmla="*/ 0 w 2"/>
                <a:gd name="T9" fmla="*/ 1 h 13"/>
                <a:gd name="T10" fmla="*/ 0 w 2"/>
                <a:gd name="T11" fmla="*/ 12 h 13"/>
                <a:gd name="T12" fmla="*/ 1 w 2"/>
                <a:gd name="T13" fmla="*/ 13 h 13"/>
                <a:gd name="T14" fmla="*/ 1 w 2"/>
                <a:gd name="T15" fmla="*/ 1 h 13"/>
                <a:gd name="T16" fmla="*/ 1 w 2"/>
                <a:gd name="T17" fmla="*/ 1 h 13"/>
                <a:gd name="T18" fmla="*/ 1 w 2"/>
                <a:gd name="T19" fmla="*/ 1 h 13"/>
                <a:gd name="T20" fmla="*/ 1 w 2"/>
                <a:gd name="T21" fmla="*/ 12 h 13"/>
                <a:gd name="T22" fmla="*/ 1 w 2"/>
                <a:gd name="T23" fmla="*/ 12 h 13"/>
                <a:gd name="T24" fmla="*/ 1 w 2"/>
                <a:gd name="T25" fmla="*/ 1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 h="13">
                  <a:moveTo>
                    <a:pt x="1" y="13"/>
                  </a:moveTo>
                  <a:cubicBezTo>
                    <a:pt x="2" y="13"/>
                    <a:pt x="2" y="13"/>
                    <a:pt x="2" y="12"/>
                  </a:cubicBezTo>
                  <a:cubicBezTo>
                    <a:pt x="2" y="1"/>
                    <a:pt x="2" y="1"/>
                    <a:pt x="2" y="1"/>
                  </a:cubicBezTo>
                  <a:cubicBezTo>
                    <a:pt x="2" y="0"/>
                    <a:pt x="2" y="0"/>
                    <a:pt x="1" y="0"/>
                  </a:cubicBezTo>
                  <a:cubicBezTo>
                    <a:pt x="0" y="0"/>
                    <a:pt x="0" y="0"/>
                    <a:pt x="0" y="1"/>
                  </a:cubicBezTo>
                  <a:cubicBezTo>
                    <a:pt x="0" y="12"/>
                    <a:pt x="0" y="12"/>
                    <a:pt x="0" y="12"/>
                  </a:cubicBezTo>
                  <a:cubicBezTo>
                    <a:pt x="0" y="13"/>
                    <a:pt x="0" y="13"/>
                    <a:pt x="1" y="13"/>
                  </a:cubicBezTo>
                  <a:close/>
                  <a:moveTo>
                    <a:pt x="1" y="1"/>
                  </a:moveTo>
                  <a:cubicBezTo>
                    <a:pt x="1" y="1"/>
                    <a:pt x="1" y="1"/>
                    <a:pt x="1" y="1"/>
                  </a:cubicBezTo>
                  <a:cubicBezTo>
                    <a:pt x="1" y="1"/>
                    <a:pt x="1" y="1"/>
                    <a:pt x="1" y="1"/>
                  </a:cubicBezTo>
                  <a:cubicBezTo>
                    <a:pt x="1" y="12"/>
                    <a:pt x="1" y="12"/>
                    <a:pt x="1" y="12"/>
                  </a:cubicBezTo>
                  <a:cubicBezTo>
                    <a:pt x="1" y="12"/>
                    <a:pt x="1" y="12"/>
                    <a:pt x="1" y="12"/>
                  </a:cubicBezTo>
                  <a:lnTo>
                    <a:pt x="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9" name="Freeform 288">
              <a:extLst>
                <a:ext uri="{FF2B5EF4-FFF2-40B4-BE49-F238E27FC236}">
                  <a16:creationId xmlns:a16="http://schemas.microsoft.com/office/drawing/2014/main" id="{BFB04962-49D6-4C2E-BB0F-8200765B4005}"/>
                </a:ext>
              </a:extLst>
            </p:cNvPr>
            <p:cNvSpPr>
              <a:spLocks noEditPoints="1"/>
            </p:cNvSpPr>
            <p:nvPr userDrawn="1"/>
          </p:nvSpPr>
          <p:spPr bwMode="auto">
            <a:xfrm>
              <a:off x="11845925" y="4476750"/>
              <a:ext cx="242888" cy="182563"/>
            </a:xfrm>
            <a:custGeom>
              <a:avLst/>
              <a:gdLst>
                <a:gd name="T0" fmla="*/ 35 w 35"/>
                <a:gd name="T1" fmla="*/ 0 h 26"/>
                <a:gd name="T2" fmla="*/ 0 w 35"/>
                <a:gd name="T3" fmla="*/ 0 h 26"/>
                <a:gd name="T4" fmla="*/ 0 w 35"/>
                <a:gd name="T5" fmla="*/ 1 h 26"/>
                <a:gd name="T6" fmla="*/ 0 w 35"/>
                <a:gd name="T7" fmla="*/ 25 h 26"/>
                <a:gd name="T8" fmla="*/ 0 w 35"/>
                <a:gd name="T9" fmla="*/ 26 h 26"/>
                <a:gd name="T10" fmla="*/ 35 w 35"/>
                <a:gd name="T11" fmla="*/ 26 h 26"/>
                <a:gd name="T12" fmla="*/ 35 w 35"/>
                <a:gd name="T13" fmla="*/ 25 h 26"/>
                <a:gd name="T14" fmla="*/ 35 w 35"/>
                <a:gd name="T15" fmla="*/ 1 h 26"/>
                <a:gd name="T16" fmla="*/ 35 w 35"/>
                <a:gd name="T17" fmla="*/ 0 h 26"/>
                <a:gd name="T18" fmla="*/ 34 w 35"/>
                <a:gd name="T19" fmla="*/ 25 h 26"/>
                <a:gd name="T20" fmla="*/ 1 w 35"/>
                <a:gd name="T21" fmla="*/ 25 h 26"/>
                <a:gd name="T22" fmla="*/ 1 w 35"/>
                <a:gd name="T23" fmla="*/ 1 h 26"/>
                <a:gd name="T24" fmla="*/ 34 w 35"/>
                <a:gd name="T25" fmla="*/ 1 h 26"/>
                <a:gd name="T26" fmla="*/ 34 w 35"/>
                <a:gd name="T2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5" h="26">
                  <a:moveTo>
                    <a:pt x="35" y="0"/>
                  </a:moveTo>
                  <a:cubicBezTo>
                    <a:pt x="0" y="0"/>
                    <a:pt x="0" y="0"/>
                    <a:pt x="0" y="0"/>
                  </a:cubicBezTo>
                  <a:cubicBezTo>
                    <a:pt x="0" y="0"/>
                    <a:pt x="0" y="0"/>
                    <a:pt x="0" y="1"/>
                  </a:cubicBezTo>
                  <a:cubicBezTo>
                    <a:pt x="0" y="25"/>
                    <a:pt x="0" y="25"/>
                    <a:pt x="0" y="25"/>
                  </a:cubicBezTo>
                  <a:cubicBezTo>
                    <a:pt x="0" y="26"/>
                    <a:pt x="0" y="26"/>
                    <a:pt x="0" y="26"/>
                  </a:cubicBezTo>
                  <a:cubicBezTo>
                    <a:pt x="35" y="26"/>
                    <a:pt x="35" y="26"/>
                    <a:pt x="35" y="26"/>
                  </a:cubicBezTo>
                  <a:cubicBezTo>
                    <a:pt x="35" y="26"/>
                    <a:pt x="35" y="26"/>
                    <a:pt x="35" y="25"/>
                  </a:cubicBezTo>
                  <a:cubicBezTo>
                    <a:pt x="35" y="1"/>
                    <a:pt x="35" y="1"/>
                    <a:pt x="35" y="1"/>
                  </a:cubicBezTo>
                  <a:cubicBezTo>
                    <a:pt x="35" y="0"/>
                    <a:pt x="35" y="0"/>
                    <a:pt x="35" y="0"/>
                  </a:cubicBezTo>
                  <a:close/>
                  <a:moveTo>
                    <a:pt x="34" y="25"/>
                  </a:moveTo>
                  <a:cubicBezTo>
                    <a:pt x="1" y="25"/>
                    <a:pt x="1" y="25"/>
                    <a:pt x="1" y="25"/>
                  </a:cubicBezTo>
                  <a:cubicBezTo>
                    <a:pt x="1" y="1"/>
                    <a:pt x="1" y="1"/>
                    <a:pt x="1" y="1"/>
                  </a:cubicBezTo>
                  <a:cubicBezTo>
                    <a:pt x="34" y="1"/>
                    <a:pt x="34" y="1"/>
                    <a:pt x="34" y="1"/>
                  </a:cubicBezTo>
                  <a:lnTo>
                    <a:pt x="34" y="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0" name="Freeform 289">
              <a:extLst>
                <a:ext uri="{FF2B5EF4-FFF2-40B4-BE49-F238E27FC236}">
                  <a16:creationId xmlns:a16="http://schemas.microsoft.com/office/drawing/2014/main" id="{26738828-9113-4C35-972E-13B64F982E32}"/>
                </a:ext>
              </a:extLst>
            </p:cNvPr>
            <p:cNvSpPr>
              <a:spLocks noEditPoints="1"/>
            </p:cNvSpPr>
            <p:nvPr userDrawn="1"/>
          </p:nvSpPr>
          <p:spPr bwMode="auto">
            <a:xfrm>
              <a:off x="11804650" y="4275138"/>
              <a:ext cx="14288" cy="215900"/>
            </a:xfrm>
            <a:custGeom>
              <a:avLst/>
              <a:gdLst>
                <a:gd name="T0" fmla="*/ 1 w 2"/>
                <a:gd name="T1" fmla="*/ 0 h 31"/>
                <a:gd name="T2" fmla="*/ 0 w 2"/>
                <a:gd name="T3" fmla="*/ 2 h 31"/>
                <a:gd name="T4" fmla="*/ 0 w 2"/>
                <a:gd name="T5" fmla="*/ 30 h 31"/>
                <a:gd name="T6" fmla="*/ 1 w 2"/>
                <a:gd name="T7" fmla="*/ 31 h 31"/>
                <a:gd name="T8" fmla="*/ 2 w 2"/>
                <a:gd name="T9" fmla="*/ 30 h 31"/>
                <a:gd name="T10" fmla="*/ 2 w 2"/>
                <a:gd name="T11" fmla="*/ 2 h 31"/>
                <a:gd name="T12" fmla="*/ 1 w 2"/>
                <a:gd name="T13" fmla="*/ 0 h 31"/>
                <a:gd name="T14" fmla="*/ 1 w 2"/>
                <a:gd name="T15" fmla="*/ 30 h 31"/>
                <a:gd name="T16" fmla="*/ 1 w 2"/>
                <a:gd name="T17" fmla="*/ 30 h 31"/>
                <a:gd name="T18" fmla="*/ 1 w 2"/>
                <a:gd name="T19" fmla="*/ 2 h 31"/>
                <a:gd name="T20" fmla="*/ 1 w 2"/>
                <a:gd name="T21" fmla="*/ 1 h 31"/>
                <a:gd name="T22" fmla="*/ 1 w 2"/>
                <a:gd name="T23" fmla="*/ 2 h 31"/>
                <a:gd name="T24" fmla="*/ 1 w 2"/>
                <a:gd name="T25"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 h="31">
                  <a:moveTo>
                    <a:pt x="1" y="0"/>
                  </a:moveTo>
                  <a:cubicBezTo>
                    <a:pt x="0" y="0"/>
                    <a:pt x="0" y="1"/>
                    <a:pt x="0" y="2"/>
                  </a:cubicBezTo>
                  <a:cubicBezTo>
                    <a:pt x="0" y="30"/>
                    <a:pt x="0" y="30"/>
                    <a:pt x="0" y="30"/>
                  </a:cubicBezTo>
                  <a:cubicBezTo>
                    <a:pt x="0" y="31"/>
                    <a:pt x="0" y="31"/>
                    <a:pt x="1" y="31"/>
                  </a:cubicBezTo>
                  <a:cubicBezTo>
                    <a:pt x="2" y="31"/>
                    <a:pt x="2" y="31"/>
                    <a:pt x="2" y="30"/>
                  </a:cubicBezTo>
                  <a:cubicBezTo>
                    <a:pt x="2" y="2"/>
                    <a:pt x="2" y="2"/>
                    <a:pt x="2" y="2"/>
                  </a:cubicBezTo>
                  <a:cubicBezTo>
                    <a:pt x="2" y="1"/>
                    <a:pt x="2" y="0"/>
                    <a:pt x="1" y="0"/>
                  </a:cubicBezTo>
                  <a:close/>
                  <a:moveTo>
                    <a:pt x="1" y="30"/>
                  </a:moveTo>
                  <a:cubicBezTo>
                    <a:pt x="1" y="30"/>
                    <a:pt x="1" y="30"/>
                    <a:pt x="1" y="30"/>
                  </a:cubicBezTo>
                  <a:cubicBezTo>
                    <a:pt x="1" y="2"/>
                    <a:pt x="1" y="2"/>
                    <a:pt x="1" y="2"/>
                  </a:cubicBezTo>
                  <a:cubicBezTo>
                    <a:pt x="1" y="1"/>
                    <a:pt x="1" y="1"/>
                    <a:pt x="1" y="1"/>
                  </a:cubicBezTo>
                  <a:cubicBezTo>
                    <a:pt x="1" y="1"/>
                    <a:pt x="1" y="1"/>
                    <a:pt x="1" y="2"/>
                  </a:cubicBezTo>
                  <a:lnTo>
                    <a:pt x="1"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1" name="Freeform 290">
              <a:extLst>
                <a:ext uri="{FF2B5EF4-FFF2-40B4-BE49-F238E27FC236}">
                  <a16:creationId xmlns:a16="http://schemas.microsoft.com/office/drawing/2014/main" id="{9BECEC93-B07F-4DEA-9A56-72BD6201911A}"/>
                </a:ext>
              </a:extLst>
            </p:cNvPr>
            <p:cNvSpPr>
              <a:spLocks noEditPoints="1"/>
            </p:cNvSpPr>
            <p:nvPr userDrawn="1"/>
          </p:nvSpPr>
          <p:spPr bwMode="auto">
            <a:xfrm>
              <a:off x="11542713" y="4568825"/>
              <a:ext cx="20638" cy="133350"/>
            </a:xfrm>
            <a:custGeom>
              <a:avLst/>
              <a:gdLst>
                <a:gd name="T0" fmla="*/ 2 w 3"/>
                <a:gd name="T1" fmla="*/ 19 h 19"/>
                <a:gd name="T2" fmla="*/ 3 w 3"/>
                <a:gd name="T3" fmla="*/ 18 h 19"/>
                <a:gd name="T4" fmla="*/ 3 w 3"/>
                <a:gd name="T5" fmla="*/ 1 h 19"/>
                <a:gd name="T6" fmla="*/ 2 w 3"/>
                <a:gd name="T7" fmla="*/ 0 h 19"/>
                <a:gd name="T8" fmla="*/ 0 w 3"/>
                <a:gd name="T9" fmla="*/ 1 h 19"/>
                <a:gd name="T10" fmla="*/ 0 w 3"/>
                <a:gd name="T11" fmla="*/ 18 h 19"/>
                <a:gd name="T12" fmla="*/ 2 w 3"/>
                <a:gd name="T13" fmla="*/ 19 h 19"/>
                <a:gd name="T14" fmla="*/ 1 w 3"/>
                <a:gd name="T15" fmla="*/ 1 h 19"/>
                <a:gd name="T16" fmla="*/ 2 w 3"/>
                <a:gd name="T17" fmla="*/ 1 h 19"/>
                <a:gd name="T18" fmla="*/ 2 w 3"/>
                <a:gd name="T19" fmla="*/ 1 h 19"/>
                <a:gd name="T20" fmla="*/ 2 w 3"/>
                <a:gd name="T21" fmla="*/ 18 h 19"/>
                <a:gd name="T22" fmla="*/ 1 w 3"/>
                <a:gd name="T23" fmla="*/ 18 h 19"/>
                <a:gd name="T24" fmla="*/ 1 w 3"/>
                <a:gd name="T25" fmla="*/ 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 h="19">
                  <a:moveTo>
                    <a:pt x="2" y="19"/>
                  </a:moveTo>
                  <a:cubicBezTo>
                    <a:pt x="2" y="19"/>
                    <a:pt x="3" y="19"/>
                    <a:pt x="3" y="18"/>
                  </a:cubicBezTo>
                  <a:cubicBezTo>
                    <a:pt x="3" y="1"/>
                    <a:pt x="3" y="1"/>
                    <a:pt x="3" y="1"/>
                  </a:cubicBezTo>
                  <a:cubicBezTo>
                    <a:pt x="3" y="0"/>
                    <a:pt x="2" y="0"/>
                    <a:pt x="2" y="0"/>
                  </a:cubicBezTo>
                  <a:cubicBezTo>
                    <a:pt x="1" y="0"/>
                    <a:pt x="0" y="0"/>
                    <a:pt x="0" y="1"/>
                  </a:cubicBezTo>
                  <a:cubicBezTo>
                    <a:pt x="0" y="18"/>
                    <a:pt x="0" y="18"/>
                    <a:pt x="0" y="18"/>
                  </a:cubicBezTo>
                  <a:cubicBezTo>
                    <a:pt x="0" y="19"/>
                    <a:pt x="1" y="19"/>
                    <a:pt x="2" y="19"/>
                  </a:cubicBezTo>
                  <a:close/>
                  <a:moveTo>
                    <a:pt x="1" y="1"/>
                  </a:moveTo>
                  <a:cubicBezTo>
                    <a:pt x="1" y="1"/>
                    <a:pt x="1" y="1"/>
                    <a:pt x="2" y="1"/>
                  </a:cubicBezTo>
                  <a:cubicBezTo>
                    <a:pt x="2" y="1"/>
                    <a:pt x="2" y="1"/>
                    <a:pt x="2" y="1"/>
                  </a:cubicBezTo>
                  <a:cubicBezTo>
                    <a:pt x="2" y="18"/>
                    <a:pt x="2" y="18"/>
                    <a:pt x="2" y="18"/>
                  </a:cubicBezTo>
                  <a:cubicBezTo>
                    <a:pt x="2" y="18"/>
                    <a:pt x="1" y="18"/>
                    <a:pt x="1" y="18"/>
                  </a:cubicBezTo>
                  <a:lnTo>
                    <a:pt x="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2" name="Freeform 291">
              <a:extLst>
                <a:ext uri="{FF2B5EF4-FFF2-40B4-BE49-F238E27FC236}">
                  <a16:creationId xmlns:a16="http://schemas.microsoft.com/office/drawing/2014/main" id="{D7B6FD11-A3C9-4EB4-9546-EBE333636D2C}"/>
                </a:ext>
              </a:extLst>
            </p:cNvPr>
            <p:cNvSpPr>
              <a:spLocks noEditPoints="1"/>
            </p:cNvSpPr>
            <p:nvPr userDrawn="1"/>
          </p:nvSpPr>
          <p:spPr bwMode="auto">
            <a:xfrm>
              <a:off x="11363325" y="4275138"/>
              <a:ext cx="12700" cy="215900"/>
            </a:xfrm>
            <a:custGeom>
              <a:avLst/>
              <a:gdLst>
                <a:gd name="T0" fmla="*/ 1 w 2"/>
                <a:gd name="T1" fmla="*/ 0 h 31"/>
                <a:gd name="T2" fmla="*/ 0 w 2"/>
                <a:gd name="T3" fmla="*/ 2 h 31"/>
                <a:gd name="T4" fmla="*/ 0 w 2"/>
                <a:gd name="T5" fmla="*/ 30 h 31"/>
                <a:gd name="T6" fmla="*/ 1 w 2"/>
                <a:gd name="T7" fmla="*/ 31 h 31"/>
                <a:gd name="T8" fmla="*/ 2 w 2"/>
                <a:gd name="T9" fmla="*/ 30 h 31"/>
                <a:gd name="T10" fmla="*/ 2 w 2"/>
                <a:gd name="T11" fmla="*/ 2 h 31"/>
                <a:gd name="T12" fmla="*/ 1 w 2"/>
                <a:gd name="T13" fmla="*/ 0 h 31"/>
                <a:gd name="T14" fmla="*/ 2 w 2"/>
                <a:gd name="T15" fmla="*/ 30 h 31"/>
                <a:gd name="T16" fmla="*/ 1 w 2"/>
                <a:gd name="T17" fmla="*/ 30 h 31"/>
                <a:gd name="T18" fmla="*/ 1 w 2"/>
                <a:gd name="T19" fmla="*/ 2 h 31"/>
                <a:gd name="T20" fmla="*/ 1 w 2"/>
                <a:gd name="T21" fmla="*/ 1 h 31"/>
                <a:gd name="T22" fmla="*/ 2 w 2"/>
                <a:gd name="T23" fmla="*/ 2 h 31"/>
                <a:gd name="T24" fmla="*/ 2 w 2"/>
                <a:gd name="T25"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 h="31">
                  <a:moveTo>
                    <a:pt x="1" y="0"/>
                  </a:moveTo>
                  <a:cubicBezTo>
                    <a:pt x="1" y="0"/>
                    <a:pt x="0" y="1"/>
                    <a:pt x="0" y="2"/>
                  </a:cubicBezTo>
                  <a:cubicBezTo>
                    <a:pt x="0" y="30"/>
                    <a:pt x="0" y="30"/>
                    <a:pt x="0" y="30"/>
                  </a:cubicBezTo>
                  <a:cubicBezTo>
                    <a:pt x="0" y="31"/>
                    <a:pt x="1" y="31"/>
                    <a:pt x="1" y="31"/>
                  </a:cubicBezTo>
                  <a:cubicBezTo>
                    <a:pt x="2" y="31"/>
                    <a:pt x="2" y="31"/>
                    <a:pt x="2" y="30"/>
                  </a:cubicBezTo>
                  <a:cubicBezTo>
                    <a:pt x="2" y="2"/>
                    <a:pt x="2" y="2"/>
                    <a:pt x="2" y="2"/>
                  </a:cubicBezTo>
                  <a:cubicBezTo>
                    <a:pt x="2" y="1"/>
                    <a:pt x="2" y="0"/>
                    <a:pt x="1" y="0"/>
                  </a:cubicBezTo>
                  <a:close/>
                  <a:moveTo>
                    <a:pt x="2" y="30"/>
                  </a:moveTo>
                  <a:cubicBezTo>
                    <a:pt x="2" y="30"/>
                    <a:pt x="1" y="30"/>
                    <a:pt x="1" y="30"/>
                  </a:cubicBezTo>
                  <a:cubicBezTo>
                    <a:pt x="1" y="2"/>
                    <a:pt x="1" y="2"/>
                    <a:pt x="1" y="2"/>
                  </a:cubicBezTo>
                  <a:cubicBezTo>
                    <a:pt x="1" y="1"/>
                    <a:pt x="1" y="1"/>
                    <a:pt x="1" y="1"/>
                  </a:cubicBezTo>
                  <a:cubicBezTo>
                    <a:pt x="1" y="1"/>
                    <a:pt x="2" y="1"/>
                    <a:pt x="2" y="2"/>
                  </a:cubicBezTo>
                  <a:lnTo>
                    <a:pt x="2"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3" name="Freeform 292">
              <a:extLst>
                <a:ext uri="{FF2B5EF4-FFF2-40B4-BE49-F238E27FC236}">
                  <a16:creationId xmlns:a16="http://schemas.microsoft.com/office/drawing/2014/main" id="{E0227E07-24E3-4375-BC48-CF247886EBD0}"/>
                </a:ext>
              </a:extLst>
            </p:cNvPr>
            <p:cNvSpPr>
              <a:spLocks noEditPoints="1"/>
            </p:cNvSpPr>
            <p:nvPr userDrawn="1"/>
          </p:nvSpPr>
          <p:spPr bwMode="auto">
            <a:xfrm>
              <a:off x="11425238" y="4589463"/>
              <a:ext cx="61913" cy="112713"/>
            </a:xfrm>
            <a:custGeom>
              <a:avLst/>
              <a:gdLst>
                <a:gd name="T0" fmla="*/ 1 w 9"/>
                <a:gd name="T1" fmla="*/ 16 h 16"/>
                <a:gd name="T2" fmla="*/ 8 w 9"/>
                <a:gd name="T3" fmla="*/ 16 h 16"/>
                <a:gd name="T4" fmla="*/ 9 w 9"/>
                <a:gd name="T5" fmla="*/ 15 h 16"/>
                <a:gd name="T6" fmla="*/ 9 w 9"/>
                <a:gd name="T7" fmla="*/ 1 h 16"/>
                <a:gd name="T8" fmla="*/ 8 w 9"/>
                <a:gd name="T9" fmla="*/ 0 h 16"/>
                <a:gd name="T10" fmla="*/ 1 w 9"/>
                <a:gd name="T11" fmla="*/ 0 h 16"/>
                <a:gd name="T12" fmla="*/ 0 w 9"/>
                <a:gd name="T13" fmla="*/ 1 h 16"/>
                <a:gd name="T14" fmla="*/ 0 w 9"/>
                <a:gd name="T15" fmla="*/ 15 h 16"/>
                <a:gd name="T16" fmla="*/ 1 w 9"/>
                <a:gd name="T17" fmla="*/ 16 h 16"/>
                <a:gd name="T18" fmla="*/ 1 w 9"/>
                <a:gd name="T19" fmla="*/ 1 h 16"/>
                <a:gd name="T20" fmla="*/ 8 w 9"/>
                <a:gd name="T21" fmla="*/ 1 h 16"/>
                <a:gd name="T22" fmla="*/ 8 w 9"/>
                <a:gd name="T23" fmla="*/ 15 h 16"/>
                <a:gd name="T24" fmla="*/ 1 w 9"/>
                <a:gd name="T25" fmla="*/ 15 h 16"/>
                <a:gd name="T26" fmla="*/ 1 w 9"/>
                <a:gd name="T27" fmla="*/ 1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 h="16">
                  <a:moveTo>
                    <a:pt x="1" y="16"/>
                  </a:moveTo>
                  <a:cubicBezTo>
                    <a:pt x="8" y="16"/>
                    <a:pt x="8" y="16"/>
                    <a:pt x="8" y="16"/>
                  </a:cubicBezTo>
                  <a:cubicBezTo>
                    <a:pt x="8" y="16"/>
                    <a:pt x="9" y="15"/>
                    <a:pt x="9" y="15"/>
                  </a:cubicBezTo>
                  <a:cubicBezTo>
                    <a:pt x="9" y="1"/>
                    <a:pt x="9" y="1"/>
                    <a:pt x="9" y="1"/>
                  </a:cubicBezTo>
                  <a:cubicBezTo>
                    <a:pt x="9" y="0"/>
                    <a:pt x="8" y="0"/>
                    <a:pt x="8" y="0"/>
                  </a:cubicBezTo>
                  <a:cubicBezTo>
                    <a:pt x="1" y="0"/>
                    <a:pt x="1" y="0"/>
                    <a:pt x="1" y="0"/>
                  </a:cubicBezTo>
                  <a:cubicBezTo>
                    <a:pt x="0" y="0"/>
                    <a:pt x="0" y="0"/>
                    <a:pt x="0" y="1"/>
                  </a:cubicBezTo>
                  <a:cubicBezTo>
                    <a:pt x="0" y="15"/>
                    <a:pt x="0" y="15"/>
                    <a:pt x="0" y="15"/>
                  </a:cubicBezTo>
                  <a:cubicBezTo>
                    <a:pt x="0" y="15"/>
                    <a:pt x="0" y="16"/>
                    <a:pt x="1" y="16"/>
                  </a:cubicBezTo>
                  <a:close/>
                  <a:moveTo>
                    <a:pt x="1" y="1"/>
                  </a:moveTo>
                  <a:cubicBezTo>
                    <a:pt x="8" y="1"/>
                    <a:pt x="8" y="1"/>
                    <a:pt x="8" y="1"/>
                  </a:cubicBezTo>
                  <a:cubicBezTo>
                    <a:pt x="8" y="15"/>
                    <a:pt x="8" y="15"/>
                    <a:pt x="8" y="15"/>
                  </a:cubicBezTo>
                  <a:cubicBezTo>
                    <a:pt x="1" y="15"/>
                    <a:pt x="1" y="15"/>
                    <a:pt x="1" y="15"/>
                  </a:cubicBezTo>
                  <a:lnTo>
                    <a:pt x="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4" name="Freeform 293">
              <a:extLst>
                <a:ext uri="{FF2B5EF4-FFF2-40B4-BE49-F238E27FC236}">
                  <a16:creationId xmlns:a16="http://schemas.microsoft.com/office/drawing/2014/main" id="{C590B498-B530-4843-ADA8-D0CDB4ACFA75}"/>
                </a:ext>
              </a:extLst>
            </p:cNvPr>
            <p:cNvSpPr>
              <a:spLocks noEditPoints="1"/>
            </p:cNvSpPr>
            <p:nvPr userDrawn="1"/>
          </p:nvSpPr>
          <p:spPr bwMode="auto">
            <a:xfrm>
              <a:off x="11695113" y="4275138"/>
              <a:ext cx="12700" cy="215900"/>
            </a:xfrm>
            <a:custGeom>
              <a:avLst/>
              <a:gdLst>
                <a:gd name="T0" fmla="*/ 1 w 2"/>
                <a:gd name="T1" fmla="*/ 0 h 31"/>
                <a:gd name="T2" fmla="*/ 0 w 2"/>
                <a:gd name="T3" fmla="*/ 2 h 31"/>
                <a:gd name="T4" fmla="*/ 0 w 2"/>
                <a:gd name="T5" fmla="*/ 30 h 31"/>
                <a:gd name="T6" fmla="*/ 1 w 2"/>
                <a:gd name="T7" fmla="*/ 31 h 31"/>
                <a:gd name="T8" fmla="*/ 2 w 2"/>
                <a:gd name="T9" fmla="*/ 30 h 31"/>
                <a:gd name="T10" fmla="*/ 2 w 2"/>
                <a:gd name="T11" fmla="*/ 2 h 31"/>
                <a:gd name="T12" fmla="*/ 1 w 2"/>
                <a:gd name="T13" fmla="*/ 0 h 31"/>
                <a:gd name="T14" fmla="*/ 1 w 2"/>
                <a:gd name="T15" fmla="*/ 30 h 31"/>
                <a:gd name="T16" fmla="*/ 1 w 2"/>
                <a:gd name="T17" fmla="*/ 30 h 31"/>
                <a:gd name="T18" fmla="*/ 1 w 2"/>
                <a:gd name="T19" fmla="*/ 2 h 31"/>
                <a:gd name="T20" fmla="*/ 1 w 2"/>
                <a:gd name="T21" fmla="*/ 1 h 31"/>
                <a:gd name="T22" fmla="*/ 1 w 2"/>
                <a:gd name="T23" fmla="*/ 2 h 31"/>
                <a:gd name="T24" fmla="*/ 1 w 2"/>
                <a:gd name="T25"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 h="31">
                  <a:moveTo>
                    <a:pt x="1" y="0"/>
                  </a:moveTo>
                  <a:cubicBezTo>
                    <a:pt x="0" y="0"/>
                    <a:pt x="0" y="1"/>
                    <a:pt x="0" y="2"/>
                  </a:cubicBezTo>
                  <a:cubicBezTo>
                    <a:pt x="0" y="30"/>
                    <a:pt x="0" y="30"/>
                    <a:pt x="0" y="30"/>
                  </a:cubicBezTo>
                  <a:cubicBezTo>
                    <a:pt x="0" y="31"/>
                    <a:pt x="0" y="31"/>
                    <a:pt x="1" y="31"/>
                  </a:cubicBezTo>
                  <a:cubicBezTo>
                    <a:pt x="2" y="31"/>
                    <a:pt x="2" y="31"/>
                    <a:pt x="2" y="30"/>
                  </a:cubicBezTo>
                  <a:cubicBezTo>
                    <a:pt x="2" y="2"/>
                    <a:pt x="2" y="2"/>
                    <a:pt x="2" y="2"/>
                  </a:cubicBezTo>
                  <a:cubicBezTo>
                    <a:pt x="2" y="1"/>
                    <a:pt x="2" y="0"/>
                    <a:pt x="1" y="0"/>
                  </a:cubicBezTo>
                  <a:close/>
                  <a:moveTo>
                    <a:pt x="1" y="30"/>
                  </a:moveTo>
                  <a:cubicBezTo>
                    <a:pt x="1" y="30"/>
                    <a:pt x="1" y="30"/>
                    <a:pt x="1" y="30"/>
                  </a:cubicBezTo>
                  <a:cubicBezTo>
                    <a:pt x="1" y="2"/>
                    <a:pt x="1" y="2"/>
                    <a:pt x="1" y="2"/>
                  </a:cubicBezTo>
                  <a:cubicBezTo>
                    <a:pt x="1" y="1"/>
                    <a:pt x="1" y="1"/>
                    <a:pt x="1" y="1"/>
                  </a:cubicBezTo>
                  <a:cubicBezTo>
                    <a:pt x="1" y="1"/>
                    <a:pt x="1" y="1"/>
                    <a:pt x="1" y="2"/>
                  </a:cubicBezTo>
                  <a:lnTo>
                    <a:pt x="1"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5" name="Freeform 294">
              <a:extLst>
                <a:ext uri="{FF2B5EF4-FFF2-40B4-BE49-F238E27FC236}">
                  <a16:creationId xmlns:a16="http://schemas.microsoft.com/office/drawing/2014/main" id="{A524DABB-551C-4519-B21D-D7172A7FA5B1}"/>
                </a:ext>
              </a:extLst>
            </p:cNvPr>
            <p:cNvSpPr>
              <a:spLocks noEditPoints="1"/>
            </p:cNvSpPr>
            <p:nvPr userDrawn="1"/>
          </p:nvSpPr>
          <p:spPr bwMode="auto">
            <a:xfrm>
              <a:off x="11583988" y="4275138"/>
              <a:ext cx="14288" cy="215900"/>
            </a:xfrm>
            <a:custGeom>
              <a:avLst/>
              <a:gdLst>
                <a:gd name="T0" fmla="*/ 1 w 2"/>
                <a:gd name="T1" fmla="*/ 0 h 31"/>
                <a:gd name="T2" fmla="*/ 0 w 2"/>
                <a:gd name="T3" fmla="*/ 2 h 31"/>
                <a:gd name="T4" fmla="*/ 0 w 2"/>
                <a:gd name="T5" fmla="*/ 30 h 31"/>
                <a:gd name="T6" fmla="*/ 1 w 2"/>
                <a:gd name="T7" fmla="*/ 31 h 31"/>
                <a:gd name="T8" fmla="*/ 2 w 2"/>
                <a:gd name="T9" fmla="*/ 30 h 31"/>
                <a:gd name="T10" fmla="*/ 2 w 2"/>
                <a:gd name="T11" fmla="*/ 2 h 31"/>
                <a:gd name="T12" fmla="*/ 1 w 2"/>
                <a:gd name="T13" fmla="*/ 0 h 31"/>
                <a:gd name="T14" fmla="*/ 1 w 2"/>
                <a:gd name="T15" fmla="*/ 30 h 31"/>
                <a:gd name="T16" fmla="*/ 1 w 2"/>
                <a:gd name="T17" fmla="*/ 30 h 31"/>
                <a:gd name="T18" fmla="*/ 1 w 2"/>
                <a:gd name="T19" fmla="*/ 2 h 31"/>
                <a:gd name="T20" fmla="*/ 1 w 2"/>
                <a:gd name="T21" fmla="*/ 1 h 31"/>
                <a:gd name="T22" fmla="*/ 1 w 2"/>
                <a:gd name="T23" fmla="*/ 2 h 31"/>
                <a:gd name="T24" fmla="*/ 1 w 2"/>
                <a:gd name="T25"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 h="31">
                  <a:moveTo>
                    <a:pt x="1" y="0"/>
                  </a:moveTo>
                  <a:cubicBezTo>
                    <a:pt x="1" y="0"/>
                    <a:pt x="0" y="1"/>
                    <a:pt x="0" y="2"/>
                  </a:cubicBezTo>
                  <a:cubicBezTo>
                    <a:pt x="0" y="30"/>
                    <a:pt x="0" y="30"/>
                    <a:pt x="0" y="30"/>
                  </a:cubicBezTo>
                  <a:cubicBezTo>
                    <a:pt x="0" y="31"/>
                    <a:pt x="1" y="31"/>
                    <a:pt x="1" y="31"/>
                  </a:cubicBezTo>
                  <a:cubicBezTo>
                    <a:pt x="2" y="31"/>
                    <a:pt x="2" y="31"/>
                    <a:pt x="2" y="30"/>
                  </a:cubicBezTo>
                  <a:cubicBezTo>
                    <a:pt x="2" y="2"/>
                    <a:pt x="2" y="2"/>
                    <a:pt x="2" y="2"/>
                  </a:cubicBezTo>
                  <a:cubicBezTo>
                    <a:pt x="2" y="1"/>
                    <a:pt x="2" y="0"/>
                    <a:pt x="1" y="0"/>
                  </a:cubicBezTo>
                  <a:close/>
                  <a:moveTo>
                    <a:pt x="1" y="30"/>
                  </a:moveTo>
                  <a:cubicBezTo>
                    <a:pt x="1" y="30"/>
                    <a:pt x="1" y="30"/>
                    <a:pt x="1" y="30"/>
                  </a:cubicBezTo>
                  <a:cubicBezTo>
                    <a:pt x="1" y="2"/>
                    <a:pt x="1" y="2"/>
                    <a:pt x="1" y="2"/>
                  </a:cubicBezTo>
                  <a:cubicBezTo>
                    <a:pt x="1" y="1"/>
                    <a:pt x="1" y="1"/>
                    <a:pt x="1" y="1"/>
                  </a:cubicBezTo>
                  <a:cubicBezTo>
                    <a:pt x="1" y="1"/>
                    <a:pt x="1" y="1"/>
                    <a:pt x="1" y="2"/>
                  </a:cubicBezTo>
                  <a:lnTo>
                    <a:pt x="1"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6" name="Freeform 295">
              <a:extLst>
                <a:ext uri="{FF2B5EF4-FFF2-40B4-BE49-F238E27FC236}">
                  <a16:creationId xmlns:a16="http://schemas.microsoft.com/office/drawing/2014/main" id="{6B629153-EF5B-4DFB-96B8-7752A9C26501}"/>
                </a:ext>
              </a:extLst>
            </p:cNvPr>
            <p:cNvSpPr>
              <a:spLocks noEditPoints="1"/>
            </p:cNvSpPr>
            <p:nvPr userDrawn="1"/>
          </p:nvSpPr>
          <p:spPr bwMode="auto">
            <a:xfrm>
              <a:off x="11472863" y="4275138"/>
              <a:ext cx="14288" cy="215900"/>
            </a:xfrm>
            <a:custGeom>
              <a:avLst/>
              <a:gdLst>
                <a:gd name="T0" fmla="*/ 1 w 2"/>
                <a:gd name="T1" fmla="*/ 0 h 31"/>
                <a:gd name="T2" fmla="*/ 0 w 2"/>
                <a:gd name="T3" fmla="*/ 2 h 31"/>
                <a:gd name="T4" fmla="*/ 0 w 2"/>
                <a:gd name="T5" fmla="*/ 30 h 31"/>
                <a:gd name="T6" fmla="*/ 1 w 2"/>
                <a:gd name="T7" fmla="*/ 31 h 31"/>
                <a:gd name="T8" fmla="*/ 2 w 2"/>
                <a:gd name="T9" fmla="*/ 30 h 31"/>
                <a:gd name="T10" fmla="*/ 2 w 2"/>
                <a:gd name="T11" fmla="*/ 2 h 31"/>
                <a:gd name="T12" fmla="*/ 1 w 2"/>
                <a:gd name="T13" fmla="*/ 0 h 31"/>
                <a:gd name="T14" fmla="*/ 1 w 2"/>
                <a:gd name="T15" fmla="*/ 30 h 31"/>
                <a:gd name="T16" fmla="*/ 1 w 2"/>
                <a:gd name="T17" fmla="*/ 30 h 31"/>
                <a:gd name="T18" fmla="*/ 1 w 2"/>
                <a:gd name="T19" fmla="*/ 2 h 31"/>
                <a:gd name="T20" fmla="*/ 1 w 2"/>
                <a:gd name="T21" fmla="*/ 1 h 31"/>
                <a:gd name="T22" fmla="*/ 1 w 2"/>
                <a:gd name="T23" fmla="*/ 2 h 31"/>
                <a:gd name="T24" fmla="*/ 1 w 2"/>
                <a:gd name="T25"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 h="31">
                  <a:moveTo>
                    <a:pt x="1" y="0"/>
                  </a:moveTo>
                  <a:cubicBezTo>
                    <a:pt x="1" y="0"/>
                    <a:pt x="0" y="1"/>
                    <a:pt x="0" y="2"/>
                  </a:cubicBezTo>
                  <a:cubicBezTo>
                    <a:pt x="0" y="30"/>
                    <a:pt x="0" y="30"/>
                    <a:pt x="0" y="30"/>
                  </a:cubicBezTo>
                  <a:cubicBezTo>
                    <a:pt x="0" y="31"/>
                    <a:pt x="1" y="31"/>
                    <a:pt x="1" y="31"/>
                  </a:cubicBezTo>
                  <a:cubicBezTo>
                    <a:pt x="2" y="31"/>
                    <a:pt x="2" y="31"/>
                    <a:pt x="2" y="30"/>
                  </a:cubicBezTo>
                  <a:cubicBezTo>
                    <a:pt x="2" y="2"/>
                    <a:pt x="2" y="2"/>
                    <a:pt x="2" y="2"/>
                  </a:cubicBezTo>
                  <a:cubicBezTo>
                    <a:pt x="2" y="1"/>
                    <a:pt x="2" y="0"/>
                    <a:pt x="1" y="0"/>
                  </a:cubicBezTo>
                  <a:close/>
                  <a:moveTo>
                    <a:pt x="1" y="30"/>
                  </a:moveTo>
                  <a:cubicBezTo>
                    <a:pt x="1" y="30"/>
                    <a:pt x="1" y="30"/>
                    <a:pt x="1" y="30"/>
                  </a:cubicBezTo>
                  <a:cubicBezTo>
                    <a:pt x="1" y="2"/>
                    <a:pt x="1" y="2"/>
                    <a:pt x="1" y="2"/>
                  </a:cubicBezTo>
                  <a:cubicBezTo>
                    <a:pt x="1" y="1"/>
                    <a:pt x="1" y="1"/>
                    <a:pt x="1" y="1"/>
                  </a:cubicBezTo>
                  <a:cubicBezTo>
                    <a:pt x="1" y="1"/>
                    <a:pt x="1" y="1"/>
                    <a:pt x="1" y="2"/>
                  </a:cubicBezTo>
                  <a:lnTo>
                    <a:pt x="1"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7" name="Freeform 296">
              <a:extLst>
                <a:ext uri="{FF2B5EF4-FFF2-40B4-BE49-F238E27FC236}">
                  <a16:creationId xmlns:a16="http://schemas.microsoft.com/office/drawing/2014/main" id="{CCDD0D7E-CD2E-4B90-BFB4-85CC613197CF}"/>
                </a:ext>
              </a:extLst>
            </p:cNvPr>
            <p:cNvSpPr>
              <a:spLocks noEditPoints="1"/>
            </p:cNvSpPr>
            <p:nvPr userDrawn="1"/>
          </p:nvSpPr>
          <p:spPr bwMode="auto">
            <a:xfrm>
              <a:off x="11064875" y="4799013"/>
              <a:ext cx="560388" cy="22225"/>
            </a:xfrm>
            <a:custGeom>
              <a:avLst/>
              <a:gdLst>
                <a:gd name="T0" fmla="*/ 80 w 81"/>
                <a:gd name="T1" fmla="*/ 0 h 3"/>
                <a:gd name="T2" fmla="*/ 1 w 81"/>
                <a:gd name="T3" fmla="*/ 0 h 3"/>
                <a:gd name="T4" fmla="*/ 0 w 81"/>
                <a:gd name="T5" fmla="*/ 0 h 3"/>
                <a:gd name="T6" fmla="*/ 0 w 81"/>
                <a:gd name="T7" fmla="*/ 3 h 3"/>
                <a:gd name="T8" fmla="*/ 1 w 81"/>
                <a:gd name="T9" fmla="*/ 3 h 3"/>
                <a:gd name="T10" fmla="*/ 80 w 81"/>
                <a:gd name="T11" fmla="*/ 3 h 3"/>
                <a:gd name="T12" fmla="*/ 81 w 81"/>
                <a:gd name="T13" fmla="*/ 3 h 3"/>
                <a:gd name="T14" fmla="*/ 81 w 81"/>
                <a:gd name="T15" fmla="*/ 0 h 3"/>
                <a:gd name="T16" fmla="*/ 80 w 81"/>
                <a:gd name="T17" fmla="*/ 0 h 3"/>
                <a:gd name="T18" fmla="*/ 80 w 81"/>
                <a:gd name="T19" fmla="*/ 2 h 3"/>
                <a:gd name="T20" fmla="*/ 1 w 81"/>
                <a:gd name="T21" fmla="*/ 2 h 3"/>
                <a:gd name="T22" fmla="*/ 1 w 81"/>
                <a:gd name="T23" fmla="*/ 1 h 3"/>
                <a:gd name="T24" fmla="*/ 80 w 81"/>
                <a:gd name="T25" fmla="*/ 1 h 3"/>
                <a:gd name="T26" fmla="*/ 80 w 81"/>
                <a:gd name="T27"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1" h="3">
                  <a:moveTo>
                    <a:pt x="80" y="0"/>
                  </a:moveTo>
                  <a:cubicBezTo>
                    <a:pt x="1" y="0"/>
                    <a:pt x="1" y="0"/>
                    <a:pt x="1" y="0"/>
                  </a:cubicBezTo>
                  <a:cubicBezTo>
                    <a:pt x="0" y="0"/>
                    <a:pt x="0" y="0"/>
                    <a:pt x="0" y="0"/>
                  </a:cubicBezTo>
                  <a:cubicBezTo>
                    <a:pt x="0" y="3"/>
                    <a:pt x="0" y="3"/>
                    <a:pt x="0" y="3"/>
                  </a:cubicBezTo>
                  <a:cubicBezTo>
                    <a:pt x="0" y="3"/>
                    <a:pt x="0" y="3"/>
                    <a:pt x="1" y="3"/>
                  </a:cubicBezTo>
                  <a:cubicBezTo>
                    <a:pt x="80" y="3"/>
                    <a:pt x="80" y="3"/>
                    <a:pt x="80" y="3"/>
                  </a:cubicBezTo>
                  <a:cubicBezTo>
                    <a:pt x="81" y="3"/>
                    <a:pt x="81" y="3"/>
                    <a:pt x="81" y="3"/>
                  </a:cubicBezTo>
                  <a:cubicBezTo>
                    <a:pt x="81" y="0"/>
                    <a:pt x="81" y="0"/>
                    <a:pt x="81" y="0"/>
                  </a:cubicBezTo>
                  <a:cubicBezTo>
                    <a:pt x="81" y="0"/>
                    <a:pt x="81" y="0"/>
                    <a:pt x="80" y="0"/>
                  </a:cubicBezTo>
                  <a:close/>
                  <a:moveTo>
                    <a:pt x="80" y="2"/>
                  </a:moveTo>
                  <a:cubicBezTo>
                    <a:pt x="1" y="2"/>
                    <a:pt x="1" y="2"/>
                    <a:pt x="1" y="2"/>
                  </a:cubicBezTo>
                  <a:cubicBezTo>
                    <a:pt x="1" y="1"/>
                    <a:pt x="1" y="1"/>
                    <a:pt x="1" y="1"/>
                  </a:cubicBezTo>
                  <a:cubicBezTo>
                    <a:pt x="80" y="1"/>
                    <a:pt x="80" y="1"/>
                    <a:pt x="80" y="1"/>
                  </a:cubicBezTo>
                  <a:lnTo>
                    <a:pt x="8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8" name="Freeform 297">
              <a:extLst>
                <a:ext uri="{FF2B5EF4-FFF2-40B4-BE49-F238E27FC236}">
                  <a16:creationId xmlns:a16="http://schemas.microsoft.com/office/drawing/2014/main" id="{2AFF5404-BA3F-4558-AC7A-95132E8C69F7}"/>
                </a:ext>
              </a:extLst>
            </p:cNvPr>
            <p:cNvSpPr>
              <a:spLocks noEditPoints="1"/>
            </p:cNvSpPr>
            <p:nvPr userDrawn="1"/>
          </p:nvSpPr>
          <p:spPr bwMode="auto">
            <a:xfrm>
              <a:off x="11639550" y="4568825"/>
              <a:ext cx="12700" cy="133350"/>
            </a:xfrm>
            <a:custGeom>
              <a:avLst/>
              <a:gdLst>
                <a:gd name="T0" fmla="*/ 1 w 2"/>
                <a:gd name="T1" fmla="*/ 0 h 19"/>
                <a:gd name="T2" fmla="*/ 0 w 2"/>
                <a:gd name="T3" fmla="*/ 1 h 19"/>
                <a:gd name="T4" fmla="*/ 0 w 2"/>
                <a:gd name="T5" fmla="*/ 18 h 19"/>
                <a:gd name="T6" fmla="*/ 1 w 2"/>
                <a:gd name="T7" fmla="*/ 19 h 19"/>
                <a:gd name="T8" fmla="*/ 2 w 2"/>
                <a:gd name="T9" fmla="*/ 18 h 19"/>
                <a:gd name="T10" fmla="*/ 2 w 2"/>
                <a:gd name="T11" fmla="*/ 1 h 19"/>
                <a:gd name="T12" fmla="*/ 1 w 2"/>
                <a:gd name="T13" fmla="*/ 0 h 19"/>
                <a:gd name="T14" fmla="*/ 1 w 2"/>
                <a:gd name="T15" fmla="*/ 18 h 19"/>
                <a:gd name="T16" fmla="*/ 1 w 2"/>
                <a:gd name="T17" fmla="*/ 18 h 19"/>
                <a:gd name="T18" fmla="*/ 1 w 2"/>
                <a:gd name="T19" fmla="*/ 1 h 19"/>
                <a:gd name="T20" fmla="*/ 1 w 2"/>
                <a:gd name="T21" fmla="*/ 1 h 19"/>
                <a:gd name="T22" fmla="*/ 1 w 2"/>
                <a:gd name="T23" fmla="*/ 1 h 19"/>
                <a:gd name="T24" fmla="*/ 1 w 2"/>
                <a:gd name="T25"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 h="19">
                  <a:moveTo>
                    <a:pt x="1" y="0"/>
                  </a:moveTo>
                  <a:cubicBezTo>
                    <a:pt x="1" y="0"/>
                    <a:pt x="0" y="0"/>
                    <a:pt x="0" y="1"/>
                  </a:cubicBezTo>
                  <a:cubicBezTo>
                    <a:pt x="0" y="18"/>
                    <a:pt x="0" y="18"/>
                    <a:pt x="0" y="18"/>
                  </a:cubicBezTo>
                  <a:cubicBezTo>
                    <a:pt x="0" y="19"/>
                    <a:pt x="1" y="19"/>
                    <a:pt x="1" y="19"/>
                  </a:cubicBezTo>
                  <a:cubicBezTo>
                    <a:pt x="2" y="19"/>
                    <a:pt x="2" y="19"/>
                    <a:pt x="2" y="18"/>
                  </a:cubicBezTo>
                  <a:cubicBezTo>
                    <a:pt x="2" y="1"/>
                    <a:pt x="2" y="1"/>
                    <a:pt x="2" y="1"/>
                  </a:cubicBezTo>
                  <a:cubicBezTo>
                    <a:pt x="2" y="0"/>
                    <a:pt x="2" y="0"/>
                    <a:pt x="1" y="0"/>
                  </a:cubicBezTo>
                  <a:close/>
                  <a:moveTo>
                    <a:pt x="1" y="18"/>
                  </a:moveTo>
                  <a:cubicBezTo>
                    <a:pt x="1" y="18"/>
                    <a:pt x="1" y="18"/>
                    <a:pt x="1" y="18"/>
                  </a:cubicBezTo>
                  <a:cubicBezTo>
                    <a:pt x="1" y="1"/>
                    <a:pt x="1" y="1"/>
                    <a:pt x="1" y="1"/>
                  </a:cubicBezTo>
                  <a:cubicBezTo>
                    <a:pt x="1" y="1"/>
                    <a:pt x="1" y="1"/>
                    <a:pt x="1" y="1"/>
                  </a:cubicBezTo>
                  <a:cubicBezTo>
                    <a:pt x="1" y="1"/>
                    <a:pt x="1" y="1"/>
                    <a:pt x="1" y="1"/>
                  </a:cubicBezTo>
                  <a:lnTo>
                    <a:pt x="1"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9" name="Freeform 298">
              <a:extLst>
                <a:ext uri="{FF2B5EF4-FFF2-40B4-BE49-F238E27FC236}">
                  <a16:creationId xmlns:a16="http://schemas.microsoft.com/office/drawing/2014/main" id="{A3F08672-4B94-49DA-9894-8B7779EFA877}"/>
                </a:ext>
              </a:extLst>
            </p:cNvPr>
            <p:cNvSpPr>
              <a:spLocks noEditPoints="1"/>
            </p:cNvSpPr>
            <p:nvPr userDrawn="1"/>
          </p:nvSpPr>
          <p:spPr bwMode="auto">
            <a:xfrm>
              <a:off x="11064875" y="4743450"/>
              <a:ext cx="484188" cy="28575"/>
            </a:xfrm>
            <a:custGeom>
              <a:avLst/>
              <a:gdLst>
                <a:gd name="T0" fmla="*/ 1 w 70"/>
                <a:gd name="T1" fmla="*/ 4 h 4"/>
                <a:gd name="T2" fmla="*/ 70 w 70"/>
                <a:gd name="T3" fmla="*/ 4 h 4"/>
                <a:gd name="T4" fmla="*/ 70 w 70"/>
                <a:gd name="T5" fmla="*/ 4 h 4"/>
                <a:gd name="T6" fmla="*/ 70 w 70"/>
                <a:gd name="T7" fmla="*/ 1 h 4"/>
                <a:gd name="T8" fmla="*/ 70 w 70"/>
                <a:gd name="T9" fmla="*/ 0 h 4"/>
                <a:gd name="T10" fmla="*/ 1 w 70"/>
                <a:gd name="T11" fmla="*/ 0 h 4"/>
                <a:gd name="T12" fmla="*/ 0 w 70"/>
                <a:gd name="T13" fmla="*/ 1 h 4"/>
                <a:gd name="T14" fmla="*/ 0 w 70"/>
                <a:gd name="T15" fmla="*/ 4 h 4"/>
                <a:gd name="T16" fmla="*/ 1 w 70"/>
                <a:gd name="T17" fmla="*/ 4 h 4"/>
                <a:gd name="T18" fmla="*/ 1 w 70"/>
                <a:gd name="T19" fmla="*/ 1 h 4"/>
                <a:gd name="T20" fmla="*/ 69 w 70"/>
                <a:gd name="T21" fmla="*/ 1 h 4"/>
                <a:gd name="T22" fmla="*/ 69 w 70"/>
                <a:gd name="T23" fmla="*/ 3 h 4"/>
                <a:gd name="T24" fmla="*/ 1 w 70"/>
                <a:gd name="T25" fmla="*/ 3 h 4"/>
                <a:gd name="T26" fmla="*/ 1 w 70"/>
                <a:gd name="T27"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4">
                  <a:moveTo>
                    <a:pt x="1" y="4"/>
                  </a:moveTo>
                  <a:cubicBezTo>
                    <a:pt x="70" y="4"/>
                    <a:pt x="70" y="4"/>
                    <a:pt x="70" y="4"/>
                  </a:cubicBezTo>
                  <a:cubicBezTo>
                    <a:pt x="70" y="4"/>
                    <a:pt x="70" y="4"/>
                    <a:pt x="70" y="4"/>
                  </a:cubicBezTo>
                  <a:cubicBezTo>
                    <a:pt x="70" y="1"/>
                    <a:pt x="70" y="1"/>
                    <a:pt x="70" y="1"/>
                  </a:cubicBezTo>
                  <a:cubicBezTo>
                    <a:pt x="70" y="1"/>
                    <a:pt x="70" y="0"/>
                    <a:pt x="70" y="0"/>
                  </a:cubicBezTo>
                  <a:cubicBezTo>
                    <a:pt x="1" y="0"/>
                    <a:pt x="1" y="0"/>
                    <a:pt x="1" y="0"/>
                  </a:cubicBezTo>
                  <a:cubicBezTo>
                    <a:pt x="0" y="0"/>
                    <a:pt x="0" y="1"/>
                    <a:pt x="0" y="1"/>
                  </a:cubicBezTo>
                  <a:cubicBezTo>
                    <a:pt x="0" y="4"/>
                    <a:pt x="0" y="4"/>
                    <a:pt x="0" y="4"/>
                  </a:cubicBezTo>
                  <a:cubicBezTo>
                    <a:pt x="0" y="4"/>
                    <a:pt x="0" y="4"/>
                    <a:pt x="1" y="4"/>
                  </a:cubicBezTo>
                  <a:close/>
                  <a:moveTo>
                    <a:pt x="1" y="1"/>
                  </a:moveTo>
                  <a:cubicBezTo>
                    <a:pt x="69" y="1"/>
                    <a:pt x="69" y="1"/>
                    <a:pt x="69" y="1"/>
                  </a:cubicBezTo>
                  <a:cubicBezTo>
                    <a:pt x="69" y="3"/>
                    <a:pt x="69" y="3"/>
                    <a:pt x="69" y="3"/>
                  </a:cubicBezTo>
                  <a:cubicBezTo>
                    <a:pt x="1" y="3"/>
                    <a:pt x="1" y="3"/>
                    <a:pt x="1" y="3"/>
                  </a:cubicBezTo>
                  <a:lnTo>
                    <a:pt x="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0" name="Freeform 299">
              <a:extLst>
                <a:ext uri="{FF2B5EF4-FFF2-40B4-BE49-F238E27FC236}">
                  <a16:creationId xmlns:a16="http://schemas.microsoft.com/office/drawing/2014/main" id="{48F1B8CF-EED5-4D7E-8A9A-5695636CCF44}"/>
                </a:ext>
              </a:extLst>
            </p:cNvPr>
            <p:cNvSpPr>
              <a:spLocks noEditPoints="1"/>
            </p:cNvSpPr>
            <p:nvPr userDrawn="1"/>
          </p:nvSpPr>
          <p:spPr bwMode="auto">
            <a:xfrm>
              <a:off x="12026900" y="4275138"/>
              <a:ext cx="12700" cy="160338"/>
            </a:xfrm>
            <a:custGeom>
              <a:avLst/>
              <a:gdLst>
                <a:gd name="T0" fmla="*/ 1 w 2"/>
                <a:gd name="T1" fmla="*/ 23 h 23"/>
                <a:gd name="T2" fmla="*/ 2 w 2"/>
                <a:gd name="T3" fmla="*/ 22 h 23"/>
                <a:gd name="T4" fmla="*/ 2 w 2"/>
                <a:gd name="T5" fmla="*/ 1 h 23"/>
                <a:gd name="T6" fmla="*/ 1 w 2"/>
                <a:gd name="T7" fmla="*/ 0 h 23"/>
                <a:gd name="T8" fmla="*/ 0 w 2"/>
                <a:gd name="T9" fmla="*/ 1 h 23"/>
                <a:gd name="T10" fmla="*/ 0 w 2"/>
                <a:gd name="T11" fmla="*/ 22 h 23"/>
                <a:gd name="T12" fmla="*/ 1 w 2"/>
                <a:gd name="T13" fmla="*/ 23 h 23"/>
                <a:gd name="T14" fmla="*/ 1 w 2"/>
                <a:gd name="T15" fmla="*/ 1 h 23"/>
                <a:gd name="T16" fmla="*/ 1 w 2"/>
                <a:gd name="T17" fmla="*/ 1 h 23"/>
                <a:gd name="T18" fmla="*/ 1 w 2"/>
                <a:gd name="T19" fmla="*/ 1 h 23"/>
                <a:gd name="T20" fmla="*/ 1 w 2"/>
                <a:gd name="T21" fmla="*/ 22 h 23"/>
                <a:gd name="T22" fmla="*/ 1 w 2"/>
                <a:gd name="T23" fmla="*/ 22 h 23"/>
                <a:gd name="T24" fmla="*/ 1 w 2"/>
                <a:gd name="T25"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 h="23">
                  <a:moveTo>
                    <a:pt x="1" y="23"/>
                  </a:moveTo>
                  <a:cubicBezTo>
                    <a:pt x="1" y="23"/>
                    <a:pt x="2" y="23"/>
                    <a:pt x="2" y="22"/>
                  </a:cubicBezTo>
                  <a:cubicBezTo>
                    <a:pt x="2" y="1"/>
                    <a:pt x="2" y="1"/>
                    <a:pt x="2" y="1"/>
                  </a:cubicBezTo>
                  <a:cubicBezTo>
                    <a:pt x="2" y="0"/>
                    <a:pt x="1" y="0"/>
                    <a:pt x="1" y="0"/>
                  </a:cubicBezTo>
                  <a:cubicBezTo>
                    <a:pt x="0" y="0"/>
                    <a:pt x="0" y="0"/>
                    <a:pt x="0" y="1"/>
                  </a:cubicBezTo>
                  <a:cubicBezTo>
                    <a:pt x="0" y="22"/>
                    <a:pt x="0" y="22"/>
                    <a:pt x="0" y="22"/>
                  </a:cubicBezTo>
                  <a:cubicBezTo>
                    <a:pt x="0" y="23"/>
                    <a:pt x="0" y="23"/>
                    <a:pt x="1" y="23"/>
                  </a:cubicBezTo>
                  <a:close/>
                  <a:moveTo>
                    <a:pt x="1" y="1"/>
                  </a:moveTo>
                  <a:cubicBezTo>
                    <a:pt x="1" y="1"/>
                    <a:pt x="1" y="1"/>
                    <a:pt x="1" y="1"/>
                  </a:cubicBezTo>
                  <a:cubicBezTo>
                    <a:pt x="1" y="1"/>
                    <a:pt x="1" y="1"/>
                    <a:pt x="1" y="1"/>
                  </a:cubicBezTo>
                  <a:cubicBezTo>
                    <a:pt x="1" y="22"/>
                    <a:pt x="1" y="22"/>
                    <a:pt x="1" y="22"/>
                  </a:cubicBezTo>
                  <a:cubicBezTo>
                    <a:pt x="1" y="22"/>
                    <a:pt x="1" y="22"/>
                    <a:pt x="1" y="22"/>
                  </a:cubicBezTo>
                  <a:lnTo>
                    <a:pt x="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1" name="Freeform 300">
              <a:extLst>
                <a:ext uri="{FF2B5EF4-FFF2-40B4-BE49-F238E27FC236}">
                  <a16:creationId xmlns:a16="http://schemas.microsoft.com/office/drawing/2014/main" id="{0418271E-1FB9-43D6-A76F-5E84E6B268CA}"/>
                </a:ext>
              </a:extLst>
            </p:cNvPr>
            <p:cNvSpPr>
              <a:spLocks noEditPoints="1"/>
            </p:cNvSpPr>
            <p:nvPr userDrawn="1"/>
          </p:nvSpPr>
          <p:spPr bwMode="auto">
            <a:xfrm>
              <a:off x="11293475" y="4589463"/>
              <a:ext cx="61913" cy="112713"/>
            </a:xfrm>
            <a:custGeom>
              <a:avLst/>
              <a:gdLst>
                <a:gd name="T0" fmla="*/ 1 w 9"/>
                <a:gd name="T1" fmla="*/ 16 h 16"/>
                <a:gd name="T2" fmla="*/ 8 w 9"/>
                <a:gd name="T3" fmla="*/ 16 h 16"/>
                <a:gd name="T4" fmla="*/ 9 w 9"/>
                <a:gd name="T5" fmla="*/ 15 h 16"/>
                <a:gd name="T6" fmla="*/ 9 w 9"/>
                <a:gd name="T7" fmla="*/ 1 h 16"/>
                <a:gd name="T8" fmla="*/ 8 w 9"/>
                <a:gd name="T9" fmla="*/ 0 h 16"/>
                <a:gd name="T10" fmla="*/ 1 w 9"/>
                <a:gd name="T11" fmla="*/ 0 h 16"/>
                <a:gd name="T12" fmla="*/ 0 w 9"/>
                <a:gd name="T13" fmla="*/ 1 h 16"/>
                <a:gd name="T14" fmla="*/ 0 w 9"/>
                <a:gd name="T15" fmla="*/ 15 h 16"/>
                <a:gd name="T16" fmla="*/ 1 w 9"/>
                <a:gd name="T17" fmla="*/ 16 h 16"/>
                <a:gd name="T18" fmla="*/ 1 w 9"/>
                <a:gd name="T19" fmla="*/ 1 h 16"/>
                <a:gd name="T20" fmla="*/ 8 w 9"/>
                <a:gd name="T21" fmla="*/ 1 h 16"/>
                <a:gd name="T22" fmla="*/ 8 w 9"/>
                <a:gd name="T23" fmla="*/ 15 h 16"/>
                <a:gd name="T24" fmla="*/ 1 w 9"/>
                <a:gd name="T25" fmla="*/ 15 h 16"/>
                <a:gd name="T26" fmla="*/ 1 w 9"/>
                <a:gd name="T27" fmla="*/ 1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 h="16">
                  <a:moveTo>
                    <a:pt x="1" y="16"/>
                  </a:moveTo>
                  <a:cubicBezTo>
                    <a:pt x="8" y="16"/>
                    <a:pt x="8" y="16"/>
                    <a:pt x="8" y="16"/>
                  </a:cubicBezTo>
                  <a:cubicBezTo>
                    <a:pt x="9" y="16"/>
                    <a:pt x="9" y="15"/>
                    <a:pt x="9" y="15"/>
                  </a:cubicBezTo>
                  <a:cubicBezTo>
                    <a:pt x="9" y="1"/>
                    <a:pt x="9" y="1"/>
                    <a:pt x="9" y="1"/>
                  </a:cubicBezTo>
                  <a:cubicBezTo>
                    <a:pt x="9" y="0"/>
                    <a:pt x="9" y="0"/>
                    <a:pt x="8" y="0"/>
                  </a:cubicBezTo>
                  <a:cubicBezTo>
                    <a:pt x="1" y="0"/>
                    <a:pt x="1" y="0"/>
                    <a:pt x="1" y="0"/>
                  </a:cubicBezTo>
                  <a:cubicBezTo>
                    <a:pt x="1" y="0"/>
                    <a:pt x="0" y="0"/>
                    <a:pt x="0" y="1"/>
                  </a:cubicBezTo>
                  <a:cubicBezTo>
                    <a:pt x="0" y="15"/>
                    <a:pt x="0" y="15"/>
                    <a:pt x="0" y="15"/>
                  </a:cubicBezTo>
                  <a:cubicBezTo>
                    <a:pt x="0" y="15"/>
                    <a:pt x="1" y="16"/>
                    <a:pt x="1" y="16"/>
                  </a:cubicBezTo>
                  <a:close/>
                  <a:moveTo>
                    <a:pt x="1" y="1"/>
                  </a:moveTo>
                  <a:cubicBezTo>
                    <a:pt x="8" y="1"/>
                    <a:pt x="8" y="1"/>
                    <a:pt x="8" y="1"/>
                  </a:cubicBezTo>
                  <a:cubicBezTo>
                    <a:pt x="8" y="15"/>
                    <a:pt x="8" y="15"/>
                    <a:pt x="8" y="15"/>
                  </a:cubicBezTo>
                  <a:cubicBezTo>
                    <a:pt x="1" y="15"/>
                    <a:pt x="1" y="15"/>
                    <a:pt x="1" y="15"/>
                  </a:cubicBezTo>
                  <a:lnTo>
                    <a:pt x="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2" name="Freeform 301">
              <a:extLst>
                <a:ext uri="{FF2B5EF4-FFF2-40B4-BE49-F238E27FC236}">
                  <a16:creationId xmlns:a16="http://schemas.microsoft.com/office/drawing/2014/main" id="{5D81A7ED-DEE6-4BD9-8FCA-C072A2688E16}"/>
                </a:ext>
              </a:extLst>
            </p:cNvPr>
            <p:cNvSpPr>
              <a:spLocks noEditPoints="1"/>
            </p:cNvSpPr>
            <p:nvPr userDrawn="1"/>
          </p:nvSpPr>
          <p:spPr bwMode="auto">
            <a:xfrm>
              <a:off x="11363325" y="4589463"/>
              <a:ext cx="53975" cy="112713"/>
            </a:xfrm>
            <a:custGeom>
              <a:avLst/>
              <a:gdLst>
                <a:gd name="T0" fmla="*/ 0 w 8"/>
                <a:gd name="T1" fmla="*/ 16 h 16"/>
                <a:gd name="T2" fmla="*/ 8 w 8"/>
                <a:gd name="T3" fmla="*/ 16 h 16"/>
                <a:gd name="T4" fmla="*/ 8 w 8"/>
                <a:gd name="T5" fmla="*/ 15 h 16"/>
                <a:gd name="T6" fmla="*/ 8 w 8"/>
                <a:gd name="T7" fmla="*/ 1 h 16"/>
                <a:gd name="T8" fmla="*/ 8 w 8"/>
                <a:gd name="T9" fmla="*/ 0 h 16"/>
                <a:gd name="T10" fmla="*/ 0 w 8"/>
                <a:gd name="T11" fmla="*/ 0 h 16"/>
                <a:gd name="T12" fmla="*/ 0 w 8"/>
                <a:gd name="T13" fmla="*/ 1 h 16"/>
                <a:gd name="T14" fmla="*/ 0 w 8"/>
                <a:gd name="T15" fmla="*/ 15 h 16"/>
                <a:gd name="T16" fmla="*/ 0 w 8"/>
                <a:gd name="T17" fmla="*/ 16 h 16"/>
                <a:gd name="T18" fmla="*/ 1 w 8"/>
                <a:gd name="T19" fmla="*/ 1 h 16"/>
                <a:gd name="T20" fmla="*/ 7 w 8"/>
                <a:gd name="T21" fmla="*/ 1 h 16"/>
                <a:gd name="T22" fmla="*/ 7 w 8"/>
                <a:gd name="T23" fmla="*/ 15 h 16"/>
                <a:gd name="T24" fmla="*/ 1 w 8"/>
                <a:gd name="T25" fmla="*/ 15 h 16"/>
                <a:gd name="T26" fmla="*/ 1 w 8"/>
                <a:gd name="T27" fmla="*/ 1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 h="16">
                  <a:moveTo>
                    <a:pt x="0" y="16"/>
                  </a:moveTo>
                  <a:cubicBezTo>
                    <a:pt x="8" y="16"/>
                    <a:pt x="8" y="16"/>
                    <a:pt x="8" y="16"/>
                  </a:cubicBezTo>
                  <a:cubicBezTo>
                    <a:pt x="8" y="16"/>
                    <a:pt x="8" y="15"/>
                    <a:pt x="8" y="15"/>
                  </a:cubicBezTo>
                  <a:cubicBezTo>
                    <a:pt x="8" y="1"/>
                    <a:pt x="8" y="1"/>
                    <a:pt x="8" y="1"/>
                  </a:cubicBezTo>
                  <a:cubicBezTo>
                    <a:pt x="8" y="0"/>
                    <a:pt x="8" y="0"/>
                    <a:pt x="8" y="0"/>
                  </a:cubicBezTo>
                  <a:cubicBezTo>
                    <a:pt x="0" y="0"/>
                    <a:pt x="0" y="0"/>
                    <a:pt x="0" y="0"/>
                  </a:cubicBezTo>
                  <a:cubicBezTo>
                    <a:pt x="0" y="0"/>
                    <a:pt x="0" y="0"/>
                    <a:pt x="0" y="1"/>
                  </a:cubicBezTo>
                  <a:cubicBezTo>
                    <a:pt x="0" y="15"/>
                    <a:pt x="0" y="15"/>
                    <a:pt x="0" y="15"/>
                  </a:cubicBezTo>
                  <a:cubicBezTo>
                    <a:pt x="0" y="15"/>
                    <a:pt x="0" y="16"/>
                    <a:pt x="0" y="16"/>
                  </a:cubicBezTo>
                  <a:close/>
                  <a:moveTo>
                    <a:pt x="1" y="1"/>
                  </a:moveTo>
                  <a:cubicBezTo>
                    <a:pt x="7" y="1"/>
                    <a:pt x="7" y="1"/>
                    <a:pt x="7" y="1"/>
                  </a:cubicBezTo>
                  <a:cubicBezTo>
                    <a:pt x="7" y="15"/>
                    <a:pt x="7" y="15"/>
                    <a:pt x="7" y="15"/>
                  </a:cubicBezTo>
                  <a:cubicBezTo>
                    <a:pt x="1" y="15"/>
                    <a:pt x="1" y="15"/>
                    <a:pt x="1" y="15"/>
                  </a:cubicBezTo>
                  <a:lnTo>
                    <a:pt x="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3" name="Freeform 302">
              <a:extLst>
                <a:ext uri="{FF2B5EF4-FFF2-40B4-BE49-F238E27FC236}">
                  <a16:creationId xmlns:a16="http://schemas.microsoft.com/office/drawing/2014/main" id="{78C4ED4A-683D-4D60-93A1-94BB4A2DF115}"/>
                </a:ext>
              </a:extLst>
            </p:cNvPr>
            <p:cNvSpPr>
              <a:spLocks noEditPoints="1"/>
            </p:cNvSpPr>
            <p:nvPr userDrawn="1"/>
          </p:nvSpPr>
          <p:spPr bwMode="auto">
            <a:xfrm>
              <a:off x="11120438" y="4568825"/>
              <a:ext cx="14288" cy="133350"/>
            </a:xfrm>
            <a:custGeom>
              <a:avLst/>
              <a:gdLst>
                <a:gd name="T0" fmla="*/ 1 w 2"/>
                <a:gd name="T1" fmla="*/ 19 h 19"/>
                <a:gd name="T2" fmla="*/ 2 w 2"/>
                <a:gd name="T3" fmla="*/ 18 h 19"/>
                <a:gd name="T4" fmla="*/ 2 w 2"/>
                <a:gd name="T5" fmla="*/ 1 h 19"/>
                <a:gd name="T6" fmla="*/ 1 w 2"/>
                <a:gd name="T7" fmla="*/ 0 h 19"/>
                <a:gd name="T8" fmla="*/ 0 w 2"/>
                <a:gd name="T9" fmla="*/ 1 h 19"/>
                <a:gd name="T10" fmla="*/ 0 w 2"/>
                <a:gd name="T11" fmla="*/ 18 h 19"/>
                <a:gd name="T12" fmla="*/ 1 w 2"/>
                <a:gd name="T13" fmla="*/ 19 h 19"/>
                <a:gd name="T14" fmla="*/ 1 w 2"/>
                <a:gd name="T15" fmla="*/ 1 h 19"/>
                <a:gd name="T16" fmla="*/ 1 w 2"/>
                <a:gd name="T17" fmla="*/ 1 h 19"/>
                <a:gd name="T18" fmla="*/ 1 w 2"/>
                <a:gd name="T19" fmla="*/ 1 h 19"/>
                <a:gd name="T20" fmla="*/ 1 w 2"/>
                <a:gd name="T21" fmla="*/ 18 h 19"/>
                <a:gd name="T22" fmla="*/ 1 w 2"/>
                <a:gd name="T23" fmla="*/ 18 h 19"/>
                <a:gd name="T24" fmla="*/ 1 w 2"/>
                <a:gd name="T25" fmla="*/ 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 h="19">
                  <a:moveTo>
                    <a:pt x="1" y="19"/>
                  </a:moveTo>
                  <a:cubicBezTo>
                    <a:pt x="1" y="19"/>
                    <a:pt x="2" y="19"/>
                    <a:pt x="2" y="18"/>
                  </a:cubicBezTo>
                  <a:cubicBezTo>
                    <a:pt x="2" y="1"/>
                    <a:pt x="2" y="1"/>
                    <a:pt x="2" y="1"/>
                  </a:cubicBezTo>
                  <a:cubicBezTo>
                    <a:pt x="2" y="0"/>
                    <a:pt x="1" y="0"/>
                    <a:pt x="1" y="0"/>
                  </a:cubicBezTo>
                  <a:cubicBezTo>
                    <a:pt x="0" y="0"/>
                    <a:pt x="0" y="0"/>
                    <a:pt x="0" y="1"/>
                  </a:cubicBezTo>
                  <a:cubicBezTo>
                    <a:pt x="0" y="18"/>
                    <a:pt x="0" y="18"/>
                    <a:pt x="0" y="18"/>
                  </a:cubicBezTo>
                  <a:cubicBezTo>
                    <a:pt x="0" y="19"/>
                    <a:pt x="0" y="19"/>
                    <a:pt x="1" y="19"/>
                  </a:cubicBezTo>
                  <a:close/>
                  <a:moveTo>
                    <a:pt x="1" y="1"/>
                  </a:moveTo>
                  <a:cubicBezTo>
                    <a:pt x="1" y="1"/>
                    <a:pt x="1" y="1"/>
                    <a:pt x="1" y="1"/>
                  </a:cubicBezTo>
                  <a:cubicBezTo>
                    <a:pt x="1" y="1"/>
                    <a:pt x="1" y="1"/>
                    <a:pt x="1" y="1"/>
                  </a:cubicBezTo>
                  <a:cubicBezTo>
                    <a:pt x="1" y="18"/>
                    <a:pt x="1" y="18"/>
                    <a:pt x="1" y="18"/>
                  </a:cubicBezTo>
                  <a:cubicBezTo>
                    <a:pt x="1" y="18"/>
                    <a:pt x="1" y="18"/>
                    <a:pt x="1" y="18"/>
                  </a:cubicBezTo>
                  <a:lnTo>
                    <a:pt x="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4" name="Freeform 303">
              <a:extLst>
                <a:ext uri="{FF2B5EF4-FFF2-40B4-BE49-F238E27FC236}">
                  <a16:creationId xmlns:a16="http://schemas.microsoft.com/office/drawing/2014/main" id="{B3A0ADC4-C111-4023-85FD-BE26191C6C1F}"/>
                </a:ext>
              </a:extLst>
            </p:cNvPr>
            <p:cNvSpPr>
              <a:spLocks noEditPoints="1"/>
            </p:cNvSpPr>
            <p:nvPr userDrawn="1"/>
          </p:nvSpPr>
          <p:spPr bwMode="auto">
            <a:xfrm>
              <a:off x="11217275" y="4568825"/>
              <a:ext cx="14288" cy="133350"/>
            </a:xfrm>
            <a:custGeom>
              <a:avLst/>
              <a:gdLst>
                <a:gd name="T0" fmla="*/ 1 w 2"/>
                <a:gd name="T1" fmla="*/ 19 h 19"/>
                <a:gd name="T2" fmla="*/ 2 w 2"/>
                <a:gd name="T3" fmla="*/ 18 h 19"/>
                <a:gd name="T4" fmla="*/ 2 w 2"/>
                <a:gd name="T5" fmla="*/ 1 h 19"/>
                <a:gd name="T6" fmla="*/ 1 w 2"/>
                <a:gd name="T7" fmla="*/ 0 h 19"/>
                <a:gd name="T8" fmla="*/ 0 w 2"/>
                <a:gd name="T9" fmla="*/ 1 h 19"/>
                <a:gd name="T10" fmla="*/ 0 w 2"/>
                <a:gd name="T11" fmla="*/ 18 h 19"/>
                <a:gd name="T12" fmla="*/ 1 w 2"/>
                <a:gd name="T13" fmla="*/ 19 h 19"/>
                <a:gd name="T14" fmla="*/ 0 w 2"/>
                <a:gd name="T15" fmla="*/ 1 h 19"/>
                <a:gd name="T16" fmla="*/ 1 w 2"/>
                <a:gd name="T17" fmla="*/ 1 h 19"/>
                <a:gd name="T18" fmla="*/ 1 w 2"/>
                <a:gd name="T19" fmla="*/ 1 h 19"/>
                <a:gd name="T20" fmla="*/ 1 w 2"/>
                <a:gd name="T21" fmla="*/ 18 h 19"/>
                <a:gd name="T22" fmla="*/ 0 w 2"/>
                <a:gd name="T23" fmla="*/ 18 h 19"/>
                <a:gd name="T24" fmla="*/ 0 w 2"/>
                <a:gd name="T25" fmla="*/ 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 h="19">
                  <a:moveTo>
                    <a:pt x="1" y="19"/>
                  </a:moveTo>
                  <a:cubicBezTo>
                    <a:pt x="1" y="19"/>
                    <a:pt x="2" y="19"/>
                    <a:pt x="2" y="18"/>
                  </a:cubicBezTo>
                  <a:cubicBezTo>
                    <a:pt x="2" y="1"/>
                    <a:pt x="2" y="1"/>
                    <a:pt x="2" y="1"/>
                  </a:cubicBezTo>
                  <a:cubicBezTo>
                    <a:pt x="2" y="0"/>
                    <a:pt x="1" y="0"/>
                    <a:pt x="1" y="0"/>
                  </a:cubicBezTo>
                  <a:cubicBezTo>
                    <a:pt x="0" y="0"/>
                    <a:pt x="0" y="0"/>
                    <a:pt x="0" y="1"/>
                  </a:cubicBezTo>
                  <a:cubicBezTo>
                    <a:pt x="0" y="18"/>
                    <a:pt x="0" y="18"/>
                    <a:pt x="0" y="18"/>
                  </a:cubicBezTo>
                  <a:cubicBezTo>
                    <a:pt x="0" y="19"/>
                    <a:pt x="0" y="19"/>
                    <a:pt x="1" y="19"/>
                  </a:cubicBezTo>
                  <a:close/>
                  <a:moveTo>
                    <a:pt x="0" y="1"/>
                  </a:moveTo>
                  <a:cubicBezTo>
                    <a:pt x="0" y="1"/>
                    <a:pt x="1" y="1"/>
                    <a:pt x="1" y="1"/>
                  </a:cubicBezTo>
                  <a:cubicBezTo>
                    <a:pt x="1" y="1"/>
                    <a:pt x="1" y="1"/>
                    <a:pt x="1" y="1"/>
                  </a:cubicBezTo>
                  <a:cubicBezTo>
                    <a:pt x="1" y="18"/>
                    <a:pt x="1" y="18"/>
                    <a:pt x="1" y="18"/>
                  </a:cubicBezTo>
                  <a:cubicBezTo>
                    <a:pt x="1" y="18"/>
                    <a:pt x="0" y="18"/>
                    <a:pt x="0" y="18"/>
                  </a:cubicBezTo>
                  <a:lnTo>
                    <a:pt x="0"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5" name="Freeform 304">
              <a:extLst>
                <a:ext uri="{FF2B5EF4-FFF2-40B4-BE49-F238E27FC236}">
                  <a16:creationId xmlns:a16="http://schemas.microsoft.com/office/drawing/2014/main" id="{3F8765D6-FA86-446D-9D90-48725CF8C8A1}"/>
                </a:ext>
              </a:extLst>
            </p:cNvPr>
            <p:cNvSpPr>
              <a:spLocks noEditPoints="1"/>
            </p:cNvSpPr>
            <p:nvPr userDrawn="1"/>
          </p:nvSpPr>
          <p:spPr bwMode="auto">
            <a:xfrm>
              <a:off x="12012613" y="4729163"/>
              <a:ext cx="26988" cy="34925"/>
            </a:xfrm>
            <a:custGeom>
              <a:avLst/>
              <a:gdLst>
                <a:gd name="T0" fmla="*/ 2 w 4"/>
                <a:gd name="T1" fmla="*/ 5 h 5"/>
                <a:gd name="T2" fmla="*/ 3 w 4"/>
                <a:gd name="T3" fmla="*/ 4 h 5"/>
                <a:gd name="T4" fmla="*/ 3 w 4"/>
                <a:gd name="T5" fmla="*/ 0 h 5"/>
                <a:gd name="T6" fmla="*/ 1 w 4"/>
                <a:gd name="T7" fmla="*/ 0 h 5"/>
                <a:gd name="T8" fmla="*/ 0 w 4"/>
                <a:gd name="T9" fmla="*/ 3 h 5"/>
                <a:gd name="T10" fmla="*/ 2 w 4"/>
                <a:gd name="T11" fmla="*/ 5 h 5"/>
                <a:gd name="T12" fmla="*/ 2 w 4"/>
                <a:gd name="T13" fmla="*/ 5 h 5"/>
                <a:gd name="T14" fmla="*/ 1 w 4"/>
                <a:gd name="T15" fmla="*/ 2 h 5"/>
                <a:gd name="T16" fmla="*/ 2 w 4"/>
                <a:gd name="T17" fmla="*/ 1 h 5"/>
                <a:gd name="T18" fmla="*/ 2 w 4"/>
                <a:gd name="T19" fmla="*/ 1 h 5"/>
                <a:gd name="T20" fmla="*/ 2 w 4"/>
                <a:gd name="T21" fmla="*/ 3 h 5"/>
                <a:gd name="T22" fmla="*/ 2 w 4"/>
                <a:gd name="T23" fmla="*/ 4 h 5"/>
                <a:gd name="T24" fmla="*/ 1 w 4"/>
                <a:gd name="T25"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 h="5">
                  <a:moveTo>
                    <a:pt x="2" y="5"/>
                  </a:moveTo>
                  <a:cubicBezTo>
                    <a:pt x="2" y="5"/>
                    <a:pt x="3" y="4"/>
                    <a:pt x="3" y="4"/>
                  </a:cubicBezTo>
                  <a:cubicBezTo>
                    <a:pt x="4" y="3"/>
                    <a:pt x="4" y="1"/>
                    <a:pt x="3" y="0"/>
                  </a:cubicBezTo>
                  <a:cubicBezTo>
                    <a:pt x="3" y="0"/>
                    <a:pt x="2" y="0"/>
                    <a:pt x="1" y="0"/>
                  </a:cubicBezTo>
                  <a:cubicBezTo>
                    <a:pt x="0" y="0"/>
                    <a:pt x="0" y="1"/>
                    <a:pt x="0" y="3"/>
                  </a:cubicBezTo>
                  <a:cubicBezTo>
                    <a:pt x="0" y="4"/>
                    <a:pt x="1" y="5"/>
                    <a:pt x="2" y="5"/>
                  </a:cubicBezTo>
                  <a:cubicBezTo>
                    <a:pt x="2" y="5"/>
                    <a:pt x="2" y="5"/>
                    <a:pt x="2" y="5"/>
                  </a:cubicBezTo>
                  <a:close/>
                  <a:moveTo>
                    <a:pt x="1" y="2"/>
                  </a:moveTo>
                  <a:cubicBezTo>
                    <a:pt x="1" y="2"/>
                    <a:pt x="1" y="1"/>
                    <a:pt x="2" y="1"/>
                  </a:cubicBezTo>
                  <a:cubicBezTo>
                    <a:pt x="2" y="1"/>
                    <a:pt x="2" y="1"/>
                    <a:pt x="2" y="1"/>
                  </a:cubicBezTo>
                  <a:cubicBezTo>
                    <a:pt x="3" y="2"/>
                    <a:pt x="3" y="3"/>
                    <a:pt x="2" y="3"/>
                  </a:cubicBezTo>
                  <a:cubicBezTo>
                    <a:pt x="2" y="4"/>
                    <a:pt x="2" y="4"/>
                    <a:pt x="2" y="4"/>
                  </a:cubicBezTo>
                  <a:cubicBezTo>
                    <a:pt x="1" y="4"/>
                    <a:pt x="1" y="3"/>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6" name="Freeform 305">
              <a:extLst>
                <a:ext uri="{FF2B5EF4-FFF2-40B4-BE49-F238E27FC236}">
                  <a16:creationId xmlns:a16="http://schemas.microsoft.com/office/drawing/2014/main" id="{4F68CBB4-7B75-4122-A25F-EE058A30491C}"/>
                </a:ext>
              </a:extLst>
            </p:cNvPr>
            <p:cNvSpPr>
              <a:spLocks noEditPoints="1"/>
            </p:cNvSpPr>
            <p:nvPr userDrawn="1"/>
          </p:nvSpPr>
          <p:spPr bwMode="auto">
            <a:xfrm>
              <a:off x="11936413" y="4743450"/>
              <a:ext cx="20638" cy="34925"/>
            </a:xfrm>
            <a:custGeom>
              <a:avLst/>
              <a:gdLst>
                <a:gd name="T0" fmla="*/ 2 w 3"/>
                <a:gd name="T1" fmla="*/ 5 h 5"/>
                <a:gd name="T2" fmla="*/ 3 w 3"/>
                <a:gd name="T3" fmla="*/ 4 h 5"/>
                <a:gd name="T4" fmla="*/ 3 w 3"/>
                <a:gd name="T5" fmla="*/ 4 h 5"/>
                <a:gd name="T6" fmla="*/ 3 w 3"/>
                <a:gd name="T7" fmla="*/ 3 h 5"/>
                <a:gd name="T8" fmla="*/ 3 w 3"/>
                <a:gd name="T9" fmla="*/ 1 h 5"/>
                <a:gd name="T10" fmla="*/ 2 w 3"/>
                <a:gd name="T11" fmla="*/ 0 h 5"/>
                <a:gd name="T12" fmla="*/ 2 w 3"/>
                <a:gd name="T13" fmla="*/ 0 h 5"/>
                <a:gd name="T14" fmla="*/ 0 w 3"/>
                <a:gd name="T15" fmla="*/ 1 h 5"/>
                <a:gd name="T16" fmla="*/ 0 w 3"/>
                <a:gd name="T17" fmla="*/ 4 h 5"/>
                <a:gd name="T18" fmla="*/ 2 w 3"/>
                <a:gd name="T19" fmla="*/ 5 h 5"/>
                <a:gd name="T20" fmla="*/ 2 w 3"/>
                <a:gd name="T21" fmla="*/ 5 h 5"/>
                <a:gd name="T22" fmla="*/ 1 w 3"/>
                <a:gd name="T23" fmla="*/ 1 h 5"/>
                <a:gd name="T24" fmla="*/ 2 w 3"/>
                <a:gd name="T25" fmla="*/ 1 h 5"/>
                <a:gd name="T26" fmla="*/ 2 w 3"/>
                <a:gd name="T27" fmla="*/ 1 h 5"/>
                <a:gd name="T28" fmla="*/ 2 w 3"/>
                <a:gd name="T29" fmla="*/ 1 h 5"/>
                <a:gd name="T30" fmla="*/ 2 w 3"/>
                <a:gd name="T31" fmla="*/ 2 h 5"/>
                <a:gd name="T32" fmla="*/ 2 w 3"/>
                <a:gd name="T33" fmla="*/ 4 h 5"/>
                <a:gd name="T34" fmla="*/ 2 w 3"/>
                <a:gd name="T35" fmla="*/ 4 h 5"/>
                <a:gd name="T36" fmla="*/ 1 w 3"/>
                <a:gd name="T37" fmla="*/ 4 h 5"/>
                <a:gd name="T38" fmla="*/ 1 w 3"/>
                <a:gd name="T39" fmla="*/ 1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 h="5">
                  <a:moveTo>
                    <a:pt x="2" y="5"/>
                  </a:moveTo>
                  <a:cubicBezTo>
                    <a:pt x="2" y="5"/>
                    <a:pt x="3" y="4"/>
                    <a:pt x="3" y="4"/>
                  </a:cubicBezTo>
                  <a:cubicBezTo>
                    <a:pt x="3" y="4"/>
                    <a:pt x="3" y="4"/>
                    <a:pt x="3" y="4"/>
                  </a:cubicBezTo>
                  <a:cubicBezTo>
                    <a:pt x="3" y="3"/>
                    <a:pt x="3" y="3"/>
                    <a:pt x="3" y="3"/>
                  </a:cubicBezTo>
                  <a:cubicBezTo>
                    <a:pt x="3" y="2"/>
                    <a:pt x="3" y="2"/>
                    <a:pt x="3" y="1"/>
                  </a:cubicBezTo>
                  <a:cubicBezTo>
                    <a:pt x="3" y="0"/>
                    <a:pt x="2" y="0"/>
                    <a:pt x="2" y="0"/>
                  </a:cubicBezTo>
                  <a:cubicBezTo>
                    <a:pt x="2" y="0"/>
                    <a:pt x="2" y="0"/>
                    <a:pt x="2" y="0"/>
                  </a:cubicBezTo>
                  <a:cubicBezTo>
                    <a:pt x="1" y="0"/>
                    <a:pt x="0" y="1"/>
                    <a:pt x="0" y="1"/>
                  </a:cubicBezTo>
                  <a:cubicBezTo>
                    <a:pt x="0" y="2"/>
                    <a:pt x="0" y="4"/>
                    <a:pt x="0" y="4"/>
                  </a:cubicBezTo>
                  <a:cubicBezTo>
                    <a:pt x="1" y="5"/>
                    <a:pt x="1" y="5"/>
                    <a:pt x="2" y="5"/>
                  </a:cubicBezTo>
                  <a:cubicBezTo>
                    <a:pt x="2" y="5"/>
                    <a:pt x="2" y="5"/>
                    <a:pt x="2" y="5"/>
                  </a:cubicBezTo>
                  <a:close/>
                  <a:moveTo>
                    <a:pt x="1" y="1"/>
                  </a:moveTo>
                  <a:cubicBezTo>
                    <a:pt x="1" y="1"/>
                    <a:pt x="1" y="1"/>
                    <a:pt x="2" y="1"/>
                  </a:cubicBezTo>
                  <a:cubicBezTo>
                    <a:pt x="2" y="1"/>
                    <a:pt x="2" y="1"/>
                    <a:pt x="2" y="1"/>
                  </a:cubicBezTo>
                  <a:cubicBezTo>
                    <a:pt x="2" y="1"/>
                    <a:pt x="2" y="1"/>
                    <a:pt x="2" y="1"/>
                  </a:cubicBezTo>
                  <a:cubicBezTo>
                    <a:pt x="2" y="2"/>
                    <a:pt x="2" y="2"/>
                    <a:pt x="2" y="2"/>
                  </a:cubicBezTo>
                  <a:cubicBezTo>
                    <a:pt x="2" y="3"/>
                    <a:pt x="2" y="3"/>
                    <a:pt x="2" y="4"/>
                  </a:cubicBezTo>
                  <a:cubicBezTo>
                    <a:pt x="2" y="4"/>
                    <a:pt x="2" y="4"/>
                    <a:pt x="2" y="4"/>
                  </a:cubicBezTo>
                  <a:cubicBezTo>
                    <a:pt x="1" y="4"/>
                    <a:pt x="1" y="4"/>
                    <a:pt x="1" y="4"/>
                  </a:cubicBezTo>
                  <a:cubicBezTo>
                    <a:pt x="1" y="4"/>
                    <a:pt x="1" y="2"/>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Tree>
    <p:extLst>
      <p:ext uri="{BB962C8B-B14F-4D97-AF65-F5344CB8AC3E}">
        <p14:creationId xmlns:p14="http://schemas.microsoft.com/office/powerpoint/2010/main" val="3751840025"/>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493100" y="3848400"/>
            <a:ext cx="5826600" cy="766800"/>
          </a:xfrm>
        </p:spPr>
        <p:txBody>
          <a:bodyPr lIns="90000" tIns="46800" rIns="90000" bIns="46800" anchor="b" anchorCtr="0">
            <a:normAutofit/>
          </a:bodyPr>
          <a:lstStyle>
            <a:lvl1pPr>
              <a:defRPr sz="3300" b="1" i="0" u="none" strike="noStrike" kern="1200" cap="none" spc="225" normalizeH="0" baseline="0">
                <a:solidFill>
                  <a:schemeClr val="tx1">
                    <a:lumMod val="85000"/>
                    <a:lumOff val="15000"/>
                  </a:schemeClr>
                </a:solidFill>
                <a:effectLst/>
                <a:uFillTx/>
              </a:defRPr>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493100" y="4615200"/>
            <a:ext cx="5826600" cy="867600"/>
          </a:xfrm>
        </p:spPr>
        <p:txBody>
          <a:bodyPr lIns="90000" tIns="46800" rIns="90000" bIns="46800">
            <a:normAutofit/>
          </a:bodyPr>
          <a:lstStyle>
            <a:lvl1pPr marL="0" indent="0" eaLnBrk="1" fontAlgn="auto" latinLnBrk="0" hangingPunct="1">
              <a:lnSpc>
                <a:spcPct val="130000"/>
              </a:lnSpc>
              <a:buNone/>
              <a:defRPr kumimoji="0" lang="zh-CN" altLang="en-US" sz="1350" b="0" i="0" u="none" strike="noStrike" kern="1200" cap="none" spc="113"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2026/3/16</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302703924"/>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56300" y="608400"/>
            <a:ext cx="8226900" cy="705600"/>
          </a:xfrm>
        </p:spPr>
        <p:txBody>
          <a:bodyPr vert="horz" lIns="90000" tIns="46800" rIns="90000" bIns="46800" rtlCol="0" anchor="ctr" anchorCtr="0">
            <a:normAutofit/>
          </a:bodyPr>
          <a:lstStyle>
            <a:lvl1pPr marL="0" marR="0" lvl="0" algn="l" defTabSz="685800" rtl="0" eaLnBrk="1" fontAlgn="auto" latinLnBrk="0" hangingPunct="1">
              <a:lnSpc>
                <a:spcPct val="100000"/>
              </a:lnSpc>
              <a:buNone/>
              <a:defRPr kumimoji="0" lang="zh-CN" altLang="en-US" sz="2700" b="1" i="0" u="none" strike="noStrike" kern="1200" cap="none" spc="225"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456300" y="1501200"/>
            <a:ext cx="3882600" cy="4748400"/>
          </a:xfrm>
        </p:spPr>
        <p:txBody>
          <a:bodyPr vert="horz" lIns="90000" tIns="46800" rIns="90000" bIns="46800" rtlCol="0">
            <a:normAutofit/>
          </a:bodyPr>
          <a:lstStyle>
            <a:lvl1pPr marL="171450" marR="0" lvl="0" indent="-171450" algn="l" defTabSz="685800" rtl="0" eaLnBrk="1" fontAlgn="auto" latinLnBrk="0" hangingPunct="1">
              <a:lnSpc>
                <a:spcPct val="130000"/>
              </a:lnSpc>
              <a:spcBef>
                <a:spcPts val="0"/>
              </a:spcBef>
              <a:spcAft>
                <a:spcPts val="450"/>
              </a:spcAft>
              <a:buFont typeface="Arial" panose="020B0604020202020204" pitchFamily="34" charset="0"/>
              <a:buChar char="●"/>
              <a:defRPr kumimoji="0" lang="zh-CN" altLang="en-US" sz="1200" b="0" i="0" u="none" strike="noStrike" kern="1200" cap="none" spc="113"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685800" rtl="0" eaLnBrk="1" fontAlgn="auto" latinLnBrk="0" hangingPunct="1">
              <a:lnSpc>
                <a:spcPct val="120000"/>
              </a:lnSpc>
              <a:spcBef>
                <a:spcPts val="0"/>
              </a:spcBef>
              <a:spcAft>
                <a:spcPts val="450"/>
              </a:spcAft>
              <a:buFont typeface="Arial" panose="020B0604020202020204" pitchFamily="34" charset="0"/>
              <a:buChar char="●"/>
              <a:tabLst>
                <a:tab pos="1207294" algn="l"/>
              </a:tabLst>
              <a:defRPr kumimoji="0" lang="zh-CN" altLang="en-US" sz="1200" b="0" i="0" u="none" strike="noStrike" kern="1200" cap="none" spc="113"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685800" rtl="0" eaLnBrk="1" fontAlgn="auto" latinLnBrk="0" hangingPunct="1">
              <a:lnSpc>
                <a:spcPct val="120000"/>
              </a:lnSpc>
              <a:spcBef>
                <a:spcPts val="0"/>
              </a:spcBef>
              <a:spcAft>
                <a:spcPts val="450"/>
              </a:spcAft>
              <a:buFont typeface="Arial" panose="020B0604020202020204" pitchFamily="34" charset="0"/>
              <a:buChar char="●"/>
              <a:defRPr kumimoji="0" lang="zh-CN" altLang="en-US" sz="1200" b="0" i="0" u="none" strike="noStrike" kern="1200" cap="none" spc="113"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685800" rtl="0" eaLnBrk="1" fontAlgn="auto" latinLnBrk="0" hangingPunct="1">
              <a:lnSpc>
                <a:spcPct val="120000"/>
              </a:lnSpc>
              <a:spcBef>
                <a:spcPts val="0"/>
              </a:spcBef>
              <a:spcAft>
                <a:spcPts val="225"/>
              </a:spcAft>
              <a:buFont typeface="Wingdings" panose="05000000000000000000" charset="0"/>
              <a:buChar char=""/>
              <a:defRPr kumimoji="0" lang="zh-CN" altLang="en-US" sz="1050" b="0" i="0" u="none" strike="noStrike" kern="1200" cap="none" spc="113"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685800" rtl="0" eaLnBrk="1" fontAlgn="auto" latinLnBrk="0" hangingPunct="1">
              <a:lnSpc>
                <a:spcPct val="120000"/>
              </a:lnSpc>
              <a:spcBef>
                <a:spcPts val="0"/>
              </a:spcBef>
              <a:spcAft>
                <a:spcPts val="225"/>
              </a:spcAft>
              <a:buFont typeface="Arial" panose="020B0604020202020204" pitchFamily="34" charset="0"/>
              <a:buChar char="•"/>
              <a:defRPr kumimoji="0" lang="zh-CN" altLang="en-US" sz="1050" b="0" i="0" u="none" strike="noStrike" kern="1200" cap="none" spc="113"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内容占位符 3"/>
          <p:cNvSpPr>
            <a:spLocks noGrp="1"/>
          </p:cNvSpPr>
          <p:nvPr>
            <p:ph sz="half" idx="2"/>
            <p:custDataLst>
              <p:tags r:id="rId3"/>
            </p:custDataLst>
          </p:nvPr>
        </p:nvSpPr>
        <p:spPr>
          <a:xfrm>
            <a:off x="4808700" y="1501200"/>
            <a:ext cx="3882600" cy="4748400"/>
          </a:xfrm>
        </p:spPr>
        <p:txBody>
          <a:bodyPr lIns="90000" tIns="46800" rIns="90000" bIns="46800">
            <a:normAutofit/>
          </a:bodyPr>
          <a:lstStyle>
            <a:lvl1pPr marL="171450" indent="-171450" eaLnBrk="1" fontAlgn="auto" latinLnBrk="0" hangingPunct="1">
              <a:lnSpc>
                <a:spcPct val="130000"/>
              </a:lnSpc>
              <a:spcAft>
                <a:spcPts val="450"/>
              </a:spcAft>
              <a:buFont typeface="Arial" panose="020B0604020202020204" pitchFamily="34" charset="0"/>
              <a:buChar char="●"/>
              <a:defRPr sz="1200" u="none" strike="noStrike" kern="1200" cap="none" spc="113"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514350" indent="-171450" defTabSz="685800" eaLnBrk="1" fontAlgn="auto" latinLnBrk="0" hangingPunct="1">
              <a:lnSpc>
                <a:spcPct val="120000"/>
              </a:lnSpc>
              <a:buFont typeface="Arial" panose="020B0604020202020204" pitchFamily="34" charset="0"/>
              <a:buChar char="●"/>
              <a:tabLst>
                <a:tab pos="1207294" algn="l"/>
                <a:tab pos="1207294" algn="l"/>
                <a:tab pos="1207294" algn="l"/>
                <a:tab pos="1207294" algn="l"/>
              </a:tabLst>
              <a:defRPr sz="1200" u="none" strike="noStrike" kern="1200" cap="none" spc="113"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857250" indent="-171450" eaLnBrk="1" fontAlgn="auto" latinLnBrk="0" hangingPunct="1">
              <a:lnSpc>
                <a:spcPct val="120000"/>
              </a:lnSpc>
              <a:buFont typeface="Arial" panose="020B0604020202020204" pitchFamily="34" charset="0"/>
              <a:buChar char="●"/>
              <a:defRPr sz="1200" u="none" strike="noStrike" kern="1200" cap="none" spc="113"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200150" indent="-171450" eaLnBrk="1" fontAlgn="auto" latinLnBrk="0" hangingPunct="1">
              <a:lnSpc>
                <a:spcPct val="120000"/>
              </a:lnSpc>
              <a:buFont typeface="Wingdings" panose="05000000000000000000" charset="0"/>
              <a:buChar char=""/>
              <a:defRPr sz="1050" u="none" strike="noStrike" kern="1200" cap="none" spc="113"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050" u="none" strike="noStrike" kern="1200" cap="none" spc="113" normalizeH="0">
                <a:solidFill>
                  <a:schemeClr val="tx1">
                    <a:lumMod val="65000"/>
                    <a:lumOff val="35000"/>
                  </a:schemeClr>
                </a:solidFill>
                <a:latin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2026/3/16</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1814310667"/>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56300" y="608400"/>
            <a:ext cx="8226900" cy="705600"/>
          </a:xfrm>
        </p:spPr>
        <p:txBody>
          <a:bodyPr vert="horz" lIns="90000" tIns="46800" rIns="90000" bIns="46800" rtlCol="0" anchor="ctr" anchorCtr="0">
            <a:normAutofit/>
          </a:bodyPr>
          <a:lstStyle>
            <a:lvl1pPr marL="0" marR="0" lvl="0" algn="l" defTabSz="685800" rtl="0" eaLnBrk="1" fontAlgn="auto" latinLnBrk="0" hangingPunct="1">
              <a:lnSpc>
                <a:spcPct val="100000"/>
              </a:lnSpc>
              <a:buNone/>
              <a:defRPr kumimoji="0" lang="zh-CN" altLang="en-US" sz="2700" b="1" i="0" u="none" strike="noStrike" kern="1200" cap="none" spc="225"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456300" y="1429200"/>
            <a:ext cx="40068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1500" b="1"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456300" y="1854000"/>
            <a:ext cx="4006800" cy="4395600"/>
          </a:xfrm>
        </p:spPr>
        <p:txBody>
          <a:bodyPr vert="horz" lIns="101600" tIns="0" rIns="82550" bIns="0" rtlCol="0">
            <a:normAutofit/>
          </a:bodyPr>
          <a:lstStyle>
            <a:lvl1pPr marL="171450" marR="0" lvl="0" indent="-171450" algn="l" defTabSz="685800" rtl="0" eaLnBrk="1" fontAlgn="auto" latinLnBrk="0" hangingPunct="1">
              <a:lnSpc>
                <a:spcPct val="130000"/>
              </a:lnSpc>
              <a:spcBef>
                <a:spcPts val="0"/>
              </a:spcBef>
              <a:spcAft>
                <a:spcPts val="450"/>
              </a:spcAft>
              <a:buFont typeface="Arial" panose="020B0604020202020204" pitchFamily="34" charset="0"/>
              <a:buChar char="●"/>
              <a:defRPr kumimoji="0" lang="zh-CN" altLang="en-US" sz="1200" b="0" i="0" u="none" strike="noStrike" kern="1200" cap="none" spc="113"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685800" rtl="0" eaLnBrk="1" fontAlgn="auto" latinLnBrk="0" hangingPunct="1">
              <a:lnSpc>
                <a:spcPct val="120000"/>
              </a:lnSpc>
              <a:spcBef>
                <a:spcPts val="0"/>
              </a:spcBef>
              <a:spcAft>
                <a:spcPts val="450"/>
              </a:spcAft>
              <a:buFont typeface="Arial" panose="020B0604020202020204" pitchFamily="34" charset="0"/>
              <a:buChar char="●"/>
              <a:tabLst>
                <a:tab pos="1207294" algn="l"/>
              </a:tabLst>
              <a:defRPr kumimoji="0" lang="zh-CN" altLang="en-US" sz="1200" b="0" i="0" u="none" strike="noStrike" kern="1200" cap="none" spc="113"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685800" rtl="0" eaLnBrk="1" fontAlgn="auto" latinLnBrk="0" hangingPunct="1">
              <a:lnSpc>
                <a:spcPct val="120000"/>
              </a:lnSpc>
              <a:spcBef>
                <a:spcPts val="0"/>
              </a:spcBef>
              <a:spcAft>
                <a:spcPts val="450"/>
              </a:spcAft>
              <a:buFont typeface="Arial" panose="020B0604020202020204" pitchFamily="34" charset="0"/>
              <a:buChar char="●"/>
              <a:defRPr kumimoji="0" lang="zh-CN" altLang="en-US" sz="1200" b="0" i="0" u="none" strike="noStrike" kern="1200" cap="none" spc="113"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685800" rtl="0" eaLnBrk="1" fontAlgn="auto" latinLnBrk="0" hangingPunct="1">
              <a:lnSpc>
                <a:spcPct val="120000"/>
              </a:lnSpc>
              <a:spcBef>
                <a:spcPts val="0"/>
              </a:spcBef>
              <a:spcAft>
                <a:spcPts val="225"/>
              </a:spcAft>
              <a:buFont typeface="Wingdings" panose="05000000000000000000" charset="0"/>
              <a:buChar char=""/>
              <a:defRPr kumimoji="0" lang="zh-CN" altLang="en-US" sz="1050" b="0" i="0" u="none" strike="noStrike" kern="1200" cap="none" spc="113"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685800" rtl="0" eaLnBrk="1" fontAlgn="auto" latinLnBrk="0" hangingPunct="1">
              <a:lnSpc>
                <a:spcPct val="120000"/>
              </a:lnSpc>
              <a:spcBef>
                <a:spcPts val="0"/>
              </a:spcBef>
              <a:spcAft>
                <a:spcPts val="225"/>
              </a:spcAft>
              <a:buFont typeface="Arial" panose="020B0604020202020204" pitchFamily="34" charset="0"/>
              <a:buChar char="•"/>
              <a:defRPr kumimoji="0" lang="zh-CN" altLang="en-US" sz="1050" b="0" i="0" u="none" strike="noStrike" kern="1200" cap="none" spc="113"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4676813" y="1421729"/>
            <a:ext cx="4006800" cy="381600"/>
          </a:xfrm>
        </p:spPr>
        <p:txBody>
          <a:bodyPr vert="horz" lIns="101600" tIns="38100" rIns="76200" bIns="38100" rtlCol="0" anchor="t" anchorCtr="0">
            <a:normAutofit/>
          </a:bodyPr>
          <a:lstStyle>
            <a:lvl1pPr marL="0" marR="0" lvl="0" indent="0" algn="l" defTabSz="685800" rtl="0" eaLnBrk="1" fontAlgn="auto" latinLnBrk="0" hangingPunct="1">
              <a:lnSpc>
                <a:spcPct val="100000"/>
              </a:lnSpc>
              <a:spcBef>
                <a:spcPts val="0"/>
              </a:spcBef>
              <a:spcAft>
                <a:spcPts val="0"/>
              </a:spcAft>
              <a:buFont typeface="Arial" panose="020B0604020202020204" pitchFamily="34" charset="0"/>
              <a:buNone/>
              <a:defRPr kumimoji="0" lang="zh-CN" altLang="en-US" sz="1500" b="1"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4676813" y="1854000"/>
            <a:ext cx="4006800" cy="4395600"/>
          </a:xfrm>
        </p:spPr>
        <p:txBody>
          <a:bodyPr vert="horz" lIns="101600" tIns="0" rIns="82550" bIns="0" rtlCol="0">
            <a:normAutofit/>
          </a:bodyPr>
          <a:lstStyle>
            <a:lvl1pPr marL="171450" marR="0" lvl="0" indent="-171450" algn="l" defTabSz="685800" rtl="0" eaLnBrk="1" fontAlgn="auto" latinLnBrk="0" hangingPunct="1">
              <a:lnSpc>
                <a:spcPct val="130000"/>
              </a:lnSpc>
              <a:spcBef>
                <a:spcPts val="0"/>
              </a:spcBef>
              <a:spcAft>
                <a:spcPts val="450"/>
              </a:spcAft>
              <a:buFont typeface="Arial" panose="020B0604020202020204" pitchFamily="34" charset="0"/>
              <a:buChar char="●"/>
              <a:defRPr kumimoji="0" lang="zh-CN" altLang="en-US" sz="1200" b="0" i="0" u="none" strike="noStrike" kern="1200" cap="none" spc="113"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685800" rtl="0" eaLnBrk="1" fontAlgn="auto" latinLnBrk="0" hangingPunct="1">
              <a:lnSpc>
                <a:spcPct val="120000"/>
              </a:lnSpc>
              <a:spcBef>
                <a:spcPts val="0"/>
              </a:spcBef>
              <a:spcAft>
                <a:spcPts val="450"/>
              </a:spcAft>
              <a:buFont typeface="Arial" panose="020B0604020202020204" pitchFamily="34" charset="0"/>
              <a:buChar char="●"/>
              <a:tabLst>
                <a:tab pos="1207294" algn="l"/>
              </a:tabLst>
              <a:defRPr kumimoji="0" lang="zh-CN" altLang="en-US" sz="1200" b="0" i="0" u="none" strike="noStrike" kern="1200" cap="none" spc="113"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685800" rtl="0" eaLnBrk="1" fontAlgn="auto" latinLnBrk="0" hangingPunct="1">
              <a:lnSpc>
                <a:spcPct val="120000"/>
              </a:lnSpc>
              <a:spcBef>
                <a:spcPts val="0"/>
              </a:spcBef>
              <a:spcAft>
                <a:spcPts val="450"/>
              </a:spcAft>
              <a:buFont typeface="Arial" panose="020B0604020202020204" pitchFamily="34" charset="0"/>
              <a:buChar char="●"/>
              <a:defRPr kumimoji="0" lang="zh-CN" altLang="en-US" sz="1200" b="0" i="0" u="none" strike="noStrike" kern="1200" cap="none" spc="113"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685800" rtl="0" eaLnBrk="1" fontAlgn="auto" latinLnBrk="0" hangingPunct="1">
              <a:lnSpc>
                <a:spcPct val="120000"/>
              </a:lnSpc>
              <a:spcBef>
                <a:spcPts val="0"/>
              </a:spcBef>
              <a:spcAft>
                <a:spcPts val="225"/>
              </a:spcAft>
              <a:buFont typeface="Wingdings" panose="05000000000000000000" charset="0"/>
              <a:buChar char=""/>
              <a:defRPr kumimoji="0" lang="zh-CN" altLang="en-US" sz="1050" b="0" i="0" u="none" strike="noStrike" kern="1200" cap="none" spc="113"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685800" rtl="0" eaLnBrk="1" fontAlgn="auto" latinLnBrk="0" hangingPunct="1">
              <a:lnSpc>
                <a:spcPct val="120000"/>
              </a:lnSpc>
              <a:spcBef>
                <a:spcPts val="0"/>
              </a:spcBef>
              <a:spcAft>
                <a:spcPts val="225"/>
              </a:spcAft>
              <a:buFont typeface="Arial" panose="020B0604020202020204" pitchFamily="34" charset="0"/>
              <a:buChar char="•"/>
              <a:defRPr kumimoji="0" lang="zh-CN" altLang="en-US" sz="1050" b="0" i="0" u="none" strike="noStrike" kern="1200" cap="none" spc="113"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2026/3/16</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81347755"/>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56300" y="608400"/>
            <a:ext cx="8226900" cy="705600"/>
          </a:xfrm>
        </p:spPr>
        <p:txBody>
          <a:bodyPr vert="horz" lIns="90000" tIns="46800" rIns="90000" bIns="46800" rtlCol="0" anchor="ctr" anchorCtr="0">
            <a:normAutofit/>
          </a:bodyPr>
          <a:lstStyle>
            <a:lvl1pPr marL="0" marR="0" lvl="0" algn="l" defTabSz="685800" rtl="0" eaLnBrk="1" fontAlgn="auto" latinLnBrk="0" hangingPunct="1">
              <a:lnSpc>
                <a:spcPct val="100000"/>
              </a:lnSpc>
              <a:buNone/>
              <a:defRPr kumimoji="0" lang="zh-CN" altLang="en-US" sz="2700" b="1" i="0" u="none" strike="noStrike" kern="1200" cap="none" spc="225"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2026/3/16</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1494400577"/>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rgbClr val="FFFFFF"/>
        </a:solidFill>
        <a:effectLst/>
      </p:bgPr>
    </p:bg>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456300" y="1555200"/>
            <a:ext cx="3924808" cy="4608000"/>
          </a:xfrm>
        </p:spPr>
        <p:txBody>
          <a:bodyPr vert="horz" lIns="90000" tIns="46800" rIns="90000" bIns="46800" rtlCol="0">
            <a:normAutofit/>
          </a:bodyPr>
          <a:lstStyle>
            <a:lvl1pPr marL="0" marR="0" lvl="0" indent="0" algn="l" defTabSz="685800" rtl="0" eaLnBrk="1" fontAlgn="auto" latinLnBrk="0" hangingPunct="1">
              <a:lnSpc>
                <a:spcPct val="130000"/>
              </a:lnSpc>
              <a:spcBef>
                <a:spcPts val="0"/>
              </a:spcBef>
              <a:spcAft>
                <a:spcPts val="750"/>
              </a:spcAft>
              <a:buFont typeface="Arial" panose="020B0604020202020204" pitchFamily="34" charset="0"/>
              <a:buNone/>
              <a:defRPr kumimoji="0" lang="zh-CN" altLang="en-US" sz="12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685800" rtl="0" eaLnBrk="1" fontAlgn="auto" latinLnBrk="0" hangingPunct="1">
              <a:lnSpc>
                <a:spcPct val="130000"/>
              </a:lnSpc>
              <a:spcBef>
                <a:spcPts val="0"/>
              </a:spcBef>
              <a:spcAft>
                <a:spcPts val="750"/>
              </a:spcAft>
              <a:buFont typeface="Arial" panose="020B0604020202020204" pitchFamily="34" charset="0"/>
              <a:buChar char="•"/>
              <a:tabLst>
                <a:tab pos="1207294" algn="l"/>
              </a:tabLst>
              <a:defRPr kumimoji="0" lang="zh-CN" altLang="en-US" sz="1200" b="0" i="0" u="none" strike="noStrike" kern="1200" cap="none" spc="113" normalizeH="0" baseline="0" noProof="1" dirty="0">
                <a:solidFill>
                  <a:schemeClr val="tx1"/>
                </a:solidFill>
                <a:uFillTx/>
                <a:latin typeface="+mn-lt"/>
                <a:ea typeface="+mn-ea"/>
                <a:cs typeface="+mn-cs"/>
                <a:sym typeface="+mn-ea"/>
              </a:defRPr>
            </a:lvl2pPr>
            <a:lvl3pPr marL="857250" marR="0" lvl="2" indent="-171450" algn="l" defTabSz="685800" rtl="0" eaLnBrk="1" fontAlgn="auto" latinLnBrk="0" hangingPunct="1">
              <a:lnSpc>
                <a:spcPct val="130000"/>
              </a:lnSpc>
              <a:spcBef>
                <a:spcPts val="0"/>
              </a:spcBef>
              <a:spcAft>
                <a:spcPts val="750"/>
              </a:spcAft>
              <a:buFont typeface="Arial" panose="020B0604020202020204" pitchFamily="34" charset="0"/>
              <a:buChar char="•"/>
              <a:defRPr kumimoji="0" lang="zh-CN" altLang="en-US" sz="1200" b="0" i="0" u="none" strike="noStrike" kern="1200" cap="none" spc="113" normalizeH="0" baseline="0" noProof="1" dirty="0">
                <a:solidFill>
                  <a:schemeClr val="tx1"/>
                </a:solidFill>
                <a:uFillTx/>
                <a:latin typeface="+mn-lt"/>
                <a:ea typeface="+mn-ea"/>
                <a:cs typeface="+mn-cs"/>
                <a:sym typeface="+mn-ea"/>
              </a:defRPr>
            </a:lvl3pPr>
            <a:lvl4pPr marL="1200150" marR="0" lvl="3" indent="-171450" algn="l" defTabSz="685800" rtl="0" eaLnBrk="1" fontAlgn="auto" latinLnBrk="0" hangingPunct="1">
              <a:lnSpc>
                <a:spcPct val="130000"/>
              </a:lnSpc>
              <a:spcBef>
                <a:spcPts val="0"/>
              </a:spcBef>
              <a:spcAft>
                <a:spcPts val="750"/>
              </a:spcAft>
              <a:buFont typeface="Arial" panose="020B0604020202020204" pitchFamily="34" charset="0"/>
              <a:buChar char="•"/>
              <a:defRPr kumimoji="0" lang="zh-CN" altLang="en-US" sz="1200" b="0" i="0" u="none" strike="noStrike" kern="1200" cap="none" spc="113" normalizeH="0" baseline="0" noProof="1" dirty="0">
                <a:solidFill>
                  <a:schemeClr val="tx1"/>
                </a:solidFill>
                <a:uFillTx/>
                <a:latin typeface="+mn-lt"/>
                <a:ea typeface="+mn-ea"/>
                <a:cs typeface="+mn-cs"/>
                <a:sym typeface="+mn-ea"/>
              </a:defRPr>
            </a:lvl4pPr>
            <a:lvl5pPr marL="1543050" marR="0" lvl="4" indent="-171450" algn="l" defTabSz="685800" rtl="0" eaLnBrk="1" fontAlgn="auto" latinLnBrk="0" hangingPunct="1">
              <a:lnSpc>
                <a:spcPct val="130000"/>
              </a:lnSpc>
              <a:spcBef>
                <a:spcPts val="0"/>
              </a:spcBef>
              <a:spcAft>
                <a:spcPts val="750"/>
              </a:spcAft>
              <a:buFont typeface="Arial" panose="020B0604020202020204" pitchFamily="34" charset="0"/>
              <a:buChar char="•"/>
              <a:defRPr kumimoji="0" lang="zh-CN" altLang="en-US" sz="1200" b="0" i="0" u="none" strike="noStrike" kern="1200" cap="none" spc="113"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2"/>
            </p:custDataLst>
          </p:nvPr>
        </p:nvSpPr>
        <p:spPr>
          <a:xfrm>
            <a:off x="4762800" y="1555200"/>
            <a:ext cx="3920400" cy="4608000"/>
          </a:xfrm>
        </p:spPr>
        <p:txBody>
          <a:bodyPr vert="horz" lIns="90000" tIns="46800" rIns="90000" bIns="46800" rtlCol="0">
            <a:normAutofit/>
          </a:bodyPr>
          <a:lstStyle>
            <a:lvl1pPr marL="0" marR="0" lvl="0" indent="0" algn="l" defTabSz="685800" rtl="0" eaLnBrk="1" fontAlgn="auto" latinLnBrk="0" hangingPunct="1">
              <a:lnSpc>
                <a:spcPct val="130000"/>
              </a:lnSpc>
              <a:spcBef>
                <a:spcPts val="0"/>
              </a:spcBef>
              <a:spcAft>
                <a:spcPts val="450"/>
              </a:spcAft>
              <a:buFont typeface="Arial" panose="020B0604020202020204" pitchFamily="34" charset="0"/>
              <a:buNone/>
              <a:defRPr kumimoji="0" lang="zh-CN" altLang="en-US" sz="1200" b="0" i="0" u="none" strike="noStrike" kern="1200" cap="none" spc="113"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342900" indent="0" defTabSz="685800" eaLnBrk="1" fontAlgn="auto" latinLnBrk="0" hangingPunct="1">
              <a:buFont typeface="Arial" panose="020B0604020202020204" pitchFamily="34" charset="0"/>
              <a:buNone/>
              <a:tabLst>
                <a:tab pos="1207294" algn="l"/>
                <a:tab pos="1207294" algn="l"/>
                <a:tab pos="1207294" algn="l"/>
                <a:tab pos="1207294" algn="l"/>
              </a:tabLst>
              <a:defRPr u="none" strike="noStrike" kern="1200" cap="none" spc="113"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buFont typeface="Arial" panose="020B0604020202020204" pitchFamily="34" charset="0"/>
              <a:buChar char="●"/>
              <a:defRPr u="none" strike="noStrike" kern="1200" cap="none" spc="113"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13"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13"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2026/3/16</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lvl1pPr>
              <a:defRPr baseline="0"/>
            </a:lvl1pPr>
          </a:lstStyle>
          <a:p>
            <a:r>
              <a:rPr lang="zh-CN" altLang="en-US"/>
              <a:t>单击此处编辑母版标题样式</a:t>
            </a:r>
          </a:p>
        </p:txBody>
      </p:sp>
    </p:spTree>
    <p:extLst>
      <p:ext uri="{BB962C8B-B14F-4D97-AF65-F5344CB8AC3E}">
        <p14:creationId xmlns:p14="http://schemas.microsoft.com/office/powerpoint/2010/main" val="691141599"/>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rgbClr val="FFFFFF"/>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7676100" y="914400"/>
            <a:ext cx="783000" cy="5029200"/>
          </a:xfrm>
        </p:spPr>
        <p:txBody>
          <a:bodyPr vert="eaVert" lIns="90000" tIns="46800" rIns="90000" bIns="46800" rtlCol="0" anchor="ctr" anchorCtr="0">
            <a:normAutofit/>
          </a:bodyPr>
          <a:lstStyle>
            <a:lvl1pPr marL="0" marR="0" lvl="0" algn="l" defTabSz="685800" rtl="0" eaLnBrk="1" fontAlgn="auto" latinLnBrk="0" hangingPunct="1">
              <a:lnSpc>
                <a:spcPct val="100000"/>
              </a:lnSpc>
              <a:spcAft>
                <a:spcPts val="0"/>
              </a:spcAft>
              <a:buNone/>
              <a:defRPr kumimoji="0" lang="zh-CN" altLang="en-US" sz="2100" b="1" i="0" u="none" strike="noStrike" kern="1200" cap="none" spc="225"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p>
        </p:txBody>
      </p:sp>
      <p:sp>
        <p:nvSpPr>
          <p:cNvPr id="3" name="竖排文字占位符 2"/>
          <p:cNvSpPr>
            <a:spLocks noGrp="1"/>
          </p:cNvSpPr>
          <p:nvPr>
            <p:ph type="body" orient="vert" idx="1"/>
            <p:custDataLst>
              <p:tags r:id="rId2"/>
            </p:custDataLst>
          </p:nvPr>
        </p:nvSpPr>
        <p:spPr>
          <a:xfrm>
            <a:off x="685800" y="914400"/>
            <a:ext cx="6876900" cy="5029200"/>
          </a:xfrm>
        </p:spPr>
        <p:txBody>
          <a:bodyPr vert="eaVert" lIns="46800" tIns="46800" rIns="46800" bIns="46800"/>
          <a:lstStyle>
            <a:lvl1pPr marL="171450" indent="-171450" eaLnBrk="1" fontAlgn="auto" latinLnBrk="0" hangingPunct="1">
              <a:lnSpc>
                <a:spcPct val="130000"/>
              </a:lnSpc>
              <a:spcAft>
                <a:spcPts val="750"/>
              </a:spcAft>
              <a:buFont typeface="Arial" panose="020B0604020202020204" pitchFamily="34" charset="0"/>
              <a:buChar char="●"/>
              <a:defRPr u="none" strike="noStrike" kern="1200" cap="none" spc="113" normalizeH="0" baseline="0">
                <a:solidFill>
                  <a:schemeClr val="tx1">
                    <a:lumMod val="65000"/>
                    <a:lumOff val="35000"/>
                  </a:schemeClr>
                </a:solidFill>
                <a:uFillTx/>
              </a:defRPr>
            </a:lvl1pPr>
            <a:lvl2pPr marL="514350" indent="-171450" defTabSz="685800" eaLnBrk="1" fontAlgn="auto" latinLnBrk="0" hangingPunct="1">
              <a:lnSpc>
                <a:spcPct val="120000"/>
              </a:lnSpc>
              <a:spcAft>
                <a:spcPts val="450"/>
              </a:spcAft>
              <a:buFont typeface="Arial" panose="020B0604020202020204" pitchFamily="34" charset="0"/>
              <a:buChar char="●"/>
              <a:tabLst>
                <a:tab pos="1207294" algn="l"/>
                <a:tab pos="1207294" algn="l"/>
                <a:tab pos="1207294" algn="l"/>
                <a:tab pos="1207294" algn="l"/>
              </a:tabLst>
              <a:defRPr u="none" strike="noStrike" kern="1200" cap="none" spc="113" normalizeH="0" baseline="0">
                <a:solidFill>
                  <a:schemeClr val="tx1">
                    <a:lumMod val="65000"/>
                    <a:lumOff val="35000"/>
                  </a:schemeClr>
                </a:solidFill>
                <a:uFillTx/>
              </a:defRPr>
            </a:lvl2pPr>
            <a:lvl3pPr marL="857250" indent="-171450" eaLnBrk="1" fontAlgn="auto" latinLnBrk="0" hangingPunct="1">
              <a:lnSpc>
                <a:spcPct val="120000"/>
              </a:lnSpc>
              <a:spcAft>
                <a:spcPts val="450"/>
              </a:spcAft>
              <a:buFont typeface="Arial" panose="020B0604020202020204" pitchFamily="34" charset="0"/>
              <a:buChar char="●"/>
              <a:defRPr u="none" strike="noStrike" kern="1200" cap="none" spc="113" normalizeH="0" baseline="0">
                <a:solidFill>
                  <a:schemeClr val="tx1">
                    <a:lumMod val="65000"/>
                    <a:lumOff val="35000"/>
                  </a:schemeClr>
                </a:solidFill>
                <a:uFillTx/>
              </a:defRPr>
            </a:lvl3pPr>
            <a:lvl4pPr marL="1200150" indent="-171450" eaLnBrk="1" fontAlgn="auto" latinLnBrk="0" hangingPunct="1">
              <a:lnSpc>
                <a:spcPct val="120000"/>
              </a:lnSpc>
              <a:spcAft>
                <a:spcPts val="225"/>
              </a:spcAft>
              <a:buFont typeface="Wingdings" panose="05000000000000000000" charset="0"/>
              <a:buChar char=""/>
              <a:defRPr u="none" strike="noStrike" kern="1200" cap="none" spc="113" normalizeH="0" baseline="0">
                <a:solidFill>
                  <a:schemeClr val="tx1">
                    <a:lumMod val="65000"/>
                    <a:lumOff val="35000"/>
                  </a:schemeClr>
                </a:solidFill>
                <a:uFillTx/>
              </a:defRPr>
            </a:lvl4pPr>
            <a:lvl5pPr marL="1543050" indent="-171450" eaLnBrk="1" fontAlgn="auto" latinLnBrk="0" hangingPunct="1">
              <a:lnSpc>
                <a:spcPct val="120000"/>
              </a:lnSpc>
              <a:spcAft>
                <a:spcPts val="225"/>
              </a:spcAft>
              <a:buFont typeface="Arial" panose="020B0604020202020204" pitchFamily="34" charset="0"/>
              <a:buChar char="•"/>
              <a:defRPr u="none" strike="noStrike" kern="1200" cap="none" spc="113" normalizeH="0" baseline="0">
                <a:solidFill>
                  <a:schemeClr val="tx1">
                    <a:lumMod val="65000"/>
                    <a:lumOff val="35000"/>
                  </a:schemeClr>
                </a:solidFill>
                <a:uFillTx/>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2026/3/16</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4245626363"/>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内容">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2026/3/16</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456300" y="774000"/>
            <a:ext cx="8229600" cy="5482800"/>
          </a:xfrm>
        </p:spPr>
        <p:txBody>
          <a:bodyPr/>
          <a:lstStyle>
            <a:lvl1pPr marL="171450" indent="-171450" eaLnBrk="1" fontAlgn="auto" latinLnBrk="0" hangingPunct="1">
              <a:lnSpc>
                <a:spcPct val="130000"/>
              </a:lnSpc>
              <a:buFont typeface="Arial" panose="020B0604020202020204" pitchFamily="34" charset="0"/>
              <a:buChar char="●"/>
              <a:defRPr u="none" strike="noStrike" kern="1200" cap="none" spc="113" normalizeH="0" baseline="0">
                <a:solidFill>
                  <a:schemeClr val="tx1">
                    <a:lumMod val="65000"/>
                    <a:lumOff val="35000"/>
                  </a:schemeClr>
                </a:solidFill>
                <a:uFillTx/>
              </a:defRPr>
            </a:lvl1pPr>
            <a:lvl2pPr marL="514350" indent="-171450" defTabSz="685800" eaLnBrk="1" fontAlgn="auto" latinLnBrk="0" hangingPunct="1">
              <a:lnSpc>
                <a:spcPct val="120000"/>
              </a:lnSpc>
              <a:buFont typeface="Arial" panose="020B0604020202020204" pitchFamily="34" charset="0"/>
              <a:buChar char="●"/>
              <a:tabLst>
                <a:tab pos="1207294" algn="l"/>
                <a:tab pos="1207294" algn="l"/>
                <a:tab pos="1207294" algn="l"/>
                <a:tab pos="1207294" algn="l"/>
              </a:tabLst>
              <a:defRPr u="none" strike="noStrike" kern="1200" cap="none" spc="113" normalizeH="0" baseline="0">
                <a:solidFill>
                  <a:schemeClr val="tx1">
                    <a:lumMod val="65000"/>
                    <a:lumOff val="35000"/>
                  </a:schemeClr>
                </a:solidFill>
                <a:uFillTx/>
              </a:defRPr>
            </a:lvl2pPr>
            <a:lvl3pPr marL="857250" indent="-171450" eaLnBrk="1" fontAlgn="auto" latinLnBrk="0" hangingPunct="1">
              <a:lnSpc>
                <a:spcPct val="120000"/>
              </a:lnSpc>
              <a:buFont typeface="Arial" panose="020B0604020202020204" pitchFamily="34" charset="0"/>
              <a:buChar char="●"/>
              <a:defRPr u="none" strike="noStrike" kern="1200" cap="none" spc="113" normalizeH="0" baseline="0">
                <a:solidFill>
                  <a:schemeClr val="tx1">
                    <a:lumMod val="65000"/>
                    <a:lumOff val="35000"/>
                  </a:schemeClr>
                </a:solidFill>
                <a:uFillTx/>
              </a:defRPr>
            </a:lvl3pPr>
            <a:lvl4pPr marL="1200150" indent="-171450" eaLnBrk="1" fontAlgn="auto" latinLnBrk="0" hangingPunct="1">
              <a:lnSpc>
                <a:spcPct val="120000"/>
              </a:lnSpc>
              <a:buFont typeface="Wingdings" panose="05000000000000000000" charset="0"/>
              <a:buChar char=""/>
              <a:defRPr u="none" strike="noStrike" kern="1200" cap="none" spc="113" normalizeH="0" baseline="0">
                <a:solidFill>
                  <a:schemeClr val="tx1">
                    <a:lumMod val="65000"/>
                    <a:lumOff val="35000"/>
                  </a:schemeClr>
                </a:solidFill>
                <a:uFillTx/>
              </a:defRPr>
            </a:lvl4pPr>
            <a:lvl5pPr marL="1543050" indent="-171450" eaLnBrk="1" fontAlgn="auto" latinLnBrk="0" hangingPunct="1">
              <a:lnSpc>
                <a:spcPct val="120000"/>
              </a:lnSpc>
              <a:buFont typeface="Arial" panose="020B0604020202020204" pitchFamily="34" charset="0"/>
              <a:buChar char="•"/>
              <a:defRPr u="none" strike="noStrike" kern="1200" cap="none" spc="113" normalizeH="0" baseline="0">
                <a:solidFill>
                  <a:schemeClr val="tx1">
                    <a:lumMod val="65000"/>
                    <a:lumOff val="35000"/>
                  </a:schemeClr>
                </a:solidFill>
                <a:uFillTx/>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3689314167"/>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2026/3/16</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899100" y="2484000"/>
            <a:ext cx="7349400" cy="1018800"/>
          </a:xfrm>
        </p:spPr>
        <p:txBody>
          <a:bodyPr vert="horz" lIns="90000" tIns="46800" rIns="90000" bIns="46800" rtlCol="0" anchor="t" anchorCtr="0">
            <a:normAutofit/>
          </a:bodyPr>
          <a:lstStyle>
            <a:lvl1pPr marL="0" marR="0" algn="ctr" defTabSz="685800" rtl="0" eaLnBrk="1" fontAlgn="auto" latinLnBrk="0" hangingPunct="1">
              <a:lnSpc>
                <a:spcPct val="100000"/>
              </a:lnSpc>
              <a:buNone/>
              <a:defRPr kumimoji="0" lang="zh-CN" altLang="en-US" sz="4500" b="1" i="0" u="none" strike="noStrike" kern="1200" cap="none" spc="225"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p>
        </p:txBody>
      </p:sp>
      <p:sp>
        <p:nvSpPr>
          <p:cNvPr id="7" name="文本占位符 6"/>
          <p:cNvSpPr>
            <a:spLocks noGrp="1"/>
          </p:cNvSpPr>
          <p:nvPr>
            <p:ph type="body" sz="quarter" idx="13"/>
            <p:custDataLst>
              <p:tags r:id="rId5"/>
            </p:custDataLst>
          </p:nvPr>
        </p:nvSpPr>
        <p:spPr>
          <a:xfrm>
            <a:off x="899100" y="3560400"/>
            <a:ext cx="7349400" cy="471600"/>
          </a:xfrm>
        </p:spPr>
        <p:txBody>
          <a:bodyPr lIns="90000" tIns="46800" rIns="90000" bIns="46800">
            <a:normAutofit/>
          </a:bodyPr>
          <a:lstStyle>
            <a:lvl1pPr marL="0" indent="0" algn="ctr">
              <a:lnSpc>
                <a:spcPct val="110000"/>
              </a:lnSpc>
              <a:buNone/>
              <a:defRPr sz="1800" spc="150" baseline="0">
                <a:solidFill>
                  <a:schemeClr val="tx1">
                    <a:lumMod val="65000"/>
                    <a:lumOff val="35000"/>
                  </a:schemeClr>
                </a:solidFill>
              </a:defRPr>
            </a:lvl1pPr>
          </a:lstStyle>
          <a:p>
            <a:pPr lvl="0"/>
            <a:r>
              <a:rPr lang="zh-CN" altLang="en-US" dirty="0"/>
              <a:t>单击此处编辑母版文本样式</a:t>
            </a:r>
          </a:p>
        </p:txBody>
      </p:sp>
    </p:spTree>
    <p:extLst>
      <p:ext uri="{BB962C8B-B14F-4D97-AF65-F5344CB8AC3E}">
        <p14:creationId xmlns:p14="http://schemas.microsoft.com/office/powerpoint/2010/main" val="64342405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17" Type="http://schemas.openxmlformats.org/officeDocument/2006/relationships/tags" Target="../tags/tag5.xml"/><Relationship Id="rId2" Type="http://schemas.openxmlformats.org/officeDocument/2006/relationships/slideLayout" Target="../slideLayouts/slideLayout14.xml"/><Relationship Id="rId16" Type="http://schemas.openxmlformats.org/officeDocument/2006/relationships/tags" Target="../tags/tag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ags" Target="../tags/tag3.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5"/>
          <p:cNvSpPr>
            <a:spLocks noChangeArrowheads="1"/>
          </p:cNvSpPr>
          <p:nvPr/>
        </p:nvSpPr>
        <p:spPr bwMode="ltGray">
          <a:xfrm>
            <a:off x="0" y="0"/>
            <a:ext cx="9144000" cy="836613"/>
          </a:xfrm>
          <a:prstGeom prst="rect">
            <a:avLst/>
          </a:prstGeom>
          <a:solidFill>
            <a:srgbClr val="0060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1027" name="Rectangle 3"/>
          <p:cNvSpPr>
            <a:spLocks noGrp="1" noChangeArrowheads="1"/>
          </p:cNvSpPr>
          <p:nvPr>
            <p:ph type="body" idx="1"/>
          </p:nvPr>
        </p:nvSpPr>
        <p:spPr bwMode="auto">
          <a:xfrm>
            <a:off x="457200" y="1052513"/>
            <a:ext cx="8229600" cy="534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1030" name="Rectangle 6"/>
          <p:cNvSpPr>
            <a:spLocks noGrp="1" noChangeArrowheads="1"/>
          </p:cNvSpPr>
          <p:nvPr>
            <p:ph type="sldNum" sz="quarter" idx="4"/>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a:latin typeface="+mj-lt"/>
                <a:ea typeface="宋体" charset="-122"/>
              </a:defRPr>
            </a:lvl1pPr>
          </a:lstStyle>
          <a:p>
            <a:pPr>
              <a:defRPr/>
            </a:pPr>
            <a:fld id="{CD3807DF-B24E-477E-9A9D-8F9A8A6DEDBF}" type="slidenum">
              <a:rPr lang="en-US" altLang="zh-CN"/>
              <a:pPr>
                <a:defRPr/>
              </a:pPr>
              <a:t>‹#›</a:t>
            </a:fld>
            <a:endParaRPr lang="en-US" altLang="zh-CN"/>
          </a:p>
        </p:txBody>
      </p:sp>
      <p:sp>
        <p:nvSpPr>
          <p:cNvPr id="1029" name="Rectangle 2"/>
          <p:cNvSpPr>
            <a:spLocks noGrp="1" noChangeArrowheads="1"/>
          </p:cNvSpPr>
          <p:nvPr>
            <p:ph type="title"/>
          </p:nvPr>
        </p:nvSpPr>
        <p:spPr bwMode="white">
          <a:xfrm>
            <a:off x="304800" y="152400"/>
            <a:ext cx="84582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2" name="Text Box 16"/>
          <p:cNvSpPr txBox="1">
            <a:spLocks noChangeArrowheads="1"/>
          </p:cNvSpPr>
          <p:nvPr/>
        </p:nvSpPr>
        <p:spPr bwMode="gray">
          <a:xfrm>
            <a:off x="0" y="838200"/>
            <a:ext cx="9144000" cy="144463"/>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defRPr/>
            </a:pPr>
            <a:endParaRPr lang="zh-CN" altLang="zh-CN" sz="1000" b="1">
              <a:solidFill>
                <a:schemeClr val="bg1"/>
              </a:solidFill>
              <a:latin typeface="Verdana" pitchFamily="34" charset="0"/>
            </a:endParaRPr>
          </a:p>
        </p:txBody>
      </p:sp>
      <p:pic>
        <p:nvPicPr>
          <p:cNvPr id="9" name="图片 8"/>
          <p:cNvPicPr>
            <a:picLocks noChangeAspect="1"/>
          </p:cNvPicPr>
          <p:nvPr/>
        </p:nvPicPr>
        <p:blipFill>
          <a:blip r:embed="rId14"/>
          <a:stretch>
            <a:fillRect/>
          </a:stretch>
        </p:blipFill>
        <p:spPr>
          <a:xfrm>
            <a:off x="7380288" y="6453188"/>
            <a:ext cx="1579562" cy="360362"/>
          </a:xfrm>
          <a:prstGeom prst="rect">
            <a:avLst/>
          </a:prstGeom>
          <a:effectLst>
            <a:outerShdw blurRad="50800" dist="38100" dir="2700000" algn="tl" rotWithShape="0">
              <a:prstClr val="black">
                <a:alpha val="40000"/>
              </a:prstClr>
            </a:outerShdw>
          </a:effectLst>
        </p:spPr>
      </p:pic>
    </p:spTree>
  </p:cSld>
  <p:clrMap bg1="lt1" tx1="dk1" bg2="lt2" tx2="dk2" accent1="accent1" accent2="accent2" accent3="accent3" accent4="accent4" accent5="accent5" accent6="accent6" hlink="hlink" folHlink="folHlink"/>
  <p:sldLayoutIdLst>
    <p:sldLayoutId id="2147483796"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 id="2147483795" r:id="rId12"/>
  </p:sldLayoutIdLst>
  <p:transition/>
  <p:hf hdr="0" ftr="0" dt="0"/>
  <p:txStyles>
    <p:title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itchFamily="34" charset="0"/>
        </a:defRPr>
      </a:lvl2pPr>
      <a:lvl3pPr algn="ctr" rtl="0" eaLnBrk="0" fontAlgn="base" hangingPunct="0">
        <a:spcBef>
          <a:spcPct val="0"/>
        </a:spcBef>
        <a:spcAft>
          <a:spcPct val="0"/>
        </a:spcAft>
        <a:defRPr sz="3200" b="1">
          <a:solidFill>
            <a:schemeClr val="bg1"/>
          </a:solidFill>
          <a:latin typeface="Verdana" pitchFamily="34" charset="0"/>
        </a:defRPr>
      </a:lvl3pPr>
      <a:lvl4pPr algn="ctr" rtl="0" eaLnBrk="0" fontAlgn="base" hangingPunct="0">
        <a:spcBef>
          <a:spcPct val="0"/>
        </a:spcBef>
        <a:spcAft>
          <a:spcPct val="0"/>
        </a:spcAft>
        <a:defRPr sz="3200" b="1">
          <a:solidFill>
            <a:schemeClr val="bg1"/>
          </a:solidFill>
          <a:latin typeface="Verdana" pitchFamily="34" charset="0"/>
        </a:defRPr>
      </a:lvl4pPr>
      <a:lvl5pPr algn="ctr" rtl="0" eaLnBrk="0" fontAlgn="base" hangingPunct="0">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p:titleStyle>
    <p:bodyStyle>
      <a:lvl1pPr marL="363538" indent="-363538" algn="l" rtl="0" eaLnBrk="0" fontAlgn="base" hangingPunct="0">
        <a:spcBef>
          <a:spcPct val="20000"/>
        </a:spcBef>
        <a:spcAft>
          <a:spcPct val="0"/>
        </a:spcAft>
        <a:buClr>
          <a:srgbClr val="00607A"/>
        </a:buClr>
        <a:buFont typeface="Wingdings" pitchFamily="2" charset="2"/>
        <a:buChar char="l"/>
        <a:defRPr sz="3200">
          <a:solidFill>
            <a:srgbClr val="00607A"/>
          </a:solidFill>
          <a:latin typeface="+mn-lt"/>
          <a:ea typeface="+mn-ea"/>
          <a:cs typeface="+mn-cs"/>
        </a:defRPr>
      </a:lvl1pPr>
      <a:lvl2pPr marL="715963" indent="-352425" algn="l" rtl="0" eaLnBrk="0" fontAlgn="base" hangingPunct="0">
        <a:spcBef>
          <a:spcPct val="20000"/>
        </a:spcBef>
        <a:spcAft>
          <a:spcPct val="0"/>
        </a:spcAft>
        <a:buClr>
          <a:srgbClr val="00607A"/>
        </a:buClr>
        <a:buFont typeface="Wingdings" pitchFamily="2" charset="2"/>
        <a:buChar char="n"/>
        <a:defRPr sz="2800">
          <a:solidFill>
            <a:srgbClr val="00607A"/>
          </a:solidFill>
          <a:latin typeface="+mn-lt"/>
        </a:defRPr>
      </a:lvl2pPr>
      <a:lvl3pPr marL="1079500" indent="-363538" algn="l" rtl="0" eaLnBrk="0" fontAlgn="base" hangingPunct="0">
        <a:spcBef>
          <a:spcPct val="20000"/>
        </a:spcBef>
        <a:spcAft>
          <a:spcPct val="0"/>
        </a:spcAft>
        <a:buClr>
          <a:srgbClr val="00607A"/>
        </a:buClr>
        <a:buFont typeface="Wingdings" pitchFamily="2" charset="2"/>
        <a:buChar char="u"/>
        <a:defRPr sz="2400">
          <a:solidFill>
            <a:srgbClr val="00607A"/>
          </a:solidFill>
          <a:latin typeface="+mn-lt"/>
        </a:defRPr>
      </a:lvl3pPr>
      <a:lvl4pPr marL="1431925" indent="-352425" algn="l" rtl="0" eaLnBrk="0" fontAlgn="base" hangingPunct="0">
        <a:spcBef>
          <a:spcPct val="20000"/>
        </a:spcBef>
        <a:spcAft>
          <a:spcPct val="0"/>
        </a:spcAft>
        <a:buChar char="–"/>
        <a:defRPr sz="2000">
          <a:solidFill>
            <a:srgbClr val="00607A"/>
          </a:solidFill>
          <a:latin typeface="+mn-lt"/>
        </a:defRPr>
      </a:lvl4pPr>
      <a:lvl5pPr marL="1795463" indent="-363538" algn="l" rtl="0" eaLnBrk="0" fontAlgn="base" hangingPunct="0">
        <a:spcBef>
          <a:spcPct val="20000"/>
        </a:spcBef>
        <a:spcAft>
          <a:spcPct val="0"/>
        </a:spcAft>
        <a:buFont typeface="Wingdings" pitchFamily="2" charset="2"/>
        <a:buChar char="ü"/>
        <a:defRPr sz="2000">
          <a:solidFill>
            <a:srgbClr val="00607A"/>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456300" y="608400"/>
            <a:ext cx="82269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456300" y="1490400"/>
            <a:ext cx="82269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459000" y="6314400"/>
            <a:ext cx="2025000" cy="316800"/>
          </a:xfrm>
          <a:prstGeom prst="rect">
            <a:avLst/>
          </a:prstGeom>
        </p:spPr>
        <p:txBody>
          <a:bodyPr vert="horz" lIns="91440" tIns="45720" rIns="91440" bIns="45720" rtlCol="0" anchor="ctr">
            <a:normAutofit/>
          </a:bodyPr>
          <a:lstStyle>
            <a:lvl1pPr algn="l">
              <a:defRPr sz="75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2026/3/16</a:t>
            </a:fld>
            <a:endParaRPr lang="zh-CN" altLang="en-US"/>
          </a:p>
        </p:txBody>
      </p:sp>
      <p:sp>
        <p:nvSpPr>
          <p:cNvPr id="5" name="页脚占位符 4"/>
          <p:cNvSpPr>
            <a:spLocks noGrp="1"/>
          </p:cNvSpPr>
          <p:nvPr>
            <p:ph type="ftr" sz="quarter" idx="3"/>
            <p:custDataLst>
              <p:tags r:id="rId17"/>
            </p:custDataLst>
          </p:nvPr>
        </p:nvSpPr>
        <p:spPr>
          <a:xfrm>
            <a:off x="3087000" y="6314400"/>
            <a:ext cx="2970000" cy="316800"/>
          </a:xfrm>
          <a:prstGeom prst="rect">
            <a:avLst/>
          </a:prstGeom>
        </p:spPr>
        <p:txBody>
          <a:bodyPr vert="horz" lIns="91440" tIns="45720" rIns="91440" bIns="45720" rtlCol="0" anchor="ctr">
            <a:normAutofit/>
          </a:bodyPr>
          <a:lstStyle>
            <a:lvl1pPr algn="ctr">
              <a:defRPr sz="75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6658200" y="6314400"/>
            <a:ext cx="2025000" cy="316800"/>
          </a:xfrm>
          <a:prstGeom prst="rect">
            <a:avLst/>
          </a:prstGeom>
        </p:spPr>
        <p:txBody>
          <a:bodyPr vert="horz" lIns="91440" tIns="45720" rIns="91440" bIns="45720" rtlCol="0" anchor="ctr">
            <a:normAutofit/>
          </a:bodyPr>
          <a:lstStyle>
            <a:lvl1pPr algn="r">
              <a:defRPr sz="75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Tree>
    <p:custDataLst>
      <p:tags r:id="rId13"/>
    </p:custDataLst>
    <p:extLst>
      <p:ext uri="{BB962C8B-B14F-4D97-AF65-F5344CB8AC3E}">
        <p14:creationId xmlns:p14="http://schemas.microsoft.com/office/powerpoint/2010/main" val="1738554829"/>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Lst>
  <p:transition>
    <p:fade/>
  </p:transition>
  <p:txStyles>
    <p:titleStyle>
      <a:lvl1pPr algn="l" defTabSz="685800" rtl="0" eaLnBrk="1" fontAlgn="auto" latinLnBrk="0" hangingPunct="1">
        <a:lnSpc>
          <a:spcPct val="100000"/>
        </a:lnSpc>
        <a:spcBef>
          <a:spcPct val="0"/>
        </a:spcBef>
        <a:buNone/>
        <a:defRPr sz="2700" b="1" u="none" strike="noStrike" kern="1200" cap="none" spc="225"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171450" indent="-171450" algn="l" defTabSz="685800" rtl="0" eaLnBrk="1" fontAlgn="auto" latinLnBrk="0" hangingPunct="1">
        <a:lnSpc>
          <a:spcPct val="130000"/>
        </a:lnSpc>
        <a:spcBef>
          <a:spcPts val="0"/>
        </a:spcBef>
        <a:spcAft>
          <a:spcPts val="750"/>
        </a:spcAft>
        <a:buFont typeface="Arial" panose="020B0604020202020204" pitchFamily="34" charset="0"/>
        <a:buChar char="●"/>
        <a:defRPr sz="1350" u="none" strike="noStrike" kern="1200" cap="none" spc="113"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514350" indent="-171450" algn="l" defTabSz="685800" rtl="0" eaLnBrk="1" fontAlgn="auto" latinLnBrk="0" hangingPunct="1">
        <a:lnSpc>
          <a:spcPct val="120000"/>
        </a:lnSpc>
        <a:spcBef>
          <a:spcPts val="0"/>
        </a:spcBef>
        <a:spcAft>
          <a:spcPts val="450"/>
        </a:spcAft>
        <a:buFont typeface="Arial" panose="020B0604020202020204" pitchFamily="34" charset="0"/>
        <a:buChar char="●"/>
        <a:tabLst>
          <a:tab pos="1207294" algn="l"/>
          <a:tab pos="1207294" algn="l"/>
          <a:tab pos="1207294" algn="l"/>
          <a:tab pos="1207294" algn="l"/>
        </a:tabLst>
        <a:defRPr sz="1200" u="none" strike="noStrike" kern="1200" cap="none" spc="113"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857250" indent="-171450" algn="l" defTabSz="685800" rtl="0" eaLnBrk="1" fontAlgn="auto" latinLnBrk="0" hangingPunct="1">
        <a:lnSpc>
          <a:spcPct val="120000"/>
        </a:lnSpc>
        <a:spcBef>
          <a:spcPts val="0"/>
        </a:spcBef>
        <a:spcAft>
          <a:spcPts val="450"/>
        </a:spcAft>
        <a:buFont typeface="Arial" panose="020B0604020202020204" pitchFamily="34" charset="0"/>
        <a:buChar char="●"/>
        <a:defRPr sz="1200" u="none" strike="noStrike" kern="1200" cap="none" spc="113"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200150" indent="-171450" algn="l" defTabSz="685800" rtl="0" eaLnBrk="1" fontAlgn="auto" latinLnBrk="0" hangingPunct="1">
        <a:lnSpc>
          <a:spcPct val="120000"/>
        </a:lnSpc>
        <a:spcBef>
          <a:spcPts val="0"/>
        </a:spcBef>
        <a:spcAft>
          <a:spcPts val="225"/>
        </a:spcAft>
        <a:buFont typeface="Wingdings" panose="05000000000000000000" charset="0"/>
        <a:buChar char=""/>
        <a:defRPr sz="1050" u="none" strike="noStrike" kern="1200" cap="none" spc="113"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1543050" indent="-171450" algn="l" defTabSz="685800" rtl="0" eaLnBrk="1" fontAlgn="auto" latinLnBrk="0" hangingPunct="1">
        <a:lnSpc>
          <a:spcPct val="120000"/>
        </a:lnSpc>
        <a:spcBef>
          <a:spcPts val="0"/>
        </a:spcBef>
        <a:spcAft>
          <a:spcPts val="225"/>
        </a:spcAft>
        <a:buFont typeface="Arial" panose="020B0604020202020204" pitchFamily="34" charset="0"/>
        <a:buChar char="•"/>
        <a:defRPr sz="1050" u="none" strike="noStrike" kern="1200" cap="none" spc="113"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jpe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jpeg"/><Relationship Id="rId10" Type="http://schemas.openxmlformats.org/officeDocument/2006/relationships/image" Target="../media/image14.png"/><Relationship Id="rId4" Type="http://schemas.openxmlformats.org/officeDocument/2006/relationships/image" Target="../media/image8.jpeg"/><Relationship Id="rId9"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15.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25.emf"/><Relationship Id="rId7" Type="http://schemas.openxmlformats.org/officeDocument/2006/relationships/diagramColors" Target="../diagrams/colors3.xml"/><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 Id="rId9"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副标题 2"/>
          <p:cNvSpPr>
            <a:spLocks noGrp="1"/>
          </p:cNvSpPr>
          <p:nvPr>
            <p:ph type="subTitle" idx="1"/>
          </p:nvPr>
        </p:nvSpPr>
        <p:spPr>
          <a:xfrm>
            <a:off x="1403350" y="5589588"/>
            <a:ext cx="6553200" cy="1268412"/>
          </a:xfrm>
        </p:spPr>
        <p:txBody>
          <a:bodyPr/>
          <a:lstStyle/>
          <a:p>
            <a:pPr eaLnBrk="1" hangingPunct="1">
              <a:lnSpc>
                <a:spcPct val="90000"/>
              </a:lnSpc>
              <a:buFont typeface="Arial" charset="0"/>
              <a:buNone/>
            </a:pPr>
            <a:r>
              <a:rPr lang="zh-CN" altLang="en-US" dirty="0">
                <a:ea typeface="宋体" pitchFamily="2" charset="-122"/>
              </a:rPr>
              <a:t>荣国平</a:t>
            </a:r>
            <a:endParaRPr lang="en-US" altLang="zh-CN" dirty="0">
              <a:ea typeface="宋体" pitchFamily="2" charset="-122"/>
            </a:endParaRPr>
          </a:p>
          <a:p>
            <a:pPr eaLnBrk="1" hangingPunct="1">
              <a:lnSpc>
                <a:spcPct val="90000"/>
              </a:lnSpc>
              <a:buFont typeface="Arial" charset="0"/>
              <a:buNone/>
            </a:pPr>
            <a:r>
              <a:rPr lang="zh-CN" altLang="en-US" dirty="0">
                <a:ea typeface="宋体" pitchFamily="2" charset="-122"/>
              </a:rPr>
              <a:t>南京大学软件学院</a:t>
            </a:r>
            <a:endParaRPr lang="en-US" altLang="zh-CN" dirty="0">
              <a:ea typeface="宋体" pitchFamily="2" charset="-122"/>
            </a:endParaRPr>
          </a:p>
          <a:p>
            <a:pPr eaLnBrk="1" hangingPunct="1">
              <a:lnSpc>
                <a:spcPct val="90000"/>
              </a:lnSpc>
            </a:pPr>
            <a:r>
              <a:rPr lang="en-US" altLang="zh-CN" dirty="0">
                <a:ea typeface="宋体" pitchFamily="2" charset="-122"/>
              </a:rPr>
              <a:t>2026</a:t>
            </a:r>
            <a:r>
              <a:rPr lang="zh-CN" altLang="en-US" dirty="0">
                <a:ea typeface="宋体" panose="02010600030101010101" pitchFamily="2" charset="-122"/>
              </a:rPr>
              <a:t>年 春</a:t>
            </a:r>
            <a:endParaRPr lang="en-US" altLang="zh-CN" dirty="0">
              <a:ea typeface="宋体" panose="02010600030101010101" pitchFamily="2" charset="-122"/>
            </a:endParaRPr>
          </a:p>
          <a:p>
            <a:pPr eaLnBrk="1" hangingPunct="1">
              <a:lnSpc>
                <a:spcPct val="90000"/>
              </a:lnSpc>
              <a:buFont typeface="Arial" charset="0"/>
              <a:buNone/>
            </a:pPr>
            <a:endParaRPr lang="zh-CN" altLang="en-US" dirty="0">
              <a:ea typeface="宋体" pitchFamily="2" charset="-122"/>
            </a:endParaRPr>
          </a:p>
        </p:txBody>
      </p:sp>
      <p:sp>
        <p:nvSpPr>
          <p:cNvPr id="3075" name="标题 1"/>
          <p:cNvSpPr>
            <a:spLocks noGrp="1"/>
          </p:cNvSpPr>
          <p:nvPr>
            <p:ph type="ctrTitle" sz="quarter"/>
          </p:nvPr>
        </p:nvSpPr>
        <p:spPr>
          <a:xfrm>
            <a:off x="0" y="4076700"/>
            <a:ext cx="9144000" cy="1223963"/>
          </a:xfrm>
          <a:gradFill rotWithShape="0"/>
        </p:spPr>
        <p:txBody>
          <a:bodyPr/>
          <a:lstStyle/>
          <a:p>
            <a:pPr eaLnBrk="1" hangingPunct="1"/>
            <a:r>
              <a:rPr lang="zh-CN" altLang="en-US" dirty="0">
                <a:ea typeface="宋体" pitchFamily="2" charset="-122"/>
              </a:rPr>
              <a:t>软件质量与管理 第一讲</a:t>
            </a:r>
            <a:br>
              <a:rPr lang="en-US" altLang="zh-CN" dirty="0">
                <a:ea typeface="宋体" pitchFamily="2" charset="-122"/>
              </a:rPr>
            </a:br>
            <a:r>
              <a:rPr lang="zh-CN" altLang="en-US" dirty="0">
                <a:ea typeface="宋体" pitchFamily="2" charset="-122"/>
              </a:rPr>
              <a:t>概  述</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zh-CN" altLang="en-US" dirty="0">
                <a:ea typeface="宋体" pitchFamily="2" charset="-122"/>
              </a:rPr>
              <a:t>软件正在重新定义我们的世界</a:t>
            </a:r>
          </a:p>
        </p:txBody>
      </p:sp>
      <p:pic>
        <p:nvPicPr>
          <p:cNvPr id="4100" name="Picture 4" descr="34bbf8cdca68806f0eb3450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493" y="1090048"/>
            <a:ext cx="2141846" cy="1424552"/>
          </a:xfrm>
          <a:prstGeom prst="rect">
            <a:avLst/>
          </a:prstGeom>
          <a:effectLst>
            <a:softEdge rad="3810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9" descr="f6428f8fc9fbb9ba513d92fd">
            <a:extLst>
              <a:ext uri="{FF2B5EF4-FFF2-40B4-BE49-F238E27FC236}">
                <a16:creationId xmlns:a16="http://schemas.microsoft.com/office/drawing/2014/main" id="{074211D4-E3B1-0240-94F4-06C3DC8C4B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9000" y="3106857"/>
            <a:ext cx="1824237" cy="1368177"/>
          </a:xfrm>
          <a:prstGeom prst="rect">
            <a:avLst/>
          </a:prstGeom>
          <a:effectLst>
            <a:softEdge rad="190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0" descr="davinci">
            <a:extLst>
              <a:ext uri="{FF2B5EF4-FFF2-40B4-BE49-F238E27FC236}">
                <a16:creationId xmlns:a16="http://schemas.microsoft.com/office/drawing/2014/main" id="{0BC0B87B-CA83-694E-A212-20622DD29DD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589" y="3275563"/>
            <a:ext cx="2156561" cy="1249285"/>
          </a:xfrm>
          <a:prstGeom prst="rect">
            <a:avLst/>
          </a:prstGeom>
          <a:effectLst>
            <a:softEdge rad="190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2AD590EA-F6D7-2443-A184-73622BE67C38}"/>
              </a:ext>
            </a:extLst>
          </p:cNvPr>
          <p:cNvPicPr>
            <a:picLocks noChangeAspect="1"/>
          </p:cNvPicPr>
          <p:nvPr/>
        </p:nvPicPr>
        <p:blipFill>
          <a:blip r:embed="rId6"/>
          <a:stretch>
            <a:fillRect/>
          </a:stretch>
        </p:blipFill>
        <p:spPr>
          <a:xfrm>
            <a:off x="6589013" y="5006811"/>
            <a:ext cx="2474223" cy="1546389"/>
          </a:xfrm>
          <a:prstGeom prst="rect">
            <a:avLst/>
          </a:prstGeom>
          <a:effectLst>
            <a:softEdge rad="381000"/>
          </a:effectLst>
        </p:spPr>
      </p:pic>
      <p:pic>
        <p:nvPicPr>
          <p:cNvPr id="3" name="图片 2">
            <a:extLst>
              <a:ext uri="{FF2B5EF4-FFF2-40B4-BE49-F238E27FC236}">
                <a16:creationId xmlns:a16="http://schemas.microsoft.com/office/drawing/2014/main" id="{796D3A26-E924-DC4C-B5AB-26136375084B}"/>
              </a:ext>
            </a:extLst>
          </p:cNvPr>
          <p:cNvPicPr>
            <a:picLocks noChangeAspect="1"/>
          </p:cNvPicPr>
          <p:nvPr/>
        </p:nvPicPr>
        <p:blipFill>
          <a:blip r:embed="rId7"/>
          <a:stretch>
            <a:fillRect/>
          </a:stretch>
        </p:blipFill>
        <p:spPr>
          <a:xfrm>
            <a:off x="3485343" y="1068285"/>
            <a:ext cx="2011362" cy="1339857"/>
          </a:xfrm>
          <a:prstGeom prst="rect">
            <a:avLst/>
          </a:prstGeom>
          <a:effectLst>
            <a:softEdge rad="190500"/>
          </a:effectLst>
        </p:spPr>
      </p:pic>
      <p:pic>
        <p:nvPicPr>
          <p:cNvPr id="4" name="图片 3">
            <a:extLst>
              <a:ext uri="{FF2B5EF4-FFF2-40B4-BE49-F238E27FC236}">
                <a16:creationId xmlns:a16="http://schemas.microsoft.com/office/drawing/2014/main" id="{7FFE07EE-1000-254C-9020-27105D18196A}"/>
              </a:ext>
            </a:extLst>
          </p:cNvPr>
          <p:cNvPicPr>
            <a:picLocks noChangeAspect="1"/>
          </p:cNvPicPr>
          <p:nvPr/>
        </p:nvPicPr>
        <p:blipFill>
          <a:blip r:embed="rId8"/>
          <a:stretch>
            <a:fillRect/>
          </a:stretch>
        </p:blipFill>
        <p:spPr>
          <a:xfrm>
            <a:off x="49474" y="5166924"/>
            <a:ext cx="2156561" cy="1192245"/>
          </a:xfrm>
          <a:prstGeom prst="rect">
            <a:avLst/>
          </a:prstGeom>
          <a:effectLst>
            <a:softEdge rad="190500"/>
          </a:effectLst>
        </p:spPr>
      </p:pic>
      <p:pic>
        <p:nvPicPr>
          <p:cNvPr id="6" name="图片 5">
            <a:extLst>
              <a:ext uri="{FF2B5EF4-FFF2-40B4-BE49-F238E27FC236}">
                <a16:creationId xmlns:a16="http://schemas.microsoft.com/office/drawing/2014/main" id="{1EC05756-BFB1-0D4C-9874-BA03955170B2}"/>
              </a:ext>
            </a:extLst>
          </p:cNvPr>
          <p:cNvPicPr>
            <a:picLocks noChangeAspect="1"/>
          </p:cNvPicPr>
          <p:nvPr/>
        </p:nvPicPr>
        <p:blipFill>
          <a:blip r:embed="rId9"/>
          <a:stretch>
            <a:fillRect/>
          </a:stretch>
        </p:blipFill>
        <p:spPr>
          <a:xfrm>
            <a:off x="3088335" y="5344470"/>
            <a:ext cx="2398065" cy="1116656"/>
          </a:xfrm>
          <a:prstGeom prst="rect">
            <a:avLst/>
          </a:prstGeom>
          <a:effectLst>
            <a:softEdge rad="190500"/>
          </a:effectLst>
        </p:spPr>
      </p:pic>
      <p:pic>
        <p:nvPicPr>
          <p:cNvPr id="7" name="图片 6">
            <a:extLst>
              <a:ext uri="{FF2B5EF4-FFF2-40B4-BE49-F238E27FC236}">
                <a16:creationId xmlns:a16="http://schemas.microsoft.com/office/drawing/2014/main" id="{4A9CF9E4-A76D-C643-A9C3-54EF06CED037}"/>
              </a:ext>
            </a:extLst>
          </p:cNvPr>
          <p:cNvPicPr>
            <a:picLocks noChangeAspect="1"/>
          </p:cNvPicPr>
          <p:nvPr/>
        </p:nvPicPr>
        <p:blipFill>
          <a:blip r:embed="rId10"/>
          <a:stretch>
            <a:fillRect/>
          </a:stretch>
        </p:blipFill>
        <p:spPr>
          <a:xfrm>
            <a:off x="6712465" y="1068285"/>
            <a:ext cx="2474223" cy="1424552"/>
          </a:xfrm>
          <a:prstGeom prst="rect">
            <a:avLst/>
          </a:prstGeom>
          <a:effectLst>
            <a:softEdge rad="381000"/>
          </a:effectLst>
        </p:spPr>
      </p:pic>
      <p:pic>
        <p:nvPicPr>
          <p:cNvPr id="8" name="图片 7">
            <a:extLst>
              <a:ext uri="{FF2B5EF4-FFF2-40B4-BE49-F238E27FC236}">
                <a16:creationId xmlns:a16="http://schemas.microsoft.com/office/drawing/2014/main" id="{04BA184E-1E5E-AE4A-88BA-A53E09CC68F5}"/>
              </a:ext>
            </a:extLst>
          </p:cNvPr>
          <p:cNvPicPr>
            <a:picLocks noChangeAspect="1"/>
          </p:cNvPicPr>
          <p:nvPr/>
        </p:nvPicPr>
        <p:blipFill>
          <a:blip r:embed="rId11"/>
          <a:stretch>
            <a:fillRect/>
          </a:stretch>
        </p:blipFill>
        <p:spPr>
          <a:xfrm>
            <a:off x="2431536" y="2475420"/>
            <a:ext cx="4450112" cy="2629292"/>
          </a:xfrm>
          <a:prstGeom prst="rect">
            <a:avLst/>
          </a:prstGeom>
          <a:effectLst>
            <a:softEdge rad="190500"/>
          </a:effectLst>
        </p:spPr>
      </p:pic>
    </p:spTree>
  </p:cSld>
  <p:clrMapOvr>
    <a:masterClrMapping/>
  </p:clrMapOvr>
  <p:transition>
    <p:blinds/>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p:txBody>
          <a:bodyPr/>
          <a:lstStyle/>
          <a:p>
            <a:pPr eaLnBrk="1" hangingPunct="1"/>
            <a:r>
              <a:rPr lang="zh-CN" altLang="en-US">
                <a:ea typeface="宋体" pitchFamily="2" charset="-122"/>
              </a:rPr>
              <a:t>软件自身的变化</a:t>
            </a:r>
            <a:r>
              <a:rPr lang="en-US" altLang="zh-CN">
                <a:ea typeface="宋体" pitchFamily="2" charset="-122"/>
              </a:rPr>
              <a:t>-</a:t>
            </a:r>
            <a:r>
              <a:rPr lang="zh-CN" altLang="en-US">
                <a:ea typeface="宋体" pitchFamily="2" charset="-122"/>
              </a:rPr>
              <a:t>规模</a:t>
            </a:r>
          </a:p>
        </p:txBody>
      </p:sp>
      <p:sp>
        <p:nvSpPr>
          <p:cNvPr id="8195" name="Rectangle 3"/>
          <p:cNvSpPr>
            <a:spLocks noChangeArrowheads="1"/>
          </p:cNvSpPr>
          <p:nvPr/>
        </p:nvSpPr>
        <p:spPr bwMode="auto">
          <a:xfrm>
            <a:off x="2133600" y="2152650"/>
            <a:ext cx="4260850" cy="302895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196" name="Line 4"/>
          <p:cNvSpPr>
            <a:spLocks noChangeShapeType="1"/>
          </p:cNvSpPr>
          <p:nvPr/>
        </p:nvSpPr>
        <p:spPr bwMode="auto">
          <a:xfrm>
            <a:off x="2149475" y="5178425"/>
            <a:ext cx="4260850"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7" name="Line 5"/>
          <p:cNvSpPr>
            <a:spLocks noChangeShapeType="1"/>
          </p:cNvSpPr>
          <p:nvPr/>
        </p:nvSpPr>
        <p:spPr bwMode="auto">
          <a:xfrm>
            <a:off x="2149475" y="4365625"/>
            <a:ext cx="42608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8" name="Line 6"/>
          <p:cNvSpPr>
            <a:spLocks noChangeShapeType="1"/>
          </p:cNvSpPr>
          <p:nvPr/>
        </p:nvSpPr>
        <p:spPr bwMode="auto">
          <a:xfrm>
            <a:off x="2149475" y="3981450"/>
            <a:ext cx="42608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9" name="Line 7"/>
          <p:cNvSpPr>
            <a:spLocks noChangeShapeType="1"/>
          </p:cNvSpPr>
          <p:nvPr/>
        </p:nvSpPr>
        <p:spPr bwMode="auto">
          <a:xfrm>
            <a:off x="2149475" y="3613150"/>
            <a:ext cx="42608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0" name="Line 8"/>
          <p:cNvSpPr>
            <a:spLocks noChangeShapeType="1"/>
          </p:cNvSpPr>
          <p:nvPr/>
        </p:nvSpPr>
        <p:spPr bwMode="auto">
          <a:xfrm>
            <a:off x="2149475" y="3228975"/>
            <a:ext cx="42608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1" name="Line 9"/>
          <p:cNvSpPr>
            <a:spLocks noChangeShapeType="1"/>
          </p:cNvSpPr>
          <p:nvPr/>
        </p:nvSpPr>
        <p:spPr bwMode="auto">
          <a:xfrm>
            <a:off x="2149475" y="2843213"/>
            <a:ext cx="42608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2" name="Line 10"/>
          <p:cNvSpPr>
            <a:spLocks noChangeShapeType="1"/>
          </p:cNvSpPr>
          <p:nvPr/>
        </p:nvSpPr>
        <p:spPr bwMode="auto">
          <a:xfrm>
            <a:off x="2149475" y="2474913"/>
            <a:ext cx="42608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3" name="Line 11"/>
          <p:cNvSpPr>
            <a:spLocks noChangeShapeType="1"/>
          </p:cNvSpPr>
          <p:nvPr/>
        </p:nvSpPr>
        <p:spPr bwMode="auto">
          <a:xfrm>
            <a:off x="2149475" y="2089150"/>
            <a:ext cx="42608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4" name="Rectangle 12"/>
          <p:cNvSpPr>
            <a:spLocks noChangeArrowheads="1"/>
          </p:cNvSpPr>
          <p:nvPr/>
        </p:nvSpPr>
        <p:spPr bwMode="auto">
          <a:xfrm>
            <a:off x="2149475" y="2152650"/>
            <a:ext cx="4260850" cy="3028950"/>
          </a:xfrm>
          <a:prstGeom prst="rect">
            <a:avLst/>
          </a:prstGeom>
          <a:noFill/>
          <a:ln w="14288">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205" name="Line 13"/>
          <p:cNvSpPr>
            <a:spLocks noChangeShapeType="1"/>
          </p:cNvSpPr>
          <p:nvPr/>
        </p:nvSpPr>
        <p:spPr bwMode="auto">
          <a:xfrm>
            <a:off x="2149475" y="2089150"/>
            <a:ext cx="1588" cy="30289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6" name="Line 14"/>
          <p:cNvSpPr>
            <a:spLocks noChangeShapeType="1"/>
          </p:cNvSpPr>
          <p:nvPr/>
        </p:nvSpPr>
        <p:spPr bwMode="auto">
          <a:xfrm>
            <a:off x="2068513" y="5118100"/>
            <a:ext cx="80962"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7" name="Line 15"/>
          <p:cNvSpPr>
            <a:spLocks noChangeShapeType="1"/>
          </p:cNvSpPr>
          <p:nvPr/>
        </p:nvSpPr>
        <p:spPr bwMode="auto">
          <a:xfrm>
            <a:off x="2057400" y="5173662"/>
            <a:ext cx="80962"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8" name="Line 16"/>
          <p:cNvSpPr>
            <a:spLocks noChangeShapeType="1"/>
          </p:cNvSpPr>
          <p:nvPr/>
        </p:nvSpPr>
        <p:spPr bwMode="auto">
          <a:xfrm>
            <a:off x="2068513" y="4365625"/>
            <a:ext cx="80962"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9" name="Line 17"/>
          <p:cNvSpPr>
            <a:spLocks noChangeShapeType="1"/>
          </p:cNvSpPr>
          <p:nvPr/>
        </p:nvSpPr>
        <p:spPr bwMode="auto">
          <a:xfrm>
            <a:off x="2068513" y="3981450"/>
            <a:ext cx="80962"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0" name="Line 18"/>
          <p:cNvSpPr>
            <a:spLocks noChangeShapeType="1"/>
          </p:cNvSpPr>
          <p:nvPr/>
        </p:nvSpPr>
        <p:spPr bwMode="auto">
          <a:xfrm>
            <a:off x="2068513" y="3613150"/>
            <a:ext cx="80962"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1" name="Line 19"/>
          <p:cNvSpPr>
            <a:spLocks noChangeShapeType="1"/>
          </p:cNvSpPr>
          <p:nvPr/>
        </p:nvSpPr>
        <p:spPr bwMode="auto">
          <a:xfrm>
            <a:off x="2068513" y="3228975"/>
            <a:ext cx="80962"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2" name="Line 20"/>
          <p:cNvSpPr>
            <a:spLocks noChangeShapeType="1"/>
          </p:cNvSpPr>
          <p:nvPr/>
        </p:nvSpPr>
        <p:spPr bwMode="auto">
          <a:xfrm>
            <a:off x="2068513" y="2843213"/>
            <a:ext cx="80962"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3" name="Line 21"/>
          <p:cNvSpPr>
            <a:spLocks noChangeShapeType="1"/>
          </p:cNvSpPr>
          <p:nvPr/>
        </p:nvSpPr>
        <p:spPr bwMode="auto">
          <a:xfrm>
            <a:off x="2068513" y="2474913"/>
            <a:ext cx="80962"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4" name="Line 22"/>
          <p:cNvSpPr>
            <a:spLocks noChangeShapeType="1"/>
          </p:cNvSpPr>
          <p:nvPr/>
        </p:nvSpPr>
        <p:spPr bwMode="auto">
          <a:xfrm>
            <a:off x="2068513" y="2089150"/>
            <a:ext cx="80962"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5" name="Line 23"/>
          <p:cNvSpPr>
            <a:spLocks noChangeShapeType="1"/>
          </p:cNvSpPr>
          <p:nvPr/>
        </p:nvSpPr>
        <p:spPr bwMode="auto">
          <a:xfrm>
            <a:off x="2138362" y="5173662"/>
            <a:ext cx="42608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6" name="Line 24"/>
          <p:cNvSpPr>
            <a:spLocks noChangeShapeType="1"/>
          </p:cNvSpPr>
          <p:nvPr/>
        </p:nvSpPr>
        <p:spPr bwMode="auto">
          <a:xfrm flipV="1">
            <a:off x="2138362"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7" name="Line 25"/>
          <p:cNvSpPr>
            <a:spLocks noChangeShapeType="1"/>
          </p:cNvSpPr>
          <p:nvPr/>
        </p:nvSpPr>
        <p:spPr bwMode="auto">
          <a:xfrm flipV="1">
            <a:off x="2235200"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8" name="Line 26"/>
          <p:cNvSpPr>
            <a:spLocks noChangeShapeType="1"/>
          </p:cNvSpPr>
          <p:nvPr/>
        </p:nvSpPr>
        <p:spPr bwMode="auto">
          <a:xfrm flipV="1">
            <a:off x="2347912"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9" name="Line 27"/>
          <p:cNvSpPr>
            <a:spLocks noChangeShapeType="1"/>
          </p:cNvSpPr>
          <p:nvPr/>
        </p:nvSpPr>
        <p:spPr bwMode="auto">
          <a:xfrm flipV="1">
            <a:off x="2443162" y="5173662"/>
            <a:ext cx="3175"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0" name="Line 28"/>
          <p:cNvSpPr>
            <a:spLocks noChangeShapeType="1"/>
          </p:cNvSpPr>
          <p:nvPr/>
        </p:nvSpPr>
        <p:spPr bwMode="auto">
          <a:xfrm flipV="1">
            <a:off x="2555875"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1" name="Line 29"/>
          <p:cNvSpPr>
            <a:spLocks noChangeShapeType="1"/>
          </p:cNvSpPr>
          <p:nvPr/>
        </p:nvSpPr>
        <p:spPr bwMode="auto">
          <a:xfrm flipV="1">
            <a:off x="2652712"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2" name="Line 30"/>
          <p:cNvSpPr>
            <a:spLocks noChangeShapeType="1"/>
          </p:cNvSpPr>
          <p:nvPr/>
        </p:nvSpPr>
        <p:spPr bwMode="auto">
          <a:xfrm flipV="1">
            <a:off x="2765425"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3" name="Line 31"/>
          <p:cNvSpPr>
            <a:spLocks noChangeShapeType="1"/>
          </p:cNvSpPr>
          <p:nvPr/>
        </p:nvSpPr>
        <p:spPr bwMode="auto">
          <a:xfrm flipV="1">
            <a:off x="2862262"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4" name="Line 32"/>
          <p:cNvSpPr>
            <a:spLocks noChangeShapeType="1"/>
          </p:cNvSpPr>
          <p:nvPr/>
        </p:nvSpPr>
        <p:spPr bwMode="auto">
          <a:xfrm flipV="1">
            <a:off x="2973387" y="5173662"/>
            <a:ext cx="3175"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5" name="Line 33"/>
          <p:cNvSpPr>
            <a:spLocks noChangeShapeType="1"/>
          </p:cNvSpPr>
          <p:nvPr/>
        </p:nvSpPr>
        <p:spPr bwMode="auto">
          <a:xfrm flipV="1">
            <a:off x="3070225"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6" name="Line 34"/>
          <p:cNvSpPr>
            <a:spLocks noChangeShapeType="1"/>
          </p:cNvSpPr>
          <p:nvPr/>
        </p:nvSpPr>
        <p:spPr bwMode="auto">
          <a:xfrm flipV="1">
            <a:off x="3182937"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7" name="Line 35"/>
          <p:cNvSpPr>
            <a:spLocks noChangeShapeType="1"/>
          </p:cNvSpPr>
          <p:nvPr/>
        </p:nvSpPr>
        <p:spPr bwMode="auto">
          <a:xfrm flipV="1">
            <a:off x="3279775"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8" name="Line 36"/>
          <p:cNvSpPr>
            <a:spLocks noChangeShapeType="1"/>
          </p:cNvSpPr>
          <p:nvPr/>
        </p:nvSpPr>
        <p:spPr bwMode="auto">
          <a:xfrm flipV="1">
            <a:off x="3392487"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9" name="Line 37"/>
          <p:cNvSpPr>
            <a:spLocks noChangeShapeType="1"/>
          </p:cNvSpPr>
          <p:nvPr/>
        </p:nvSpPr>
        <p:spPr bwMode="auto">
          <a:xfrm flipV="1">
            <a:off x="3487737" y="5173662"/>
            <a:ext cx="3175"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0" name="Line 38"/>
          <p:cNvSpPr>
            <a:spLocks noChangeShapeType="1"/>
          </p:cNvSpPr>
          <p:nvPr/>
        </p:nvSpPr>
        <p:spPr bwMode="auto">
          <a:xfrm flipV="1">
            <a:off x="3584575"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1" name="Line 39"/>
          <p:cNvSpPr>
            <a:spLocks noChangeShapeType="1"/>
          </p:cNvSpPr>
          <p:nvPr/>
        </p:nvSpPr>
        <p:spPr bwMode="auto">
          <a:xfrm flipV="1">
            <a:off x="3697287"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2" name="Line 40"/>
          <p:cNvSpPr>
            <a:spLocks noChangeShapeType="1"/>
          </p:cNvSpPr>
          <p:nvPr/>
        </p:nvSpPr>
        <p:spPr bwMode="auto">
          <a:xfrm flipV="1">
            <a:off x="3794125"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3" name="Line 41"/>
          <p:cNvSpPr>
            <a:spLocks noChangeShapeType="1"/>
          </p:cNvSpPr>
          <p:nvPr/>
        </p:nvSpPr>
        <p:spPr bwMode="auto">
          <a:xfrm flipV="1">
            <a:off x="3906837"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4" name="Line 42"/>
          <p:cNvSpPr>
            <a:spLocks noChangeShapeType="1"/>
          </p:cNvSpPr>
          <p:nvPr/>
        </p:nvSpPr>
        <p:spPr bwMode="auto">
          <a:xfrm flipV="1">
            <a:off x="4002087"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5" name="Line 43"/>
          <p:cNvSpPr>
            <a:spLocks noChangeShapeType="1"/>
          </p:cNvSpPr>
          <p:nvPr/>
        </p:nvSpPr>
        <p:spPr bwMode="auto">
          <a:xfrm flipV="1">
            <a:off x="4116387"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6" name="Line 44"/>
          <p:cNvSpPr>
            <a:spLocks noChangeShapeType="1"/>
          </p:cNvSpPr>
          <p:nvPr/>
        </p:nvSpPr>
        <p:spPr bwMode="auto">
          <a:xfrm flipV="1">
            <a:off x="4213225"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7" name="Line 45"/>
          <p:cNvSpPr>
            <a:spLocks noChangeShapeType="1"/>
          </p:cNvSpPr>
          <p:nvPr/>
        </p:nvSpPr>
        <p:spPr bwMode="auto">
          <a:xfrm flipV="1">
            <a:off x="4325937"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8" name="Line 46"/>
          <p:cNvSpPr>
            <a:spLocks noChangeShapeType="1"/>
          </p:cNvSpPr>
          <p:nvPr/>
        </p:nvSpPr>
        <p:spPr bwMode="auto">
          <a:xfrm flipV="1">
            <a:off x="4422775"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9" name="Line 47"/>
          <p:cNvSpPr>
            <a:spLocks noChangeShapeType="1"/>
          </p:cNvSpPr>
          <p:nvPr/>
        </p:nvSpPr>
        <p:spPr bwMode="auto">
          <a:xfrm flipV="1">
            <a:off x="4535487"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0" name="Line 48"/>
          <p:cNvSpPr>
            <a:spLocks noChangeShapeType="1"/>
          </p:cNvSpPr>
          <p:nvPr/>
        </p:nvSpPr>
        <p:spPr bwMode="auto">
          <a:xfrm flipV="1">
            <a:off x="4630737"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1" name="Line 49"/>
          <p:cNvSpPr>
            <a:spLocks noChangeShapeType="1"/>
          </p:cNvSpPr>
          <p:nvPr/>
        </p:nvSpPr>
        <p:spPr bwMode="auto">
          <a:xfrm flipV="1">
            <a:off x="4743450"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2" name="Line 50"/>
          <p:cNvSpPr>
            <a:spLocks noChangeShapeType="1"/>
          </p:cNvSpPr>
          <p:nvPr/>
        </p:nvSpPr>
        <p:spPr bwMode="auto">
          <a:xfrm flipV="1">
            <a:off x="4840287"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3" name="Line 51"/>
          <p:cNvSpPr>
            <a:spLocks noChangeShapeType="1"/>
          </p:cNvSpPr>
          <p:nvPr/>
        </p:nvSpPr>
        <p:spPr bwMode="auto">
          <a:xfrm flipV="1">
            <a:off x="4953000"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4" name="Line 52"/>
          <p:cNvSpPr>
            <a:spLocks noChangeShapeType="1"/>
          </p:cNvSpPr>
          <p:nvPr/>
        </p:nvSpPr>
        <p:spPr bwMode="auto">
          <a:xfrm flipV="1">
            <a:off x="5048250" y="5173662"/>
            <a:ext cx="3175"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5" name="Line 53"/>
          <p:cNvSpPr>
            <a:spLocks noChangeShapeType="1"/>
          </p:cNvSpPr>
          <p:nvPr/>
        </p:nvSpPr>
        <p:spPr bwMode="auto">
          <a:xfrm flipV="1">
            <a:off x="5145087"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6" name="Line 54"/>
          <p:cNvSpPr>
            <a:spLocks noChangeShapeType="1"/>
          </p:cNvSpPr>
          <p:nvPr/>
        </p:nvSpPr>
        <p:spPr bwMode="auto">
          <a:xfrm flipV="1">
            <a:off x="5257800"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7" name="Line 55"/>
          <p:cNvSpPr>
            <a:spLocks noChangeShapeType="1"/>
          </p:cNvSpPr>
          <p:nvPr/>
        </p:nvSpPr>
        <p:spPr bwMode="auto">
          <a:xfrm flipV="1">
            <a:off x="5354637"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8" name="Line 56"/>
          <p:cNvSpPr>
            <a:spLocks noChangeShapeType="1"/>
          </p:cNvSpPr>
          <p:nvPr/>
        </p:nvSpPr>
        <p:spPr bwMode="auto">
          <a:xfrm flipV="1">
            <a:off x="5467350"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9" name="Line 57"/>
          <p:cNvSpPr>
            <a:spLocks noChangeShapeType="1"/>
          </p:cNvSpPr>
          <p:nvPr/>
        </p:nvSpPr>
        <p:spPr bwMode="auto">
          <a:xfrm flipV="1">
            <a:off x="5562600"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0" name="Line 58"/>
          <p:cNvSpPr>
            <a:spLocks noChangeShapeType="1"/>
          </p:cNvSpPr>
          <p:nvPr/>
        </p:nvSpPr>
        <p:spPr bwMode="auto">
          <a:xfrm flipV="1">
            <a:off x="5675312"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1" name="Line 59"/>
          <p:cNvSpPr>
            <a:spLocks noChangeShapeType="1"/>
          </p:cNvSpPr>
          <p:nvPr/>
        </p:nvSpPr>
        <p:spPr bwMode="auto">
          <a:xfrm flipV="1">
            <a:off x="5772150"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2" name="Line 60"/>
          <p:cNvSpPr>
            <a:spLocks noChangeShapeType="1"/>
          </p:cNvSpPr>
          <p:nvPr/>
        </p:nvSpPr>
        <p:spPr bwMode="auto">
          <a:xfrm flipV="1">
            <a:off x="5884862"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3" name="Line 61"/>
          <p:cNvSpPr>
            <a:spLocks noChangeShapeType="1"/>
          </p:cNvSpPr>
          <p:nvPr/>
        </p:nvSpPr>
        <p:spPr bwMode="auto">
          <a:xfrm flipV="1">
            <a:off x="5981700"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4" name="Line 62"/>
          <p:cNvSpPr>
            <a:spLocks noChangeShapeType="1"/>
          </p:cNvSpPr>
          <p:nvPr/>
        </p:nvSpPr>
        <p:spPr bwMode="auto">
          <a:xfrm flipV="1">
            <a:off x="6092825" y="5173662"/>
            <a:ext cx="3175"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5" name="Line 63"/>
          <p:cNvSpPr>
            <a:spLocks noChangeShapeType="1"/>
          </p:cNvSpPr>
          <p:nvPr/>
        </p:nvSpPr>
        <p:spPr bwMode="auto">
          <a:xfrm flipV="1">
            <a:off x="6189662"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6" name="Line 64"/>
          <p:cNvSpPr>
            <a:spLocks noChangeShapeType="1"/>
          </p:cNvSpPr>
          <p:nvPr/>
        </p:nvSpPr>
        <p:spPr bwMode="auto">
          <a:xfrm flipV="1">
            <a:off x="6302375"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7" name="Line 65"/>
          <p:cNvSpPr>
            <a:spLocks noChangeShapeType="1"/>
          </p:cNvSpPr>
          <p:nvPr/>
        </p:nvSpPr>
        <p:spPr bwMode="auto">
          <a:xfrm flipV="1">
            <a:off x="6399212"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8" name="Line 66"/>
          <p:cNvSpPr>
            <a:spLocks noChangeShapeType="1"/>
          </p:cNvSpPr>
          <p:nvPr/>
        </p:nvSpPr>
        <p:spPr bwMode="auto">
          <a:xfrm flipV="1">
            <a:off x="2197100" y="5038725"/>
            <a:ext cx="112713" cy="7937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9" name="Line 67"/>
          <p:cNvSpPr>
            <a:spLocks noChangeShapeType="1"/>
          </p:cNvSpPr>
          <p:nvPr/>
        </p:nvSpPr>
        <p:spPr bwMode="auto">
          <a:xfrm flipV="1">
            <a:off x="2309813" y="4975225"/>
            <a:ext cx="96837" cy="6350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60" name="Freeform 68"/>
          <p:cNvSpPr>
            <a:spLocks/>
          </p:cNvSpPr>
          <p:nvPr/>
        </p:nvSpPr>
        <p:spPr bwMode="auto">
          <a:xfrm>
            <a:off x="2406650" y="4894263"/>
            <a:ext cx="112713" cy="80962"/>
          </a:xfrm>
          <a:custGeom>
            <a:avLst/>
            <a:gdLst>
              <a:gd name="T0" fmla="*/ 0 w 63"/>
              <a:gd name="T1" fmla="*/ 2147483647 h 45"/>
              <a:gd name="T2" fmla="*/ 2147483647 w 63"/>
              <a:gd name="T3" fmla="*/ 2147483647 h 45"/>
              <a:gd name="T4" fmla="*/ 2147483647 w 63"/>
              <a:gd name="T5" fmla="*/ 0 h 45"/>
              <a:gd name="T6" fmla="*/ 0 60000 65536"/>
              <a:gd name="T7" fmla="*/ 0 60000 65536"/>
              <a:gd name="T8" fmla="*/ 0 60000 65536"/>
              <a:gd name="T9" fmla="*/ 0 w 63"/>
              <a:gd name="T10" fmla="*/ 0 h 45"/>
              <a:gd name="T11" fmla="*/ 63 w 63"/>
              <a:gd name="T12" fmla="*/ 45 h 45"/>
            </a:gdLst>
            <a:ahLst/>
            <a:cxnLst>
              <a:cxn ang="T6">
                <a:pos x="T0" y="T1"/>
              </a:cxn>
              <a:cxn ang="T7">
                <a:pos x="T2" y="T3"/>
              </a:cxn>
              <a:cxn ang="T8">
                <a:pos x="T4" y="T5"/>
              </a:cxn>
            </a:cxnLst>
            <a:rect l="T9" t="T10" r="T11" b="T12"/>
            <a:pathLst>
              <a:path w="63" h="45">
                <a:moveTo>
                  <a:pt x="0" y="45"/>
                </a:moveTo>
                <a:lnTo>
                  <a:pt x="27" y="27"/>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61" name="Line 69"/>
          <p:cNvSpPr>
            <a:spLocks noChangeShapeType="1"/>
          </p:cNvSpPr>
          <p:nvPr/>
        </p:nvSpPr>
        <p:spPr bwMode="auto">
          <a:xfrm flipV="1">
            <a:off x="2508250" y="4800600"/>
            <a:ext cx="96837" cy="7937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62" name="Freeform 70"/>
          <p:cNvSpPr>
            <a:spLocks/>
          </p:cNvSpPr>
          <p:nvPr/>
        </p:nvSpPr>
        <p:spPr bwMode="auto">
          <a:xfrm>
            <a:off x="2605087" y="4724400"/>
            <a:ext cx="112713" cy="80963"/>
          </a:xfrm>
          <a:custGeom>
            <a:avLst/>
            <a:gdLst>
              <a:gd name="T0" fmla="*/ 0 w 63"/>
              <a:gd name="T1" fmla="*/ 2147483647 h 45"/>
              <a:gd name="T2" fmla="*/ 2147483647 w 63"/>
              <a:gd name="T3" fmla="*/ 2147483647 h 45"/>
              <a:gd name="T4" fmla="*/ 2147483647 w 63"/>
              <a:gd name="T5" fmla="*/ 0 h 45"/>
              <a:gd name="T6" fmla="*/ 0 60000 65536"/>
              <a:gd name="T7" fmla="*/ 0 60000 65536"/>
              <a:gd name="T8" fmla="*/ 0 60000 65536"/>
              <a:gd name="T9" fmla="*/ 0 w 63"/>
              <a:gd name="T10" fmla="*/ 0 h 45"/>
              <a:gd name="T11" fmla="*/ 63 w 63"/>
              <a:gd name="T12" fmla="*/ 45 h 45"/>
            </a:gdLst>
            <a:ahLst/>
            <a:cxnLst>
              <a:cxn ang="T6">
                <a:pos x="T0" y="T1"/>
              </a:cxn>
              <a:cxn ang="T7">
                <a:pos x="T2" y="T3"/>
              </a:cxn>
              <a:cxn ang="T8">
                <a:pos x="T4" y="T5"/>
              </a:cxn>
            </a:cxnLst>
            <a:rect l="T9" t="T10" r="T11" b="T12"/>
            <a:pathLst>
              <a:path w="63" h="45">
                <a:moveTo>
                  <a:pt x="0" y="45"/>
                </a:moveTo>
                <a:lnTo>
                  <a:pt x="27" y="18"/>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63" name="Line 71"/>
          <p:cNvSpPr>
            <a:spLocks noChangeShapeType="1"/>
          </p:cNvSpPr>
          <p:nvPr/>
        </p:nvSpPr>
        <p:spPr bwMode="auto">
          <a:xfrm flipV="1">
            <a:off x="2717800" y="4648200"/>
            <a:ext cx="95250" cy="6350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64" name="Line 72"/>
          <p:cNvSpPr>
            <a:spLocks noChangeShapeType="1"/>
          </p:cNvSpPr>
          <p:nvPr/>
        </p:nvSpPr>
        <p:spPr bwMode="auto">
          <a:xfrm flipV="1">
            <a:off x="2824163" y="4589463"/>
            <a:ext cx="96837" cy="80962"/>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65" name="Freeform 73"/>
          <p:cNvSpPr>
            <a:spLocks/>
          </p:cNvSpPr>
          <p:nvPr/>
        </p:nvSpPr>
        <p:spPr bwMode="auto">
          <a:xfrm>
            <a:off x="2921000" y="4510088"/>
            <a:ext cx="112713" cy="79375"/>
          </a:xfrm>
          <a:custGeom>
            <a:avLst/>
            <a:gdLst>
              <a:gd name="T0" fmla="*/ 0 w 63"/>
              <a:gd name="T1" fmla="*/ 2147483647 h 45"/>
              <a:gd name="T2" fmla="*/ 2147483647 w 63"/>
              <a:gd name="T3" fmla="*/ 2147483647 h 45"/>
              <a:gd name="T4" fmla="*/ 2147483647 w 63"/>
              <a:gd name="T5" fmla="*/ 0 h 45"/>
              <a:gd name="T6" fmla="*/ 0 60000 65536"/>
              <a:gd name="T7" fmla="*/ 0 60000 65536"/>
              <a:gd name="T8" fmla="*/ 0 60000 65536"/>
              <a:gd name="T9" fmla="*/ 0 w 63"/>
              <a:gd name="T10" fmla="*/ 0 h 45"/>
              <a:gd name="T11" fmla="*/ 63 w 63"/>
              <a:gd name="T12" fmla="*/ 45 h 45"/>
            </a:gdLst>
            <a:ahLst/>
            <a:cxnLst>
              <a:cxn ang="T6">
                <a:pos x="T0" y="T1"/>
              </a:cxn>
              <a:cxn ang="T7">
                <a:pos x="T2" y="T3"/>
              </a:cxn>
              <a:cxn ang="T8">
                <a:pos x="T4" y="T5"/>
              </a:cxn>
            </a:cxnLst>
            <a:rect l="T9" t="T10" r="T11" b="T12"/>
            <a:pathLst>
              <a:path w="63" h="45">
                <a:moveTo>
                  <a:pt x="0" y="45"/>
                </a:moveTo>
                <a:lnTo>
                  <a:pt x="27" y="18"/>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66" name="Line 74"/>
          <p:cNvSpPr>
            <a:spLocks noChangeShapeType="1"/>
          </p:cNvSpPr>
          <p:nvPr/>
        </p:nvSpPr>
        <p:spPr bwMode="auto">
          <a:xfrm flipV="1">
            <a:off x="3033713" y="4429125"/>
            <a:ext cx="96837" cy="8096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67" name="Freeform 75"/>
          <p:cNvSpPr>
            <a:spLocks/>
          </p:cNvSpPr>
          <p:nvPr/>
        </p:nvSpPr>
        <p:spPr bwMode="auto">
          <a:xfrm>
            <a:off x="3130550" y="4365625"/>
            <a:ext cx="111125" cy="63500"/>
          </a:xfrm>
          <a:custGeom>
            <a:avLst/>
            <a:gdLst>
              <a:gd name="T0" fmla="*/ 0 w 63"/>
              <a:gd name="T1" fmla="*/ 2147483647 h 36"/>
              <a:gd name="T2" fmla="*/ 2147483647 w 63"/>
              <a:gd name="T3" fmla="*/ 2147483647 h 36"/>
              <a:gd name="T4" fmla="*/ 2147483647 w 63"/>
              <a:gd name="T5" fmla="*/ 0 h 36"/>
              <a:gd name="T6" fmla="*/ 0 60000 65536"/>
              <a:gd name="T7" fmla="*/ 0 60000 65536"/>
              <a:gd name="T8" fmla="*/ 0 60000 65536"/>
              <a:gd name="T9" fmla="*/ 0 w 63"/>
              <a:gd name="T10" fmla="*/ 0 h 36"/>
              <a:gd name="T11" fmla="*/ 63 w 63"/>
              <a:gd name="T12" fmla="*/ 36 h 36"/>
            </a:gdLst>
            <a:ahLst/>
            <a:cxnLst>
              <a:cxn ang="T6">
                <a:pos x="T0" y="T1"/>
              </a:cxn>
              <a:cxn ang="T7">
                <a:pos x="T2" y="T3"/>
              </a:cxn>
              <a:cxn ang="T8">
                <a:pos x="T4" y="T5"/>
              </a:cxn>
            </a:cxnLst>
            <a:rect l="T9" t="T10" r="T11" b="T12"/>
            <a:pathLst>
              <a:path w="63" h="36">
                <a:moveTo>
                  <a:pt x="0" y="36"/>
                </a:moveTo>
                <a:lnTo>
                  <a:pt x="27" y="18"/>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68" name="Line 76"/>
          <p:cNvSpPr>
            <a:spLocks noChangeShapeType="1"/>
          </p:cNvSpPr>
          <p:nvPr/>
        </p:nvSpPr>
        <p:spPr bwMode="auto">
          <a:xfrm flipV="1">
            <a:off x="3241675" y="4286250"/>
            <a:ext cx="96838" cy="7937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69" name="Freeform 77"/>
          <p:cNvSpPr>
            <a:spLocks/>
          </p:cNvSpPr>
          <p:nvPr/>
        </p:nvSpPr>
        <p:spPr bwMode="auto">
          <a:xfrm>
            <a:off x="3338513" y="4205288"/>
            <a:ext cx="112712" cy="80962"/>
          </a:xfrm>
          <a:custGeom>
            <a:avLst/>
            <a:gdLst>
              <a:gd name="T0" fmla="*/ 0 w 63"/>
              <a:gd name="T1" fmla="*/ 2147483647 h 45"/>
              <a:gd name="T2" fmla="*/ 2147483647 w 63"/>
              <a:gd name="T3" fmla="*/ 2147483647 h 45"/>
              <a:gd name="T4" fmla="*/ 2147483647 w 63"/>
              <a:gd name="T5" fmla="*/ 0 h 45"/>
              <a:gd name="T6" fmla="*/ 0 60000 65536"/>
              <a:gd name="T7" fmla="*/ 0 60000 65536"/>
              <a:gd name="T8" fmla="*/ 0 60000 65536"/>
              <a:gd name="T9" fmla="*/ 0 w 63"/>
              <a:gd name="T10" fmla="*/ 0 h 45"/>
              <a:gd name="T11" fmla="*/ 63 w 63"/>
              <a:gd name="T12" fmla="*/ 45 h 45"/>
            </a:gdLst>
            <a:ahLst/>
            <a:cxnLst>
              <a:cxn ang="T6">
                <a:pos x="T0" y="T1"/>
              </a:cxn>
              <a:cxn ang="T7">
                <a:pos x="T2" y="T3"/>
              </a:cxn>
              <a:cxn ang="T8">
                <a:pos x="T4" y="T5"/>
              </a:cxn>
            </a:cxnLst>
            <a:rect l="T9" t="T10" r="T11" b="T12"/>
            <a:pathLst>
              <a:path w="63" h="45">
                <a:moveTo>
                  <a:pt x="0" y="45"/>
                </a:moveTo>
                <a:lnTo>
                  <a:pt x="27" y="18"/>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70" name="Line 78"/>
          <p:cNvSpPr>
            <a:spLocks noChangeShapeType="1"/>
          </p:cNvSpPr>
          <p:nvPr/>
        </p:nvSpPr>
        <p:spPr bwMode="auto">
          <a:xfrm flipV="1">
            <a:off x="3451225" y="4141788"/>
            <a:ext cx="96838" cy="6350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71" name="Freeform 79"/>
          <p:cNvSpPr>
            <a:spLocks/>
          </p:cNvSpPr>
          <p:nvPr/>
        </p:nvSpPr>
        <p:spPr bwMode="auto">
          <a:xfrm>
            <a:off x="3548063" y="4060825"/>
            <a:ext cx="112712" cy="80963"/>
          </a:xfrm>
          <a:custGeom>
            <a:avLst/>
            <a:gdLst>
              <a:gd name="T0" fmla="*/ 0 w 63"/>
              <a:gd name="T1" fmla="*/ 2147483647 h 45"/>
              <a:gd name="T2" fmla="*/ 2147483647 w 63"/>
              <a:gd name="T3" fmla="*/ 2147483647 h 45"/>
              <a:gd name="T4" fmla="*/ 2147483647 w 63"/>
              <a:gd name="T5" fmla="*/ 0 h 45"/>
              <a:gd name="T6" fmla="*/ 0 60000 65536"/>
              <a:gd name="T7" fmla="*/ 0 60000 65536"/>
              <a:gd name="T8" fmla="*/ 0 60000 65536"/>
              <a:gd name="T9" fmla="*/ 0 w 63"/>
              <a:gd name="T10" fmla="*/ 0 h 45"/>
              <a:gd name="T11" fmla="*/ 63 w 63"/>
              <a:gd name="T12" fmla="*/ 45 h 45"/>
            </a:gdLst>
            <a:ahLst/>
            <a:cxnLst>
              <a:cxn ang="T6">
                <a:pos x="T0" y="T1"/>
              </a:cxn>
              <a:cxn ang="T7">
                <a:pos x="T2" y="T3"/>
              </a:cxn>
              <a:cxn ang="T8">
                <a:pos x="T4" y="T5"/>
              </a:cxn>
            </a:cxnLst>
            <a:rect l="T9" t="T10" r="T11" b="T12"/>
            <a:pathLst>
              <a:path w="63" h="45">
                <a:moveTo>
                  <a:pt x="0" y="45"/>
                </a:moveTo>
                <a:lnTo>
                  <a:pt x="27" y="27"/>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72" name="Line 80"/>
          <p:cNvSpPr>
            <a:spLocks noChangeShapeType="1"/>
          </p:cNvSpPr>
          <p:nvPr/>
        </p:nvSpPr>
        <p:spPr bwMode="auto">
          <a:xfrm flipV="1">
            <a:off x="3660775" y="3981450"/>
            <a:ext cx="95250" cy="7937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73" name="Freeform 81"/>
          <p:cNvSpPr>
            <a:spLocks/>
          </p:cNvSpPr>
          <p:nvPr/>
        </p:nvSpPr>
        <p:spPr bwMode="auto">
          <a:xfrm>
            <a:off x="3756025" y="3900488"/>
            <a:ext cx="112713" cy="80962"/>
          </a:xfrm>
          <a:custGeom>
            <a:avLst/>
            <a:gdLst>
              <a:gd name="T0" fmla="*/ 0 w 63"/>
              <a:gd name="T1" fmla="*/ 2147483647 h 45"/>
              <a:gd name="T2" fmla="*/ 2147483647 w 63"/>
              <a:gd name="T3" fmla="*/ 2147483647 h 45"/>
              <a:gd name="T4" fmla="*/ 2147483647 w 63"/>
              <a:gd name="T5" fmla="*/ 0 h 45"/>
              <a:gd name="T6" fmla="*/ 0 60000 65536"/>
              <a:gd name="T7" fmla="*/ 0 60000 65536"/>
              <a:gd name="T8" fmla="*/ 0 60000 65536"/>
              <a:gd name="T9" fmla="*/ 0 w 63"/>
              <a:gd name="T10" fmla="*/ 0 h 45"/>
              <a:gd name="T11" fmla="*/ 63 w 63"/>
              <a:gd name="T12" fmla="*/ 45 h 45"/>
            </a:gdLst>
            <a:ahLst/>
            <a:cxnLst>
              <a:cxn ang="T6">
                <a:pos x="T0" y="T1"/>
              </a:cxn>
              <a:cxn ang="T7">
                <a:pos x="T2" y="T3"/>
              </a:cxn>
              <a:cxn ang="T8">
                <a:pos x="T4" y="T5"/>
              </a:cxn>
            </a:cxnLst>
            <a:rect l="T9" t="T10" r="T11" b="T12"/>
            <a:pathLst>
              <a:path w="63" h="45">
                <a:moveTo>
                  <a:pt x="0" y="45"/>
                </a:moveTo>
                <a:lnTo>
                  <a:pt x="27" y="18"/>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74" name="Line 82"/>
          <p:cNvSpPr>
            <a:spLocks noChangeShapeType="1"/>
          </p:cNvSpPr>
          <p:nvPr/>
        </p:nvSpPr>
        <p:spPr bwMode="auto">
          <a:xfrm flipV="1">
            <a:off x="3868738" y="3836988"/>
            <a:ext cx="96837" cy="6350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75" name="Freeform 83"/>
          <p:cNvSpPr>
            <a:spLocks/>
          </p:cNvSpPr>
          <p:nvPr/>
        </p:nvSpPr>
        <p:spPr bwMode="auto">
          <a:xfrm>
            <a:off x="3965575" y="3757613"/>
            <a:ext cx="114300" cy="79375"/>
          </a:xfrm>
          <a:custGeom>
            <a:avLst/>
            <a:gdLst>
              <a:gd name="T0" fmla="*/ 0 w 64"/>
              <a:gd name="T1" fmla="*/ 2147483647 h 45"/>
              <a:gd name="T2" fmla="*/ 2147483647 w 64"/>
              <a:gd name="T3" fmla="*/ 2147483647 h 45"/>
              <a:gd name="T4" fmla="*/ 2147483647 w 64"/>
              <a:gd name="T5" fmla="*/ 0 h 45"/>
              <a:gd name="T6" fmla="*/ 0 60000 65536"/>
              <a:gd name="T7" fmla="*/ 0 60000 65536"/>
              <a:gd name="T8" fmla="*/ 0 60000 65536"/>
              <a:gd name="T9" fmla="*/ 0 w 64"/>
              <a:gd name="T10" fmla="*/ 0 h 45"/>
              <a:gd name="T11" fmla="*/ 64 w 64"/>
              <a:gd name="T12" fmla="*/ 45 h 45"/>
            </a:gdLst>
            <a:ahLst/>
            <a:cxnLst>
              <a:cxn ang="T6">
                <a:pos x="T0" y="T1"/>
              </a:cxn>
              <a:cxn ang="T7">
                <a:pos x="T2" y="T3"/>
              </a:cxn>
              <a:cxn ang="T8">
                <a:pos x="T4" y="T5"/>
              </a:cxn>
            </a:cxnLst>
            <a:rect l="T9" t="T10" r="T11" b="T12"/>
            <a:pathLst>
              <a:path w="64" h="45">
                <a:moveTo>
                  <a:pt x="0" y="45"/>
                </a:moveTo>
                <a:lnTo>
                  <a:pt x="27" y="27"/>
                </a:lnTo>
                <a:lnTo>
                  <a:pt x="64"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76" name="Line 84"/>
          <p:cNvSpPr>
            <a:spLocks noChangeShapeType="1"/>
          </p:cNvSpPr>
          <p:nvPr/>
        </p:nvSpPr>
        <p:spPr bwMode="auto">
          <a:xfrm flipV="1">
            <a:off x="4079875" y="3676650"/>
            <a:ext cx="96838" cy="8096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77" name="Freeform 85"/>
          <p:cNvSpPr>
            <a:spLocks/>
          </p:cNvSpPr>
          <p:nvPr/>
        </p:nvSpPr>
        <p:spPr bwMode="auto">
          <a:xfrm>
            <a:off x="4176713" y="3613150"/>
            <a:ext cx="112712" cy="63500"/>
          </a:xfrm>
          <a:custGeom>
            <a:avLst/>
            <a:gdLst>
              <a:gd name="T0" fmla="*/ 0 w 63"/>
              <a:gd name="T1" fmla="*/ 2147483647 h 36"/>
              <a:gd name="T2" fmla="*/ 2147483647 w 63"/>
              <a:gd name="T3" fmla="*/ 2147483647 h 36"/>
              <a:gd name="T4" fmla="*/ 2147483647 w 63"/>
              <a:gd name="T5" fmla="*/ 0 h 36"/>
              <a:gd name="T6" fmla="*/ 0 60000 65536"/>
              <a:gd name="T7" fmla="*/ 0 60000 65536"/>
              <a:gd name="T8" fmla="*/ 0 60000 65536"/>
              <a:gd name="T9" fmla="*/ 0 w 63"/>
              <a:gd name="T10" fmla="*/ 0 h 36"/>
              <a:gd name="T11" fmla="*/ 63 w 63"/>
              <a:gd name="T12" fmla="*/ 36 h 36"/>
            </a:gdLst>
            <a:ahLst/>
            <a:cxnLst>
              <a:cxn ang="T6">
                <a:pos x="T0" y="T1"/>
              </a:cxn>
              <a:cxn ang="T7">
                <a:pos x="T2" y="T3"/>
              </a:cxn>
              <a:cxn ang="T8">
                <a:pos x="T4" y="T5"/>
              </a:cxn>
            </a:cxnLst>
            <a:rect l="T9" t="T10" r="T11" b="T12"/>
            <a:pathLst>
              <a:path w="63" h="36">
                <a:moveTo>
                  <a:pt x="0" y="36"/>
                </a:moveTo>
                <a:lnTo>
                  <a:pt x="27" y="18"/>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78" name="Line 86"/>
          <p:cNvSpPr>
            <a:spLocks noChangeShapeType="1"/>
          </p:cNvSpPr>
          <p:nvPr/>
        </p:nvSpPr>
        <p:spPr bwMode="auto">
          <a:xfrm flipV="1">
            <a:off x="4289425" y="3532188"/>
            <a:ext cx="95250" cy="80962"/>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79" name="Line 87"/>
          <p:cNvSpPr>
            <a:spLocks noChangeShapeType="1"/>
          </p:cNvSpPr>
          <p:nvPr/>
        </p:nvSpPr>
        <p:spPr bwMode="auto">
          <a:xfrm flipV="1">
            <a:off x="4384675" y="3452813"/>
            <a:ext cx="96838" cy="7937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80" name="Freeform 88"/>
          <p:cNvSpPr>
            <a:spLocks/>
          </p:cNvSpPr>
          <p:nvPr/>
        </p:nvSpPr>
        <p:spPr bwMode="auto">
          <a:xfrm>
            <a:off x="4481513" y="3371850"/>
            <a:ext cx="112712" cy="80963"/>
          </a:xfrm>
          <a:custGeom>
            <a:avLst/>
            <a:gdLst>
              <a:gd name="T0" fmla="*/ 0 w 63"/>
              <a:gd name="T1" fmla="*/ 2147483647 h 45"/>
              <a:gd name="T2" fmla="*/ 2147483647 w 63"/>
              <a:gd name="T3" fmla="*/ 2147483647 h 45"/>
              <a:gd name="T4" fmla="*/ 2147483647 w 63"/>
              <a:gd name="T5" fmla="*/ 0 h 45"/>
              <a:gd name="T6" fmla="*/ 0 60000 65536"/>
              <a:gd name="T7" fmla="*/ 0 60000 65536"/>
              <a:gd name="T8" fmla="*/ 0 60000 65536"/>
              <a:gd name="T9" fmla="*/ 0 w 63"/>
              <a:gd name="T10" fmla="*/ 0 h 45"/>
              <a:gd name="T11" fmla="*/ 63 w 63"/>
              <a:gd name="T12" fmla="*/ 45 h 45"/>
            </a:gdLst>
            <a:ahLst/>
            <a:cxnLst>
              <a:cxn ang="T6">
                <a:pos x="T0" y="T1"/>
              </a:cxn>
              <a:cxn ang="T7">
                <a:pos x="T2" y="T3"/>
              </a:cxn>
              <a:cxn ang="T8">
                <a:pos x="T4" y="T5"/>
              </a:cxn>
            </a:cxnLst>
            <a:rect l="T9" t="T10" r="T11" b="T12"/>
            <a:pathLst>
              <a:path w="63" h="45">
                <a:moveTo>
                  <a:pt x="0" y="45"/>
                </a:moveTo>
                <a:lnTo>
                  <a:pt x="27" y="18"/>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81" name="Line 89"/>
          <p:cNvSpPr>
            <a:spLocks noChangeShapeType="1"/>
          </p:cNvSpPr>
          <p:nvPr/>
        </p:nvSpPr>
        <p:spPr bwMode="auto">
          <a:xfrm flipV="1">
            <a:off x="4594225" y="3308350"/>
            <a:ext cx="96838" cy="6350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82" name="Freeform 90"/>
          <p:cNvSpPr>
            <a:spLocks/>
          </p:cNvSpPr>
          <p:nvPr/>
        </p:nvSpPr>
        <p:spPr bwMode="auto">
          <a:xfrm>
            <a:off x="4691063" y="3228975"/>
            <a:ext cx="111125" cy="79375"/>
          </a:xfrm>
          <a:custGeom>
            <a:avLst/>
            <a:gdLst>
              <a:gd name="T0" fmla="*/ 0 w 63"/>
              <a:gd name="T1" fmla="*/ 2147483647 h 45"/>
              <a:gd name="T2" fmla="*/ 2147483647 w 63"/>
              <a:gd name="T3" fmla="*/ 2147483647 h 45"/>
              <a:gd name="T4" fmla="*/ 2147483647 w 63"/>
              <a:gd name="T5" fmla="*/ 0 h 45"/>
              <a:gd name="T6" fmla="*/ 0 60000 65536"/>
              <a:gd name="T7" fmla="*/ 0 60000 65536"/>
              <a:gd name="T8" fmla="*/ 0 60000 65536"/>
              <a:gd name="T9" fmla="*/ 0 w 63"/>
              <a:gd name="T10" fmla="*/ 0 h 45"/>
              <a:gd name="T11" fmla="*/ 63 w 63"/>
              <a:gd name="T12" fmla="*/ 45 h 45"/>
            </a:gdLst>
            <a:ahLst/>
            <a:cxnLst>
              <a:cxn ang="T6">
                <a:pos x="T0" y="T1"/>
              </a:cxn>
              <a:cxn ang="T7">
                <a:pos x="T2" y="T3"/>
              </a:cxn>
              <a:cxn ang="T8">
                <a:pos x="T4" y="T5"/>
              </a:cxn>
            </a:cxnLst>
            <a:rect l="T9" t="T10" r="T11" b="T12"/>
            <a:pathLst>
              <a:path w="63" h="45">
                <a:moveTo>
                  <a:pt x="0" y="45"/>
                </a:moveTo>
                <a:lnTo>
                  <a:pt x="27" y="27"/>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83" name="Line 91"/>
          <p:cNvSpPr>
            <a:spLocks noChangeShapeType="1"/>
          </p:cNvSpPr>
          <p:nvPr/>
        </p:nvSpPr>
        <p:spPr bwMode="auto">
          <a:xfrm flipV="1">
            <a:off x="4802188" y="3148013"/>
            <a:ext cx="96837" cy="80962"/>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84" name="Freeform 92"/>
          <p:cNvSpPr>
            <a:spLocks/>
          </p:cNvSpPr>
          <p:nvPr/>
        </p:nvSpPr>
        <p:spPr bwMode="auto">
          <a:xfrm>
            <a:off x="4899025" y="3068638"/>
            <a:ext cx="112713" cy="79375"/>
          </a:xfrm>
          <a:custGeom>
            <a:avLst/>
            <a:gdLst>
              <a:gd name="T0" fmla="*/ 0 w 63"/>
              <a:gd name="T1" fmla="*/ 2147483647 h 45"/>
              <a:gd name="T2" fmla="*/ 2147483647 w 63"/>
              <a:gd name="T3" fmla="*/ 2147483647 h 45"/>
              <a:gd name="T4" fmla="*/ 2147483647 w 63"/>
              <a:gd name="T5" fmla="*/ 0 h 45"/>
              <a:gd name="T6" fmla="*/ 0 60000 65536"/>
              <a:gd name="T7" fmla="*/ 0 60000 65536"/>
              <a:gd name="T8" fmla="*/ 0 60000 65536"/>
              <a:gd name="T9" fmla="*/ 0 w 63"/>
              <a:gd name="T10" fmla="*/ 0 h 45"/>
              <a:gd name="T11" fmla="*/ 63 w 63"/>
              <a:gd name="T12" fmla="*/ 45 h 45"/>
            </a:gdLst>
            <a:ahLst/>
            <a:cxnLst>
              <a:cxn ang="T6">
                <a:pos x="T0" y="T1"/>
              </a:cxn>
              <a:cxn ang="T7">
                <a:pos x="T2" y="T3"/>
              </a:cxn>
              <a:cxn ang="T8">
                <a:pos x="T4" y="T5"/>
              </a:cxn>
            </a:cxnLst>
            <a:rect l="T9" t="T10" r="T11" b="T12"/>
            <a:pathLst>
              <a:path w="63" h="45">
                <a:moveTo>
                  <a:pt x="0" y="45"/>
                </a:moveTo>
                <a:lnTo>
                  <a:pt x="27" y="18"/>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85" name="Line 93"/>
          <p:cNvSpPr>
            <a:spLocks noChangeShapeType="1"/>
          </p:cNvSpPr>
          <p:nvPr/>
        </p:nvSpPr>
        <p:spPr bwMode="auto">
          <a:xfrm flipV="1">
            <a:off x="5011738" y="3003550"/>
            <a:ext cx="96837" cy="6508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86" name="Freeform 94"/>
          <p:cNvSpPr>
            <a:spLocks/>
          </p:cNvSpPr>
          <p:nvPr/>
        </p:nvSpPr>
        <p:spPr bwMode="auto">
          <a:xfrm>
            <a:off x="5108575" y="2924175"/>
            <a:ext cx="112713" cy="79375"/>
          </a:xfrm>
          <a:custGeom>
            <a:avLst/>
            <a:gdLst>
              <a:gd name="T0" fmla="*/ 0 w 63"/>
              <a:gd name="T1" fmla="*/ 2147483647 h 45"/>
              <a:gd name="T2" fmla="*/ 2147483647 w 63"/>
              <a:gd name="T3" fmla="*/ 2147483647 h 45"/>
              <a:gd name="T4" fmla="*/ 2147483647 w 63"/>
              <a:gd name="T5" fmla="*/ 0 h 45"/>
              <a:gd name="T6" fmla="*/ 0 60000 65536"/>
              <a:gd name="T7" fmla="*/ 0 60000 65536"/>
              <a:gd name="T8" fmla="*/ 0 60000 65536"/>
              <a:gd name="T9" fmla="*/ 0 w 63"/>
              <a:gd name="T10" fmla="*/ 0 h 45"/>
              <a:gd name="T11" fmla="*/ 63 w 63"/>
              <a:gd name="T12" fmla="*/ 45 h 45"/>
            </a:gdLst>
            <a:ahLst/>
            <a:cxnLst>
              <a:cxn ang="T6">
                <a:pos x="T0" y="T1"/>
              </a:cxn>
              <a:cxn ang="T7">
                <a:pos x="T2" y="T3"/>
              </a:cxn>
              <a:cxn ang="T8">
                <a:pos x="T4" y="T5"/>
              </a:cxn>
            </a:cxnLst>
            <a:rect l="T9" t="T10" r="T11" b="T12"/>
            <a:pathLst>
              <a:path w="63" h="45">
                <a:moveTo>
                  <a:pt x="0" y="45"/>
                </a:moveTo>
                <a:lnTo>
                  <a:pt x="27" y="27"/>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87" name="Line 95"/>
          <p:cNvSpPr>
            <a:spLocks noChangeShapeType="1"/>
          </p:cNvSpPr>
          <p:nvPr/>
        </p:nvSpPr>
        <p:spPr bwMode="auto">
          <a:xfrm flipV="1">
            <a:off x="5221288" y="2843213"/>
            <a:ext cx="95250" cy="80962"/>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88" name="Freeform 96"/>
          <p:cNvSpPr>
            <a:spLocks/>
          </p:cNvSpPr>
          <p:nvPr/>
        </p:nvSpPr>
        <p:spPr bwMode="auto">
          <a:xfrm>
            <a:off x="5316538" y="2779713"/>
            <a:ext cx="112712" cy="63500"/>
          </a:xfrm>
          <a:custGeom>
            <a:avLst/>
            <a:gdLst>
              <a:gd name="T0" fmla="*/ 0 w 63"/>
              <a:gd name="T1" fmla="*/ 2147483647 h 36"/>
              <a:gd name="T2" fmla="*/ 2147483647 w 63"/>
              <a:gd name="T3" fmla="*/ 2147483647 h 36"/>
              <a:gd name="T4" fmla="*/ 2147483647 w 63"/>
              <a:gd name="T5" fmla="*/ 0 h 36"/>
              <a:gd name="T6" fmla="*/ 0 60000 65536"/>
              <a:gd name="T7" fmla="*/ 0 60000 65536"/>
              <a:gd name="T8" fmla="*/ 0 60000 65536"/>
              <a:gd name="T9" fmla="*/ 0 w 63"/>
              <a:gd name="T10" fmla="*/ 0 h 36"/>
              <a:gd name="T11" fmla="*/ 63 w 63"/>
              <a:gd name="T12" fmla="*/ 36 h 36"/>
            </a:gdLst>
            <a:ahLst/>
            <a:cxnLst>
              <a:cxn ang="T6">
                <a:pos x="T0" y="T1"/>
              </a:cxn>
              <a:cxn ang="T7">
                <a:pos x="T2" y="T3"/>
              </a:cxn>
              <a:cxn ang="T8">
                <a:pos x="T4" y="T5"/>
              </a:cxn>
            </a:cxnLst>
            <a:rect l="T9" t="T10" r="T11" b="T12"/>
            <a:pathLst>
              <a:path w="63" h="36">
                <a:moveTo>
                  <a:pt x="0" y="36"/>
                </a:moveTo>
                <a:lnTo>
                  <a:pt x="27" y="18"/>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89" name="Line 97"/>
          <p:cNvSpPr>
            <a:spLocks noChangeShapeType="1"/>
          </p:cNvSpPr>
          <p:nvPr/>
        </p:nvSpPr>
        <p:spPr bwMode="auto">
          <a:xfrm flipV="1">
            <a:off x="5429250" y="2698750"/>
            <a:ext cx="96838" cy="8096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0" name="Freeform 98"/>
          <p:cNvSpPr>
            <a:spLocks/>
          </p:cNvSpPr>
          <p:nvPr/>
        </p:nvSpPr>
        <p:spPr bwMode="auto">
          <a:xfrm>
            <a:off x="5526088" y="2619375"/>
            <a:ext cx="112712" cy="79375"/>
          </a:xfrm>
          <a:custGeom>
            <a:avLst/>
            <a:gdLst>
              <a:gd name="T0" fmla="*/ 0 w 63"/>
              <a:gd name="T1" fmla="*/ 2147483647 h 45"/>
              <a:gd name="T2" fmla="*/ 2147483647 w 63"/>
              <a:gd name="T3" fmla="*/ 2147483647 h 45"/>
              <a:gd name="T4" fmla="*/ 2147483647 w 63"/>
              <a:gd name="T5" fmla="*/ 0 h 45"/>
              <a:gd name="T6" fmla="*/ 0 60000 65536"/>
              <a:gd name="T7" fmla="*/ 0 60000 65536"/>
              <a:gd name="T8" fmla="*/ 0 60000 65536"/>
              <a:gd name="T9" fmla="*/ 0 w 63"/>
              <a:gd name="T10" fmla="*/ 0 h 45"/>
              <a:gd name="T11" fmla="*/ 63 w 63"/>
              <a:gd name="T12" fmla="*/ 45 h 45"/>
            </a:gdLst>
            <a:ahLst/>
            <a:cxnLst>
              <a:cxn ang="T6">
                <a:pos x="T0" y="T1"/>
              </a:cxn>
              <a:cxn ang="T7">
                <a:pos x="T2" y="T3"/>
              </a:cxn>
              <a:cxn ang="T8">
                <a:pos x="T4" y="T5"/>
              </a:cxn>
            </a:cxnLst>
            <a:rect l="T9" t="T10" r="T11" b="T12"/>
            <a:pathLst>
              <a:path w="63" h="45">
                <a:moveTo>
                  <a:pt x="0" y="45"/>
                </a:moveTo>
                <a:lnTo>
                  <a:pt x="27" y="18"/>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1" name="Line 99"/>
          <p:cNvSpPr>
            <a:spLocks noChangeShapeType="1"/>
          </p:cNvSpPr>
          <p:nvPr/>
        </p:nvSpPr>
        <p:spPr bwMode="auto">
          <a:xfrm flipV="1">
            <a:off x="5638800" y="2540000"/>
            <a:ext cx="96838" cy="7937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2" name="Line 100"/>
          <p:cNvSpPr>
            <a:spLocks noChangeShapeType="1"/>
          </p:cNvSpPr>
          <p:nvPr/>
        </p:nvSpPr>
        <p:spPr bwMode="auto">
          <a:xfrm flipV="1">
            <a:off x="5735638" y="2474913"/>
            <a:ext cx="95250" cy="6508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3" name="Freeform 101"/>
          <p:cNvSpPr>
            <a:spLocks/>
          </p:cNvSpPr>
          <p:nvPr/>
        </p:nvSpPr>
        <p:spPr bwMode="auto">
          <a:xfrm>
            <a:off x="5830888" y="2395538"/>
            <a:ext cx="112712" cy="79375"/>
          </a:xfrm>
          <a:custGeom>
            <a:avLst/>
            <a:gdLst>
              <a:gd name="T0" fmla="*/ 0 w 63"/>
              <a:gd name="T1" fmla="*/ 2147483647 h 45"/>
              <a:gd name="T2" fmla="*/ 2147483647 w 63"/>
              <a:gd name="T3" fmla="*/ 2147483647 h 45"/>
              <a:gd name="T4" fmla="*/ 2147483647 w 63"/>
              <a:gd name="T5" fmla="*/ 0 h 45"/>
              <a:gd name="T6" fmla="*/ 0 60000 65536"/>
              <a:gd name="T7" fmla="*/ 0 60000 65536"/>
              <a:gd name="T8" fmla="*/ 0 60000 65536"/>
              <a:gd name="T9" fmla="*/ 0 w 63"/>
              <a:gd name="T10" fmla="*/ 0 h 45"/>
              <a:gd name="T11" fmla="*/ 63 w 63"/>
              <a:gd name="T12" fmla="*/ 45 h 45"/>
            </a:gdLst>
            <a:ahLst/>
            <a:cxnLst>
              <a:cxn ang="T6">
                <a:pos x="T0" y="T1"/>
              </a:cxn>
              <a:cxn ang="T7">
                <a:pos x="T2" y="T3"/>
              </a:cxn>
              <a:cxn ang="T8">
                <a:pos x="T4" y="T5"/>
              </a:cxn>
            </a:cxnLst>
            <a:rect l="T9" t="T10" r="T11" b="T12"/>
            <a:pathLst>
              <a:path w="63" h="45">
                <a:moveTo>
                  <a:pt x="0" y="45"/>
                </a:moveTo>
                <a:lnTo>
                  <a:pt x="27" y="27"/>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4" name="Line 102"/>
          <p:cNvSpPr>
            <a:spLocks noChangeShapeType="1"/>
          </p:cNvSpPr>
          <p:nvPr/>
        </p:nvSpPr>
        <p:spPr bwMode="auto">
          <a:xfrm flipV="1">
            <a:off x="5943600" y="2312988"/>
            <a:ext cx="96838" cy="8255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5" name="Freeform 103"/>
          <p:cNvSpPr>
            <a:spLocks/>
          </p:cNvSpPr>
          <p:nvPr/>
        </p:nvSpPr>
        <p:spPr bwMode="auto">
          <a:xfrm>
            <a:off x="6040438" y="2233613"/>
            <a:ext cx="112712" cy="79375"/>
          </a:xfrm>
          <a:custGeom>
            <a:avLst/>
            <a:gdLst>
              <a:gd name="T0" fmla="*/ 0 w 63"/>
              <a:gd name="T1" fmla="*/ 2147483647 h 45"/>
              <a:gd name="T2" fmla="*/ 2147483647 w 63"/>
              <a:gd name="T3" fmla="*/ 2147483647 h 45"/>
              <a:gd name="T4" fmla="*/ 2147483647 w 63"/>
              <a:gd name="T5" fmla="*/ 0 h 45"/>
              <a:gd name="T6" fmla="*/ 0 60000 65536"/>
              <a:gd name="T7" fmla="*/ 0 60000 65536"/>
              <a:gd name="T8" fmla="*/ 0 60000 65536"/>
              <a:gd name="T9" fmla="*/ 0 w 63"/>
              <a:gd name="T10" fmla="*/ 0 h 45"/>
              <a:gd name="T11" fmla="*/ 63 w 63"/>
              <a:gd name="T12" fmla="*/ 45 h 45"/>
            </a:gdLst>
            <a:ahLst/>
            <a:cxnLst>
              <a:cxn ang="T6">
                <a:pos x="T0" y="T1"/>
              </a:cxn>
              <a:cxn ang="T7">
                <a:pos x="T2" y="T3"/>
              </a:cxn>
              <a:cxn ang="T8">
                <a:pos x="T4" y="T5"/>
              </a:cxn>
            </a:cxnLst>
            <a:rect l="T9" t="T10" r="T11" b="T12"/>
            <a:pathLst>
              <a:path w="63" h="45">
                <a:moveTo>
                  <a:pt x="0" y="45"/>
                </a:moveTo>
                <a:lnTo>
                  <a:pt x="27" y="18"/>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6" name="Line 104"/>
          <p:cNvSpPr>
            <a:spLocks noChangeShapeType="1"/>
          </p:cNvSpPr>
          <p:nvPr/>
        </p:nvSpPr>
        <p:spPr bwMode="auto">
          <a:xfrm flipV="1">
            <a:off x="6153150" y="2168525"/>
            <a:ext cx="96838" cy="6508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7" name="Line 105"/>
          <p:cNvSpPr>
            <a:spLocks noChangeShapeType="1"/>
          </p:cNvSpPr>
          <p:nvPr/>
        </p:nvSpPr>
        <p:spPr bwMode="auto">
          <a:xfrm flipV="1">
            <a:off x="6249988" y="2089150"/>
            <a:ext cx="111125" cy="7937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8" name="Freeform 106"/>
          <p:cNvSpPr>
            <a:spLocks/>
          </p:cNvSpPr>
          <p:nvPr/>
        </p:nvSpPr>
        <p:spPr bwMode="auto">
          <a:xfrm>
            <a:off x="2487613" y="3387725"/>
            <a:ext cx="63500" cy="65088"/>
          </a:xfrm>
          <a:custGeom>
            <a:avLst/>
            <a:gdLst>
              <a:gd name="T0" fmla="*/ 2147483647 w 36"/>
              <a:gd name="T1" fmla="*/ 0 h 36"/>
              <a:gd name="T2" fmla="*/ 2147483647 w 36"/>
              <a:gd name="T3" fmla="*/ 2147483647 h 36"/>
              <a:gd name="T4" fmla="*/ 0 w 36"/>
              <a:gd name="T5" fmla="*/ 2147483647 h 36"/>
              <a:gd name="T6" fmla="*/ 2147483647 w 36"/>
              <a:gd name="T7" fmla="*/ 0 h 36"/>
              <a:gd name="T8" fmla="*/ 0 60000 65536"/>
              <a:gd name="T9" fmla="*/ 0 60000 65536"/>
              <a:gd name="T10" fmla="*/ 0 60000 65536"/>
              <a:gd name="T11" fmla="*/ 0 60000 65536"/>
              <a:gd name="T12" fmla="*/ 0 w 36"/>
              <a:gd name="T13" fmla="*/ 0 h 36"/>
              <a:gd name="T14" fmla="*/ 36 w 36"/>
              <a:gd name="T15" fmla="*/ 36 h 36"/>
            </a:gdLst>
            <a:ahLst/>
            <a:cxnLst>
              <a:cxn ang="T8">
                <a:pos x="T0" y="T1"/>
              </a:cxn>
              <a:cxn ang="T9">
                <a:pos x="T2" y="T3"/>
              </a:cxn>
              <a:cxn ang="T10">
                <a:pos x="T4" y="T5"/>
              </a:cxn>
              <a:cxn ang="T11">
                <a:pos x="T6" y="T7"/>
              </a:cxn>
            </a:cxnLst>
            <a:rect l="T12" t="T13" r="T14" b="T15"/>
            <a:pathLst>
              <a:path w="36" h="36">
                <a:moveTo>
                  <a:pt x="18" y="0"/>
                </a:moveTo>
                <a:lnTo>
                  <a:pt x="36" y="36"/>
                </a:lnTo>
                <a:lnTo>
                  <a:pt x="0" y="36"/>
                </a:lnTo>
                <a:lnTo>
                  <a:pt x="18" y="0"/>
                </a:lnTo>
                <a:close/>
              </a:path>
            </a:pathLst>
          </a:custGeom>
          <a:solidFill>
            <a:srgbClr val="000000"/>
          </a:solidFill>
          <a:ln w="14288">
            <a:solidFill>
              <a:srgbClr val="000000"/>
            </a:solidFill>
            <a:round/>
            <a:headEnd/>
            <a:tailEnd/>
          </a:ln>
        </p:spPr>
        <p:txBody>
          <a:bodyPr/>
          <a:lstStyle/>
          <a:p>
            <a:endParaRPr lang="zh-CN" altLang="en-US"/>
          </a:p>
        </p:txBody>
      </p:sp>
      <p:sp>
        <p:nvSpPr>
          <p:cNvPr id="8299" name="Freeform 107"/>
          <p:cNvSpPr>
            <a:spLocks/>
          </p:cNvSpPr>
          <p:nvPr/>
        </p:nvSpPr>
        <p:spPr bwMode="auto">
          <a:xfrm>
            <a:off x="2792413" y="3340100"/>
            <a:ext cx="65087" cy="65088"/>
          </a:xfrm>
          <a:custGeom>
            <a:avLst/>
            <a:gdLst>
              <a:gd name="T0" fmla="*/ 2147483647 w 36"/>
              <a:gd name="T1" fmla="*/ 0 h 36"/>
              <a:gd name="T2" fmla="*/ 2147483647 w 36"/>
              <a:gd name="T3" fmla="*/ 2147483647 h 36"/>
              <a:gd name="T4" fmla="*/ 0 w 36"/>
              <a:gd name="T5" fmla="*/ 2147483647 h 36"/>
              <a:gd name="T6" fmla="*/ 2147483647 w 36"/>
              <a:gd name="T7" fmla="*/ 0 h 36"/>
              <a:gd name="T8" fmla="*/ 0 60000 65536"/>
              <a:gd name="T9" fmla="*/ 0 60000 65536"/>
              <a:gd name="T10" fmla="*/ 0 60000 65536"/>
              <a:gd name="T11" fmla="*/ 0 60000 65536"/>
              <a:gd name="T12" fmla="*/ 0 w 36"/>
              <a:gd name="T13" fmla="*/ 0 h 36"/>
              <a:gd name="T14" fmla="*/ 36 w 36"/>
              <a:gd name="T15" fmla="*/ 36 h 36"/>
            </a:gdLst>
            <a:ahLst/>
            <a:cxnLst>
              <a:cxn ang="T8">
                <a:pos x="T0" y="T1"/>
              </a:cxn>
              <a:cxn ang="T9">
                <a:pos x="T2" y="T3"/>
              </a:cxn>
              <a:cxn ang="T10">
                <a:pos x="T4" y="T5"/>
              </a:cxn>
              <a:cxn ang="T11">
                <a:pos x="T6" y="T7"/>
              </a:cxn>
            </a:cxnLst>
            <a:rect l="T12" t="T13" r="T14" b="T15"/>
            <a:pathLst>
              <a:path w="36" h="36">
                <a:moveTo>
                  <a:pt x="18" y="0"/>
                </a:moveTo>
                <a:lnTo>
                  <a:pt x="36" y="36"/>
                </a:lnTo>
                <a:lnTo>
                  <a:pt x="0" y="36"/>
                </a:lnTo>
                <a:lnTo>
                  <a:pt x="18" y="0"/>
                </a:lnTo>
                <a:close/>
              </a:path>
            </a:pathLst>
          </a:custGeom>
          <a:solidFill>
            <a:srgbClr val="000000"/>
          </a:solidFill>
          <a:ln w="14288">
            <a:solidFill>
              <a:srgbClr val="000000"/>
            </a:solidFill>
            <a:round/>
            <a:headEnd/>
            <a:tailEnd/>
          </a:ln>
        </p:spPr>
        <p:txBody>
          <a:bodyPr/>
          <a:lstStyle/>
          <a:p>
            <a:endParaRPr lang="zh-CN" altLang="en-US"/>
          </a:p>
        </p:txBody>
      </p:sp>
      <p:sp>
        <p:nvSpPr>
          <p:cNvPr id="8300" name="Freeform 108"/>
          <p:cNvSpPr>
            <a:spLocks/>
          </p:cNvSpPr>
          <p:nvPr/>
        </p:nvSpPr>
        <p:spPr bwMode="auto">
          <a:xfrm>
            <a:off x="3306763" y="3195638"/>
            <a:ext cx="63500" cy="65087"/>
          </a:xfrm>
          <a:custGeom>
            <a:avLst/>
            <a:gdLst>
              <a:gd name="T0" fmla="*/ 2147483647 w 36"/>
              <a:gd name="T1" fmla="*/ 0 h 36"/>
              <a:gd name="T2" fmla="*/ 2147483647 w 36"/>
              <a:gd name="T3" fmla="*/ 2147483647 h 36"/>
              <a:gd name="T4" fmla="*/ 0 w 36"/>
              <a:gd name="T5" fmla="*/ 2147483647 h 36"/>
              <a:gd name="T6" fmla="*/ 2147483647 w 36"/>
              <a:gd name="T7" fmla="*/ 0 h 36"/>
              <a:gd name="T8" fmla="*/ 0 60000 65536"/>
              <a:gd name="T9" fmla="*/ 0 60000 65536"/>
              <a:gd name="T10" fmla="*/ 0 60000 65536"/>
              <a:gd name="T11" fmla="*/ 0 60000 65536"/>
              <a:gd name="T12" fmla="*/ 0 w 36"/>
              <a:gd name="T13" fmla="*/ 0 h 36"/>
              <a:gd name="T14" fmla="*/ 36 w 36"/>
              <a:gd name="T15" fmla="*/ 36 h 36"/>
            </a:gdLst>
            <a:ahLst/>
            <a:cxnLst>
              <a:cxn ang="T8">
                <a:pos x="T0" y="T1"/>
              </a:cxn>
              <a:cxn ang="T9">
                <a:pos x="T2" y="T3"/>
              </a:cxn>
              <a:cxn ang="T10">
                <a:pos x="T4" y="T5"/>
              </a:cxn>
              <a:cxn ang="T11">
                <a:pos x="T6" y="T7"/>
              </a:cxn>
            </a:cxnLst>
            <a:rect l="T12" t="T13" r="T14" b="T15"/>
            <a:pathLst>
              <a:path w="36" h="36">
                <a:moveTo>
                  <a:pt x="18" y="0"/>
                </a:moveTo>
                <a:lnTo>
                  <a:pt x="36" y="36"/>
                </a:lnTo>
                <a:lnTo>
                  <a:pt x="0" y="36"/>
                </a:lnTo>
                <a:lnTo>
                  <a:pt x="18" y="0"/>
                </a:lnTo>
                <a:close/>
              </a:path>
            </a:pathLst>
          </a:custGeom>
          <a:solidFill>
            <a:srgbClr val="000000"/>
          </a:solidFill>
          <a:ln w="14288">
            <a:solidFill>
              <a:srgbClr val="000000"/>
            </a:solidFill>
            <a:round/>
            <a:headEnd/>
            <a:tailEnd/>
          </a:ln>
        </p:spPr>
        <p:txBody>
          <a:bodyPr/>
          <a:lstStyle/>
          <a:p>
            <a:endParaRPr lang="zh-CN" altLang="en-US"/>
          </a:p>
        </p:txBody>
      </p:sp>
      <p:sp>
        <p:nvSpPr>
          <p:cNvPr id="8301" name="Freeform 109"/>
          <p:cNvSpPr>
            <a:spLocks/>
          </p:cNvSpPr>
          <p:nvPr/>
        </p:nvSpPr>
        <p:spPr bwMode="auto">
          <a:xfrm>
            <a:off x="3933825" y="2955925"/>
            <a:ext cx="63500" cy="63500"/>
          </a:xfrm>
          <a:custGeom>
            <a:avLst/>
            <a:gdLst>
              <a:gd name="T0" fmla="*/ 2147483647 w 36"/>
              <a:gd name="T1" fmla="*/ 0 h 36"/>
              <a:gd name="T2" fmla="*/ 2147483647 w 36"/>
              <a:gd name="T3" fmla="*/ 2147483647 h 36"/>
              <a:gd name="T4" fmla="*/ 0 w 36"/>
              <a:gd name="T5" fmla="*/ 2147483647 h 36"/>
              <a:gd name="T6" fmla="*/ 2147483647 w 36"/>
              <a:gd name="T7" fmla="*/ 0 h 36"/>
              <a:gd name="T8" fmla="*/ 0 60000 65536"/>
              <a:gd name="T9" fmla="*/ 0 60000 65536"/>
              <a:gd name="T10" fmla="*/ 0 60000 65536"/>
              <a:gd name="T11" fmla="*/ 0 60000 65536"/>
              <a:gd name="T12" fmla="*/ 0 w 36"/>
              <a:gd name="T13" fmla="*/ 0 h 36"/>
              <a:gd name="T14" fmla="*/ 36 w 36"/>
              <a:gd name="T15" fmla="*/ 36 h 36"/>
            </a:gdLst>
            <a:ahLst/>
            <a:cxnLst>
              <a:cxn ang="T8">
                <a:pos x="T0" y="T1"/>
              </a:cxn>
              <a:cxn ang="T9">
                <a:pos x="T2" y="T3"/>
              </a:cxn>
              <a:cxn ang="T10">
                <a:pos x="T4" y="T5"/>
              </a:cxn>
              <a:cxn ang="T11">
                <a:pos x="T6" y="T7"/>
              </a:cxn>
            </a:cxnLst>
            <a:rect l="T12" t="T13" r="T14" b="T15"/>
            <a:pathLst>
              <a:path w="36" h="36">
                <a:moveTo>
                  <a:pt x="18" y="0"/>
                </a:moveTo>
                <a:lnTo>
                  <a:pt x="36" y="36"/>
                </a:lnTo>
                <a:lnTo>
                  <a:pt x="0" y="36"/>
                </a:lnTo>
                <a:lnTo>
                  <a:pt x="18" y="0"/>
                </a:lnTo>
                <a:close/>
              </a:path>
            </a:pathLst>
          </a:custGeom>
          <a:solidFill>
            <a:srgbClr val="000000"/>
          </a:solidFill>
          <a:ln w="14288">
            <a:solidFill>
              <a:srgbClr val="000000"/>
            </a:solidFill>
            <a:round/>
            <a:headEnd/>
            <a:tailEnd/>
          </a:ln>
        </p:spPr>
        <p:txBody>
          <a:bodyPr/>
          <a:lstStyle/>
          <a:p>
            <a:endParaRPr lang="zh-CN" altLang="en-US"/>
          </a:p>
        </p:txBody>
      </p:sp>
      <p:sp>
        <p:nvSpPr>
          <p:cNvPr id="8302" name="Freeform 110"/>
          <p:cNvSpPr>
            <a:spLocks/>
          </p:cNvSpPr>
          <p:nvPr/>
        </p:nvSpPr>
        <p:spPr bwMode="auto">
          <a:xfrm>
            <a:off x="2776538" y="3724275"/>
            <a:ext cx="96837" cy="96838"/>
          </a:xfrm>
          <a:custGeom>
            <a:avLst/>
            <a:gdLst>
              <a:gd name="T0" fmla="*/ 2147483647 w 54"/>
              <a:gd name="T1" fmla="*/ 0 h 54"/>
              <a:gd name="T2" fmla="*/ 2147483647 w 54"/>
              <a:gd name="T3" fmla="*/ 2147483647 h 54"/>
              <a:gd name="T4" fmla="*/ 2147483647 w 54"/>
              <a:gd name="T5" fmla="*/ 2147483647 h 54"/>
              <a:gd name="T6" fmla="*/ 0 w 54"/>
              <a:gd name="T7" fmla="*/ 2147483647 h 54"/>
              <a:gd name="T8" fmla="*/ 2147483647 w 54"/>
              <a:gd name="T9" fmla="*/ 0 h 54"/>
              <a:gd name="T10" fmla="*/ 0 60000 65536"/>
              <a:gd name="T11" fmla="*/ 0 60000 65536"/>
              <a:gd name="T12" fmla="*/ 0 60000 65536"/>
              <a:gd name="T13" fmla="*/ 0 60000 65536"/>
              <a:gd name="T14" fmla="*/ 0 60000 65536"/>
              <a:gd name="T15" fmla="*/ 0 w 54"/>
              <a:gd name="T16" fmla="*/ 0 h 54"/>
              <a:gd name="T17" fmla="*/ 54 w 54"/>
              <a:gd name="T18" fmla="*/ 54 h 54"/>
            </a:gdLst>
            <a:ahLst/>
            <a:cxnLst>
              <a:cxn ang="T10">
                <a:pos x="T0" y="T1"/>
              </a:cxn>
              <a:cxn ang="T11">
                <a:pos x="T2" y="T3"/>
              </a:cxn>
              <a:cxn ang="T12">
                <a:pos x="T4" y="T5"/>
              </a:cxn>
              <a:cxn ang="T13">
                <a:pos x="T6" y="T7"/>
              </a:cxn>
              <a:cxn ang="T14">
                <a:pos x="T8" y="T9"/>
              </a:cxn>
            </a:cxnLst>
            <a:rect l="T15" t="T16" r="T17" b="T18"/>
            <a:pathLst>
              <a:path w="54" h="54">
                <a:moveTo>
                  <a:pt x="27" y="0"/>
                </a:moveTo>
                <a:lnTo>
                  <a:pt x="54" y="27"/>
                </a:lnTo>
                <a:lnTo>
                  <a:pt x="27" y="54"/>
                </a:lnTo>
                <a:lnTo>
                  <a:pt x="0" y="27"/>
                </a:lnTo>
                <a:lnTo>
                  <a:pt x="27" y="0"/>
                </a:lnTo>
                <a:close/>
              </a:path>
            </a:pathLst>
          </a:custGeom>
          <a:solidFill>
            <a:srgbClr val="000080"/>
          </a:solidFill>
          <a:ln w="14288">
            <a:solidFill>
              <a:srgbClr val="000080"/>
            </a:solidFill>
            <a:round/>
            <a:headEnd/>
            <a:tailEnd/>
          </a:ln>
        </p:spPr>
        <p:txBody>
          <a:bodyPr/>
          <a:lstStyle/>
          <a:p>
            <a:endParaRPr lang="zh-CN" altLang="en-US"/>
          </a:p>
        </p:txBody>
      </p:sp>
      <p:sp>
        <p:nvSpPr>
          <p:cNvPr id="8303" name="Freeform 111"/>
          <p:cNvSpPr>
            <a:spLocks/>
          </p:cNvSpPr>
          <p:nvPr/>
        </p:nvSpPr>
        <p:spPr bwMode="auto">
          <a:xfrm>
            <a:off x="2873375" y="3484563"/>
            <a:ext cx="95250" cy="96837"/>
          </a:xfrm>
          <a:custGeom>
            <a:avLst/>
            <a:gdLst>
              <a:gd name="T0" fmla="*/ 2147483647 w 54"/>
              <a:gd name="T1" fmla="*/ 0 h 54"/>
              <a:gd name="T2" fmla="*/ 2147483647 w 54"/>
              <a:gd name="T3" fmla="*/ 2147483647 h 54"/>
              <a:gd name="T4" fmla="*/ 2147483647 w 54"/>
              <a:gd name="T5" fmla="*/ 2147483647 h 54"/>
              <a:gd name="T6" fmla="*/ 0 w 54"/>
              <a:gd name="T7" fmla="*/ 2147483647 h 54"/>
              <a:gd name="T8" fmla="*/ 2147483647 w 54"/>
              <a:gd name="T9" fmla="*/ 0 h 54"/>
              <a:gd name="T10" fmla="*/ 0 60000 65536"/>
              <a:gd name="T11" fmla="*/ 0 60000 65536"/>
              <a:gd name="T12" fmla="*/ 0 60000 65536"/>
              <a:gd name="T13" fmla="*/ 0 60000 65536"/>
              <a:gd name="T14" fmla="*/ 0 60000 65536"/>
              <a:gd name="T15" fmla="*/ 0 w 54"/>
              <a:gd name="T16" fmla="*/ 0 h 54"/>
              <a:gd name="T17" fmla="*/ 54 w 54"/>
              <a:gd name="T18" fmla="*/ 54 h 54"/>
            </a:gdLst>
            <a:ahLst/>
            <a:cxnLst>
              <a:cxn ang="T10">
                <a:pos x="T0" y="T1"/>
              </a:cxn>
              <a:cxn ang="T11">
                <a:pos x="T2" y="T3"/>
              </a:cxn>
              <a:cxn ang="T12">
                <a:pos x="T4" y="T5"/>
              </a:cxn>
              <a:cxn ang="T13">
                <a:pos x="T6" y="T7"/>
              </a:cxn>
              <a:cxn ang="T14">
                <a:pos x="T8" y="T9"/>
              </a:cxn>
            </a:cxnLst>
            <a:rect l="T15" t="T16" r="T17" b="T18"/>
            <a:pathLst>
              <a:path w="54" h="54">
                <a:moveTo>
                  <a:pt x="27" y="0"/>
                </a:moveTo>
                <a:lnTo>
                  <a:pt x="54" y="27"/>
                </a:lnTo>
                <a:lnTo>
                  <a:pt x="27" y="54"/>
                </a:lnTo>
                <a:lnTo>
                  <a:pt x="0" y="27"/>
                </a:lnTo>
                <a:lnTo>
                  <a:pt x="27" y="0"/>
                </a:lnTo>
                <a:close/>
              </a:path>
            </a:pathLst>
          </a:custGeom>
          <a:solidFill>
            <a:srgbClr val="000080"/>
          </a:solidFill>
          <a:ln w="14288">
            <a:solidFill>
              <a:srgbClr val="000080"/>
            </a:solidFill>
            <a:round/>
            <a:headEnd/>
            <a:tailEnd/>
          </a:ln>
        </p:spPr>
        <p:txBody>
          <a:bodyPr/>
          <a:lstStyle/>
          <a:p>
            <a:endParaRPr lang="zh-CN" altLang="en-US"/>
          </a:p>
        </p:txBody>
      </p:sp>
      <p:sp>
        <p:nvSpPr>
          <p:cNvPr id="8304" name="Freeform 112"/>
          <p:cNvSpPr>
            <a:spLocks/>
          </p:cNvSpPr>
          <p:nvPr/>
        </p:nvSpPr>
        <p:spPr bwMode="auto">
          <a:xfrm>
            <a:off x="3081338" y="3244850"/>
            <a:ext cx="96837" cy="95250"/>
          </a:xfrm>
          <a:custGeom>
            <a:avLst/>
            <a:gdLst>
              <a:gd name="T0" fmla="*/ 2147483647 w 54"/>
              <a:gd name="T1" fmla="*/ 0 h 54"/>
              <a:gd name="T2" fmla="*/ 2147483647 w 54"/>
              <a:gd name="T3" fmla="*/ 2147483647 h 54"/>
              <a:gd name="T4" fmla="*/ 2147483647 w 54"/>
              <a:gd name="T5" fmla="*/ 2147483647 h 54"/>
              <a:gd name="T6" fmla="*/ 0 w 54"/>
              <a:gd name="T7" fmla="*/ 2147483647 h 54"/>
              <a:gd name="T8" fmla="*/ 2147483647 w 54"/>
              <a:gd name="T9" fmla="*/ 0 h 54"/>
              <a:gd name="T10" fmla="*/ 0 60000 65536"/>
              <a:gd name="T11" fmla="*/ 0 60000 65536"/>
              <a:gd name="T12" fmla="*/ 0 60000 65536"/>
              <a:gd name="T13" fmla="*/ 0 60000 65536"/>
              <a:gd name="T14" fmla="*/ 0 60000 65536"/>
              <a:gd name="T15" fmla="*/ 0 w 54"/>
              <a:gd name="T16" fmla="*/ 0 h 54"/>
              <a:gd name="T17" fmla="*/ 54 w 54"/>
              <a:gd name="T18" fmla="*/ 54 h 54"/>
            </a:gdLst>
            <a:ahLst/>
            <a:cxnLst>
              <a:cxn ang="T10">
                <a:pos x="T0" y="T1"/>
              </a:cxn>
              <a:cxn ang="T11">
                <a:pos x="T2" y="T3"/>
              </a:cxn>
              <a:cxn ang="T12">
                <a:pos x="T4" y="T5"/>
              </a:cxn>
              <a:cxn ang="T13">
                <a:pos x="T6" y="T7"/>
              </a:cxn>
              <a:cxn ang="T14">
                <a:pos x="T8" y="T9"/>
              </a:cxn>
            </a:cxnLst>
            <a:rect l="T15" t="T16" r="T17" b="T18"/>
            <a:pathLst>
              <a:path w="54" h="54">
                <a:moveTo>
                  <a:pt x="27" y="0"/>
                </a:moveTo>
                <a:lnTo>
                  <a:pt x="54" y="27"/>
                </a:lnTo>
                <a:lnTo>
                  <a:pt x="27" y="54"/>
                </a:lnTo>
                <a:lnTo>
                  <a:pt x="0" y="27"/>
                </a:lnTo>
                <a:lnTo>
                  <a:pt x="27" y="0"/>
                </a:lnTo>
                <a:close/>
              </a:path>
            </a:pathLst>
          </a:custGeom>
          <a:solidFill>
            <a:srgbClr val="000080"/>
          </a:solidFill>
          <a:ln w="14288">
            <a:solidFill>
              <a:srgbClr val="000080"/>
            </a:solidFill>
            <a:round/>
            <a:headEnd/>
            <a:tailEnd/>
          </a:ln>
        </p:spPr>
        <p:txBody>
          <a:bodyPr/>
          <a:lstStyle/>
          <a:p>
            <a:endParaRPr lang="zh-CN" altLang="en-US"/>
          </a:p>
        </p:txBody>
      </p:sp>
      <p:sp>
        <p:nvSpPr>
          <p:cNvPr id="8305" name="Freeform 113"/>
          <p:cNvSpPr>
            <a:spLocks/>
          </p:cNvSpPr>
          <p:nvPr/>
        </p:nvSpPr>
        <p:spPr bwMode="auto">
          <a:xfrm>
            <a:off x="4546600" y="3003550"/>
            <a:ext cx="95250" cy="96838"/>
          </a:xfrm>
          <a:custGeom>
            <a:avLst/>
            <a:gdLst>
              <a:gd name="T0" fmla="*/ 2147483647 w 54"/>
              <a:gd name="T1" fmla="*/ 0 h 54"/>
              <a:gd name="T2" fmla="*/ 2147483647 w 54"/>
              <a:gd name="T3" fmla="*/ 2147483647 h 54"/>
              <a:gd name="T4" fmla="*/ 2147483647 w 54"/>
              <a:gd name="T5" fmla="*/ 2147483647 h 54"/>
              <a:gd name="T6" fmla="*/ 0 w 54"/>
              <a:gd name="T7" fmla="*/ 2147483647 h 54"/>
              <a:gd name="T8" fmla="*/ 2147483647 w 54"/>
              <a:gd name="T9" fmla="*/ 0 h 54"/>
              <a:gd name="T10" fmla="*/ 0 60000 65536"/>
              <a:gd name="T11" fmla="*/ 0 60000 65536"/>
              <a:gd name="T12" fmla="*/ 0 60000 65536"/>
              <a:gd name="T13" fmla="*/ 0 60000 65536"/>
              <a:gd name="T14" fmla="*/ 0 60000 65536"/>
              <a:gd name="T15" fmla="*/ 0 w 54"/>
              <a:gd name="T16" fmla="*/ 0 h 54"/>
              <a:gd name="T17" fmla="*/ 54 w 54"/>
              <a:gd name="T18" fmla="*/ 54 h 54"/>
            </a:gdLst>
            <a:ahLst/>
            <a:cxnLst>
              <a:cxn ang="T10">
                <a:pos x="T0" y="T1"/>
              </a:cxn>
              <a:cxn ang="T11">
                <a:pos x="T2" y="T3"/>
              </a:cxn>
              <a:cxn ang="T12">
                <a:pos x="T4" y="T5"/>
              </a:cxn>
              <a:cxn ang="T13">
                <a:pos x="T6" y="T7"/>
              </a:cxn>
              <a:cxn ang="T14">
                <a:pos x="T8" y="T9"/>
              </a:cxn>
            </a:cxnLst>
            <a:rect l="T15" t="T16" r="T17" b="T18"/>
            <a:pathLst>
              <a:path w="54" h="54">
                <a:moveTo>
                  <a:pt x="27" y="0"/>
                </a:moveTo>
                <a:lnTo>
                  <a:pt x="54" y="27"/>
                </a:lnTo>
                <a:lnTo>
                  <a:pt x="27" y="54"/>
                </a:lnTo>
                <a:lnTo>
                  <a:pt x="0" y="27"/>
                </a:lnTo>
                <a:lnTo>
                  <a:pt x="27" y="0"/>
                </a:lnTo>
                <a:close/>
              </a:path>
            </a:pathLst>
          </a:custGeom>
          <a:solidFill>
            <a:srgbClr val="000080"/>
          </a:solidFill>
          <a:ln w="14288">
            <a:solidFill>
              <a:srgbClr val="000080"/>
            </a:solidFill>
            <a:round/>
            <a:headEnd/>
            <a:tailEnd/>
          </a:ln>
        </p:spPr>
        <p:txBody>
          <a:bodyPr/>
          <a:lstStyle/>
          <a:p>
            <a:endParaRPr lang="zh-CN" altLang="en-US"/>
          </a:p>
        </p:txBody>
      </p:sp>
      <p:sp>
        <p:nvSpPr>
          <p:cNvPr id="8306" name="Rectangle 114"/>
          <p:cNvSpPr>
            <a:spLocks noChangeArrowheads="1"/>
          </p:cNvSpPr>
          <p:nvPr/>
        </p:nvSpPr>
        <p:spPr bwMode="auto">
          <a:xfrm>
            <a:off x="5589588" y="3260725"/>
            <a:ext cx="96837" cy="95250"/>
          </a:xfrm>
          <a:prstGeom prst="rect">
            <a:avLst/>
          </a:prstGeom>
          <a:solidFill>
            <a:srgbClr val="000000"/>
          </a:solidFill>
          <a:ln w="14288">
            <a:solidFill>
              <a:srgbClr val="FF00FF"/>
            </a:solidFill>
            <a:miter lim="800000"/>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07" name="Rectangle 115"/>
          <p:cNvSpPr>
            <a:spLocks noChangeArrowheads="1"/>
          </p:cNvSpPr>
          <p:nvPr/>
        </p:nvSpPr>
        <p:spPr bwMode="auto">
          <a:xfrm>
            <a:off x="5686425" y="3211513"/>
            <a:ext cx="96838" cy="96837"/>
          </a:xfrm>
          <a:prstGeom prst="rect">
            <a:avLst/>
          </a:prstGeom>
          <a:solidFill>
            <a:srgbClr val="000000"/>
          </a:solidFill>
          <a:ln w="14288">
            <a:solidFill>
              <a:srgbClr val="FF00FF"/>
            </a:solidFill>
            <a:miter lim="800000"/>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08" name="Rectangle 116"/>
          <p:cNvSpPr>
            <a:spLocks noChangeArrowheads="1"/>
          </p:cNvSpPr>
          <p:nvPr/>
        </p:nvSpPr>
        <p:spPr bwMode="auto">
          <a:xfrm>
            <a:off x="5783263" y="3179763"/>
            <a:ext cx="96837" cy="96837"/>
          </a:xfrm>
          <a:prstGeom prst="rect">
            <a:avLst/>
          </a:prstGeom>
          <a:solidFill>
            <a:srgbClr val="000000"/>
          </a:solidFill>
          <a:ln w="14288">
            <a:solidFill>
              <a:srgbClr val="FF00FF"/>
            </a:solidFill>
            <a:miter lim="800000"/>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09" name="Rectangle 117"/>
          <p:cNvSpPr>
            <a:spLocks noChangeArrowheads="1"/>
          </p:cNvSpPr>
          <p:nvPr/>
        </p:nvSpPr>
        <p:spPr bwMode="auto">
          <a:xfrm>
            <a:off x="5895975" y="3068638"/>
            <a:ext cx="96838" cy="95250"/>
          </a:xfrm>
          <a:prstGeom prst="rect">
            <a:avLst/>
          </a:prstGeom>
          <a:solidFill>
            <a:srgbClr val="000000"/>
          </a:solidFill>
          <a:ln w="14288">
            <a:solidFill>
              <a:srgbClr val="FF00FF"/>
            </a:solidFill>
            <a:miter lim="800000"/>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10" name="Rectangle 118"/>
          <p:cNvSpPr>
            <a:spLocks noChangeArrowheads="1"/>
          </p:cNvSpPr>
          <p:nvPr/>
        </p:nvSpPr>
        <p:spPr bwMode="auto">
          <a:xfrm>
            <a:off x="6313488" y="3003550"/>
            <a:ext cx="96837" cy="96838"/>
          </a:xfrm>
          <a:prstGeom prst="rect">
            <a:avLst/>
          </a:prstGeom>
          <a:solidFill>
            <a:srgbClr val="000000"/>
          </a:solidFill>
          <a:ln w="14288">
            <a:solidFill>
              <a:srgbClr val="FF00FF"/>
            </a:solidFill>
            <a:miter lim="800000"/>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11" name="Oval 119"/>
          <p:cNvSpPr>
            <a:spLocks noChangeArrowheads="1"/>
          </p:cNvSpPr>
          <p:nvPr/>
        </p:nvSpPr>
        <p:spPr bwMode="auto">
          <a:xfrm>
            <a:off x="4840287" y="4684713"/>
            <a:ext cx="96838" cy="95250"/>
          </a:xfrm>
          <a:prstGeom prst="ellipse">
            <a:avLst/>
          </a:prstGeom>
          <a:solidFill>
            <a:srgbClr val="000000"/>
          </a:solidFill>
          <a:ln w="14288">
            <a:solidFill>
              <a:srgbClr val="000000"/>
            </a:solidFill>
            <a:round/>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12" name="Oval 120"/>
          <p:cNvSpPr>
            <a:spLocks noChangeArrowheads="1"/>
          </p:cNvSpPr>
          <p:nvPr/>
        </p:nvSpPr>
        <p:spPr bwMode="auto">
          <a:xfrm>
            <a:off x="4953000" y="4619625"/>
            <a:ext cx="95250" cy="96838"/>
          </a:xfrm>
          <a:prstGeom prst="ellipse">
            <a:avLst/>
          </a:prstGeom>
          <a:solidFill>
            <a:srgbClr val="000000"/>
          </a:solidFill>
          <a:ln w="14288">
            <a:solidFill>
              <a:srgbClr val="000000"/>
            </a:solidFill>
            <a:round/>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13" name="Oval 121"/>
          <p:cNvSpPr>
            <a:spLocks noChangeArrowheads="1"/>
          </p:cNvSpPr>
          <p:nvPr/>
        </p:nvSpPr>
        <p:spPr bwMode="auto">
          <a:xfrm>
            <a:off x="5048250" y="4572000"/>
            <a:ext cx="96837" cy="95250"/>
          </a:xfrm>
          <a:prstGeom prst="ellipse">
            <a:avLst/>
          </a:prstGeom>
          <a:solidFill>
            <a:srgbClr val="000000"/>
          </a:solidFill>
          <a:ln w="14288">
            <a:solidFill>
              <a:srgbClr val="000000"/>
            </a:solidFill>
            <a:round/>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14" name="Oval 122"/>
          <p:cNvSpPr>
            <a:spLocks noChangeArrowheads="1"/>
          </p:cNvSpPr>
          <p:nvPr/>
        </p:nvSpPr>
        <p:spPr bwMode="auto">
          <a:xfrm>
            <a:off x="5172075" y="4446588"/>
            <a:ext cx="96838" cy="95250"/>
          </a:xfrm>
          <a:prstGeom prst="ellipse">
            <a:avLst/>
          </a:prstGeom>
          <a:solidFill>
            <a:srgbClr val="000000"/>
          </a:solidFill>
          <a:ln w="14288">
            <a:solidFill>
              <a:srgbClr val="000000"/>
            </a:solidFill>
            <a:round/>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15" name="Oval 123"/>
          <p:cNvSpPr>
            <a:spLocks noChangeArrowheads="1"/>
          </p:cNvSpPr>
          <p:nvPr/>
        </p:nvSpPr>
        <p:spPr bwMode="auto">
          <a:xfrm>
            <a:off x="5381625" y="4429125"/>
            <a:ext cx="96838" cy="96838"/>
          </a:xfrm>
          <a:prstGeom prst="ellipse">
            <a:avLst/>
          </a:prstGeom>
          <a:solidFill>
            <a:srgbClr val="000000"/>
          </a:solidFill>
          <a:ln w="14288">
            <a:solidFill>
              <a:srgbClr val="000000"/>
            </a:solidFill>
            <a:round/>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16" name="Oval 124"/>
          <p:cNvSpPr>
            <a:spLocks noChangeArrowheads="1"/>
          </p:cNvSpPr>
          <p:nvPr/>
        </p:nvSpPr>
        <p:spPr bwMode="auto">
          <a:xfrm>
            <a:off x="5589588" y="4252913"/>
            <a:ext cx="96837" cy="96837"/>
          </a:xfrm>
          <a:prstGeom prst="ellipse">
            <a:avLst/>
          </a:prstGeom>
          <a:solidFill>
            <a:srgbClr val="000000"/>
          </a:solidFill>
          <a:ln w="14288">
            <a:solidFill>
              <a:srgbClr val="000000"/>
            </a:solidFill>
            <a:round/>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17" name="Oval 125"/>
          <p:cNvSpPr>
            <a:spLocks noChangeArrowheads="1"/>
          </p:cNvSpPr>
          <p:nvPr/>
        </p:nvSpPr>
        <p:spPr bwMode="auto">
          <a:xfrm>
            <a:off x="5783263" y="4110038"/>
            <a:ext cx="96837" cy="95250"/>
          </a:xfrm>
          <a:prstGeom prst="ellipse">
            <a:avLst/>
          </a:prstGeom>
          <a:solidFill>
            <a:srgbClr val="000000"/>
          </a:solidFill>
          <a:ln w="14288">
            <a:solidFill>
              <a:srgbClr val="000000"/>
            </a:solidFill>
            <a:round/>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18" name="Oval 126"/>
          <p:cNvSpPr>
            <a:spLocks noChangeArrowheads="1"/>
          </p:cNvSpPr>
          <p:nvPr/>
        </p:nvSpPr>
        <p:spPr bwMode="auto">
          <a:xfrm>
            <a:off x="5895975" y="4044950"/>
            <a:ext cx="96838" cy="96838"/>
          </a:xfrm>
          <a:prstGeom prst="ellipse">
            <a:avLst/>
          </a:prstGeom>
          <a:solidFill>
            <a:srgbClr val="000000"/>
          </a:solidFill>
          <a:ln w="14288">
            <a:solidFill>
              <a:srgbClr val="000000"/>
            </a:solidFill>
            <a:round/>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19" name="Oval 127"/>
          <p:cNvSpPr>
            <a:spLocks noChangeArrowheads="1"/>
          </p:cNvSpPr>
          <p:nvPr/>
        </p:nvSpPr>
        <p:spPr bwMode="auto">
          <a:xfrm>
            <a:off x="6103938" y="4013200"/>
            <a:ext cx="96837" cy="96838"/>
          </a:xfrm>
          <a:prstGeom prst="ellipse">
            <a:avLst/>
          </a:prstGeom>
          <a:solidFill>
            <a:srgbClr val="000000"/>
          </a:solidFill>
          <a:ln w="14288">
            <a:solidFill>
              <a:srgbClr val="000000"/>
            </a:solidFill>
            <a:round/>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20" name="Oval 128"/>
          <p:cNvSpPr>
            <a:spLocks noChangeArrowheads="1"/>
          </p:cNvSpPr>
          <p:nvPr/>
        </p:nvSpPr>
        <p:spPr bwMode="auto">
          <a:xfrm>
            <a:off x="6200775" y="3900488"/>
            <a:ext cx="96838" cy="96837"/>
          </a:xfrm>
          <a:prstGeom prst="ellipse">
            <a:avLst/>
          </a:prstGeom>
          <a:solidFill>
            <a:srgbClr val="000000"/>
          </a:solidFill>
          <a:ln w="14288">
            <a:solidFill>
              <a:srgbClr val="000000"/>
            </a:solidFill>
            <a:round/>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21" name="Oval 129"/>
          <p:cNvSpPr>
            <a:spLocks noChangeArrowheads="1"/>
          </p:cNvSpPr>
          <p:nvPr/>
        </p:nvSpPr>
        <p:spPr bwMode="auto">
          <a:xfrm>
            <a:off x="6313488" y="3821113"/>
            <a:ext cx="96837" cy="96837"/>
          </a:xfrm>
          <a:prstGeom prst="ellipse">
            <a:avLst/>
          </a:prstGeom>
          <a:solidFill>
            <a:srgbClr val="000000"/>
          </a:solidFill>
          <a:ln w="14288">
            <a:solidFill>
              <a:srgbClr val="000000"/>
            </a:solidFill>
            <a:round/>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22" name="Rectangle 130"/>
          <p:cNvSpPr>
            <a:spLocks noChangeArrowheads="1"/>
          </p:cNvSpPr>
          <p:nvPr/>
        </p:nvSpPr>
        <p:spPr bwMode="auto">
          <a:xfrm>
            <a:off x="1795463" y="4975225"/>
            <a:ext cx="1412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0</a:t>
            </a:r>
            <a:endParaRPr lang="en-US" altLang="zh-CN" b="1"/>
          </a:p>
        </p:txBody>
      </p:sp>
      <p:sp>
        <p:nvSpPr>
          <p:cNvPr id="8323" name="Rectangle 131"/>
          <p:cNvSpPr>
            <a:spLocks noChangeArrowheads="1"/>
          </p:cNvSpPr>
          <p:nvPr/>
        </p:nvSpPr>
        <p:spPr bwMode="auto">
          <a:xfrm>
            <a:off x="1795463" y="4589463"/>
            <a:ext cx="1412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a:t>
            </a:r>
            <a:endParaRPr lang="en-US" altLang="zh-CN" b="1"/>
          </a:p>
        </p:txBody>
      </p:sp>
      <p:sp>
        <p:nvSpPr>
          <p:cNvPr id="8324" name="Rectangle 132"/>
          <p:cNvSpPr>
            <a:spLocks noChangeArrowheads="1"/>
          </p:cNvSpPr>
          <p:nvPr/>
        </p:nvSpPr>
        <p:spPr bwMode="auto">
          <a:xfrm>
            <a:off x="1651000" y="4221163"/>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10</a:t>
            </a:r>
            <a:endParaRPr lang="en-US" altLang="zh-CN" b="1"/>
          </a:p>
        </p:txBody>
      </p:sp>
      <p:sp>
        <p:nvSpPr>
          <p:cNvPr id="8325" name="Rectangle 133"/>
          <p:cNvSpPr>
            <a:spLocks noChangeArrowheads="1"/>
          </p:cNvSpPr>
          <p:nvPr/>
        </p:nvSpPr>
        <p:spPr bwMode="auto">
          <a:xfrm>
            <a:off x="1506538" y="3836988"/>
            <a:ext cx="4238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100</a:t>
            </a:r>
            <a:endParaRPr lang="en-US" altLang="zh-CN" b="1"/>
          </a:p>
        </p:txBody>
      </p:sp>
      <p:sp>
        <p:nvSpPr>
          <p:cNvPr id="8326" name="Rectangle 134"/>
          <p:cNvSpPr>
            <a:spLocks noChangeArrowheads="1"/>
          </p:cNvSpPr>
          <p:nvPr/>
        </p:nvSpPr>
        <p:spPr bwMode="auto">
          <a:xfrm>
            <a:off x="1298575" y="3468688"/>
            <a:ext cx="635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1,000</a:t>
            </a:r>
            <a:endParaRPr lang="en-US" altLang="zh-CN" b="1"/>
          </a:p>
        </p:txBody>
      </p:sp>
      <p:sp>
        <p:nvSpPr>
          <p:cNvPr id="8327" name="Rectangle 135"/>
          <p:cNvSpPr>
            <a:spLocks noChangeArrowheads="1"/>
          </p:cNvSpPr>
          <p:nvPr/>
        </p:nvSpPr>
        <p:spPr bwMode="auto">
          <a:xfrm>
            <a:off x="1150938" y="3084513"/>
            <a:ext cx="7762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10,000</a:t>
            </a:r>
            <a:endParaRPr lang="en-US" altLang="zh-CN" b="1"/>
          </a:p>
        </p:txBody>
      </p:sp>
      <p:sp>
        <p:nvSpPr>
          <p:cNvPr id="8328" name="Rectangle 136"/>
          <p:cNvSpPr>
            <a:spLocks noChangeArrowheads="1"/>
          </p:cNvSpPr>
          <p:nvPr/>
        </p:nvSpPr>
        <p:spPr bwMode="auto">
          <a:xfrm>
            <a:off x="1006475" y="2698750"/>
            <a:ext cx="917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100,000</a:t>
            </a:r>
            <a:endParaRPr lang="en-US" altLang="zh-CN" b="1"/>
          </a:p>
        </p:txBody>
      </p:sp>
      <p:sp>
        <p:nvSpPr>
          <p:cNvPr id="8329" name="Rectangle 137"/>
          <p:cNvSpPr>
            <a:spLocks noChangeArrowheads="1"/>
          </p:cNvSpPr>
          <p:nvPr/>
        </p:nvSpPr>
        <p:spPr bwMode="auto">
          <a:xfrm>
            <a:off x="798513" y="2328863"/>
            <a:ext cx="11287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1,000,000</a:t>
            </a:r>
            <a:endParaRPr lang="en-US" altLang="zh-CN" b="1"/>
          </a:p>
        </p:txBody>
      </p:sp>
      <p:sp>
        <p:nvSpPr>
          <p:cNvPr id="8330" name="Rectangle 138"/>
          <p:cNvSpPr>
            <a:spLocks noChangeArrowheads="1"/>
          </p:cNvSpPr>
          <p:nvPr/>
        </p:nvSpPr>
        <p:spPr bwMode="auto">
          <a:xfrm>
            <a:off x="654050" y="1944688"/>
            <a:ext cx="1270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10,000,000</a:t>
            </a:r>
            <a:endParaRPr lang="en-US" altLang="zh-CN" b="1"/>
          </a:p>
        </p:txBody>
      </p:sp>
      <p:sp>
        <p:nvSpPr>
          <p:cNvPr id="8331" name="Rectangle 139"/>
          <p:cNvSpPr>
            <a:spLocks noChangeArrowheads="1"/>
          </p:cNvSpPr>
          <p:nvPr/>
        </p:nvSpPr>
        <p:spPr bwMode="auto">
          <a:xfrm rot="-2700000">
            <a:off x="1531938" y="5510213"/>
            <a:ext cx="565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1960</a:t>
            </a:r>
            <a:endParaRPr lang="en-US" altLang="zh-CN" b="1"/>
          </a:p>
        </p:txBody>
      </p:sp>
      <p:sp>
        <p:nvSpPr>
          <p:cNvPr id="8332" name="Rectangle 140"/>
          <p:cNvSpPr>
            <a:spLocks noChangeArrowheads="1"/>
          </p:cNvSpPr>
          <p:nvPr/>
        </p:nvSpPr>
        <p:spPr bwMode="auto">
          <a:xfrm rot="-2700000">
            <a:off x="2062163" y="5510213"/>
            <a:ext cx="565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1965</a:t>
            </a:r>
            <a:endParaRPr lang="en-US" altLang="zh-CN" b="1"/>
          </a:p>
        </p:txBody>
      </p:sp>
      <p:sp>
        <p:nvSpPr>
          <p:cNvPr id="8333" name="Rectangle 141"/>
          <p:cNvSpPr>
            <a:spLocks noChangeArrowheads="1"/>
          </p:cNvSpPr>
          <p:nvPr/>
        </p:nvSpPr>
        <p:spPr bwMode="auto">
          <a:xfrm rot="-2700000">
            <a:off x="2576513" y="5510213"/>
            <a:ext cx="565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1970</a:t>
            </a:r>
            <a:endParaRPr lang="en-US" altLang="zh-CN" b="1"/>
          </a:p>
        </p:txBody>
      </p:sp>
      <p:sp>
        <p:nvSpPr>
          <p:cNvPr id="8334" name="Rectangle 142"/>
          <p:cNvSpPr>
            <a:spLocks noChangeArrowheads="1"/>
          </p:cNvSpPr>
          <p:nvPr/>
        </p:nvSpPr>
        <p:spPr bwMode="auto">
          <a:xfrm rot="-2700000">
            <a:off x="3090863" y="5510213"/>
            <a:ext cx="565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1975</a:t>
            </a:r>
            <a:endParaRPr lang="en-US" altLang="zh-CN" b="1"/>
          </a:p>
        </p:txBody>
      </p:sp>
      <p:sp>
        <p:nvSpPr>
          <p:cNvPr id="8335" name="Rectangle 143"/>
          <p:cNvSpPr>
            <a:spLocks noChangeArrowheads="1"/>
          </p:cNvSpPr>
          <p:nvPr/>
        </p:nvSpPr>
        <p:spPr bwMode="auto">
          <a:xfrm rot="-2700000">
            <a:off x="3621088" y="5510213"/>
            <a:ext cx="565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dirty="0">
                <a:solidFill>
                  <a:srgbClr val="000000"/>
                </a:solidFill>
              </a:rPr>
              <a:t>1980</a:t>
            </a:r>
            <a:endParaRPr lang="en-US" altLang="zh-CN" b="1" dirty="0"/>
          </a:p>
        </p:txBody>
      </p:sp>
      <p:sp>
        <p:nvSpPr>
          <p:cNvPr id="8336" name="Rectangle 144"/>
          <p:cNvSpPr>
            <a:spLocks noChangeArrowheads="1"/>
          </p:cNvSpPr>
          <p:nvPr/>
        </p:nvSpPr>
        <p:spPr bwMode="auto">
          <a:xfrm rot="-2700000">
            <a:off x="4137025" y="5510213"/>
            <a:ext cx="565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1985</a:t>
            </a:r>
            <a:endParaRPr lang="en-US" altLang="zh-CN" b="1"/>
          </a:p>
        </p:txBody>
      </p:sp>
      <p:sp>
        <p:nvSpPr>
          <p:cNvPr id="8337" name="Rectangle 145"/>
          <p:cNvSpPr>
            <a:spLocks noChangeArrowheads="1"/>
          </p:cNvSpPr>
          <p:nvPr/>
        </p:nvSpPr>
        <p:spPr bwMode="auto">
          <a:xfrm rot="-2700000">
            <a:off x="4651375" y="5510213"/>
            <a:ext cx="565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1990</a:t>
            </a:r>
            <a:endParaRPr lang="en-US" altLang="zh-CN" b="1"/>
          </a:p>
        </p:txBody>
      </p:sp>
      <p:sp>
        <p:nvSpPr>
          <p:cNvPr id="8338" name="Rectangle 146"/>
          <p:cNvSpPr>
            <a:spLocks noChangeArrowheads="1"/>
          </p:cNvSpPr>
          <p:nvPr/>
        </p:nvSpPr>
        <p:spPr bwMode="auto">
          <a:xfrm rot="-2700000">
            <a:off x="5165725" y="5510213"/>
            <a:ext cx="565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1995</a:t>
            </a:r>
            <a:endParaRPr lang="en-US" altLang="zh-CN" b="1"/>
          </a:p>
        </p:txBody>
      </p:sp>
      <p:sp>
        <p:nvSpPr>
          <p:cNvPr id="8339" name="Rectangle 147"/>
          <p:cNvSpPr>
            <a:spLocks noChangeArrowheads="1"/>
          </p:cNvSpPr>
          <p:nvPr/>
        </p:nvSpPr>
        <p:spPr bwMode="auto">
          <a:xfrm rot="-2700000">
            <a:off x="5695950" y="5510213"/>
            <a:ext cx="565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2000</a:t>
            </a:r>
            <a:endParaRPr lang="en-US" altLang="zh-CN" b="1"/>
          </a:p>
        </p:txBody>
      </p:sp>
      <p:sp>
        <p:nvSpPr>
          <p:cNvPr id="8340" name="Rectangle 148"/>
          <p:cNvSpPr>
            <a:spLocks noChangeArrowheads="1"/>
          </p:cNvSpPr>
          <p:nvPr/>
        </p:nvSpPr>
        <p:spPr bwMode="auto">
          <a:xfrm>
            <a:off x="3949700" y="6097588"/>
            <a:ext cx="65881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1900" b="1">
                <a:solidFill>
                  <a:srgbClr val="000000"/>
                </a:solidFill>
              </a:rPr>
              <a:t>Years</a:t>
            </a:r>
            <a:endParaRPr lang="en-US" altLang="zh-CN" b="1"/>
          </a:p>
        </p:txBody>
      </p:sp>
      <p:sp>
        <p:nvSpPr>
          <p:cNvPr id="8341" name="Rectangle 149"/>
          <p:cNvSpPr>
            <a:spLocks noChangeArrowheads="1"/>
          </p:cNvSpPr>
          <p:nvPr/>
        </p:nvSpPr>
        <p:spPr bwMode="auto">
          <a:xfrm rot="-5400000">
            <a:off x="131763" y="3898900"/>
            <a:ext cx="15144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1900" b="1">
                <a:solidFill>
                  <a:srgbClr val="000000"/>
                </a:solidFill>
              </a:rPr>
              <a:t>Size in KLOC</a:t>
            </a:r>
            <a:endParaRPr lang="en-US" altLang="zh-CN" b="1"/>
          </a:p>
        </p:txBody>
      </p:sp>
      <p:sp>
        <p:nvSpPr>
          <p:cNvPr id="8342" name="Text Box 161"/>
          <p:cNvSpPr txBox="1">
            <a:spLocks noChangeArrowheads="1"/>
          </p:cNvSpPr>
          <p:nvPr/>
        </p:nvSpPr>
        <p:spPr bwMode="auto">
          <a:xfrm>
            <a:off x="6464300" y="5257800"/>
            <a:ext cx="1765300" cy="83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102705" tIns="51353" rIns="102705" bIns="51353">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1600" b="1" dirty="0"/>
              <a:t>Moore’s Law:</a:t>
            </a:r>
          </a:p>
          <a:p>
            <a:pPr eaLnBrk="1" hangingPunct="1"/>
            <a:r>
              <a:rPr lang="en-US" altLang="zh-CN" sz="1600" b="1" dirty="0"/>
              <a:t>2X in 18 months</a:t>
            </a:r>
          </a:p>
          <a:p>
            <a:pPr eaLnBrk="1" hangingPunct="1"/>
            <a:r>
              <a:rPr lang="en-US" altLang="zh-CN" sz="1600" b="1" dirty="0"/>
              <a:t>10X in 5 years</a:t>
            </a:r>
          </a:p>
        </p:txBody>
      </p:sp>
      <p:pic>
        <p:nvPicPr>
          <p:cNvPr id="8343" name="Picture 163" descr="S4legen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30975" y="2760663"/>
            <a:ext cx="1463675" cy="195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p:txBody>
          <a:bodyPr/>
          <a:lstStyle/>
          <a:p>
            <a:pPr eaLnBrk="1" hangingPunct="1"/>
            <a:r>
              <a:rPr lang="zh-CN" altLang="en-US">
                <a:ea typeface="宋体" pitchFamily="2" charset="-122"/>
              </a:rPr>
              <a:t>软件自身的变化</a:t>
            </a:r>
            <a:r>
              <a:rPr lang="en-US" altLang="zh-CN">
                <a:ea typeface="宋体" pitchFamily="2" charset="-122"/>
              </a:rPr>
              <a:t>-</a:t>
            </a:r>
            <a:r>
              <a:rPr lang="zh-CN" altLang="en-US">
                <a:ea typeface="宋体" pitchFamily="2" charset="-122"/>
              </a:rPr>
              <a:t>比例</a:t>
            </a:r>
          </a:p>
        </p:txBody>
      </p:sp>
      <p:pic>
        <p:nvPicPr>
          <p:cNvPr id="921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 y="990600"/>
            <a:ext cx="8001000" cy="5426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p:txBody>
          <a:bodyPr/>
          <a:lstStyle/>
          <a:p>
            <a:pPr eaLnBrk="1" hangingPunct="1"/>
            <a:r>
              <a:rPr lang="zh-CN" altLang="en-US" dirty="0">
                <a:ea typeface="宋体" charset="-122"/>
              </a:rPr>
              <a:t>软件危机</a:t>
            </a:r>
          </a:p>
        </p:txBody>
      </p:sp>
      <p:sp>
        <p:nvSpPr>
          <p:cNvPr id="7171" name="内容占位符 2"/>
          <p:cNvSpPr>
            <a:spLocks noGrp="1"/>
          </p:cNvSpPr>
          <p:nvPr>
            <p:ph idx="1"/>
          </p:nvPr>
        </p:nvSpPr>
        <p:spPr>
          <a:xfrm>
            <a:off x="435768" y="4876800"/>
            <a:ext cx="8272463" cy="1524000"/>
          </a:xfrm>
        </p:spPr>
        <p:txBody>
          <a:bodyPr/>
          <a:lstStyle/>
          <a:p>
            <a:pPr marL="0" indent="0" eaLnBrk="1" hangingPunct="1">
              <a:buNone/>
            </a:pPr>
            <a:r>
              <a:rPr lang="zh-CN" altLang="en-US" b="1" dirty="0">
                <a:solidFill>
                  <a:schemeClr val="tx2"/>
                </a:solidFill>
                <a:ea typeface="宋体" charset="-122"/>
              </a:rPr>
              <a:t>四大本质困难和挑战：</a:t>
            </a:r>
            <a:endParaRPr lang="en-US" altLang="zh-CN" b="1" dirty="0">
              <a:solidFill>
                <a:schemeClr val="tx2"/>
              </a:solidFill>
              <a:ea typeface="宋体" charset="-122"/>
            </a:endParaRPr>
          </a:p>
          <a:p>
            <a:pPr marL="0" indent="0" eaLnBrk="1" hangingPunct="1">
              <a:buNone/>
            </a:pPr>
            <a:r>
              <a:rPr lang="zh-CN" altLang="en-US" b="1" dirty="0">
                <a:solidFill>
                  <a:srgbClr val="FF0000"/>
                </a:solidFill>
                <a:ea typeface="宋体" charset="-122"/>
              </a:rPr>
              <a:t>复杂性、不可见性、可变性、一致性</a:t>
            </a:r>
          </a:p>
        </p:txBody>
      </p:sp>
      <p:pic>
        <p:nvPicPr>
          <p:cNvPr id="2" name="图片 1"/>
          <p:cNvPicPr>
            <a:picLocks noChangeAspect="1"/>
          </p:cNvPicPr>
          <p:nvPr/>
        </p:nvPicPr>
        <p:blipFill>
          <a:blip r:embed="rId3"/>
          <a:stretch>
            <a:fillRect/>
          </a:stretch>
        </p:blipFill>
        <p:spPr>
          <a:xfrm>
            <a:off x="304800" y="1295400"/>
            <a:ext cx="8603113" cy="3429000"/>
          </a:xfrm>
          <a:prstGeom prst="rect">
            <a:avLst/>
          </a:prstGeom>
        </p:spPr>
      </p:pic>
    </p:spTree>
    <p:extLst>
      <p:ext uri="{BB962C8B-B14F-4D97-AF65-F5344CB8AC3E}">
        <p14:creationId xmlns:p14="http://schemas.microsoft.com/office/powerpoint/2010/main" val="366116073"/>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p:txBody>
          <a:bodyPr/>
          <a:lstStyle/>
          <a:p>
            <a:pPr eaLnBrk="1" hangingPunct="1"/>
            <a:r>
              <a:rPr lang="zh-CN" altLang="en-US" dirty="0">
                <a:ea typeface="宋体" charset="-122"/>
              </a:rPr>
              <a:t>软件危机 </a:t>
            </a:r>
            <a:r>
              <a:rPr lang="en-US" altLang="zh-CN" dirty="0">
                <a:ea typeface="宋体" charset="-122"/>
              </a:rPr>
              <a:t>VS.</a:t>
            </a:r>
            <a:r>
              <a:rPr lang="zh-CN" altLang="en-US" dirty="0">
                <a:ea typeface="宋体" charset="-122"/>
              </a:rPr>
              <a:t> 软件工程</a:t>
            </a:r>
            <a:endParaRPr lang="en-US" altLang="zh-CN" dirty="0">
              <a:ea typeface="宋体" charset="-122"/>
            </a:endParaRPr>
          </a:p>
        </p:txBody>
      </p:sp>
      <p:sp>
        <p:nvSpPr>
          <p:cNvPr id="7171" name="内容占位符 2"/>
          <p:cNvSpPr>
            <a:spLocks noGrp="1"/>
          </p:cNvSpPr>
          <p:nvPr>
            <p:ph idx="1"/>
          </p:nvPr>
        </p:nvSpPr>
        <p:spPr>
          <a:xfrm>
            <a:off x="76200" y="1143000"/>
            <a:ext cx="8534400" cy="5257800"/>
          </a:xfrm>
        </p:spPr>
        <p:txBody>
          <a:bodyPr/>
          <a:lstStyle/>
          <a:p>
            <a:pPr eaLnBrk="1" hangingPunct="1"/>
            <a:r>
              <a:rPr lang="zh-CN" altLang="en-US" sz="2800" dirty="0">
                <a:ea typeface="宋体" charset="-122"/>
              </a:rPr>
              <a:t>软件危机</a:t>
            </a:r>
            <a:endParaRPr lang="en-US" altLang="zh-CN" sz="2800" dirty="0">
              <a:ea typeface="宋体" charset="-122"/>
            </a:endParaRPr>
          </a:p>
          <a:p>
            <a:pPr lvl="1" eaLnBrk="1" hangingPunct="1"/>
            <a:r>
              <a:rPr lang="zh-CN" altLang="en-US" sz="2400" dirty="0">
                <a:ea typeface="宋体" charset="-122"/>
              </a:rPr>
              <a:t>软件危机是指</a:t>
            </a:r>
            <a:r>
              <a:rPr lang="zh-CN" altLang="en-US" sz="2400" b="1" dirty="0">
                <a:solidFill>
                  <a:srgbClr val="FF0000"/>
                </a:solidFill>
                <a:ea typeface="宋体" charset="-122"/>
              </a:rPr>
              <a:t>落后的软件生产方式</a:t>
            </a:r>
            <a:r>
              <a:rPr lang="zh-CN" altLang="en-US" sz="2400" dirty="0">
                <a:ea typeface="宋体" charset="-122"/>
              </a:rPr>
              <a:t>无法满足迅速增长的</a:t>
            </a:r>
            <a:r>
              <a:rPr lang="zh-CN" altLang="en-US" sz="2400" dirty="0">
                <a:solidFill>
                  <a:srgbClr val="FF0000"/>
                </a:solidFill>
                <a:ea typeface="宋体" charset="-122"/>
              </a:rPr>
              <a:t>计算机软件需求</a:t>
            </a:r>
            <a:r>
              <a:rPr lang="zh-CN" altLang="en-US" sz="2400" dirty="0">
                <a:ea typeface="宋体" charset="-122"/>
              </a:rPr>
              <a:t>，从而导致软件开发与维护过程中出现一系列严重问题的现象。</a:t>
            </a:r>
            <a:endParaRPr lang="en-US" altLang="zh-CN" sz="2400" dirty="0">
              <a:ea typeface="宋体" charset="-122"/>
            </a:endParaRPr>
          </a:p>
          <a:p>
            <a:pPr eaLnBrk="1" hangingPunct="1"/>
            <a:r>
              <a:rPr lang="zh-CN" altLang="en-US" sz="2800" dirty="0">
                <a:ea typeface="宋体" charset="-122"/>
              </a:rPr>
              <a:t>软件工程</a:t>
            </a:r>
            <a:endParaRPr lang="en-US" altLang="zh-CN" sz="2800" dirty="0">
              <a:ea typeface="宋体" charset="-122"/>
            </a:endParaRPr>
          </a:p>
          <a:p>
            <a:pPr lvl="1" eaLnBrk="1" hangingPunct="1"/>
            <a:r>
              <a:rPr lang="zh-CN" altLang="en-US" sz="2400" dirty="0">
                <a:ea typeface="宋体" charset="-122"/>
              </a:rPr>
              <a:t>软件工程是一门研究用</a:t>
            </a:r>
            <a:r>
              <a:rPr lang="zh-CN" altLang="en-US" sz="2400" dirty="0">
                <a:solidFill>
                  <a:srgbClr val="FF0000"/>
                </a:solidFill>
                <a:ea typeface="宋体" charset="-122"/>
              </a:rPr>
              <a:t>工程化方法</a:t>
            </a:r>
            <a:r>
              <a:rPr lang="zh-CN" altLang="en-US" sz="2400" dirty="0">
                <a:ea typeface="宋体" charset="-122"/>
              </a:rPr>
              <a:t>构建和维护有效的、实用的和高质量的软件的学科。</a:t>
            </a:r>
            <a:endParaRPr lang="en-US" altLang="zh-CN" sz="2400" dirty="0">
              <a:ea typeface="宋体" charset="-122"/>
            </a:endParaRPr>
          </a:p>
          <a:p>
            <a:pPr lvl="1" eaLnBrk="1" hangingPunct="1"/>
            <a:r>
              <a:rPr lang="zh-CN" altLang="en-US" sz="2400" dirty="0">
                <a:ea typeface="宋体" charset="-122"/>
              </a:rPr>
              <a:t>软件工程的两大视角</a:t>
            </a:r>
            <a:endParaRPr lang="en-US" altLang="zh-CN" sz="2400" dirty="0">
              <a:ea typeface="宋体" charset="-122"/>
            </a:endParaRPr>
          </a:p>
          <a:p>
            <a:pPr lvl="2" eaLnBrk="1" hangingPunct="1"/>
            <a:r>
              <a:rPr lang="zh-CN" altLang="en-US" dirty="0">
                <a:ea typeface="宋体" charset="-122"/>
              </a:rPr>
              <a:t>管理视角</a:t>
            </a:r>
            <a:r>
              <a:rPr lang="en-US" altLang="zh-CN" dirty="0">
                <a:ea typeface="宋体" charset="-122"/>
              </a:rPr>
              <a:t>——</a:t>
            </a:r>
            <a:r>
              <a:rPr lang="zh-CN" altLang="en-US" dirty="0">
                <a:solidFill>
                  <a:srgbClr val="FF0000"/>
                </a:solidFill>
                <a:ea typeface="宋体" charset="-122"/>
              </a:rPr>
              <a:t>能否复制成功？</a:t>
            </a:r>
            <a:endParaRPr lang="en-US" altLang="zh-CN" dirty="0">
              <a:solidFill>
                <a:srgbClr val="FF0000"/>
              </a:solidFill>
              <a:ea typeface="宋体" charset="-122"/>
            </a:endParaRPr>
          </a:p>
          <a:p>
            <a:pPr lvl="2" eaLnBrk="1" hangingPunct="1"/>
            <a:r>
              <a:rPr lang="zh-CN" altLang="en-US" dirty="0">
                <a:ea typeface="宋体" charset="-122"/>
              </a:rPr>
              <a:t>技术视角</a:t>
            </a:r>
            <a:r>
              <a:rPr lang="en-US" altLang="zh-CN" dirty="0">
                <a:ea typeface="宋体" charset="-122"/>
              </a:rPr>
              <a:t>——</a:t>
            </a:r>
            <a:r>
              <a:rPr lang="zh-CN" altLang="en-US" dirty="0">
                <a:solidFill>
                  <a:srgbClr val="FF0000"/>
                </a:solidFill>
                <a:ea typeface="宋体" charset="-122"/>
              </a:rPr>
              <a:t>是否可以将问题解决得更好？</a:t>
            </a:r>
            <a:endParaRPr lang="en-US" altLang="zh-CN" dirty="0">
              <a:solidFill>
                <a:srgbClr val="FF0000"/>
              </a:solidFill>
              <a:ea typeface="宋体" charset="-122"/>
            </a:endParaRPr>
          </a:p>
        </p:txBody>
      </p:sp>
    </p:spTree>
    <p:extLst>
      <p:ext uri="{BB962C8B-B14F-4D97-AF65-F5344CB8AC3E}">
        <p14:creationId xmlns:p14="http://schemas.microsoft.com/office/powerpoint/2010/main" val="707440890"/>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DA349-7A54-7646-B49F-A729847157DC}"/>
            </a:ext>
          </a:extLst>
        </p:cNvPr>
        <p:cNvGrpSpPr/>
        <p:nvPr/>
      </p:nvGrpSpPr>
      <p:grpSpPr>
        <a:xfrm>
          <a:off x="0" y="0"/>
          <a:ext cx="0" cy="0"/>
          <a:chOff x="0" y="0"/>
          <a:chExt cx="0" cy="0"/>
        </a:xfrm>
      </p:grpSpPr>
      <p:sp>
        <p:nvSpPr>
          <p:cNvPr id="3" name="文本框 15">
            <a:extLst>
              <a:ext uri="{FF2B5EF4-FFF2-40B4-BE49-F238E27FC236}">
                <a16:creationId xmlns:a16="http://schemas.microsoft.com/office/drawing/2014/main" id="{2C54DAEA-B2AC-2FF2-8FA4-A8CAAFB1D699}"/>
              </a:ext>
            </a:extLst>
          </p:cNvPr>
          <p:cNvSpPr txBox="1"/>
          <p:nvPr/>
        </p:nvSpPr>
        <p:spPr>
          <a:xfrm>
            <a:off x="1438165" y="1202536"/>
            <a:ext cx="6274179" cy="461665"/>
          </a:xfrm>
          <a:prstGeom prst="rect">
            <a:avLst/>
          </a:prstGeom>
          <a:noFill/>
        </p:spPr>
        <p:txBody>
          <a:bodyPr wrap="square" rtlCol="0">
            <a:spAutoFit/>
          </a:bodyPr>
          <a:lstStyle/>
          <a:p>
            <a:pPr defTabSz="685800"/>
            <a:r>
              <a:rPr lang="zh-CN" altLang="en-US" sz="2400" b="1" kern="0">
                <a:solidFill>
                  <a:srgbClr val="B88F4D"/>
                </a:solidFill>
                <a:latin typeface="Helvetica" pitchFamily="2" charset="0"/>
                <a:ea typeface="微软雅黑" pitchFamily="34" charset="-122"/>
                <a:sym typeface="+mn-ea"/>
              </a:rPr>
              <a:t>相似性</a:t>
            </a:r>
            <a:r>
              <a:rPr lang="zh-CN" altLang="en-US" sz="2400" b="1" kern="0" dirty="0">
                <a:solidFill>
                  <a:srgbClr val="B88F4D"/>
                </a:solidFill>
                <a:latin typeface="Helvetica" pitchFamily="2" charset="0"/>
                <a:ea typeface="微软雅黑" pitchFamily="34" charset="-122"/>
                <a:sym typeface="+mn-ea"/>
              </a:rPr>
              <a:t>」和「相异性」的辩证统一</a:t>
            </a:r>
            <a:endParaRPr lang="zh-CN" altLang="en-US" sz="2400" b="1" kern="0" dirty="0">
              <a:solidFill>
                <a:srgbClr val="B88F4D"/>
              </a:solidFill>
              <a:latin typeface="Helvetica" pitchFamily="2" charset="0"/>
              <a:ea typeface="微软雅黑" pitchFamily="34" charset="-122"/>
            </a:endParaRPr>
          </a:p>
        </p:txBody>
      </p:sp>
      <p:grpSp>
        <p:nvGrpSpPr>
          <p:cNvPr id="2" name="组合 1">
            <a:extLst>
              <a:ext uri="{FF2B5EF4-FFF2-40B4-BE49-F238E27FC236}">
                <a16:creationId xmlns:a16="http://schemas.microsoft.com/office/drawing/2014/main" id="{E54D00B1-BE24-1880-3698-1702E69B218C}"/>
              </a:ext>
            </a:extLst>
          </p:cNvPr>
          <p:cNvGrpSpPr/>
          <p:nvPr/>
        </p:nvGrpSpPr>
        <p:grpSpPr>
          <a:xfrm>
            <a:off x="865027" y="1875449"/>
            <a:ext cx="7413947" cy="3655473"/>
            <a:chOff x="1420683" y="1477914"/>
            <a:chExt cx="9885262" cy="4873964"/>
          </a:xfrm>
        </p:grpSpPr>
        <p:sp>
          <p:nvSpPr>
            <p:cNvPr id="11" name="对角圆角矩形 10">
              <a:extLst>
                <a:ext uri="{FF2B5EF4-FFF2-40B4-BE49-F238E27FC236}">
                  <a16:creationId xmlns:a16="http://schemas.microsoft.com/office/drawing/2014/main" id="{4AB08468-359E-7FB9-9414-5DDD800C57BE}"/>
                </a:ext>
              </a:extLst>
            </p:cNvPr>
            <p:cNvSpPr/>
            <p:nvPr/>
          </p:nvSpPr>
          <p:spPr>
            <a:xfrm>
              <a:off x="1420683" y="1477914"/>
              <a:ext cx="5451605" cy="4300033"/>
            </a:xfrm>
            <a:prstGeom prst="round2DiagRect">
              <a:avLst>
                <a:gd name="adj1" fmla="val 0"/>
                <a:gd name="adj2" fmla="val 26242"/>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defTabSz="685800" fontAlgn="auto">
                <a:spcBef>
                  <a:spcPts val="0"/>
                </a:spcBef>
                <a:spcAft>
                  <a:spcPts val="0"/>
                </a:spcAft>
              </a:pPr>
              <a:endParaRPr kumimoji="1" lang="zh-CN" altLang="en-US" sz="1350">
                <a:solidFill>
                  <a:srgbClr val="FFFFFF"/>
                </a:solidFill>
                <a:latin typeface="Microsoft YaHei" panose="020B0503020204020204" pitchFamily="34" charset="-122"/>
                <a:ea typeface="Microsoft YaHei" panose="020B0503020204020204" pitchFamily="34" charset="-122"/>
              </a:endParaRPr>
            </a:p>
          </p:txBody>
        </p:sp>
        <p:graphicFrame>
          <p:nvGraphicFramePr>
            <p:cNvPr id="8" name="图示 7">
              <a:extLst>
                <a:ext uri="{FF2B5EF4-FFF2-40B4-BE49-F238E27FC236}">
                  <a16:creationId xmlns:a16="http://schemas.microsoft.com/office/drawing/2014/main" id="{B6745D6B-9349-CB03-9986-4D436A0CBB35}"/>
                </a:ext>
              </a:extLst>
            </p:cNvPr>
            <p:cNvGraphicFramePr/>
            <p:nvPr/>
          </p:nvGraphicFramePr>
          <p:xfrm>
            <a:off x="1925674" y="1912300"/>
            <a:ext cx="3644097" cy="24884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对角圆角矩形 12">
              <a:extLst>
                <a:ext uri="{FF2B5EF4-FFF2-40B4-BE49-F238E27FC236}">
                  <a16:creationId xmlns:a16="http://schemas.microsoft.com/office/drawing/2014/main" id="{90A23AA2-2576-0151-1182-83203D372496}"/>
                </a:ext>
              </a:extLst>
            </p:cNvPr>
            <p:cNvSpPr/>
            <p:nvPr/>
          </p:nvSpPr>
          <p:spPr>
            <a:xfrm>
              <a:off x="5854340" y="2051845"/>
              <a:ext cx="5451605" cy="4300033"/>
            </a:xfrm>
            <a:prstGeom prst="round2DiagRect">
              <a:avLst>
                <a:gd name="adj1" fmla="val 0"/>
                <a:gd name="adj2" fmla="val 39353"/>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defTabSz="685800" fontAlgn="auto">
                <a:spcBef>
                  <a:spcPts val="0"/>
                </a:spcBef>
                <a:spcAft>
                  <a:spcPts val="0"/>
                </a:spcAft>
              </a:pPr>
              <a:endParaRPr kumimoji="1" lang="zh-CN" altLang="en-US" sz="1350">
                <a:solidFill>
                  <a:srgbClr val="FFFFFF"/>
                </a:solidFill>
                <a:latin typeface="Microsoft YaHei" panose="020B0503020204020204" pitchFamily="34" charset="-122"/>
                <a:ea typeface="Microsoft YaHei" panose="020B0503020204020204" pitchFamily="34" charset="-122"/>
              </a:endParaRPr>
            </a:p>
          </p:txBody>
        </p:sp>
        <p:sp>
          <p:nvSpPr>
            <p:cNvPr id="10" name="文本框 9">
              <a:extLst>
                <a:ext uri="{FF2B5EF4-FFF2-40B4-BE49-F238E27FC236}">
                  <a16:creationId xmlns:a16="http://schemas.microsoft.com/office/drawing/2014/main" id="{B3CC50E6-1859-3BC7-06CC-C45B118FBC8F}"/>
                </a:ext>
              </a:extLst>
            </p:cNvPr>
            <p:cNvSpPr txBox="1"/>
            <p:nvPr/>
          </p:nvSpPr>
          <p:spPr>
            <a:xfrm>
              <a:off x="2063496" y="4594210"/>
              <a:ext cx="3368452" cy="677108"/>
            </a:xfrm>
            <a:prstGeom prst="rect">
              <a:avLst/>
            </a:prstGeom>
            <a:noFill/>
          </p:spPr>
          <p:txBody>
            <a:bodyPr wrap="square">
              <a:spAutoFit/>
            </a:bodyPr>
            <a:lstStyle/>
            <a:p>
              <a:pPr algn="ctr" defTabSz="685800" fontAlgn="auto">
                <a:spcBef>
                  <a:spcPts val="0"/>
                </a:spcBef>
                <a:spcAft>
                  <a:spcPts val="0"/>
                </a:spcAft>
              </a:pPr>
              <a:r>
                <a:rPr lang="zh-CN" altLang="en-US" sz="1350" dirty="0">
                  <a:solidFill>
                    <a:srgbClr val="000000"/>
                  </a:solidFill>
                  <a:latin typeface="Microsoft YaHei" panose="020B0503020204020204" pitchFamily="34" charset="-122"/>
                  <a:ea typeface="Microsoft YaHei" panose="020B0503020204020204" pitchFamily="34" charset="-122"/>
                </a:rPr>
                <a:t>「</a:t>
              </a:r>
              <a:r>
                <a:rPr lang="zh-CN" altLang="zh-CN" sz="1350" dirty="0">
                  <a:solidFill>
                    <a:srgbClr val="000000"/>
                  </a:solidFill>
                  <a:latin typeface="Microsoft YaHei" panose="020B0503020204020204" pitchFamily="34" charset="-122"/>
                  <a:ea typeface="Microsoft YaHei" panose="020B0503020204020204" pitchFamily="34" charset="-122"/>
                </a:rPr>
                <a:t>相似性</a:t>
              </a:r>
              <a:r>
                <a:rPr lang="zh-CN" altLang="en-US" sz="1350" dirty="0">
                  <a:solidFill>
                    <a:srgbClr val="000000"/>
                  </a:solidFill>
                  <a:latin typeface="Microsoft YaHei" panose="020B0503020204020204" pitchFamily="34" charset="-122"/>
                  <a:ea typeface="Microsoft YaHei" panose="020B0503020204020204" pitchFamily="34" charset="-122"/>
                </a:rPr>
                <a:t>」</a:t>
              </a:r>
              <a:r>
                <a:rPr lang="zh-CN" altLang="zh-CN" sz="1350" dirty="0">
                  <a:solidFill>
                    <a:srgbClr val="000000"/>
                  </a:solidFill>
                  <a:latin typeface="Microsoft YaHei" panose="020B0503020204020204" pitchFamily="34" charset="-122"/>
                  <a:ea typeface="Microsoft YaHei" panose="020B0503020204020204" pitchFamily="34" charset="-122"/>
                </a:rPr>
                <a:t>和</a:t>
              </a:r>
              <a:r>
                <a:rPr lang="zh-CN" altLang="en-US" sz="1350" dirty="0">
                  <a:solidFill>
                    <a:srgbClr val="000000"/>
                  </a:solidFill>
                  <a:latin typeface="Microsoft YaHei" panose="020B0503020204020204" pitchFamily="34" charset="-122"/>
                  <a:ea typeface="Microsoft YaHei" panose="020B0503020204020204" pitchFamily="34" charset="-122"/>
                </a:rPr>
                <a:t>「</a:t>
              </a:r>
              <a:r>
                <a:rPr lang="zh-CN" altLang="zh-CN" sz="1350" dirty="0">
                  <a:solidFill>
                    <a:srgbClr val="000000"/>
                  </a:solidFill>
                  <a:latin typeface="Microsoft YaHei" panose="020B0503020204020204" pitchFamily="34" charset="-122"/>
                  <a:ea typeface="Microsoft YaHei" panose="020B0503020204020204" pitchFamily="34" charset="-122"/>
                </a:rPr>
                <a:t>相异性</a:t>
              </a:r>
              <a:r>
                <a:rPr lang="zh-CN" altLang="en-US" sz="1350" dirty="0">
                  <a:solidFill>
                    <a:srgbClr val="000000"/>
                  </a:solidFill>
                  <a:latin typeface="Microsoft YaHei" panose="020B0503020204020204" pitchFamily="34" charset="-122"/>
                  <a:ea typeface="Microsoft YaHei" panose="020B0503020204020204" pitchFamily="34" charset="-122"/>
                </a:rPr>
                <a:t>」</a:t>
              </a:r>
              <a:br>
                <a:rPr lang="en-US" altLang="zh-CN" sz="1350" dirty="0">
                  <a:solidFill>
                    <a:srgbClr val="000000"/>
                  </a:solidFill>
                  <a:latin typeface="Microsoft YaHei" panose="020B0503020204020204" pitchFamily="34" charset="-122"/>
                  <a:ea typeface="Microsoft YaHei" panose="020B0503020204020204" pitchFamily="34" charset="-122"/>
                </a:rPr>
              </a:br>
              <a:r>
                <a:rPr lang="zh-CN" altLang="zh-CN" sz="1350" dirty="0">
                  <a:solidFill>
                    <a:srgbClr val="000000"/>
                  </a:solidFill>
                  <a:latin typeface="Microsoft YaHei" panose="020B0503020204020204" pitchFamily="34" charset="-122"/>
                  <a:ea typeface="Microsoft YaHei" panose="020B0503020204020204" pitchFamily="34" charset="-122"/>
                </a:rPr>
                <a:t>都超出了绝大多数人的想象</a:t>
              </a:r>
              <a:r>
                <a:rPr lang="zh-CN" altLang="en-US" sz="1350" dirty="0">
                  <a:solidFill>
                    <a:srgbClr val="000000"/>
                  </a:solidFill>
                  <a:latin typeface="Microsoft YaHei" panose="020B0503020204020204" pitchFamily="34" charset="-122"/>
                  <a:ea typeface="Microsoft YaHei" panose="020B0503020204020204" pitchFamily="34" charset="-122"/>
                </a:rPr>
                <a:t>！</a:t>
              </a:r>
              <a:endParaRPr lang="zh-Hans-HK" altLang="zh-CN" sz="1350" dirty="0">
                <a:solidFill>
                  <a:srgbClr val="000000"/>
                </a:solidFill>
                <a:latin typeface="Microsoft YaHei" panose="020B0503020204020204" pitchFamily="34" charset="-122"/>
                <a:ea typeface="Microsoft YaHei" panose="020B0503020204020204" pitchFamily="34" charset="-122"/>
              </a:endParaRPr>
            </a:p>
          </p:txBody>
        </p:sp>
        <p:graphicFrame>
          <p:nvGraphicFramePr>
            <p:cNvPr id="7" name="图示 6">
              <a:extLst>
                <a:ext uri="{FF2B5EF4-FFF2-40B4-BE49-F238E27FC236}">
                  <a16:creationId xmlns:a16="http://schemas.microsoft.com/office/drawing/2014/main" id="{95D6B6EB-5DEA-965E-C64D-AF20E3213648}"/>
                </a:ext>
              </a:extLst>
            </p:cNvPr>
            <p:cNvGraphicFramePr/>
            <p:nvPr/>
          </p:nvGraphicFramePr>
          <p:xfrm>
            <a:off x="7156857" y="3429000"/>
            <a:ext cx="3644097" cy="248849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4" name="文本框 13">
              <a:extLst>
                <a:ext uri="{FF2B5EF4-FFF2-40B4-BE49-F238E27FC236}">
                  <a16:creationId xmlns:a16="http://schemas.microsoft.com/office/drawing/2014/main" id="{3A86345C-7E89-6FC8-A52E-094FB9530244}"/>
                </a:ext>
              </a:extLst>
            </p:cNvPr>
            <p:cNvSpPr txBox="1"/>
            <p:nvPr/>
          </p:nvSpPr>
          <p:spPr>
            <a:xfrm>
              <a:off x="7294679" y="2664001"/>
              <a:ext cx="3368452" cy="677108"/>
            </a:xfrm>
            <a:prstGeom prst="rect">
              <a:avLst/>
            </a:prstGeom>
            <a:noFill/>
          </p:spPr>
          <p:txBody>
            <a:bodyPr wrap="square">
              <a:spAutoFit/>
            </a:bodyPr>
            <a:lstStyle/>
            <a:p>
              <a:pPr algn="ctr" defTabSz="685800" fontAlgn="auto">
                <a:spcBef>
                  <a:spcPts val="0"/>
                </a:spcBef>
                <a:spcAft>
                  <a:spcPts val="0"/>
                </a:spcAft>
              </a:pPr>
              <a:r>
                <a:rPr lang="zh-CN" altLang="en-US" sz="1350" dirty="0">
                  <a:solidFill>
                    <a:srgbClr val="000000"/>
                  </a:solidFill>
                  <a:latin typeface="Microsoft YaHei" panose="020B0503020204020204" pitchFamily="34" charset="-122"/>
                  <a:ea typeface="Microsoft YaHei" panose="020B0503020204020204" pitchFamily="34" charset="-122"/>
                </a:rPr>
                <a:t>「</a:t>
              </a:r>
              <a:r>
                <a:rPr lang="zh-CN" altLang="zh-CN" sz="1350" dirty="0">
                  <a:solidFill>
                    <a:srgbClr val="000000"/>
                  </a:solidFill>
                  <a:latin typeface="Microsoft YaHei" panose="020B0503020204020204" pitchFamily="34" charset="-122"/>
                  <a:ea typeface="Microsoft YaHei" panose="020B0503020204020204" pitchFamily="34" charset="-122"/>
                </a:rPr>
                <a:t>相似性</a:t>
              </a:r>
              <a:r>
                <a:rPr lang="zh-CN" altLang="en-US" sz="1350" dirty="0">
                  <a:solidFill>
                    <a:srgbClr val="000000"/>
                  </a:solidFill>
                  <a:latin typeface="Microsoft YaHei" panose="020B0503020204020204" pitchFamily="34" charset="-122"/>
                  <a:ea typeface="Microsoft YaHei" panose="020B0503020204020204" pitchFamily="34" charset="-122"/>
                </a:rPr>
                <a:t>」</a:t>
              </a:r>
              <a:r>
                <a:rPr lang="zh-CN" altLang="zh-CN" sz="1350" dirty="0">
                  <a:solidFill>
                    <a:srgbClr val="000000"/>
                  </a:solidFill>
                  <a:latin typeface="Microsoft YaHei" panose="020B0503020204020204" pitchFamily="34" charset="-122"/>
                  <a:ea typeface="Microsoft YaHei" panose="020B0503020204020204" pitchFamily="34" charset="-122"/>
                </a:rPr>
                <a:t>和</a:t>
              </a:r>
              <a:r>
                <a:rPr lang="zh-CN" altLang="en-US" sz="1350" dirty="0">
                  <a:solidFill>
                    <a:srgbClr val="000000"/>
                  </a:solidFill>
                  <a:latin typeface="Microsoft YaHei" panose="020B0503020204020204" pitchFamily="34" charset="-122"/>
                  <a:ea typeface="Microsoft YaHei" panose="020B0503020204020204" pitchFamily="34" charset="-122"/>
                </a:rPr>
                <a:t>「</a:t>
              </a:r>
              <a:r>
                <a:rPr lang="zh-CN" altLang="zh-CN" sz="1350" dirty="0">
                  <a:solidFill>
                    <a:srgbClr val="000000"/>
                  </a:solidFill>
                  <a:latin typeface="Microsoft YaHei" panose="020B0503020204020204" pitchFamily="34" charset="-122"/>
                  <a:ea typeface="Microsoft YaHei" panose="020B0503020204020204" pitchFamily="34" charset="-122"/>
                </a:rPr>
                <a:t>相异性</a:t>
              </a:r>
              <a:r>
                <a:rPr lang="zh-CN" altLang="en-US" sz="1350" dirty="0">
                  <a:solidFill>
                    <a:srgbClr val="000000"/>
                  </a:solidFill>
                  <a:latin typeface="Microsoft YaHei" panose="020B0503020204020204" pitchFamily="34" charset="-122"/>
                  <a:ea typeface="Microsoft YaHei" panose="020B0503020204020204" pitchFamily="34" charset="-122"/>
                </a:rPr>
                <a:t>」</a:t>
              </a:r>
              <a:br>
                <a:rPr lang="en-US" altLang="zh-CN" sz="1350" dirty="0">
                  <a:solidFill>
                    <a:srgbClr val="000000"/>
                  </a:solidFill>
                  <a:latin typeface="Microsoft YaHei" panose="020B0503020204020204" pitchFamily="34" charset="-122"/>
                  <a:ea typeface="Microsoft YaHei" panose="020B0503020204020204" pitchFamily="34" charset="-122"/>
                </a:rPr>
              </a:br>
              <a:r>
                <a:rPr lang="zh-CN" altLang="zh-CN" sz="1350" dirty="0">
                  <a:solidFill>
                    <a:srgbClr val="000000"/>
                  </a:solidFill>
                  <a:latin typeface="Microsoft YaHei" panose="020B0503020204020204" pitchFamily="34" charset="-122"/>
                  <a:ea typeface="Microsoft YaHei" panose="020B0503020204020204" pitchFamily="34" charset="-122"/>
                </a:rPr>
                <a:t>都超出了绝大多数人的想象</a:t>
              </a:r>
              <a:r>
                <a:rPr lang="zh-CN" altLang="en-US" sz="1350" dirty="0">
                  <a:solidFill>
                    <a:srgbClr val="000000"/>
                  </a:solidFill>
                  <a:latin typeface="Microsoft YaHei" panose="020B0503020204020204" pitchFamily="34" charset="-122"/>
                  <a:ea typeface="Microsoft YaHei" panose="020B0503020204020204" pitchFamily="34" charset="-122"/>
                </a:rPr>
                <a:t>！</a:t>
              </a:r>
              <a:endParaRPr lang="zh-Hans-HK" altLang="zh-CN" sz="1350" dirty="0">
                <a:solidFill>
                  <a:srgbClr val="000000"/>
                </a:solidFill>
                <a:latin typeface="Microsoft YaHei" panose="020B0503020204020204" pitchFamily="34" charset="-122"/>
                <a:ea typeface="Microsoft YaHei" panose="020B0503020204020204" pitchFamily="34" charset="-122"/>
              </a:endParaRPr>
            </a:p>
          </p:txBody>
        </p:sp>
      </p:grpSp>
    </p:spTree>
    <p:extLst>
      <p:ext uri="{BB962C8B-B14F-4D97-AF65-F5344CB8AC3E}">
        <p14:creationId xmlns:p14="http://schemas.microsoft.com/office/powerpoint/2010/main" val="348291149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软件项目管理概念</a:t>
            </a:r>
          </a:p>
        </p:txBody>
      </p:sp>
      <p:sp>
        <p:nvSpPr>
          <p:cNvPr id="3" name="内容占位符 2"/>
          <p:cNvSpPr>
            <a:spLocks noGrp="1"/>
          </p:cNvSpPr>
          <p:nvPr>
            <p:ph idx="1"/>
          </p:nvPr>
        </p:nvSpPr>
        <p:spPr>
          <a:xfrm>
            <a:off x="457200" y="1052513"/>
            <a:ext cx="8458200" cy="5348287"/>
          </a:xfrm>
        </p:spPr>
        <p:txBody>
          <a:bodyPr/>
          <a:lstStyle/>
          <a:p>
            <a:r>
              <a:rPr kumimoji="1" lang="zh-CN" altLang="en-US" dirty="0"/>
              <a:t>管理的三大关键要素</a:t>
            </a:r>
            <a:endParaRPr kumimoji="1" lang="en-US" altLang="zh-CN" dirty="0"/>
          </a:p>
          <a:p>
            <a:pPr lvl="1"/>
            <a:r>
              <a:rPr kumimoji="1" lang="zh-CN" altLang="en-US" dirty="0"/>
              <a:t>目标、状态、纠偏</a:t>
            </a:r>
            <a:endParaRPr kumimoji="1" lang="en-US" altLang="zh-CN" dirty="0"/>
          </a:p>
          <a:p>
            <a:r>
              <a:rPr kumimoji="1" lang="zh-CN" altLang="en-US" dirty="0"/>
              <a:t>软件项目管理</a:t>
            </a:r>
            <a:endParaRPr kumimoji="1" lang="en-US" altLang="zh-CN" dirty="0"/>
          </a:p>
          <a:p>
            <a:pPr lvl="1"/>
            <a:r>
              <a:rPr lang="zh-CN" altLang="en-US" dirty="0"/>
              <a:t>典型的三大目标：成本、质量、工期</a:t>
            </a:r>
            <a:endParaRPr lang="en-US" altLang="zh-CN" dirty="0"/>
          </a:p>
          <a:p>
            <a:pPr lvl="1"/>
            <a:r>
              <a:rPr lang="zh-CN" altLang="zh-CN" dirty="0"/>
              <a:t>软件项目管理是应用方法、工具、技术以及人员能力来完成软件项目，实现项目目标的过程。 </a:t>
            </a:r>
            <a:endParaRPr lang="en-US" altLang="zh-CN" dirty="0"/>
          </a:p>
          <a:p>
            <a:pPr lvl="1"/>
            <a:r>
              <a:rPr kumimoji="1" lang="zh-CN" altLang="en-US" dirty="0"/>
              <a:t>估算、计划、跟踪、风险管理、范围管理、人员管理、沟通管理，等等 </a:t>
            </a:r>
            <a:endParaRPr kumimoji="1" lang="en-US" altLang="zh-CN" dirty="0"/>
          </a:p>
          <a:p>
            <a:pPr marL="363538" lvl="1" indent="0" algn="r">
              <a:buNone/>
            </a:pPr>
            <a:endParaRPr kumimoji="1" lang="en-US" altLang="zh-CN" dirty="0">
              <a:solidFill>
                <a:srgbClr val="FF0000"/>
              </a:solidFill>
            </a:endParaRPr>
          </a:p>
          <a:p>
            <a:pPr marL="363538" lvl="1" indent="0" algn="r">
              <a:buNone/>
            </a:pPr>
            <a:r>
              <a:rPr kumimoji="1" lang="zh-CN" altLang="en-US" dirty="0">
                <a:solidFill>
                  <a:srgbClr val="FF0000"/>
                </a:solidFill>
              </a:rPr>
              <a:t>参考</a:t>
            </a:r>
            <a:r>
              <a:rPr kumimoji="1" lang="en-US" altLang="zh-CN" dirty="0">
                <a:solidFill>
                  <a:srgbClr val="FF0000"/>
                </a:solidFill>
              </a:rPr>
              <a:t>《PMBOK》</a:t>
            </a:r>
            <a:r>
              <a:rPr kumimoji="1" lang="zh-CN" altLang="en-US" dirty="0">
                <a:solidFill>
                  <a:srgbClr val="FF0000"/>
                </a:solidFill>
              </a:rPr>
              <a:t>项目管理知识体</a:t>
            </a:r>
            <a:endParaRPr kumimoji="1" lang="en-US" altLang="zh-CN" dirty="0">
              <a:solidFill>
                <a:srgbClr val="FF0000"/>
              </a:solidFill>
            </a:endParaRPr>
          </a:p>
        </p:txBody>
      </p:sp>
    </p:spTree>
    <p:extLst>
      <p:ext uri="{BB962C8B-B14F-4D97-AF65-F5344CB8AC3E}">
        <p14:creationId xmlns:p14="http://schemas.microsoft.com/office/powerpoint/2010/main" val="476614818"/>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软件项目管理的管理视角</a:t>
            </a:r>
          </a:p>
        </p:txBody>
      </p:sp>
      <p:sp>
        <p:nvSpPr>
          <p:cNvPr id="3" name="内容占位符 2"/>
          <p:cNvSpPr>
            <a:spLocks noGrp="1"/>
          </p:cNvSpPr>
          <p:nvPr>
            <p:ph idx="1"/>
          </p:nvPr>
        </p:nvSpPr>
        <p:spPr/>
        <p:txBody>
          <a:bodyPr/>
          <a:lstStyle/>
          <a:p>
            <a:r>
              <a:rPr kumimoji="1" lang="zh-CN" altLang="en-US" dirty="0">
                <a:solidFill>
                  <a:srgbClr val="FF0000"/>
                </a:solidFill>
              </a:rPr>
              <a:t>“成功是否可以复制？”</a:t>
            </a:r>
            <a:endParaRPr kumimoji="1" lang="en-US" altLang="zh-CN" dirty="0">
              <a:solidFill>
                <a:srgbClr val="FF0000"/>
              </a:solidFill>
            </a:endParaRPr>
          </a:p>
          <a:p>
            <a:pPr lvl="1"/>
            <a:r>
              <a:rPr kumimoji="1" lang="zh-CN" altLang="en-US" dirty="0"/>
              <a:t>软件过程</a:t>
            </a:r>
            <a:endParaRPr kumimoji="1" lang="en-US" altLang="zh-CN" dirty="0"/>
          </a:p>
          <a:p>
            <a:pPr lvl="2"/>
            <a:r>
              <a:rPr kumimoji="1" lang="zh-CN" altLang="en-US" dirty="0"/>
              <a:t>软件过程是为了实现一个或者多个事先定义的目标而建立起来的一组实践的集合</a:t>
            </a:r>
            <a:endParaRPr kumimoji="1" lang="en-US" altLang="zh-CN" dirty="0"/>
          </a:p>
          <a:p>
            <a:pPr lvl="2"/>
            <a:r>
              <a:rPr lang="zh-CN" altLang="zh-CN" dirty="0"/>
              <a:t>这组实践之间往往有一定的先后顺序，作为一个整体来实现事先定义的一个或者多个目标。 </a:t>
            </a:r>
            <a:endParaRPr kumimoji="1" lang="en-US" altLang="zh-CN" dirty="0"/>
          </a:p>
          <a:p>
            <a:pPr lvl="1"/>
            <a:r>
              <a:rPr kumimoji="1" lang="zh-CN" altLang="en-US" dirty="0"/>
              <a:t>生命周期模型</a:t>
            </a:r>
            <a:endParaRPr kumimoji="1" lang="en-US" altLang="zh-CN" dirty="0"/>
          </a:p>
          <a:p>
            <a:pPr lvl="2"/>
            <a:r>
              <a:rPr kumimoji="1" lang="zh-CN" altLang="en-US" dirty="0"/>
              <a:t>对软件过程的一种人为的划分</a:t>
            </a:r>
          </a:p>
        </p:txBody>
      </p:sp>
    </p:spTree>
    <p:extLst>
      <p:ext uri="{BB962C8B-B14F-4D97-AF65-F5344CB8AC3E}">
        <p14:creationId xmlns:p14="http://schemas.microsoft.com/office/powerpoint/2010/main" val="129010923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广义软件过程</a:t>
            </a:r>
          </a:p>
        </p:txBody>
      </p:sp>
      <p:sp>
        <p:nvSpPr>
          <p:cNvPr id="3" name="内容占位符 2"/>
          <p:cNvSpPr>
            <a:spLocks noGrp="1"/>
          </p:cNvSpPr>
          <p:nvPr>
            <p:ph idx="1"/>
          </p:nvPr>
        </p:nvSpPr>
        <p:spPr>
          <a:xfrm>
            <a:off x="152400" y="1143000"/>
            <a:ext cx="6705600" cy="2175159"/>
          </a:xfrm>
        </p:spPr>
        <p:txBody>
          <a:bodyPr/>
          <a:lstStyle/>
          <a:p>
            <a:r>
              <a:rPr lang="zh-CN" altLang="en-US" dirty="0"/>
              <a:t>理论基石：</a:t>
            </a:r>
            <a:r>
              <a:rPr lang="zh-CN" altLang="en-US" dirty="0">
                <a:ea typeface="宋体" pitchFamily="2" charset="-122"/>
              </a:rPr>
              <a:t>软件产品和服务的质量，很大程度上取决于生产和维护该软件或者服务的过程的质量。</a:t>
            </a:r>
          </a:p>
          <a:p>
            <a:r>
              <a:rPr lang="zh-CN" altLang="en-US" dirty="0"/>
              <a:t>广义</a:t>
            </a:r>
            <a:r>
              <a:rPr lang="zh-CN" altLang="zh-CN" dirty="0"/>
              <a:t>软件过程</a:t>
            </a:r>
            <a:r>
              <a:rPr lang="zh-CN" altLang="en-US" dirty="0"/>
              <a:t>包括</a:t>
            </a:r>
            <a:r>
              <a:rPr lang="zh-CN" altLang="en-US" b="1" dirty="0">
                <a:solidFill>
                  <a:srgbClr val="FF0000"/>
                </a:solidFill>
              </a:rPr>
              <a:t>技术</a:t>
            </a:r>
            <a:r>
              <a:rPr lang="zh-CN" altLang="en-US" dirty="0"/>
              <a:t>、</a:t>
            </a:r>
            <a:r>
              <a:rPr lang="zh-CN" altLang="en-US" b="1" dirty="0">
                <a:solidFill>
                  <a:srgbClr val="FF0000"/>
                </a:solidFill>
              </a:rPr>
              <a:t>人员</a:t>
            </a:r>
            <a:r>
              <a:rPr lang="zh-CN" altLang="en-US" dirty="0"/>
              <a:t>以及</a:t>
            </a:r>
            <a:r>
              <a:rPr lang="zh-CN" altLang="en-US" b="1" dirty="0">
                <a:solidFill>
                  <a:srgbClr val="FF0000"/>
                </a:solidFill>
              </a:rPr>
              <a:t>狭义过程</a:t>
            </a:r>
            <a:endParaRPr lang="en-US" altLang="zh-CN" b="1" dirty="0">
              <a:solidFill>
                <a:srgbClr val="FF0000"/>
              </a:solidFill>
            </a:endParaRPr>
          </a:p>
          <a:p>
            <a:endParaRPr lang="en-US" altLang="zh-CN" dirty="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3600" y="1223211"/>
            <a:ext cx="3838074" cy="1944624"/>
          </a:xfrm>
          <a:prstGeom prst="rect">
            <a:avLst/>
          </a:prstGeom>
        </p:spPr>
      </p:pic>
      <p:sp>
        <p:nvSpPr>
          <p:cNvPr id="8" name="内容占位符 2"/>
          <p:cNvSpPr txBox="1">
            <a:spLocks/>
          </p:cNvSpPr>
          <p:nvPr/>
        </p:nvSpPr>
        <p:spPr bwMode="auto">
          <a:xfrm>
            <a:off x="152400" y="3825407"/>
            <a:ext cx="8325050" cy="2762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63538" indent="-363538" algn="l" rtl="0" eaLnBrk="0" fontAlgn="base" hangingPunct="0">
              <a:spcBef>
                <a:spcPct val="20000"/>
              </a:spcBef>
              <a:spcAft>
                <a:spcPct val="0"/>
              </a:spcAft>
              <a:buClr>
                <a:srgbClr val="00607A"/>
              </a:buClr>
              <a:buFont typeface="Wingdings" pitchFamily="2" charset="2"/>
              <a:buChar char="l"/>
              <a:defRPr sz="3200">
                <a:solidFill>
                  <a:srgbClr val="00708E"/>
                </a:solidFill>
                <a:latin typeface="+mn-lt"/>
                <a:ea typeface="+mn-ea"/>
                <a:cs typeface="+mn-cs"/>
              </a:defRPr>
            </a:lvl1pPr>
            <a:lvl2pPr marL="715963" indent="-352425" algn="l" rtl="0" eaLnBrk="0" fontAlgn="base" hangingPunct="0">
              <a:spcBef>
                <a:spcPct val="20000"/>
              </a:spcBef>
              <a:spcAft>
                <a:spcPct val="0"/>
              </a:spcAft>
              <a:buClr>
                <a:srgbClr val="00607A"/>
              </a:buClr>
              <a:buFont typeface="Wingdings" pitchFamily="2" charset="2"/>
              <a:buChar char="n"/>
              <a:defRPr sz="2800">
                <a:solidFill>
                  <a:srgbClr val="00708E"/>
                </a:solidFill>
                <a:latin typeface="+mn-ea"/>
                <a:ea typeface="+mn-ea"/>
              </a:defRPr>
            </a:lvl2pPr>
            <a:lvl3pPr marL="1079500" indent="-363538" algn="l" rtl="0" eaLnBrk="0" fontAlgn="base" hangingPunct="0">
              <a:spcBef>
                <a:spcPct val="20000"/>
              </a:spcBef>
              <a:spcAft>
                <a:spcPct val="0"/>
              </a:spcAft>
              <a:buClr>
                <a:srgbClr val="00607A"/>
              </a:buClr>
              <a:buFont typeface="Wingdings" pitchFamily="2" charset="2"/>
              <a:buChar char="u"/>
              <a:defRPr sz="2400">
                <a:solidFill>
                  <a:srgbClr val="00708E"/>
                </a:solidFill>
                <a:latin typeface="+mn-ea"/>
                <a:ea typeface="+mn-ea"/>
              </a:defRPr>
            </a:lvl3pPr>
            <a:lvl4pPr marL="1431925" indent="-352425" algn="l" rtl="0" eaLnBrk="0" fontAlgn="base" hangingPunct="0">
              <a:spcBef>
                <a:spcPct val="20000"/>
              </a:spcBef>
              <a:spcAft>
                <a:spcPct val="0"/>
              </a:spcAft>
              <a:buChar char="–"/>
              <a:defRPr sz="2000">
                <a:solidFill>
                  <a:srgbClr val="00708E"/>
                </a:solidFill>
                <a:latin typeface="+mn-ea"/>
                <a:ea typeface="+mn-ea"/>
              </a:defRPr>
            </a:lvl4pPr>
            <a:lvl5pPr marL="1795463" indent="-363538" algn="l" rtl="0" eaLnBrk="0" fontAlgn="base" hangingPunct="0">
              <a:spcBef>
                <a:spcPct val="20000"/>
              </a:spcBef>
              <a:spcAft>
                <a:spcPct val="0"/>
              </a:spcAft>
              <a:buFont typeface="Wingdings" pitchFamily="2" charset="2"/>
              <a:buChar char="ü"/>
              <a:defRPr sz="2000">
                <a:solidFill>
                  <a:srgbClr val="00708E"/>
                </a:solidFill>
                <a:latin typeface="+mn-ea"/>
                <a:ea typeface="+mn-ea"/>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r>
              <a:rPr lang="zh-CN" altLang="en-US" kern="0" dirty="0"/>
              <a:t>广义软件过程的同义词</a:t>
            </a:r>
            <a:endParaRPr lang="en-US" altLang="zh-CN" kern="0" dirty="0"/>
          </a:p>
          <a:p>
            <a:pPr lvl="1"/>
            <a:r>
              <a:rPr lang="zh-CN" altLang="en-US" kern="0" dirty="0"/>
              <a:t>软件开发方法、软件开发过程 </a:t>
            </a:r>
            <a:endParaRPr lang="en-US" altLang="zh-CN" kern="0" dirty="0"/>
          </a:p>
          <a:p>
            <a:pPr lvl="2"/>
            <a:r>
              <a:rPr lang="zh-CN" altLang="en-US" kern="0" dirty="0"/>
              <a:t>净室</a:t>
            </a:r>
            <a:r>
              <a:rPr lang="en-US" altLang="zh-CN" kern="0" dirty="0"/>
              <a:t>Cleanroom</a:t>
            </a:r>
            <a:r>
              <a:rPr lang="zh-CN" altLang="en-US" kern="0" dirty="0"/>
              <a:t>方法、极限编程方法、</a:t>
            </a:r>
            <a:r>
              <a:rPr lang="en-US" altLang="zh-CN" kern="0" dirty="0"/>
              <a:t>SCRUM</a:t>
            </a:r>
            <a:r>
              <a:rPr lang="zh-CN" altLang="en-US" kern="0" dirty="0"/>
              <a:t>方法、</a:t>
            </a:r>
            <a:r>
              <a:rPr lang="en-US" altLang="zh-CN" kern="0" dirty="0"/>
              <a:t>Gate</a:t>
            </a:r>
            <a:r>
              <a:rPr lang="zh-CN" altLang="en-US" kern="0" dirty="0"/>
              <a:t>方法；</a:t>
            </a:r>
            <a:endParaRPr lang="en-US" altLang="zh-CN" kern="0" dirty="0"/>
          </a:p>
          <a:p>
            <a:pPr lvl="2"/>
            <a:r>
              <a:rPr lang="zh-CN" altLang="en-US" kern="0" dirty="0"/>
              <a:t>而更一般的，敏捷软件过程／方法、轻量型过程／方法以及重型过程／方法等描述也是恰当的</a:t>
            </a:r>
            <a:endParaRPr lang="en-US" altLang="zh-CN" kern="0" dirty="0"/>
          </a:p>
        </p:txBody>
      </p:sp>
    </p:spTree>
    <p:extLst>
      <p:ext uri="{BB962C8B-B14F-4D97-AF65-F5344CB8AC3E}">
        <p14:creationId xmlns:p14="http://schemas.microsoft.com/office/powerpoint/2010/main" val="187047282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生命周期模型与软件过程</a:t>
            </a:r>
          </a:p>
        </p:txBody>
      </p:sp>
      <p:sp>
        <p:nvSpPr>
          <p:cNvPr id="3" name="内容占位符 2"/>
          <p:cNvSpPr>
            <a:spLocks noGrp="1"/>
          </p:cNvSpPr>
          <p:nvPr>
            <p:ph idx="1"/>
          </p:nvPr>
        </p:nvSpPr>
        <p:spPr>
          <a:xfrm>
            <a:off x="457200" y="1112838"/>
            <a:ext cx="8229600" cy="5348287"/>
          </a:xfrm>
        </p:spPr>
        <p:txBody>
          <a:bodyPr/>
          <a:lstStyle/>
          <a:p>
            <a:r>
              <a:rPr lang="zh-CN" altLang="en-US" dirty="0"/>
              <a:t>区别和联系</a:t>
            </a:r>
            <a:endParaRPr lang="en-US" altLang="zh-CN" dirty="0"/>
          </a:p>
          <a:p>
            <a:pPr lvl="1"/>
            <a:r>
              <a:rPr lang="zh-CN" altLang="zh-CN" dirty="0"/>
              <a:t>生命周期模型是对一个软件开发过程的人为划分</a:t>
            </a:r>
            <a:endParaRPr lang="en-US" altLang="zh-CN" dirty="0"/>
          </a:p>
          <a:p>
            <a:pPr lvl="1"/>
            <a:r>
              <a:rPr lang="zh-CN" altLang="zh-CN" dirty="0"/>
              <a:t>生命周期模型是软件开发过程的主框架，是对软件开发过程的一种粗粒度划分</a:t>
            </a:r>
            <a:endParaRPr lang="en-US" altLang="zh-CN" dirty="0"/>
          </a:p>
          <a:p>
            <a:pPr lvl="1"/>
            <a:r>
              <a:rPr lang="zh-CN" altLang="zh-CN" dirty="0"/>
              <a:t>生命周期模型往往不包括技术实践</a:t>
            </a:r>
            <a:endParaRPr lang="en-US" altLang="zh-CN" dirty="0"/>
          </a:p>
          <a:p>
            <a:r>
              <a:rPr kumimoji="1" lang="zh-CN" altLang="en-US" dirty="0"/>
              <a:t>典型生命周期模型</a:t>
            </a:r>
            <a:endParaRPr kumimoji="1" lang="en-US" altLang="zh-CN" dirty="0"/>
          </a:p>
          <a:p>
            <a:pPr lvl="1"/>
            <a:r>
              <a:rPr kumimoji="1" lang="zh-CN" altLang="en-US" dirty="0"/>
              <a:t>瀑布模型、迭代式模型、增量模型、螺旋模型、原型法等等</a:t>
            </a:r>
          </a:p>
        </p:txBody>
      </p:sp>
    </p:spTree>
    <p:extLst>
      <p:ext uri="{BB962C8B-B14F-4D97-AF65-F5344CB8AC3E}">
        <p14:creationId xmlns:p14="http://schemas.microsoft.com/office/powerpoint/2010/main" val="1724796131"/>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软件过程管理</a:t>
            </a:r>
          </a:p>
        </p:txBody>
      </p:sp>
      <p:sp>
        <p:nvSpPr>
          <p:cNvPr id="3" name="内容占位符 2"/>
          <p:cNvSpPr>
            <a:spLocks noGrp="1"/>
          </p:cNvSpPr>
          <p:nvPr>
            <p:ph idx="1"/>
          </p:nvPr>
        </p:nvSpPr>
        <p:spPr>
          <a:xfrm>
            <a:off x="71437" y="1872406"/>
            <a:ext cx="3243263" cy="3271094"/>
          </a:xfrm>
        </p:spPr>
        <p:txBody>
          <a:bodyPr/>
          <a:lstStyle/>
          <a:p>
            <a:r>
              <a:rPr lang="zh-CN" altLang="en-US" sz="2100" dirty="0"/>
              <a:t>管理</a:t>
            </a:r>
            <a:r>
              <a:rPr lang="zh-CN" altLang="zh-CN" sz="2100" dirty="0"/>
              <a:t>对象是软件过程</a:t>
            </a:r>
            <a:endParaRPr lang="en-US" altLang="zh-CN" sz="2100" dirty="0"/>
          </a:p>
          <a:p>
            <a:endParaRPr lang="en-US" altLang="zh-CN" sz="2100" dirty="0"/>
          </a:p>
          <a:p>
            <a:r>
              <a:rPr lang="zh-CN" altLang="zh-CN" sz="2100" dirty="0"/>
              <a:t>管理的</a:t>
            </a:r>
            <a:r>
              <a:rPr lang="zh-CN" altLang="zh-CN" sz="2100" dirty="0">
                <a:solidFill>
                  <a:srgbClr val="FF0000"/>
                </a:solidFill>
              </a:rPr>
              <a:t>目的</a:t>
            </a:r>
            <a:r>
              <a:rPr lang="zh-CN" altLang="zh-CN" sz="2100" dirty="0"/>
              <a:t>是为了让软件过程在开发效率、质量等方面有着更好性能绩效（</a:t>
            </a:r>
            <a:r>
              <a:rPr lang="en-US" altLang="zh-CN" sz="2100" dirty="0"/>
              <a:t>performance</a:t>
            </a:r>
            <a:r>
              <a:rPr lang="zh-CN" altLang="zh-CN" sz="2100" dirty="0"/>
              <a:t>）</a:t>
            </a:r>
            <a:endParaRPr lang="en-US" altLang="zh-CN" sz="2100" dirty="0"/>
          </a:p>
        </p:txBody>
      </p:sp>
      <p:sp>
        <p:nvSpPr>
          <p:cNvPr id="8" name="矩形 7"/>
          <p:cNvSpPr/>
          <p:nvPr/>
        </p:nvSpPr>
        <p:spPr>
          <a:xfrm>
            <a:off x="3368250" y="1943101"/>
            <a:ext cx="2289600" cy="10294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500" dirty="0"/>
              <a:t>软件项目管理</a:t>
            </a:r>
            <a:r>
              <a:rPr kumimoji="1" lang="en-US" altLang="zh-CN" sz="1500" dirty="0"/>
              <a:t>(SCRUM,</a:t>
            </a:r>
            <a:r>
              <a:rPr kumimoji="1" lang="zh-CN" altLang="en-US" sz="1500" dirty="0"/>
              <a:t> </a:t>
            </a:r>
            <a:r>
              <a:rPr kumimoji="1" lang="en-US" altLang="zh-CN" sz="1500" dirty="0"/>
              <a:t>Kanban</a:t>
            </a:r>
            <a:r>
              <a:rPr kumimoji="1" lang="zh-CN" altLang="en-US" sz="1500" dirty="0"/>
              <a:t>等</a:t>
            </a:r>
            <a:r>
              <a:rPr kumimoji="1" lang="en-US" altLang="zh-CN" sz="1500" dirty="0"/>
              <a:t>)</a:t>
            </a:r>
            <a:endParaRPr kumimoji="1" lang="zh-CN" altLang="en-US" sz="1500" dirty="0"/>
          </a:p>
        </p:txBody>
      </p:sp>
      <p:sp>
        <p:nvSpPr>
          <p:cNvPr id="9" name="矩形 8"/>
          <p:cNvSpPr/>
          <p:nvPr/>
        </p:nvSpPr>
        <p:spPr>
          <a:xfrm>
            <a:off x="3368250" y="3131344"/>
            <a:ext cx="2289600" cy="10294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500" dirty="0"/>
              <a:t>软件过程管理</a:t>
            </a:r>
            <a:endParaRPr kumimoji="1" lang="en-US" altLang="zh-CN" sz="1500" dirty="0"/>
          </a:p>
          <a:p>
            <a:pPr algn="ctr"/>
            <a:r>
              <a:rPr kumimoji="1" lang="zh-CN" altLang="en-US" sz="1500" dirty="0"/>
              <a:t>（</a:t>
            </a:r>
            <a:r>
              <a:rPr kumimoji="1" lang="en-US" altLang="zh-CN" sz="1500" dirty="0"/>
              <a:t>CMMI</a:t>
            </a:r>
            <a:r>
              <a:rPr kumimoji="1" lang="zh-CN" altLang="en-US" sz="1500" dirty="0"/>
              <a:t>，</a:t>
            </a:r>
            <a:r>
              <a:rPr kumimoji="1" lang="en-US" altLang="zh-CN" sz="1500" dirty="0"/>
              <a:t>SPICE</a:t>
            </a:r>
            <a:r>
              <a:rPr kumimoji="1" lang="zh-CN" altLang="en-US" sz="1500" dirty="0"/>
              <a:t>等）</a:t>
            </a:r>
          </a:p>
        </p:txBody>
      </p:sp>
      <p:sp>
        <p:nvSpPr>
          <p:cNvPr id="10" name="矩形 9"/>
          <p:cNvSpPr/>
          <p:nvPr/>
        </p:nvSpPr>
        <p:spPr>
          <a:xfrm>
            <a:off x="6715422" y="1942324"/>
            <a:ext cx="2257129" cy="1029476"/>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500" dirty="0"/>
              <a:t>产品生产管理 </a:t>
            </a:r>
            <a:endParaRPr kumimoji="1" lang="zh-CN" altLang="en-US" sz="1500" dirty="0"/>
          </a:p>
        </p:txBody>
      </p:sp>
      <p:sp>
        <p:nvSpPr>
          <p:cNvPr id="11" name="矩形 10"/>
          <p:cNvSpPr/>
          <p:nvPr/>
        </p:nvSpPr>
        <p:spPr>
          <a:xfrm>
            <a:off x="6715422" y="3142474"/>
            <a:ext cx="2257129" cy="1029476"/>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500" dirty="0"/>
              <a:t>流水线的设计、建设、维护、优化以及升级改造 </a:t>
            </a:r>
            <a:endParaRPr kumimoji="1" lang="zh-CN" altLang="en-US" sz="1500" dirty="0"/>
          </a:p>
        </p:txBody>
      </p:sp>
      <p:sp>
        <p:nvSpPr>
          <p:cNvPr id="12" name="左右箭头 11"/>
          <p:cNvSpPr/>
          <p:nvPr/>
        </p:nvSpPr>
        <p:spPr>
          <a:xfrm>
            <a:off x="5772150" y="2492158"/>
            <a:ext cx="918000" cy="27000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左右箭头 12"/>
          <p:cNvSpPr/>
          <p:nvPr/>
        </p:nvSpPr>
        <p:spPr>
          <a:xfrm>
            <a:off x="5768846" y="3568620"/>
            <a:ext cx="918000" cy="27000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5" name="直线连接符 14"/>
          <p:cNvCxnSpPr/>
          <p:nvPr/>
        </p:nvCxnSpPr>
        <p:spPr>
          <a:xfrm>
            <a:off x="6229350" y="1760520"/>
            <a:ext cx="28575" cy="2794397"/>
          </a:xfrm>
          <a:prstGeom prst="line">
            <a:avLst/>
          </a:prstGeom>
          <a:ln w="25400" cmpd="sng">
            <a:prstDash val="dash"/>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1224B2BF-6FBE-F549-B7F7-D852EF8BC95E}"/>
              </a:ext>
            </a:extLst>
          </p:cNvPr>
          <p:cNvSpPr/>
          <p:nvPr/>
        </p:nvSpPr>
        <p:spPr>
          <a:xfrm>
            <a:off x="757238" y="4790725"/>
            <a:ext cx="7800975" cy="507831"/>
          </a:xfrm>
          <a:prstGeom prst="rect">
            <a:avLst/>
          </a:prstGeom>
        </p:spPr>
        <p:txBody>
          <a:bodyPr wrap="square">
            <a:spAutoFit/>
          </a:bodyPr>
          <a:lstStyle/>
          <a:p>
            <a:pPr marL="536972" lvl="2" algn="ctr" eaLnBrk="0" hangingPunct="0">
              <a:spcBef>
                <a:spcPct val="20000"/>
              </a:spcBef>
              <a:buClr>
                <a:srgbClr val="00607A"/>
              </a:buClr>
            </a:pPr>
            <a:r>
              <a:rPr kumimoji="1" lang="zh-CN" altLang="en-US" sz="2700" b="1" dirty="0">
                <a:solidFill>
                  <a:srgbClr val="FF0000"/>
                </a:solidFill>
                <a:latin typeface="+mn-ea"/>
                <a:ea typeface="+mn-ea"/>
              </a:rPr>
              <a:t>管理视角的核心问题</a:t>
            </a:r>
            <a:r>
              <a:rPr kumimoji="1" lang="en-US" altLang="zh-CN" sz="2700" b="1" dirty="0">
                <a:solidFill>
                  <a:srgbClr val="FF0000"/>
                </a:solidFill>
                <a:latin typeface="+mn-ea"/>
                <a:ea typeface="+mn-ea"/>
              </a:rPr>
              <a:t>——</a:t>
            </a:r>
            <a:r>
              <a:rPr kumimoji="1" lang="zh-CN" altLang="en-US" sz="2700" b="1" dirty="0">
                <a:solidFill>
                  <a:srgbClr val="FF0000"/>
                </a:solidFill>
                <a:latin typeface="+mn-ea"/>
                <a:ea typeface="+mn-ea"/>
              </a:rPr>
              <a:t>能否复制成功？</a:t>
            </a:r>
            <a:endParaRPr kumimoji="1" lang="en-US" altLang="zh-CN" sz="2700" b="1" dirty="0">
              <a:solidFill>
                <a:srgbClr val="FF0000"/>
              </a:solidFill>
              <a:latin typeface="+mn-ea"/>
              <a:ea typeface="+mn-ea"/>
            </a:endParaRPr>
          </a:p>
        </p:txBody>
      </p:sp>
    </p:spTree>
    <p:extLst>
      <p:ext uri="{BB962C8B-B14F-4D97-AF65-F5344CB8AC3E}">
        <p14:creationId xmlns:p14="http://schemas.microsoft.com/office/powerpoint/2010/main" val="1448622937"/>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软件过程管理与软件过程改进</a:t>
            </a:r>
          </a:p>
        </p:txBody>
      </p:sp>
      <p:sp>
        <p:nvSpPr>
          <p:cNvPr id="3" name="内容占位符 2"/>
          <p:cNvSpPr>
            <a:spLocks noGrp="1"/>
          </p:cNvSpPr>
          <p:nvPr>
            <p:ph idx="1"/>
          </p:nvPr>
        </p:nvSpPr>
        <p:spPr>
          <a:xfrm>
            <a:off x="0" y="1001459"/>
            <a:ext cx="6082085" cy="5348287"/>
          </a:xfrm>
        </p:spPr>
        <p:txBody>
          <a:bodyPr/>
          <a:lstStyle/>
          <a:p>
            <a:r>
              <a:rPr kumimoji="1" lang="zh-CN" altLang="en-US" sz="2400" dirty="0"/>
              <a:t>两者意思接近</a:t>
            </a:r>
            <a:endParaRPr kumimoji="1" lang="en-US" altLang="zh-CN" sz="2400" dirty="0"/>
          </a:p>
          <a:p>
            <a:pPr lvl="1"/>
            <a:r>
              <a:rPr kumimoji="1" lang="zh-CN" altLang="en-US" sz="2000" dirty="0"/>
              <a:t>软件过程管理参考模型 </a:t>
            </a:r>
            <a:r>
              <a:rPr kumimoji="1" lang="en-US" altLang="zh-CN" sz="2000" dirty="0"/>
              <a:t>CMM/CMMI, SPICE</a:t>
            </a:r>
            <a:r>
              <a:rPr kumimoji="1" lang="zh-CN" altLang="en-US" sz="2000" dirty="0"/>
              <a:t>等</a:t>
            </a:r>
            <a:endParaRPr kumimoji="1" lang="en-US" altLang="zh-CN" sz="2000" dirty="0"/>
          </a:p>
          <a:p>
            <a:pPr lvl="1"/>
            <a:r>
              <a:rPr kumimoji="1" lang="zh-CN" altLang="en-US" sz="2000" dirty="0"/>
              <a:t>软件过程改进参考元模型 </a:t>
            </a:r>
            <a:r>
              <a:rPr kumimoji="1" lang="en-US" altLang="zh-CN" sz="2000" dirty="0"/>
              <a:t>PDCA</a:t>
            </a:r>
            <a:r>
              <a:rPr kumimoji="1" lang="zh-CN" altLang="en-US" sz="2000" dirty="0"/>
              <a:t>，</a:t>
            </a:r>
            <a:r>
              <a:rPr kumimoji="1" lang="en-US" altLang="zh-CN" sz="2000" dirty="0"/>
              <a:t>IDEAL</a:t>
            </a:r>
            <a:endParaRPr kumimoji="1" lang="zh-CN" altLang="en-US" sz="2000" dirty="0"/>
          </a:p>
        </p:txBody>
      </p:sp>
      <p:graphicFrame>
        <p:nvGraphicFramePr>
          <p:cNvPr id="6" name="Object 5"/>
          <p:cNvGraphicFramePr>
            <a:graphicFrameLocks noChangeAspect="1"/>
          </p:cNvGraphicFramePr>
          <p:nvPr>
            <p:extLst>
              <p:ext uri="{D42A27DB-BD31-4B8C-83A1-F6EECF244321}">
                <p14:modId xmlns:p14="http://schemas.microsoft.com/office/powerpoint/2010/main" val="2931536344"/>
              </p:ext>
            </p:extLst>
          </p:nvPr>
        </p:nvGraphicFramePr>
        <p:xfrm>
          <a:off x="5410199" y="3733800"/>
          <a:ext cx="3636411" cy="2717382"/>
        </p:xfrm>
        <a:graphic>
          <a:graphicData uri="http://schemas.openxmlformats.org/presentationml/2006/ole">
            <mc:AlternateContent xmlns:mc="http://schemas.openxmlformats.org/markup-compatibility/2006">
              <mc:Choice xmlns:v="urn:schemas-microsoft-com:vml" Requires="v">
                <p:oleObj name="Visio" r:id="rId2" imgW="4209207" imgH="3144736" progId="Visio.Drawing.11">
                  <p:embed/>
                </p:oleObj>
              </mc:Choice>
              <mc:Fallback>
                <p:oleObj name="Visio" r:id="rId2" imgW="4209207" imgH="3144736" progId="Visio.Drawing.11">
                  <p:embed/>
                  <p:pic>
                    <p:nvPicPr>
                      <p:cNvPr id="0" name=""/>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0199" y="3733800"/>
                        <a:ext cx="3636411" cy="2717382"/>
                      </a:xfrm>
                      <a:prstGeom prst="rect">
                        <a:avLst/>
                      </a:prstGeom>
                      <a:noFill/>
                      <a:ln>
                        <a:noFill/>
                      </a:ln>
                    </p:spPr>
                  </p:pic>
                </p:oleObj>
              </mc:Fallback>
            </mc:AlternateContent>
          </a:graphicData>
        </a:graphic>
      </p:graphicFrame>
      <p:graphicFrame>
        <p:nvGraphicFramePr>
          <p:cNvPr id="7" name="图示 6">
            <a:extLst>
              <a:ext uri="{FF2B5EF4-FFF2-40B4-BE49-F238E27FC236}">
                <a16:creationId xmlns:a16="http://schemas.microsoft.com/office/drawing/2014/main" id="{D60572CE-9F4E-2246-8389-D10BC8E84B46}"/>
              </a:ext>
            </a:extLst>
          </p:cNvPr>
          <p:cNvGraphicFramePr/>
          <p:nvPr>
            <p:extLst>
              <p:ext uri="{D42A27DB-BD31-4B8C-83A1-F6EECF244321}">
                <p14:modId xmlns:p14="http://schemas.microsoft.com/office/powerpoint/2010/main" val="2074139457"/>
              </p:ext>
            </p:extLst>
          </p:nvPr>
        </p:nvGraphicFramePr>
        <p:xfrm>
          <a:off x="304799" y="2362200"/>
          <a:ext cx="5105399" cy="398754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8" name="Picture 5">
            <a:extLst>
              <a:ext uri="{FF2B5EF4-FFF2-40B4-BE49-F238E27FC236}">
                <a16:creationId xmlns:a16="http://schemas.microsoft.com/office/drawing/2014/main" id="{FCEDC805-080B-2040-ABCD-586D39CC3B5A}"/>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b="9890"/>
          <a:stretch/>
        </p:blipFill>
        <p:spPr bwMode="auto">
          <a:xfrm>
            <a:off x="6324600" y="1068397"/>
            <a:ext cx="2412558" cy="2472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72404494"/>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p:txBody>
          <a:bodyPr/>
          <a:lstStyle/>
          <a:p>
            <a:pPr eaLnBrk="1" hangingPunct="1"/>
            <a:r>
              <a:rPr lang="zh-CN" altLang="en-US" dirty="0">
                <a:ea typeface="宋体" pitchFamily="2" charset="-122"/>
              </a:rPr>
              <a:t>思考和讨论</a:t>
            </a:r>
          </a:p>
        </p:txBody>
      </p:sp>
      <p:sp>
        <p:nvSpPr>
          <p:cNvPr id="61443" name="内容占位符 2"/>
          <p:cNvSpPr>
            <a:spLocks noGrp="1"/>
          </p:cNvSpPr>
          <p:nvPr>
            <p:ph idx="1"/>
          </p:nvPr>
        </p:nvSpPr>
        <p:spPr>
          <a:xfrm>
            <a:off x="457200" y="1052513"/>
            <a:ext cx="8229600" cy="5195887"/>
          </a:xfrm>
        </p:spPr>
        <p:txBody>
          <a:bodyPr/>
          <a:lstStyle/>
          <a:p>
            <a:pPr eaLnBrk="1" hangingPunct="1">
              <a:defRPr/>
            </a:pPr>
            <a:r>
              <a:rPr lang="zh-CN" altLang="en-US" dirty="0">
                <a:ea typeface="宋体" pitchFamily="2" charset="-122"/>
              </a:rPr>
              <a:t>以下说法是否正确？为什么？</a:t>
            </a:r>
            <a:endParaRPr lang="en-US" altLang="zh-CN" dirty="0">
              <a:ea typeface="宋体" pitchFamily="2" charset="-122"/>
            </a:endParaRPr>
          </a:p>
          <a:p>
            <a:pPr lvl="1" eaLnBrk="1" hangingPunct="1">
              <a:defRPr/>
            </a:pPr>
            <a:r>
              <a:rPr lang="zh-CN" altLang="en-US" dirty="0">
                <a:ea typeface="宋体" pitchFamily="2" charset="-122"/>
              </a:rPr>
              <a:t>软件过程管理是软件项目管理应该要实现目标。</a:t>
            </a:r>
            <a:endParaRPr lang="en-US" altLang="zh-CN" dirty="0">
              <a:ea typeface="宋体" pitchFamily="2" charset="-122"/>
            </a:endParaRPr>
          </a:p>
          <a:p>
            <a:pPr lvl="1" eaLnBrk="1" hangingPunct="1">
              <a:defRPr/>
            </a:pPr>
            <a:r>
              <a:rPr lang="en-US" altLang="zh-CN" dirty="0">
                <a:ea typeface="宋体" pitchFamily="2" charset="-122"/>
              </a:rPr>
              <a:t>“</a:t>
            </a:r>
            <a:r>
              <a:rPr lang="zh-CN" altLang="en-US" dirty="0">
                <a:ea typeface="宋体" pitchFamily="2" charset="-122"/>
              </a:rPr>
              <a:t>在公司导入敏捷过程是我们今年过程改进的主要目标。</a:t>
            </a:r>
            <a:r>
              <a:rPr lang="en-US" altLang="zh-CN" dirty="0">
                <a:ea typeface="宋体" pitchFamily="2" charset="-122"/>
              </a:rPr>
              <a:t>”</a:t>
            </a:r>
          </a:p>
          <a:p>
            <a:pPr lvl="1" eaLnBrk="1" hangingPunct="1">
              <a:defRPr/>
            </a:pPr>
            <a:r>
              <a:rPr lang="en-US" altLang="zh-CN" dirty="0">
                <a:ea typeface="宋体" pitchFamily="2" charset="-122"/>
              </a:rPr>
              <a:t>XP</a:t>
            </a:r>
            <a:r>
              <a:rPr lang="zh-CN" altLang="en-US" dirty="0">
                <a:ea typeface="宋体" pitchFamily="2" charset="-122"/>
              </a:rPr>
              <a:t>与</a:t>
            </a:r>
            <a:r>
              <a:rPr lang="en-US" altLang="zh-CN" dirty="0">
                <a:ea typeface="宋体" pitchFamily="2" charset="-122"/>
              </a:rPr>
              <a:t>CMM/CMMI</a:t>
            </a:r>
            <a:r>
              <a:rPr lang="zh-CN" altLang="en-US" dirty="0">
                <a:ea typeface="宋体" pitchFamily="2" charset="-122"/>
              </a:rPr>
              <a:t>是对立的两种软件开发方法。</a:t>
            </a:r>
            <a:endParaRPr lang="en-US" altLang="zh-CN" dirty="0">
              <a:ea typeface="宋体" pitchFamily="2" charset="-122"/>
            </a:endParaRPr>
          </a:p>
          <a:p>
            <a:pPr lvl="1" eaLnBrk="1" hangingPunct="1">
              <a:defRPr/>
            </a:pPr>
            <a:r>
              <a:rPr lang="en-US" altLang="zh-CN" dirty="0">
                <a:ea typeface="宋体" pitchFamily="2" charset="-122"/>
              </a:rPr>
              <a:t>CMM/CMMI</a:t>
            </a:r>
            <a:r>
              <a:rPr lang="zh-CN" altLang="en-US" dirty="0">
                <a:ea typeface="宋体" pitchFamily="2" charset="-122"/>
              </a:rPr>
              <a:t>不适合当今互联网环境的项目管理需求。</a:t>
            </a:r>
            <a:endParaRPr lang="en-US" altLang="zh-CN" dirty="0">
              <a:ea typeface="宋体" pitchFamily="2" charset="-122"/>
            </a:endParaRPr>
          </a:p>
          <a:p>
            <a:pPr lvl="1" eaLnBrk="1" hangingPunct="1">
              <a:defRPr/>
            </a:pPr>
            <a:r>
              <a:rPr lang="en-US" altLang="zh-CN" dirty="0">
                <a:ea typeface="宋体" pitchFamily="2" charset="-122"/>
              </a:rPr>
              <a:t>PDCA</a:t>
            </a:r>
            <a:r>
              <a:rPr lang="zh-CN" altLang="en-US" dirty="0">
                <a:ea typeface="宋体" pitchFamily="2" charset="-122"/>
              </a:rPr>
              <a:t>和</a:t>
            </a:r>
            <a:r>
              <a:rPr lang="en-US" altLang="zh-CN" dirty="0">
                <a:ea typeface="宋体" pitchFamily="2" charset="-122"/>
              </a:rPr>
              <a:t>IDEAL</a:t>
            </a:r>
            <a:r>
              <a:rPr lang="zh-CN" altLang="en-US" dirty="0">
                <a:ea typeface="宋体" pitchFamily="2" charset="-122"/>
              </a:rPr>
              <a:t>不适合在敏捷环境中使用。</a:t>
            </a:r>
            <a:endParaRPr lang="en-US" altLang="zh-CN" dirty="0">
              <a:ea typeface="宋体" pitchFamily="2" charset="-122"/>
            </a:endParaRPr>
          </a:p>
          <a:p>
            <a:pPr lvl="1" eaLnBrk="1" hangingPunct="1">
              <a:defRPr/>
            </a:pPr>
            <a:r>
              <a:rPr lang="zh-CN" altLang="en-US" dirty="0">
                <a:ea typeface="宋体" pitchFamily="2" charset="-122"/>
              </a:rPr>
              <a:t>不同的软件开发过程应该使用不同的生命周期模型，反之亦如此。</a:t>
            </a:r>
            <a:endParaRPr lang="en-US" altLang="zh-CN" dirty="0">
              <a:ea typeface="宋体" pitchFamily="2" charset="-122"/>
            </a:endParaRPr>
          </a:p>
          <a:p>
            <a:pPr lvl="1" eaLnBrk="1" hangingPunct="1">
              <a:defRPr/>
            </a:pPr>
            <a:endParaRPr lang="en-US" altLang="zh-CN" dirty="0">
              <a:ea typeface="宋体" pitchFamily="2" charset="-122"/>
            </a:endParaRPr>
          </a:p>
          <a:p>
            <a:pPr marL="0" indent="0" eaLnBrk="1" hangingPunct="1">
              <a:buFont typeface="Wingdings" pitchFamily="2" charset="2"/>
              <a:buNone/>
              <a:defRPr/>
            </a:pPr>
            <a:endParaRPr lang="zh-CN" altLang="en-US" dirty="0">
              <a:ea typeface="宋体" pitchFamily="2" charset="-122"/>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E2984F5-996B-BA34-F9BC-CD5CF6B6F97F}"/>
              </a:ext>
            </a:extLst>
          </p:cNvPr>
          <p:cNvSpPr>
            <a:spLocks noGrp="1"/>
          </p:cNvSpPr>
          <p:nvPr>
            <p:ph type="sldNum" sz="quarter" idx="10"/>
          </p:nvPr>
        </p:nvSpPr>
        <p:spPr/>
        <p:txBody>
          <a:bodyPr/>
          <a:lstStyle/>
          <a:p>
            <a:pPr>
              <a:defRPr/>
            </a:pPr>
            <a:fld id="{3A8D668B-48D4-47BF-9944-0FAD988E7FA8}" type="slidenum">
              <a:rPr lang="en-US" altLang="zh-CN" smtClean="0"/>
              <a:pPr>
                <a:defRPr/>
              </a:pPr>
              <a:t>15</a:t>
            </a:fld>
            <a:endParaRPr lang="en-US" altLang="zh-CN"/>
          </a:p>
        </p:txBody>
      </p:sp>
      <p:pic>
        <p:nvPicPr>
          <p:cNvPr id="3" name="图片 2">
            <a:extLst>
              <a:ext uri="{FF2B5EF4-FFF2-40B4-BE49-F238E27FC236}">
                <a16:creationId xmlns:a16="http://schemas.microsoft.com/office/drawing/2014/main" id="{230C23C6-CFC7-5466-7CA6-7328082C279A}"/>
              </a:ext>
            </a:extLst>
          </p:cNvPr>
          <p:cNvPicPr>
            <a:picLocks noChangeAspect="1"/>
          </p:cNvPicPr>
          <p:nvPr/>
        </p:nvPicPr>
        <p:blipFill>
          <a:blip r:embed="rId2"/>
          <a:stretch>
            <a:fillRect/>
          </a:stretch>
        </p:blipFill>
        <p:spPr>
          <a:xfrm>
            <a:off x="457200" y="1212733"/>
            <a:ext cx="4038600" cy="5300284"/>
          </a:xfrm>
          <a:prstGeom prst="rect">
            <a:avLst/>
          </a:prstGeom>
        </p:spPr>
      </p:pic>
      <p:pic>
        <p:nvPicPr>
          <p:cNvPr id="4" name="图片 3">
            <a:extLst>
              <a:ext uri="{FF2B5EF4-FFF2-40B4-BE49-F238E27FC236}">
                <a16:creationId xmlns:a16="http://schemas.microsoft.com/office/drawing/2014/main" id="{E8CC590D-0571-5164-1D01-E1AA9F7B3D8C}"/>
              </a:ext>
            </a:extLst>
          </p:cNvPr>
          <p:cNvPicPr>
            <a:picLocks noChangeAspect="1"/>
          </p:cNvPicPr>
          <p:nvPr/>
        </p:nvPicPr>
        <p:blipFill>
          <a:blip r:embed="rId3"/>
          <a:stretch>
            <a:fillRect/>
          </a:stretch>
        </p:blipFill>
        <p:spPr>
          <a:xfrm>
            <a:off x="4796136" y="1240442"/>
            <a:ext cx="4228121" cy="5257800"/>
          </a:xfrm>
          <a:prstGeom prst="rect">
            <a:avLst/>
          </a:prstGeom>
        </p:spPr>
      </p:pic>
      <p:sp>
        <p:nvSpPr>
          <p:cNvPr id="6" name="标题 1">
            <a:extLst>
              <a:ext uri="{FF2B5EF4-FFF2-40B4-BE49-F238E27FC236}">
                <a16:creationId xmlns:a16="http://schemas.microsoft.com/office/drawing/2014/main" id="{64939034-2006-F511-BFF8-5AE3DBE202FF}"/>
              </a:ext>
            </a:extLst>
          </p:cNvPr>
          <p:cNvSpPr txBox="1">
            <a:spLocks/>
          </p:cNvSpPr>
          <p:nvPr/>
        </p:nvSpPr>
        <p:spPr>
          <a:xfrm>
            <a:off x="304800" y="152400"/>
            <a:ext cx="8458200" cy="563563"/>
          </a:xfrm>
          <a:prstGeom prst="rect">
            <a:avLst/>
          </a:prstGeom>
        </p:spPr>
        <p:txBody>
          <a:bodyPr/>
          <a:lst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itchFamily="34" charset="0"/>
              </a:defRPr>
            </a:lvl2pPr>
            <a:lvl3pPr algn="ctr" rtl="0" eaLnBrk="0" fontAlgn="base" hangingPunct="0">
              <a:spcBef>
                <a:spcPct val="0"/>
              </a:spcBef>
              <a:spcAft>
                <a:spcPct val="0"/>
              </a:spcAft>
              <a:defRPr sz="3200" b="1">
                <a:solidFill>
                  <a:schemeClr val="bg1"/>
                </a:solidFill>
                <a:latin typeface="Verdana" pitchFamily="34" charset="0"/>
              </a:defRPr>
            </a:lvl3pPr>
            <a:lvl4pPr algn="ctr" rtl="0" eaLnBrk="0" fontAlgn="base" hangingPunct="0">
              <a:spcBef>
                <a:spcPct val="0"/>
              </a:spcBef>
              <a:spcAft>
                <a:spcPct val="0"/>
              </a:spcAft>
              <a:defRPr sz="3200" b="1">
                <a:solidFill>
                  <a:schemeClr val="bg1"/>
                </a:solidFill>
                <a:latin typeface="Verdana" pitchFamily="34" charset="0"/>
              </a:defRPr>
            </a:lvl4pPr>
            <a:lvl5pPr algn="ctr" rtl="0" eaLnBrk="0" fontAlgn="base" hangingPunct="0">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a:lstStyle>
          <a:p>
            <a:pPr eaLnBrk="1" hangingPunct="1"/>
            <a:r>
              <a:rPr lang="zh-CN" altLang="en-US" kern="0" dirty="0">
                <a:ea typeface="宋体" pitchFamily="2" charset="-122"/>
              </a:rPr>
              <a:t>周三活动信息</a:t>
            </a:r>
          </a:p>
        </p:txBody>
      </p:sp>
    </p:spTree>
    <p:extLst>
      <p:ext uri="{BB962C8B-B14F-4D97-AF65-F5344CB8AC3E}">
        <p14:creationId xmlns:p14="http://schemas.microsoft.com/office/powerpoint/2010/main" val="3319221486"/>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heme/theme1.xml><?xml version="1.0" encoding="utf-8"?>
<a:theme xmlns:a="http://schemas.openxmlformats.org/drawingml/2006/main" name="PowerPoint Template">
  <a:themeElements>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sample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PowerPoint Template</Template>
  <TotalTime>9165</TotalTime>
  <Words>900</Words>
  <Application>Microsoft Macintosh PowerPoint</Application>
  <PresentationFormat>全屏显示(4:3)</PresentationFormat>
  <Paragraphs>123</Paragraphs>
  <Slides>15</Slides>
  <Notes>7</Notes>
  <HiddenSlides>0</HiddenSlides>
  <MMClips>0</MMClips>
  <ScaleCrop>false</ScaleCrop>
  <HeadingPairs>
    <vt:vector size="8" baseType="variant">
      <vt:variant>
        <vt:lpstr>已用的字体</vt:lpstr>
      </vt:variant>
      <vt:variant>
        <vt:i4>7</vt:i4>
      </vt:variant>
      <vt:variant>
        <vt:lpstr>主题</vt:lpstr>
      </vt:variant>
      <vt:variant>
        <vt:i4>2</vt:i4>
      </vt:variant>
      <vt:variant>
        <vt:lpstr>嵌入 OLE 服务器</vt:lpstr>
      </vt:variant>
      <vt:variant>
        <vt:i4>1</vt:i4>
      </vt:variant>
      <vt:variant>
        <vt:lpstr>幻灯片标题</vt:lpstr>
      </vt:variant>
      <vt:variant>
        <vt:i4>15</vt:i4>
      </vt:variant>
    </vt:vector>
  </HeadingPairs>
  <TitlesOfParts>
    <vt:vector size="25" baseType="lpstr">
      <vt:lpstr>等线</vt:lpstr>
      <vt:lpstr>Microsoft YaHei</vt:lpstr>
      <vt:lpstr>Arial</vt:lpstr>
      <vt:lpstr>Calibri</vt:lpstr>
      <vt:lpstr>Helvetica</vt:lpstr>
      <vt:lpstr>Verdana</vt:lpstr>
      <vt:lpstr>Wingdings</vt:lpstr>
      <vt:lpstr>PowerPoint Template</vt:lpstr>
      <vt:lpstr>Office 主题​​</vt:lpstr>
      <vt:lpstr>Visio</vt:lpstr>
      <vt:lpstr>软件质量与管理 第一讲 概  述</vt:lpstr>
      <vt:lpstr>软件正在重新定义我们的世界</vt:lpstr>
      <vt:lpstr>软件自身的变化-规模</vt:lpstr>
      <vt:lpstr>软件自身的变化-比例</vt:lpstr>
      <vt:lpstr>软件危机</vt:lpstr>
      <vt:lpstr>软件危机 VS. 软件工程</vt:lpstr>
      <vt:lpstr>PowerPoint 演示文稿</vt:lpstr>
      <vt:lpstr>软件项目管理概念</vt:lpstr>
      <vt:lpstr>软件项目管理的管理视角</vt:lpstr>
      <vt:lpstr>广义软件过程</vt:lpstr>
      <vt:lpstr>生命周期模型与软件过程</vt:lpstr>
      <vt:lpstr>软件过程管理</vt:lpstr>
      <vt:lpstr>软件过程管理与软件过程改进</vt:lpstr>
      <vt:lpstr>思考和讨论</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ronggp</dc:creator>
  <cp:lastModifiedBy>Microsoft Office User</cp:lastModifiedBy>
  <cp:revision>198</cp:revision>
  <cp:lastPrinted>1601-01-01T00:00:00Z</cp:lastPrinted>
  <dcterms:created xsi:type="dcterms:W3CDTF">1601-01-01T00:00:00Z</dcterms:created>
  <dcterms:modified xsi:type="dcterms:W3CDTF">2026-03-16T12:17:21Z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