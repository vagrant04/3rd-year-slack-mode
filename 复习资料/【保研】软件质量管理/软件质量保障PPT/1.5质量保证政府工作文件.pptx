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15"/>
  </p:notesMasterIdLst>
  <p:handoutMasterIdLst>
    <p:handoutMasterId r:id="rId16"/>
  </p:handoutMasterIdLst>
  <p:sldIdLst>
    <p:sldId id="256" r:id="rId3"/>
    <p:sldId id="279" r:id="rId4"/>
    <p:sldId id="280" r:id="rId5"/>
    <p:sldId id="281" r:id="rId6"/>
    <p:sldId id="282" r:id="rId7"/>
    <p:sldId id="283" r:id="rId8"/>
    <p:sldId id="284" r:id="rId9"/>
    <p:sldId id="285" r:id="rId10"/>
    <p:sldId id="286" r:id="rId11"/>
    <p:sldId id="287" r:id="rId12"/>
    <p:sldId id="288" r:id="rId13"/>
    <p:sldId id="289" r:id="rId14"/>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9" autoAdjust="0"/>
    <p:restoredTop sz="94660"/>
  </p:normalViewPr>
  <p:slideViewPr>
    <p:cSldViewPr snapToGrid="0" showGuides="1">
      <p:cViewPr varScale="1">
        <p:scale>
          <a:sx n="61" d="100"/>
          <a:sy n="61" d="100"/>
        </p:scale>
        <p:origin x="96" y="540"/>
      </p:cViewPr>
      <p:guideLst>
        <p:guide orient="horz" pos="2160"/>
        <p:guide pos="3840"/>
      </p:guideLst>
    </p:cSldViewPr>
  </p:slideViewPr>
  <p:notesTextViewPr>
    <p:cViewPr>
      <p:scale>
        <a:sx n="1" d="1"/>
        <a:sy n="1" d="1"/>
      </p:scale>
      <p:origin x="0" y="0"/>
    </p:cViewPr>
  </p:notesTextViewPr>
  <p:notesViewPr>
    <p:cSldViewPr snapToGrid="0">
      <p:cViewPr varScale="1">
        <p:scale>
          <a:sx n="63" d="100"/>
          <a:sy n="63" d="100"/>
        </p:scale>
        <p:origin x="2808"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43238" cy="466725"/>
          </a:xfrm>
          <a:prstGeom prst="rect">
            <a:avLst/>
          </a:prstGeom>
        </p:spPr>
        <p:txBody>
          <a:bodyPr vert="horz" lIns="91440" tIns="45720" rIns="91440" bIns="45720" rtlCol="0"/>
          <a:lstStyle>
            <a:lvl1pPr algn="l" latinLnBrk="0">
              <a:defRPr lang="zh-CN" sz="1200"/>
            </a:lvl1pPr>
          </a:lstStyle>
          <a:p>
            <a:endParaRPr lang="zh-CN" dirty="0">
              <a:ea typeface="Microsoft YaHei UI" panose="020B0503020204020204" pitchFamily="34" charset="-122"/>
            </a:endParaRPr>
          </a:p>
        </p:txBody>
      </p:sp>
      <p:sp>
        <p:nvSpPr>
          <p:cNvPr id="3" name="日期占位符 2"/>
          <p:cNvSpPr>
            <a:spLocks noGrp="1"/>
          </p:cNvSpPr>
          <p:nvPr>
            <p:ph type="dt" sz="quarter" idx="1"/>
          </p:nvPr>
        </p:nvSpPr>
        <p:spPr>
          <a:xfrm>
            <a:off x="3978275" y="0"/>
            <a:ext cx="3043238" cy="466725"/>
          </a:xfrm>
          <a:prstGeom prst="rect">
            <a:avLst/>
          </a:prstGeom>
        </p:spPr>
        <p:txBody>
          <a:bodyPr vert="horz" lIns="91440" tIns="45720" rIns="91440" bIns="45720" rtlCol="0"/>
          <a:lstStyle>
            <a:lvl1pPr algn="r" latinLnBrk="0">
              <a:defRPr lang="zh-CN" sz="1200"/>
            </a:lvl1pPr>
          </a:lstStyle>
          <a:p>
            <a:fld id="{E574AC39-44E6-425E-AF49-CF7D189F346F}" type="datetimeFigureOut">
              <a:rPr lang="en-US" altLang="zh-CN" smtClean="0">
                <a:ea typeface="Microsoft YaHei UI" panose="020B0503020204020204" pitchFamily="34" charset="-122"/>
              </a:rPr>
            </a:fld>
            <a:endParaRPr lang="zh-CN" dirty="0">
              <a:ea typeface="Microsoft YaHei UI" panose="020B0503020204020204" pitchFamily="34" charset="-122"/>
            </a:endParaRPr>
          </a:p>
        </p:txBody>
      </p:sp>
      <p:sp>
        <p:nvSpPr>
          <p:cNvPr id="4" name="页脚占位符 3"/>
          <p:cNvSpPr>
            <a:spLocks noGrp="1"/>
          </p:cNvSpPr>
          <p:nvPr>
            <p:ph type="ftr" sz="quarter" idx="2"/>
          </p:nvPr>
        </p:nvSpPr>
        <p:spPr>
          <a:xfrm>
            <a:off x="0" y="8842375"/>
            <a:ext cx="3043238" cy="466725"/>
          </a:xfrm>
          <a:prstGeom prst="rect">
            <a:avLst/>
          </a:prstGeom>
        </p:spPr>
        <p:txBody>
          <a:bodyPr vert="horz" lIns="91440" tIns="45720" rIns="91440" bIns="45720" rtlCol="0" anchor="b"/>
          <a:lstStyle>
            <a:lvl1pPr algn="l" latinLnBrk="0">
              <a:defRPr lang="zh-CN" sz="1200"/>
            </a:lvl1pPr>
          </a:lstStyle>
          <a:p>
            <a:endParaRPr lang="zh-CN" dirty="0">
              <a:ea typeface="Microsoft YaHei UI" panose="020B0503020204020204" pitchFamily="34" charset="-122"/>
            </a:endParaRPr>
          </a:p>
        </p:txBody>
      </p:sp>
      <p:sp>
        <p:nvSpPr>
          <p:cNvPr id="5" name="幻灯片编号占位符 4"/>
          <p:cNvSpPr>
            <a:spLocks noGrp="1"/>
          </p:cNvSpPr>
          <p:nvPr>
            <p:ph type="sldNum" sz="quarter" idx="3"/>
          </p:nvPr>
        </p:nvSpPr>
        <p:spPr>
          <a:xfrm>
            <a:off x="3978275" y="8842375"/>
            <a:ext cx="3043238" cy="466725"/>
          </a:xfrm>
          <a:prstGeom prst="rect">
            <a:avLst/>
          </a:prstGeom>
        </p:spPr>
        <p:txBody>
          <a:bodyPr vert="horz" lIns="91440" tIns="45720" rIns="91440" bIns="45720" rtlCol="0" anchor="b"/>
          <a:lstStyle>
            <a:lvl1pPr algn="r" latinLnBrk="0">
              <a:defRPr lang="zh-CN" sz="1200"/>
            </a:lvl1pPr>
          </a:lstStyle>
          <a:p>
            <a:fld id="{6320F472-929B-459B-8D82-2FABCC5B32A0}" type="slidenum">
              <a:rPr lang="zh-CN" smtClean="0">
                <a:ea typeface="Microsoft YaHei UI" panose="020B0503020204020204" pitchFamily="34" charset="-122"/>
              </a:rPr>
            </a:fld>
            <a:endParaRPr lang="zh-CN" dirty="0">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43343" cy="467072"/>
          </a:xfrm>
          <a:prstGeom prst="rect">
            <a:avLst/>
          </a:prstGeom>
        </p:spPr>
        <p:txBody>
          <a:bodyPr vert="horz" lIns="93324" tIns="46662" rIns="93324" bIns="46662" rtlCol="0"/>
          <a:lstStyle>
            <a:lvl1pPr algn="l" latinLnBrk="0">
              <a:defRPr lang="zh-CN" sz="1200">
                <a:ea typeface="Microsoft YaHei UI" panose="020B0503020204020204" pitchFamily="34" charset="-122"/>
              </a:defRPr>
            </a:lvl1pPr>
          </a:lstStyle>
          <a:p>
            <a:endParaRPr lang="zh-CN" altLang="en-US" dirty="0"/>
          </a:p>
        </p:txBody>
      </p:sp>
      <p:sp>
        <p:nvSpPr>
          <p:cNvPr id="3" name="日期占位符 2"/>
          <p:cNvSpPr>
            <a:spLocks noGrp="1"/>
          </p:cNvSpPr>
          <p:nvPr>
            <p:ph type="dt" idx="1"/>
          </p:nvPr>
        </p:nvSpPr>
        <p:spPr>
          <a:xfrm>
            <a:off x="3978132" y="0"/>
            <a:ext cx="3043343" cy="467072"/>
          </a:xfrm>
          <a:prstGeom prst="rect">
            <a:avLst/>
          </a:prstGeom>
        </p:spPr>
        <p:txBody>
          <a:bodyPr vert="horz" lIns="93324" tIns="46662" rIns="93324" bIns="46662" rtlCol="0"/>
          <a:lstStyle>
            <a:lvl1pPr algn="r" latinLnBrk="0">
              <a:defRPr lang="zh-CN" sz="1200">
                <a:ea typeface="Microsoft YaHei UI" panose="020B0503020204020204" pitchFamily="34" charset="-122"/>
              </a:defRPr>
            </a:lvl1pPr>
          </a:lstStyle>
          <a:p>
            <a:fld id="{DF2775BC-6312-42C7-B7C5-EA6783C2D9CA}" type="datetimeFigureOut">
              <a:rPr lang="en-US" altLang="zh-CN" smtClean="0"/>
            </a:fld>
            <a:endParaRPr lang="zh-CN" altLang="en-US" dirty="0"/>
          </a:p>
        </p:txBody>
      </p:sp>
      <p:sp>
        <p:nvSpPr>
          <p:cNvPr id="4" name="幻灯片图像占位符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zh-CN" dirty="0"/>
          </a:p>
        </p:txBody>
      </p:sp>
      <p:sp>
        <p:nvSpPr>
          <p:cNvPr id="5" name="备注占位符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6" name="页脚占位符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latinLnBrk="0">
              <a:defRPr lang="zh-CN" sz="1200">
                <a:ea typeface="Microsoft YaHei UI" panose="020B0503020204020204" pitchFamily="34" charset="-122"/>
              </a:defRPr>
            </a:lvl1pPr>
          </a:lstStyle>
          <a:p>
            <a:endParaRPr lang="zh-CN" altLang="en-US" dirty="0"/>
          </a:p>
        </p:txBody>
      </p:sp>
      <p:sp>
        <p:nvSpPr>
          <p:cNvPr id="7" name="幻灯片编号占位符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latinLnBrk="0">
              <a:defRPr lang="zh-CN" sz="1200">
                <a:ea typeface="Microsoft YaHei UI" panose="020B0503020204020204" pitchFamily="34" charset="-122"/>
              </a:defRPr>
            </a:lvl1pPr>
          </a:lstStyle>
          <a:p>
            <a:fld id="{67F715A1-4ADC-44E0-9587-804FF39D6B22}" type="slidenum">
              <a:rPr lang="en-US" altLang="zh-CN" smtClean="0"/>
            </a:fld>
            <a:endParaRPr lang="en-US" altLang="zh-C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1"/>
        </a:solidFill>
        <a:latin typeface="+mn-lt"/>
        <a:ea typeface="Microsoft YaHei UI" panose="020B0503020204020204" pitchFamily="34" charset="-122"/>
        <a:cs typeface="+mn-cs"/>
      </a:defRPr>
    </a:lvl1pPr>
    <a:lvl2pPr marL="457200" algn="l" defTabSz="914400" rtl="0" eaLnBrk="1" latinLnBrk="0" hangingPunct="1">
      <a:defRPr lang="zh-CN" sz="1200" kern="1200">
        <a:solidFill>
          <a:schemeClr val="tx1"/>
        </a:solidFill>
        <a:latin typeface="+mn-lt"/>
        <a:ea typeface="Microsoft YaHei UI" panose="020B0503020204020204" pitchFamily="34" charset="-122"/>
        <a:cs typeface="+mn-cs"/>
      </a:defRPr>
    </a:lvl2pPr>
    <a:lvl3pPr marL="914400" algn="l" defTabSz="914400" rtl="0" eaLnBrk="1" latinLnBrk="0" hangingPunct="1">
      <a:defRPr lang="zh-CN" sz="1200" kern="1200">
        <a:solidFill>
          <a:schemeClr val="tx1"/>
        </a:solidFill>
        <a:latin typeface="+mn-lt"/>
        <a:ea typeface="Microsoft YaHei UI" panose="020B0503020204020204" pitchFamily="34" charset="-122"/>
        <a:cs typeface="+mn-cs"/>
      </a:defRPr>
    </a:lvl3pPr>
    <a:lvl4pPr marL="1371600" algn="l" defTabSz="914400" rtl="0" eaLnBrk="1" latinLnBrk="0" hangingPunct="1">
      <a:defRPr lang="zh-CN" sz="1200" kern="1200">
        <a:solidFill>
          <a:schemeClr val="tx1"/>
        </a:solidFill>
        <a:latin typeface="+mn-lt"/>
        <a:ea typeface="Microsoft YaHei UI" panose="020B0503020204020204" pitchFamily="34" charset="-122"/>
        <a:cs typeface="+mn-cs"/>
      </a:defRPr>
    </a:lvl4pPr>
    <a:lvl5pPr marL="1828800" algn="l" defTabSz="914400" rtl="0" eaLnBrk="1" latinLnBrk="0" hangingPunct="1">
      <a:defRPr lang="zh-CN" sz="1200" kern="1200">
        <a:solidFill>
          <a:schemeClr val="tx1"/>
        </a:solidFill>
        <a:latin typeface="+mn-lt"/>
        <a:ea typeface="Microsoft YaHei UI" panose="020B0503020204020204" pitchFamily="34" charset="-122"/>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54955" y="1447800"/>
            <a:ext cx="8825658" cy="3329581"/>
          </a:xfrm>
        </p:spPr>
        <p:txBody>
          <a:bodyPr anchor="b"/>
          <a:lstStyle>
            <a:lvl1pPr latinLnBrk="0">
              <a:defRPr lang="zh-CN" sz="7200"/>
            </a:lvl1pPr>
          </a:lstStyle>
          <a:p>
            <a:r>
              <a:rPr lang="zh-CN" altLang="en-US" smtClean="0"/>
              <a:t>单击此处编辑母版标题样式</a:t>
            </a:r>
            <a:endParaRPr lang="zh-CN" dirty="0"/>
          </a:p>
        </p:txBody>
      </p:sp>
      <p:sp>
        <p:nvSpPr>
          <p:cNvPr id="3" name="副标题 2"/>
          <p:cNvSpPr>
            <a:spLocks noGrp="1"/>
          </p:cNvSpPr>
          <p:nvPr>
            <p:ph type="subTitle" idx="1" hasCustomPrompt="1"/>
          </p:nvPr>
        </p:nvSpPr>
        <p:spPr>
          <a:xfrm>
            <a:off x="1154955" y="4777380"/>
            <a:ext cx="8825658" cy="861420"/>
          </a:xfrm>
        </p:spPr>
        <p:txBody>
          <a:bodyPr anchor="t"/>
          <a:lstStyle>
            <a:lvl1pPr marL="0" indent="0" algn="l" latinLnBrk="0">
              <a:buNone/>
              <a:defRPr lang="zh-CN" cap="all">
                <a:solidFill>
                  <a:schemeClr val="accent1"/>
                </a:solidFill>
              </a:defRPr>
            </a:lvl1pPr>
            <a:lvl2pPr marL="457200" indent="0" algn="ctr" latinLnBrk="0">
              <a:buNone/>
              <a:defRPr lang="zh-CN">
                <a:solidFill>
                  <a:schemeClr val="tx1">
                    <a:tint val="75000"/>
                  </a:schemeClr>
                </a:solidFill>
              </a:defRPr>
            </a:lvl2pPr>
            <a:lvl3pPr marL="914400" indent="0" algn="ctr" latinLnBrk="0">
              <a:buNone/>
              <a:defRPr lang="zh-CN">
                <a:solidFill>
                  <a:schemeClr val="tx1">
                    <a:tint val="75000"/>
                  </a:schemeClr>
                </a:solidFill>
              </a:defRPr>
            </a:lvl3pPr>
            <a:lvl4pPr marL="1371600" indent="0" algn="ctr" latinLnBrk="0">
              <a:buNone/>
              <a:defRPr lang="zh-CN">
                <a:solidFill>
                  <a:schemeClr val="tx1">
                    <a:tint val="75000"/>
                  </a:schemeClr>
                </a:solidFill>
              </a:defRPr>
            </a:lvl4pPr>
            <a:lvl5pPr marL="1828800" indent="0" algn="ctr" latinLnBrk="0">
              <a:buNone/>
              <a:defRPr lang="zh-CN">
                <a:solidFill>
                  <a:schemeClr val="tx1">
                    <a:tint val="75000"/>
                  </a:schemeClr>
                </a:solidFill>
              </a:defRPr>
            </a:lvl5pPr>
            <a:lvl6pPr marL="2286000" indent="0" algn="ctr" latinLnBrk="0">
              <a:buNone/>
              <a:defRPr lang="zh-CN">
                <a:solidFill>
                  <a:schemeClr val="tx1">
                    <a:tint val="75000"/>
                  </a:schemeClr>
                </a:solidFill>
              </a:defRPr>
            </a:lvl6pPr>
            <a:lvl7pPr marL="2743200" indent="0" algn="ctr" latinLnBrk="0">
              <a:buNone/>
              <a:defRPr lang="zh-CN">
                <a:solidFill>
                  <a:schemeClr val="tx1">
                    <a:tint val="75000"/>
                  </a:schemeClr>
                </a:solidFill>
              </a:defRPr>
            </a:lvl7pPr>
            <a:lvl8pPr marL="3200400" indent="0" algn="ctr" latinLnBrk="0">
              <a:buNone/>
              <a:defRPr lang="zh-CN">
                <a:solidFill>
                  <a:schemeClr val="tx1">
                    <a:tint val="75000"/>
                  </a:schemeClr>
                </a:solidFill>
              </a:defRPr>
            </a:lvl8pPr>
            <a:lvl9pPr marL="3657600" indent="0" algn="ctr" latinLnBrk="0">
              <a:buNone/>
              <a:defRPr lang="zh-CN">
                <a:solidFill>
                  <a:schemeClr val="tx1">
                    <a:tint val="75000"/>
                  </a:schemeClr>
                </a:solidFill>
              </a:defRPr>
            </a:lvl9pPr>
          </a:lstStyle>
          <a:p>
            <a:r>
              <a:rPr lang="zh-CN" altLang="en-US" smtClean="0"/>
              <a:t>单击以编辑母版副标题样式</a:t>
            </a:r>
            <a:endParaRPr lang="zh-CN" dirty="0"/>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7" name="日期占位符 6"/>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54956" y="2861733"/>
            <a:ext cx="8825657" cy="1915647"/>
          </a:xfrm>
        </p:spPr>
        <p:txBody>
          <a:bodyPr anchor="b"/>
          <a:lstStyle>
            <a:lvl1pPr algn="l" latinLnBrk="0">
              <a:defRPr lang="zh-CN" sz="4000" b="0" cap="none"/>
            </a:lvl1pPr>
          </a:lstStyle>
          <a:p>
            <a:r>
              <a:rPr lang="zh-CN" altLang="en-US" smtClean="0"/>
              <a:t>单击此处编辑母版标题样式</a:t>
            </a:r>
            <a:endParaRPr lang="zh-CN"/>
          </a:p>
        </p:txBody>
      </p:sp>
      <p:sp>
        <p:nvSpPr>
          <p:cNvPr id="3" name="文本占位符 2"/>
          <p:cNvSpPr>
            <a:spLocks noGrp="1"/>
          </p:cNvSpPr>
          <p:nvPr>
            <p:ph type="body" idx="1" hasCustomPrompt="1"/>
          </p:nvPr>
        </p:nvSpPr>
        <p:spPr>
          <a:xfrm>
            <a:off x="1154955" y="4777381"/>
            <a:ext cx="8825658" cy="860400"/>
          </a:xfrm>
        </p:spPr>
        <p:txBody>
          <a:bodyPr anchor="t"/>
          <a:lstStyle>
            <a:lvl1pPr marL="0" indent="0" algn="l" latinLnBrk="0">
              <a:buNone/>
              <a:defRPr lang="zh-CN" sz="2000" cap="all">
                <a:solidFill>
                  <a:schemeClr val="accent1"/>
                </a:solidFill>
              </a:defRPr>
            </a:lvl1pPr>
            <a:lvl2pPr marL="457200" indent="0" latinLnBrk="0">
              <a:buNone/>
              <a:defRPr lang="zh-CN" sz="1800">
                <a:solidFill>
                  <a:schemeClr val="tx1">
                    <a:tint val="75000"/>
                  </a:schemeClr>
                </a:solidFill>
              </a:defRPr>
            </a:lvl2pPr>
            <a:lvl3pPr marL="914400" indent="0" latinLnBrk="0">
              <a:buNone/>
              <a:defRPr lang="zh-CN" sz="1600">
                <a:solidFill>
                  <a:schemeClr val="tx1">
                    <a:tint val="75000"/>
                  </a:schemeClr>
                </a:solidFill>
              </a:defRPr>
            </a:lvl3pPr>
            <a:lvl4pPr marL="1371600" indent="0" latinLnBrk="0">
              <a:buNone/>
              <a:defRPr lang="zh-CN" sz="1400">
                <a:solidFill>
                  <a:schemeClr val="tx1">
                    <a:tint val="75000"/>
                  </a:schemeClr>
                </a:solidFill>
              </a:defRPr>
            </a:lvl4pPr>
            <a:lvl5pPr marL="1828800" indent="0" latinLnBrk="0">
              <a:buNone/>
              <a:defRPr lang="zh-CN" sz="1400">
                <a:solidFill>
                  <a:schemeClr val="tx1">
                    <a:tint val="75000"/>
                  </a:schemeClr>
                </a:solidFill>
              </a:defRPr>
            </a:lvl5pPr>
            <a:lvl6pPr marL="2286000" indent="0" latinLnBrk="0">
              <a:buNone/>
              <a:defRPr lang="zh-CN" sz="1400">
                <a:solidFill>
                  <a:schemeClr val="tx1">
                    <a:tint val="75000"/>
                  </a:schemeClr>
                </a:solidFill>
              </a:defRPr>
            </a:lvl6pPr>
            <a:lvl7pPr marL="2743200" indent="0" latinLnBrk="0">
              <a:buNone/>
              <a:defRPr lang="zh-CN" sz="1400">
                <a:solidFill>
                  <a:schemeClr val="tx1">
                    <a:tint val="75000"/>
                  </a:schemeClr>
                </a:solidFill>
              </a:defRPr>
            </a:lvl7pPr>
            <a:lvl8pPr marL="3200400" indent="0" latinLnBrk="0">
              <a:buNone/>
              <a:defRPr lang="zh-CN" sz="1400">
                <a:solidFill>
                  <a:schemeClr val="tx1">
                    <a:tint val="75000"/>
                  </a:schemeClr>
                </a:solidFill>
              </a:defRPr>
            </a:lvl8pPr>
            <a:lvl9pPr marL="3657600" indent="0" latinLnBrk="0">
              <a:buNone/>
              <a:defRPr lang="zh-CN" sz="14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内容占位符 2"/>
          <p:cNvSpPr>
            <a:spLocks noGrp="1"/>
          </p:cNvSpPr>
          <p:nvPr>
            <p:ph sz="half" idx="1" hasCustomPrompt="1"/>
          </p:nvPr>
        </p:nvSpPr>
        <p:spPr>
          <a:xfrm>
            <a:off x="1103312" y="2060575"/>
            <a:ext cx="4396339" cy="4195763"/>
          </a:xfrm>
        </p:spPr>
        <p:txBody>
          <a:bodyPr>
            <a:normAutofit/>
          </a:bodyPr>
          <a:lstStyle>
            <a:lvl1pPr latinLnBrk="0">
              <a:defRPr lang="zh-CN" sz="1800"/>
            </a:lvl1pPr>
            <a:lvl2pPr latinLnBrk="0">
              <a:defRPr lang="zh-CN" sz="1600"/>
            </a:lvl2pPr>
            <a:lvl3pPr latinLnBrk="0">
              <a:defRPr lang="zh-CN" sz="1400"/>
            </a:lvl3pPr>
            <a:lvl4pPr latinLnBrk="0">
              <a:defRPr lang="zh-CN" sz="1200"/>
            </a:lvl4pPr>
            <a:lvl5pPr latinLnBrk="0">
              <a:defRPr lang="zh-CN" sz="1200"/>
            </a:lvl5pPr>
            <a:lvl6pPr latinLnBrk="0">
              <a:defRPr lang="zh-CN" sz="1200"/>
            </a:lvl6pPr>
            <a:lvl7pPr latinLnBrk="0">
              <a:defRPr lang="zh-CN" sz="1200"/>
            </a:lvl7pPr>
            <a:lvl8pPr latinLnBrk="0">
              <a:defRPr lang="zh-CN" sz="1200"/>
            </a:lvl8pPr>
            <a:lvl9pPr latinLnBrk="0">
              <a:defRPr lang="zh-CN" sz="12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4" name="内容占位符 3"/>
          <p:cNvSpPr>
            <a:spLocks noGrp="1"/>
          </p:cNvSpPr>
          <p:nvPr>
            <p:ph sz="half" idx="2" hasCustomPrompt="1"/>
          </p:nvPr>
        </p:nvSpPr>
        <p:spPr>
          <a:xfrm>
            <a:off x="5654493" y="2056092"/>
            <a:ext cx="4396341" cy="4200245"/>
          </a:xfrm>
        </p:spPr>
        <p:txBody>
          <a:bodyPr>
            <a:normAutofit/>
          </a:bodyPr>
          <a:lstStyle>
            <a:lvl1pPr latinLnBrk="0">
              <a:defRPr lang="zh-CN" sz="1800"/>
            </a:lvl1pPr>
            <a:lvl2pPr latinLnBrk="0">
              <a:defRPr lang="zh-CN" sz="1600"/>
            </a:lvl2pPr>
            <a:lvl3pPr latinLnBrk="0">
              <a:defRPr lang="zh-CN" sz="1400"/>
            </a:lvl3pPr>
            <a:lvl4pPr latinLnBrk="0">
              <a:defRPr lang="zh-CN" sz="1200"/>
            </a:lvl4pPr>
            <a:lvl5pPr latinLnBrk="0">
              <a:defRPr lang="zh-CN" sz="1200"/>
            </a:lvl5pPr>
            <a:lvl6pPr latinLnBrk="0">
              <a:defRPr lang="zh-CN" sz="1200"/>
            </a:lvl6pPr>
            <a:lvl7pPr latinLnBrk="0">
              <a:defRPr lang="zh-CN" sz="1200"/>
            </a:lvl7pPr>
            <a:lvl8pPr latinLnBrk="0">
              <a:defRPr lang="zh-CN" sz="1200"/>
            </a:lvl8pPr>
            <a:lvl9pPr latinLnBrk="0">
              <a:defRPr lang="zh-CN" sz="12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5" name="日期占位符 4"/>
          <p:cNvSpPr>
            <a:spLocks noGrp="1"/>
          </p:cNvSpPr>
          <p:nvPr>
            <p:ph type="dt" sz="half" idx="10"/>
          </p:nvPr>
        </p:nvSpPr>
        <p:spPr/>
        <p:txBody>
          <a:bodyPr/>
          <a:lstStyle/>
          <a:p>
            <a:fld id="{40FF0622-75E4-48B8-A617-5428CA5926CE}" type="datetimeFigureOut">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BA875541-8164-4CC7-9F2F-6F0C49BB858D}" type="slidenum">
              <a:rPr/>
            </a:fld>
            <a:endParaRPr lang="zh-CN"/>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latinLnBrk="0">
              <a:defRPr lang="zh-CN"/>
            </a:lvl1pPr>
          </a:lstStyle>
          <a:p>
            <a:r>
              <a:rPr lang="zh-CN" altLang="en-US" smtClean="0"/>
              <a:t>单击此处编辑母版标题样式</a:t>
            </a:r>
            <a:endParaRPr lang="zh-CN"/>
          </a:p>
        </p:txBody>
      </p:sp>
      <p:sp>
        <p:nvSpPr>
          <p:cNvPr id="3" name="文本占位符 2"/>
          <p:cNvSpPr>
            <a:spLocks noGrp="1"/>
          </p:cNvSpPr>
          <p:nvPr>
            <p:ph type="body" idx="1" hasCustomPrompt="1"/>
          </p:nvPr>
        </p:nvSpPr>
        <p:spPr>
          <a:xfrm>
            <a:off x="1103313" y="1905000"/>
            <a:ext cx="4396338"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1103312" y="2514600"/>
            <a:ext cx="4396339" cy="3741738"/>
          </a:xfrm>
        </p:spPr>
        <p:txBody>
          <a:bodyPr>
            <a:normAutofit/>
          </a:bodyPr>
          <a:lstStyle>
            <a:lvl1pPr latinLnBrk="0">
              <a:defRPr lang="zh-CN" sz="1800"/>
            </a:lvl1pPr>
            <a:lvl2pPr latinLnBrk="0">
              <a:defRPr lang="zh-CN" sz="1600"/>
            </a:lvl2pPr>
            <a:lvl3pPr latinLnBrk="0">
              <a:defRPr lang="zh-CN" sz="1400"/>
            </a:lvl3pPr>
            <a:lvl4pPr latinLnBrk="0">
              <a:defRPr lang="zh-CN" sz="1200"/>
            </a:lvl4pPr>
            <a:lvl5pPr latinLnBrk="0">
              <a:defRPr lang="zh-CN" sz="1200"/>
            </a:lvl5pPr>
            <a:lvl6pPr latinLnBrk="0">
              <a:defRPr lang="zh-CN" sz="1200"/>
            </a:lvl6pPr>
            <a:lvl7pPr latinLnBrk="0">
              <a:defRPr lang="zh-CN" sz="1200"/>
            </a:lvl7pPr>
            <a:lvl8pPr latinLnBrk="0">
              <a:defRPr lang="zh-CN" sz="1200"/>
            </a:lvl8pPr>
            <a:lvl9pPr latinLnBrk="0">
              <a:defRPr lang="zh-CN" sz="12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5" name="文本占位符 4"/>
          <p:cNvSpPr>
            <a:spLocks noGrp="1"/>
          </p:cNvSpPr>
          <p:nvPr>
            <p:ph type="body" sz="quarter" idx="3" hasCustomPrompt="1"/>
          </p:nvPr>
        </p:nvSpPr>
        <p:spPr>
          <a:xfrm>
            <a:off x="5654495" y="1905000"/>
            <a:ext cx="4396339"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5654495" y="2514600"/>
            <a:ext cx="4396339" cy="3741738"/>
          </a:xfrm>
        </p:spPr>
        <p:txBody>
          <a:bodyPr>
            <a:normAutofit/>
          </a:bodyPr>
          <a:lstStyle>
            <a:lvl1pPr latinLnBrk="0">
              <a:defRPr lang="zh-CN" sz="1800"/>
            </a:lvl1pPr>
            <a:lvl2pPr latinLnBrk="0">
              <a:defRPr lang="zh-CN" sz="1600"/>
            </a:lvl2pPr>
            <a:lvl3pPr latinLnBrk="0">
              <a:defRPr lang="zh-CN" sz="1400"/>
            </a:lvl3pPr>
            <a:lvl4pPr latinLnBrk="0">
              <a:defRPr lang="zh-CN" sz="1200"/>
            </a:lvl4pPr>
            <a:lvl5pPr latinLnBrk="0">
              <a:defRPr lang="zh-CN" sz="1200"/>
            </a:lvl5pPr>
            <a:lvl6pPr latinLnBrk="0">
              <a:defRPr lang="zh-CN" sz="1200"/>
            </a:lvl6pPr>
            <a:lvl7pPr latinLnBrk="0">
              <a:defRPr lang="zh-CN" sz="1200"/>
            </a:lvl7pPr>
            <a:lvl8pPr latinLnBrk="0">
              <a:defRPr lang="zh-CN" sz="1200"/>
            </a:lvl8pPr>
            <a:lvl9pPr latinLnBrk="0">
              <a:defRPr lang="zh-CN" sz="12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7" name="日期占位符 6"/>
          <p:cNvSpPr>
            <a:spLocks noGrp="1"/>
          </p:cNvSpPr>
          <p:nvPr>
            <p:ph type="dt" sz="half" idx="10"/>
          </p:nvPr>
        </p:nvSpPr>
        <p:spPr/>
        <p:txBody>
          <a:bodyPr/>
          <a:lstStyle/>
          <a:p>
            <a:fld id="{40FF0622-75E4-48B8-A617-5428CA5926CE}" type="datetimeFigureOut">
              <a:rPr/>
            </a:fld>
            <a:endParaRPr lang="zh-CN"/>
          </a:p>
        </p:txBody>
      </p:sp>
      <p:sp>
        <p:nvSpPr>
          <p:cNvPr id="8" name="页脚占位符 7"/>
          <p:cNvSpPr>
            <a:spLocks noGrp="1"/>
          </p:cNvSpPr>
          <p:nvPr>
            <p:ph type="ftr" sz="quarter" idx="11"/>
          </p:nvPr>
        </p:nvSpPr>
        <p:spPr/>
        <p:txBody>
          <a:bodyPr/>
          <a:lstStyle/>
          <a:p>
            <a:endParaRPr lang="zh-CN"/>
          </a:p>
        </p:txBody>
      </p:sp>
      <p:sp>
        <p:nvSpPr>
          <p:cNvPr id="9" name="幻灯片编号占位符 8"/>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7" name="日期占位符 2"/>
          <p:cNvSpPr>
            <a:spLocks noGrp="1"/>
          </p:cNvSpPr>
          <p:nvPr>
            <p:ph type="dt" sz="half" idx="10"/>
          </p:nvPr>
        </p:nvSpPr>
        <p:spPr/>
        <p:txBody>
          <a:bodyPr/>
          <a:lstStyle/>
          <a:p>
            <a:fld id="{40FF0622-75E4-48B8-A617-5428CA5926CE}" type="datetimeFigureOut">
              <a:rPr/>
            </a:fld>
            <a:endParaRPr lang="zh-CN"/>
          </a:p>
        </p:txBody>
      </p:sp>
      <p:sp>
        <p:nvSpPr>
          <p:cNvPr id="5" name="页脚占位符 3"/>
          <p:cNvSpPr>
            <a:spLocks noGrp="1"/>
          </p:cNvSpPr>
          <p:nvPr>
            <p:ph type="ftr" sz="quarter" idx="11"/>
          </p:nvPr>
        </p:nvSpPr>
        <p:spPr/>
        <p:txBody>
          <a:bodyPr/>
          <a:lstStyle/>
          <a:p>
            <a:endParaRPr lang="zh-CN"/>
          </a:p>
        </p:txBody>
      </p:sp>
      <p:sp>
        <p:nvSpPr>
          <p:cNvPr id="6" name="幻灯片编号占位符 4"/>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日期占位符 1"/>
          <p:cNvSpPr>
            <a:spLocks noGrp="1"/>
          </p:cNvSpPr>
          <p:nvPr>
            <p:ph type="dt" sz="half" idx="10"/>
          </p:nvPr>
        </p:nvSpPr>
        <p:spPr/>
        <p:txBody>
          <a:bodyPr/>
          <a:lstStyle/>
          <a:p>
            <a:fld id="{40FF0622-75E4-48B8-A617-5428CA5926CE}" type="datetimeFigureOut">
              <a:rPr/>
            </a:fld>
            <a:endParaRPr lang="zh-CN"/>
          </a:p>
        </p:txBody>
      </p:sp>
      <p:sp>
        <p:nvSpPr>
          <p:cNvPr id="5" name="页脚占位符 2"/>
          <p:cNvSpPr>
            <a:spLocks noGrp="1"/>
          </p:cNvSpPr>
          <p:nvPr>
            <p:ph type="ftr" sz="quarter" idx="11"/>
          </p:nvPr>
        </p:nvSpPr>
        <p:spPr/>
        <p:txBody>
          <a:bodyPr/>
          <a:lstStyle/>
          <a:p>
            <a:endParaRPr lang="zh-CN"/>
          </a:p>
        </p:txBody>
      </p:sp>
      <p:sp>
        <p:nvSpPr>
          <p:cNvPr id="6" name="幻灯片编号占位符 3"/>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题注">
    <p:spTree>
      <p:nvGrpSpPr>
        <p:cNvPr id="1" name=""/>
        <p:cNvGrpSpPr/>
        <p:nvPr/>
      </p:nvGrpSpPr>
      <p:grpSpPr>
        <a:xfrm>
          <a:off x="0" y="0"/>
          <a:ext cx="0" cy="0"/>
          <a:chOff x="0" y="0"/>
          <a:chExt cx="0" cy="0"/>
        </a:xfrm>
      </p:grpSpPr>
      <p:sp>
        <p:nvSpPr>
          <p:cNvPr id="2" name="标题 1"/>
          <p:cNvSpPr>
            <a:spLocks noGrp="1"/>
          </p:cNvSpPr>
          <p:nvPr>
            <p:ph type="title"/>
          </p:nvPr>
        </p:nvSpPr>
        <p:spPr>
          <a:xfrm>
            <a:off x="1154954" y="1447800"/>
            <a:ext cx="3401064" cy="1447800"/>
          </a:xfrm>
        </p:spPr>
        <p:txBody>
          <a:bodyPr anchor="b"/>
          <a:lstStyle>
            <a:lvl1pPr algn="l" latinLnBrk="0">
              <a:defRPr lang="zh-CN" sz="2400" b="0"/>
            </a:lvl1pPr>
          </a:lstStyle>
          <a:p>
            <a:r>
              <a:rPr lang="zh-CN" altLang="en-US" smtClean="0"/>
              <a:t>单击此处编辑母版标题样式</a:t>
            </a:r>
            <a:endParaRPr lang="zh-CN"/>
          </a:p>
        </p:txBody>
      </p:sp>
      <p:sp>
        <p:nvSpPr>
          <p:cNvPr id="3" name="内容占位符 2"/>
          <p:cNvSpPr>
            <a:spLocks noGrp="1"/>
          </p:cNvSpPr>
          <p:nvPr>
            <p:ph idx="1" hasCustomPrompt="1"/>
          </p:nvPr>
        </p:nvSpPr>
        <p:spPr>
          <a:xfrm>
            <a:off x="4784616" y="1447800"/>
            <a:ext cx="5195997" cy="4572000"/>
          </a:xfrm>
        </p:spPr>
        <p:txBody>
          <a:bodyPr anchor="ct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400"/>
            </a:lvl6pPr>
            <a:lvl7pPr latinLnBrk="0">
              <a:defRPr lang="zh-CN" sz="1400"/>
            </a:lvl7pPr>
            <a:lvl8pPr latinLnBrk="0">
              <a:defRPr lang="zh-CN" sz="1400"/>
            </a:lvl8pPr>
            <a:lvl9pPr latinLnBrk="0">
              <a:defRPr lang="zh-CN" sz="14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p>
        </p:txBody>
      </p:sp>
      <p:sp>
        <p:nvSpPr>
          <p:cNvPr id="4" name="文本占位符 3"/>
          <p:cNvSpPr>
            <a:spLocks noGrp="1"/>
          </p:cNvSpPr>
          <p:nvPr>
            <p:ph type="body" sz="half" idx="2" hasCustomPrompt="1"/>
          </p:nvPr>
        </p:nvSpPr>
        <p:spPr>
          <a:xfrm>
            <a:off x="1154954" y="3129280"/>
            <a:ext cx="3401063" cy="2895599"/>
          </a:xfrm>
        </p:spPr>
        <p:txBody>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7" name="日期占位符 4"/>
          <p:cNvSpPr>
            <a:spLocks noGrp="1"/>
          </p:cNvSpPr>
          <p:nvPr>
            <p:ph type="dt" sz="half" idx="10"/>
          </p:nvPr>
        </p:nvSpPr>
        <p:spPr/>
        <p:txBody>
          <a:bodyPr/>
          <a:lstStyle/>
          <a:p>
            <a:fld id="{40FF0622-75E4-48B8-A617-5428CA5926CE}" type="datetimeFigureOut">
              <a:rPr/>
            </a:fld>
            <a:endParaRPr lang="zh-CN"/>
          </a:p>
        </p:txBody>
      </p:sp>
      <p:sp>
        <p:nvSpPr>
          <p:cNvPr id="5" name="页脚占位符 5"/>
          <p:cNvSpPr>
            <a:spLocks noGrp="1"/>
          </p:cNvSpPr>
          <p:nvPr>
            <p:ph type="ftr" sz="quarter" idx="11"/>
          </p:nvPr>
        </p:nvSpPr>
        <p:spPr/>
        <p:txBody>
          <a:bodyPr/>
          <a:lstStyle/>
          <a:p>
            <a:endParaRPr lang="zh-CN"/>
          </a:p>
        </p:txBody>
      </p:sp>
      <p:sp>
        <p:nvSpPr>
          <p:cNvPr id="6" name="幻灯片编号占位符 6"/>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题注">
    <p:spTree>
      <p:nvGrpSpPr>
        <p:cNvPr id="1" name=""/>
        <p:cNvGrpSpPr/>
        <p:nvPr/>
      </p:nvGrpSpPr>
      <p:grpSpPr>
        <a:xfrm>
          <a:off x="0" y="0"/>
          <a:ext cx="0" cy="0"/>
          <a:chOff x="0" y="0"/>
          <a:chExt cx="0" cy="0"/>
        </a:xfrm>
      </p:grpSpPr>
      <p:sp>
        <p:nvSpPr>
          <p:cNvPr id="2" name="标题 1"/>
          <p:cNvSpPr>
            <a:spLocks noGrp="1"/>
          </p:cNvSpPr>
          <p:nvPr>
            <p:ph type="title"/>
          </p:nvPr>
        </p:nvSpPr>
        <p:spPr>
          <a:xfrm>
            <a:off x="1153907" y="1854192"/>
            <a:ext cx="5092906" cy="1574808"/>
          </a:xfrm>
        </p:spPr>
        <p:txBody>
          <a:bodyPr anchor="b">
            <a:normAutofit/>
          </a:bodyPr>
          <a:lstStyle>
            <a:lvl1pPr algn="l" latinLnBrk="0">
              <a:defRPr lang="zh-CN" sz="3600" b="0"/>
            </a:lvl1pPr>
          </a:lstStyle>
          <a:p>
            <a:r>
              <a:rPr lang="zh-CN" altLang="en-US" smtClean="0"/>
              <a:t>单击此处编辑母版标题样式</a:t>
            </a:r>
            <a:endParaRPr lang="zh-CN"/>
          </a:p>
        </p:txBody>
      </p:sp>
      <p:sp>
        <p:nvSpPr>
          <p:cNvPr id="3" name="图片占位符 2"/>
          <p:cNvSpPr>
            <a:spLocks noGrp="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ctr">
            <a:normAutofit/>
          </a:bodyPr>
          <a:lstStyle>
            <a:lvl1pPr marL="0" indent="0" algn="ctr" latinLnBrk="0">
              <a:buNone/>
              <a:defRPr lang="zh-CN" sz="16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a:p>
        </p:txBody>
      </p:sp>
      <p:sp>
        <p:nvSpPr>
          <p:cNvPr id="4" name="文本占位符 3"/>
          <p:cNvSpPr>
            <a:spLocks noGrp="1"/>
          </p:cNvSpPr>
          <p:nvPr>
            <p:ph type="body" sz="half" idx="2" hasCustomPrompt="1"/>
          </p:nvPr>
        </p:nvSpPr>
        <p:spPr>
          <a:xfrm>
            <a:off x="1154954" y="3657600"/>
            <a:ext cx="5084979" cy="1371600"/>
          </a:xfrm>
        </p:spPr>
        <p:txBody>
          <a:bodyPr>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40FF0622-75E4-48B8-A617-5428CA5926CE}" type="datetimeFigureOut">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全景图片与题注">
    <p:spTree>
      <p:nvGrpSpPr>
        <p:cNvPr id="1" name=""/>
        <p:cNvGrpSpPr/>
        <p:nvPr/>
      </p:nvGrpSpPr>
      <p:grpSpPr>
        <a:xfrm>
          <a:off x="0" y="0"/>
          <a:ext cx="0" cy="0"/>
          <a:chOff x="0" y="0"/>
          <a:chExt cx="0" cy="0"/>
        </a:xfrm>
      </p:grpSpPr>
      <p:sp>
        <p:nvSpPr>
          <p:cNvPr id="2" name="标题 1"/>
          <p:cNvSpPr>
            <a:spLocks noGrp="1"/>
          </p:cNvSpPr>
          <p:nvPr>
            <p:ph type="title"/>
          </p:nvPr>
        </p:nvSpPr>
        <p:spPr>
          <a:xfrm>
            <a:off x="1154956" y="4800587"/>
            <a:ext cx="8825657" cy="566738"/>
          </a:xfrm>
        </p:spPr>
        <p:txBody>
          <a:bodyPr anchor="b">
            <a:normAutofit/>
          </a:bodyPr>
          <a:lstStyle>
            <a:lvl1pPr algn="l" latinLnBrk="0">
              <a:defRPr lang="zh-CN" sz="2400" b="0"/>
            </a:lvl1pPr>
          </a:lstStyle>
          <a:p>
            <a:r>
              <a:rPr lang="zh-CN" altLang="en-US" smtClean="0"/>
              <a:t>单击此处编辑母版标题样式</a:t>
            </a:r>
            <a:endParaRPr lang="zh-CN"/>
          </a:p>
        </p:txBody>
      </p:sp>
      <p:sp>
        <p:nvSpPr>
          <p:cNvPr id="3" name="图片占位符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ctr">
            <a:normAutofit/>
          </a:bodyPr>
          <a:lstStyle>
            <a:lvl1pPr marL="0" indent="0" algn="ctr" latinLnBrk="0">
              <a:buNone/>
              <a:defRPr lang="zh-CN" sz="16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a:p>
        </p:txBody>
      </p:sp>
      <p:sp>
        <p:nvSpPr>
          <p:cNvPr id="4" name="文本占位符 3"/>
          <p:cNvSpPr>
            <a:spLocks noGrp="1"/>
          </p:cNvSpPr>
          <p:nvPr>
            <p:ph type="body" sz="half" idx="2" hasCustomPrompt="1"/>
          </p:nvPr>
        </p:nvSpPr>
        <p:spPr>
          <a:xfrm>
            <a:off x="1154956" y="5367325"/>
            <a:ext cx="8825656" cy="493712"/>
          </a:xfrm>
        </p:spPr>
        <p:txBody>
          <a:bodyPr>
            <a:normAutofit/>
          </a:bodyPr>
          <a:lstStyle>
            <a:lvl1pPr marL="0" indent="0" latinLnBrk="0">
              <a:buNone/>
              <a:defRPr lang="zh-CN" sz="12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40FF0622-75E4-48B8-A617-5428CA5926CE}" type="datetimeFigureOut">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题注">
    <p:spTree>
      <p:nvGrpSpPr>
        <p:cNvPr id="1" name=""/>
        <p:cNvGrpSpPr/>
        <p:nvPr/>
      </p:nvGrpSpPr>
      <p:grpSpPr>
        <a:xfrm>
          <a:off x="0" y="0"/>
          <a:ext cx="0" cy="0"/>
          <a:chOff x="0" y="0"/>
          <a:chExt cx="0" cy="0"/>
        </a:xfrm>
      </p:grpSpPr>
      <p:sp>
        <p:nvSpPr>
          <p:cNvPr id="2" name="标题 1"/>
          <p:cNvSpPr>
            <a:spLocks noGrp="1"/>
          </p:cNvSpPr>
          <p:nvPr>
            <p:ph type="title"/>
          </p:nvPr>
        </p:nvSpPr>
        <p:spPr>
          <a:xfrm>
            <a:off x="1154954" y="1447800"/>
            <a:ext cx="8825659" cy="1981200"/>
          </a:xfrm>
        </p:spPr>
        <p:txBody>
          <a:bodyPr/>
          <a:lstStyle>
            <a:lvl1pPr latinLnBrk="0">
              <a:defRPr lang="zh-CN" sz="4800"/>
            </a:lvl1pPr>
          </a:lstStyle>
          <a:p>
            <a:r>
              <a:rPr lang="zh-CN" altLang="en-US" smtClean="0"/>
              <a:t>单击此处编辑母版标题样式</a:t>
            </a:r>
            <a:endParaRPr lang="zh-CN"/>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
        <p:nvSpPr>
          <p:cNvPr id="8" name="文本占位符 3"/>
          <p:cNvSpPr>
            <a:spLocks noGrp="1"/>
          </p:cNvSpPr>
          <p:nvPr>
            <p:ph type="body" sz="half" idx="2" hasCustomPrompt="1"/>
          </p:nvPr>
        </p:nvSpPr>
        <p:spPr>
          <a:xfrm>
            <a:off x="1154954" y="3657600"/>
            <a:ext cx="8825659" cy="2362200"/>
          </a:xfrm>
        </p:spPr>
        <p:txBody>
          <a:bodyPr anchor="ctr">
            <a:normAutofit/>
          </a:bodyPr>
          <a:lstStyle>
            <a:lvl1pPr marL="0" indent="0" latinLnBrk="0">
              <a:buNone/>
              <a:defRPr lang="zh-CN" sz="18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言与题注">
    <p:spTree>
      <p:nvGrpSpPr>
        <p:cNvPr id="1" name=""/>
        <p:cNvGrpSpPr/>
        <p:nvPr/>
      </p:nvGrpSpPr>
      <p:grpSpPr>
        <a:xfrm>
          <a:off x="0" y="0"/>
          <a:ext cx="0" cy="0"/>
          <a:chOff x="0" y="0"/>
          <a:chExt cx="0" cy="0"/>
        </a:xfrm>
      </p:grpSpPr>
      <p:sp>
        <p:nvSpPr>
          <p:cNvPr id="2" name="标题 1"/>
          <p:cNvSpPr>
            <a:spLocks noGrp="1"/>
          </p:cNvSpPr>
          <p:nvPr>
            <p:ph type="title"/>
          </p:nvPr>
        </p:nvSpPr>
        <p:spPr>
          <a:xfrm>
            <a:off x="1574801" y="1447800"/>
            <a:ext cx="7999315" cy="2323374"/>
          </a:xfrm>
        </p:spPr>
        <p:txBody>
          <a:bodyPr/>
          <a:lstStyle>
            <a:lvl1pPr latinLnBrk="0">
              <a:defRPr lang="zh-CN" sz="4800"/>
            </a:lvl1pPr>
          </a:lstStyle>
          <a:p>
            <a:r>
              <a:rPr lang="zh-CN" altLang="en-US" smtClean="0"/>
              <a:t>单击此处编辑母版标题样式</a:t>
            </a:r>
            <a:endParaRPr lang="zh-CN"/>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
        <p:nvSpPr>
          <p:cNvPr id="10" name="文本占位符 3"/>
          <p:cNvSpPr>
            <a:spLocks noGrp="1"/>
          </p:cNvSpPr>
          <p:nvPr>
            <p:ph type="body" sz="half" idx="2" hasCustomPrompt="1"/>
          </p:nvPr>
        </p:nvSpPr>
        <p:spPr>
          <a:xfrm>
            <a:off x="1154954" y="4350657"/>
            <a:ext cx="8825659" cy="1676400"/>
          </a:xfrm>
        </p:spPr>
        <p:txBody>
          <a:bodyPr anchor="ctr">
            <a:normAutofit/>
          </a:bodyPr>
          <a:lstStyle>
            <a:lvl1pPr marL="0" indent="0" latinLnBrk="0">
              <a:buNone/>
              <a:defRPr lang="zh-CN" sz="18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14" name="文本占位符 3"/>
          <p:cNvSpPr>
            <a:spLocks noGrp="1"/>
          </p:cNvSpPr>
          <p:nvPr>
            <p:ph type="body" sz="half" idx="13" hasCustomPrompt="1"/>
          </p:nvPr>
        </p:nvSpPr>
        <p:spPr>
          <a:xfrm>
            <a:off x="1930400" y="3771174"/>
            <a:ext cx="7385828" cy="342174"/>
          </a:xfrm>
        </p:spPr>
        <p:txBody>
          <a:bodyPr anchor="t">
            <a:normAutofit/>
          </a:bodyPr>
          <a:lstStyle>
            <a:lvl1pPr marL="0" indent="0" latinLnBrk="0">
              <a:buNone/>
              <a:defRPr lang="zh-CN" sz="1400" b="0" kern="1200" cap="small">
                <a:solidFill>
                  <a:schemeClr val="accent1"/>
                </a:solidFill>
                <a:latin typeface="+mj-lt"/>
                <a:ea typeface="Microsoft YaHei UI" panose="020B0503020204020204" pitchFamily="34" charset="-122"/>
                <a:cs typeface="+mj-cs"/>
              </a:defRPr>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11" name="文本框 10"/>
          <p:cNvSpPr txBox="1"/>
          <p:nvPr/>
        </p:nvSpPr>
        <p:spPr>
          <a:xfrm>
            <a:off x="898295" y="971253"/>
            <a:ext cx="801912" cy="1969770"/>
          </a:xfrm>
          <a:prstGeom prst="rect">
            <a:avLst/>
          </a:prstGeom>
          <a:noFill/>
        </p:spPr>
        <p:txBody>
          <a:bodyPr wrap="square" rtlCol="0">
            <a:spAutoFit/>
          </a:bodyPr>
          <a:lstStyle>
            <a:defPPr>
              <a:defRPr lang="zh-CN"/>
            </a:defPPr>
            <a:lvl1pPr algn="r" latinLnBrk="0">
              <a:defRPr lang="zh-CN" sz="12200" b="0">
                <a:solidFill>
                  <a:schemeClr val="accent1"/>
                </a:solidFill>
                <a:latin typeface="Arial" panose="020B0604020202020204"/>
                <a:ea typeface="+mj-ea"/>
                <a:cs typeface="+mj-cs"/>
              </a:defRPr>
            </a:lvl1pPr>
          </a:lstStyle>
          <a:p>
            <a:pPr lvl="0"/>
            <a:r>
              <a:rPr lang="zh-CN" dirty="0">
                <a:ea typeface="Microsoft YaHei UI" panose="020B0503020204020204" pitchFamily="34" charset="-122"/>
              </a:rPr>
              <a:t>“</a:t>
            </a:r>
            <a:endParaRPr lang="zh-CN" dirty="0">
              <a:ea typeface="Microsoft YaHei UI" panose="020B0503020204020204" pitchFamily="34" charset="-122"/>
            </a:endParaRPr>
          </a:p>
        </p:txBody>
      </p:sp>
      <p:sp>
        <p:nvSpPr>
          <p:cNvPr id="13" name="文本框 12"/>
          <p:cNvSpPr txBox="1"/>
          <p:nvPr/>
        </p:nvSpPr>
        <p:spPr>
          <a:xfrm>
            <a:off x="9330490" y="2613787"/>
            <a:ext cx="801912" cy="1969770"/>
          </a:xfrm>
          <a:prstGeom prst="rect">
            <a:avLst/>
          </a:prstGeom>
          <a:noFill/>
        </p:spPr>
        <p:txBody>
          <a:bodyPr wrap="square" rtlCol="0">
            <a:spAutoFit/>
          </a:bodyPr>
          <a:lstStyle>
            <a:defPPr>
              <a:defRPr lang="zh-CN"/>
            </a:defPPr>
            <a:lvl1pPr algn="r" latinLnBrk="0">
              <a:defRPr lang="zh-CN" sz="12200" b="0">
                <a:solidFill>
                  <a:schemeClr val="accent1"/>
                </a:solidFill>
                <a:latin typeface="Arial" panose="020B0604020202020204"/>
                <a:ea typeface="+mj-ea"/>
                <a:cs typeface="+mj-cs"/>
              </a:defRPr>
            </a:lvl1pPr>
          </a:lstStyle>
          <a:p>
            <a:pPr lvl="0"/>
            <a:r>
              <a:rPr lang="zh-CN" dirty="0">
                <a:ea typeface="Microsoft YaHei UI" panose="020B0503020204020204" pitchFamily="34" charset="-122"/>
              </a:rPr>
              <a:t>”</a:t>
            </a:r>
            <a:endParaRPr lang="zh-CN" dirty="0">
              <a:ea typeface="Microsoft YaHei UI"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名片">
    <p:spTree>
      <p:nvGrpSpPr>
        <p:cNvPr id="1" name=""/>
        <p:cNvGrpSpPr/>
        <p:nvPr/>
      </p:nvGrpSpPr>
      <p:grpSpPr>
        <a:xfrm>
          <a:off x="0" y="0"/>
          <a:ext cx="0" cy="0"/>
          <a:chOff x="0" y="0"/>
          <a:chExt cx="0" cy="0"/>
        </a:xfrm>
      </p:grpSpPr>
      <p:sp>
        <p:nvSpPr>
          <p:cNvPr id="2" name="标题 1"/>
          <p:cNvSpPr>
            <a:spLocks noGrp="1"/>
          </p:cNvSpPr>
          <p:nvPr>
            <p:ph type="title"/>
          </p:nvPr>
        </p:nvSpPr>
        <p:spPr>
          <a:xfrm>
            <a:off x="1154954" y="3124201"/>
            <a:ext cx="8825659" cy="1653180"/>
          </a:xfrm>
        </p:spPr>
        <p:txBody>
          <a:bodyPr anchor="b"/>
          <a:lstStyle>
            <a:lvl1pPr algn="l" latinLnBrk="0">
              <a:defRPr lang="zh-CN" sz="4000" b="0" cap="none"/>
            </a:lvl1pPr>
          </a:lstStyle>
          <a:p>
            <a:r>
              <a:rPr lang="zh-CN" altLang="en-US" smtClean="0"/>
              <a:t>单击此处编辑母版标题样式</a:t>
            </a:r>
            <a:endParaRPr lang="zh-CN"/>
          </a:p>
        </p:txBody>
      </p:sp>
      <p:sp>
        <p:nvSpPr>
          <p:cNvPr id="3" name="文本占位符 2"/>
          <p:cNvSpPr>
            <a:spLocks noGrp="1"/>
          </p:cNvSpPr>
          <p:nvPr>
            <p:ph type="body" idx="1" hasCustomPrompt="1"/>
          </p:nvPr>
        </p:nvSpPr>
        <p:spPr>
          <a:xfrm>
            <a:off x="1154955" y="4777381"/>
            <a:ext cx="8825658" cy="860400"/>
          </a:xfrm>
        </p:spPr>
        <p:txBody>
          <a:bodyPr anchor="t"/>
          <a:lstStyle>
            <a:lvl1pPr marL="0" indent="0" algn="l" latinLnBrk="0">
              <a:buNone/>
              <a:defRPr lang="zh-CN" sz="2000" cap="none">
                <a:solidFill>
                  <a:schemeClr val="accent1"/>
                </a:solidFill>
              </a:defRPr>
            </a:lvl1pPr>
            <a:lvl2pPr marL="457200" indent="0" latinLnBrk="0">
              <a:buNone/>
              <a:defRPr lang="zh-CN" sz="1800">
                <a:solidFill>
                  <a:schemeClr val="tx1">
                    <a:tint val="75000"/>
                  </a:schemeClr>
                </a:solidFill>
              </a:defRPr>
            </a:lvl2pPr>
            <a:lvl3pPr marL="914400" indent="0" latinLnBrk="0">
              <a:buNone/>
              <a:defRPr lang="zh-CN" sz="1600">
                <a:solidFill>
                  <a:schemeClr val="tx1">
                    <a:tint val="75000"/>
                  </a:schemeClr>
                </a:solidFill>
              </a:defRPr>
            </a:lvl3pPr>
            <a:lvl4pPr marL="1371600" indent="0" latinLnBrk="0">
              <a:buNone/>
              <a:defRPr lang="zh-CN" sz="1400">
                <a:solidFill>
                  <a:schemeClr val="tx1">
                    <a:tint val="75000"/>
                  </a:schemeClr>
                </a:solidFill>
              </a:defRPr>
            </a:lvl4pPr>
            <a:lvl5pPr marL="1828800" indent="0" latinLnBrk="0">
              <a:buNone/>
              <a:defRPr lang="zh-CN" sz="1400">
                <a:solidFill>
                  <a:schemeClr val="tx1">
                    <a:tint val="75000"/>
                  </a:schemeClr>
                </a:solidFill>
              </a:defRPr>
            </a:lvl5pPr>
            <a:lvl6pPr marL="2286000" indent="0" latinLnBrk="0">
              <a:buNone/>
              <a:defRPr lang="zh-CN" sz="1400">
                <a:solidFill>
                  <a:schemeClr val="tx1">
                    <a:tint val="75000"/>
                  </a:schemeClr>
                </a:solidFill>
              </a:defRPr>
            </a:lvl6pPr>
            <a:lvl7pPr marL="2743200" indent="0" latinLnBrk="0">
              <a:buNone/>
              <a:defRPr lang="zh-CN" sz="1400">
                <a:solidFill>
                  <a:schemeClr val="tx1">
                    <a:tint val="75000"/>
                  </a:schemeClr>
                </a:solidFill>
              </a:defRPr>
            </a:lvl7pPr>
            <a:lvl8pPr marL="3200400" indent="0" latinLnBrk="0">
              <a:buNone/>
              <a:defRPr lang="zh-CN" sz="1400">
                <a:solidFill>
                  <a:schemeClr val="tx1">
                    <a:tint val="75000"/>
                  </a:schemeClr>
                </a:solidFill>
              </a:defRPr>
            </a:lvl8pPr>
            <a:lvl9pPr marL="3657600" indent="0" latinLnBrk="0">
              <a:buNone/>
              <a:defRPr lang="zh-CN" sz="14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标题 1"/>
          <p:cNvSpPr>
            <a:spLocks noGrp="1"/>
          </p:cNvSpPr>
          <p:nvPr>
            <p:ph type="title"/>
          </p:nvPr>
        </p:nvSpPr>
        <p:spPr>
          <a:xfrm>
            <a:off x="1574801" y="1447800"/>
            <a:ext cx="7999315" cy="3163026"/>
          </a:xfrm>
        </p:spPr>
        <p:txBody>
          <a:bodyPr/>
          <a:lstStyle>
            <a:lvl1pPr latinLnBrk="0">
              <a:defRPr lang="zh-CN" sz="4800"/>
            </a:lvl1pPr>
          </a:lstStyle>
          <a:p>
            <a:r>
              <a:rPr lang="zh-CN" altLang="en-US" smtClean="0"/>
              <a:t>单击此处编辑母版标题样式</a:t>
            </a:r>
            <a:endParaRPr lang="zh-CN"/>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
        <p:nvSpPr>
          <p:cNvPr id="8" name="文本占位符 3"/>
          <p:cNvSpPr>
            <a:spLocks noGrp="1"/>
          </p:cNvSpPr>
          <p:nvPr>
            <p:ph type="body" sz="half" idx="2" hasCustomPrompt="1"/>
          </p:nvPr>
        </p:nvSpPr>
        <p:spPr>
          <a:xfrm>
            <a:off x="1574801" y="4953000"/>
            <a:ext cx="7999315" cy="1074057"/>
          </a:xfrm>
        </p:spPr>
        <p:txBody>
          <a:bodyPr anchor="t">
            <a:normAutofit/>
          </a:bodyPr>
          <a:lstStyle>
            <a:lvl1pPr marL="0" indent="0" latinLnBrk="0">
              <a:buNone/>
              <a:defRPr lang="zh-CN" sz="1800" b="0" kern="1200">
                <a:solidFill>
                  <a:schemeClr val="accent1"/>
                </a:solidFill>
                <a:latin typeface="+mj-lt"/>
                <a:ea typeface="Microsoft YaHei UI" panose="020B0503020204020204" pitchFamily="34" charset="-122"/>
                <a:cs typeface="+mj-cs"/>
              </a:defRPr>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11" name="文本框 10"/>
          <p:cNvSpPr txBox="1"/>
          <p:nvPr/>
        </p:nvSpPr>
        <p:spPr>
          <a:xfrm>
            <a:off x="9334033" y="3316513"/>
            <a:ext cx="801912" cy="1969770"/>
          </a:xfrm>
          <a:prstGeom prst="rect">
            <a:avLst/>
          </a:prstGeom>
          <a:noFill/>
        </p:spPr>
        <p:txBody>
          <a:bodyPr wrap="square" rtlCol="0">
            <a:spAutoFit/>
          </a:bodyPr>
          <a:lstStyle>
            <a:defPPr>
              <a:defRPr lang="zh-CN"/>
            </a:defPPr>
            <a:lvl1pPr algn="r" latinLnBrk="0">
              <a:defRPr lang="zh-CN" sz="12200" b="0">
                <a:solidFill>
                  <a:schemeClr val="accent1"/>
                </a:solidFill>
                <a:latin typeface="Arial" panose="020B0604020202020204"/>
                <a:ea typeface="+mj-ea"/>
                <a:cs typeface="+mj-cs"/>
              </a:defRPr>
            </a:lvl1pPr>
          </a:lstStyle>
          <a:p>
            <a:pPr lvl="0"/>
            <a:r>
              <a:rPr lang="zh-CN" dirty="0">
                <a:ea typeface="Microsoft YaHei UI" panose="020B0503020204020204" pitchFamily="34" charset="-122"/>
              </a:rPr>
              <a:t>”</a:t>
            </a:r>
            <a:endParaRPr lang="zh-CN" dirty="0">
              <a:ea typeface="Microsoft YaHei UI" panose="020B0503020204020204" pitchFamily="34" charset="-122"/>
            </a:endParaRPr>
          </a:p>
        </p:txBody>
      </p:sp>
      <p:sp>
        <p:nvSpPr>
          <p:cNvPr id="14" name="文本框 13"/>
          <p:cNvSpPr txBox="1"/>
          <p:nvPr/>
        </p:nvSpPr>
        <p:spPr>
          <a:xfrm>
            <a:off x="898295" y="971253"/>
            <a:ext cx="801912" cy="1969770"/>
          </a:xfrm>
          <a:prstGeom prst="rect">
            <a:avLst/>
          </a:prstGeom>
          <a:noFill/>
        </p:spPr>
        <p:txBody>
          <a:bodyPr wrap="square" rtlCol="0">
            <a:spAutoFit/>
          </a:bodyPr>
          <a:lstStyle>
            <a:defPPr>
              <a:defRPr lang="zh-CN"/>
            </a:defPPr>
            <a:lvl1pPr algn="r" latinLnBrk="0">
              <a:defRPr lang="zh-CN" sz="12200" b="0">
                <a:solidFill>
                  <a:schemeClr val="accent1"/>
                </a:solidFill>
                <a:latin typeface="Arial" panose="020B0604020202020204"/>
                <a:ea typeface="+mj-ea"/>
                <a:cs typeface="+mj-cs"/>
              </a:defRPr>
            </a:lvl1pPr>
          </a:lstStyle>
          <a:p>
            <a:pPr lvl="0"/>
            <a:r>
              <a:rPr lang="zh-CN" dirty="0">
                <a:ea typeface="Microsoft YaHei UI" panose="020B0503020204020204" pitchFamily="34" charset="-122"/>
              </a:rPr>
              <a:t>“</a:t>
            </a:r>
            <a:endParaRPr lang="zh-CN" dirty="0">
              <a:ea typeface="Microsoft YaHei UI" panose="020B0503020204020204" pitchFamily="3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标题 1"/>
          <p:cNvSpPr>
            <a:spLocks noGrp="1"/>
          </p:cNvSpPr>
          <p:nvPr>
            <p:ph type="title"/>
          </p:nvPr>
        </p:nvSpPr>
        <p:spPr>
          <a:xfrm>
            <a:off x="1154954" y="1447800"/>
            <a:ext cx="8825659" cy="1981200"/>
          </a:xfrm>
        </p:spPr>
        <p:txBody>
          <a:bodyPr/>
          <a:lstStyle>
            <a:lvl1pPr latinLnBrk="0">
              <a:defRPr lang="zh-CN" sz="4800"/>
            </a:lvl1pPr>
          </a:lstStyle>
          <a:p>
            <a:r>
              <a:rPr lang="zh-CN" altLang="en-US" smtClean="0"/>
              <a:t>单击此处编辑母版标题样式</a:t>
            </a:r>
            <a:endParaRPr lang="zh-CN"/>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
        <p:nvSpPr>
          <p:cNvPr id="10" name="文本占位符 3"/>
          <p:cNvSpPr>
            <a:spLocks noGrp="1"/>
          </p:cNvSpPr>
          <p:nvPr>
            <p:ph type="body" sz="half" idx="2" hasCustomPrompt="1"/>
          </p:nvPr>
        </p:nvSpPr>
        <p:spPr>
          <a:xfrm>
            <a:off x="1154954" y="4350657"/>
            <a:ext cx="8825659" cy="1676400"/>
          </a:xfrm>
        </p:spPr>
        <p:txBody>
          <a:bodyPr anchor="t">
            <a:normAutofit/>
          </a:bodyPr>
          <a:lstStyle>
            <a:lvl1pPr marL="0" indent="0" latinLnBrk="0">
              <a:buNone/>
              <a:defRPr lang="zh-CN" sz="18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13" name="文本占位符 3"/>
          <p:cNvSpPr>
            <a:spLocks noGrp="1"/>
          </p:cNvSpPr>
          <p:nvPr>
            <p:ph type="body" sz="half" idx="13" hasCustomPrompt="1"/>
          </p:nvPr>
        </p:nvSpPr>
        <p:spPr>
          <a:xfrm>
            <a:off x="1154953" y="3848610"/>
            <a:ext cx="8825659" cy="588517"/>
          </a:xfrm>
        </p:spPr>
        <p:txBody>
          <a:bodyPr anchor="b">
            <a:normAutofit/>
          </a:bodyPr>
          <a:lstStyle>
            <a:lvl1pPr marL="0" indent="0" algn="l" defTabSz="457200" rtl="0" eaLnBrk="1" latinLnBrk="0" hangingPunct="1">
              <a:buNone/>
              <a:defRPr lang="zh-CN" sz="3600" b="0" kern="1200" cap="none">
                <a:solidFill>
                  <a:schemeClr val="accent1"/>
                </a:solidFill>
                <a:latin typeface="+mj-lt"/>
                <a:ea typeface="Microsoft YaHei UI" panose="020B0503020204020204" pitchFamily="34" charset="-122"/>
                <a:cs typeface="+mj-cs"/>
              </a:defRPr>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latinLnBrk="0">
              <a:defRPr lang="zh-CN" sz="4000"/>
            </a:lvl1pPr>
          </a:lstStyle>
          <a:p>
            <a:r>
              <a:rPr lang="zh-CN" altLang="en-US" smtClean="0"/>
              <a:t>单击此处编辑母版标题样式</a:t>
            </a:r>
            <a:endParaRPr lang="zh-CN"/>
          </a:p>
        </p:txBody>
      </p:sp>
      <p:sp>
        <p:nvSpPr>
          <p:cNvPr id="3" name="文本占位符 2"/>
          <p:cNvSpPr>
            <a:spLocks noGrp="1"/>
          </p:cNvSpPr>
          <p:nvPr>
            <p:ph type="body" idx="1" hasCustomPrompt="1"/>
          </p:nvPr>
        </p:nvSpPr>
        <p:spPr>
          <a:xfrm>
            <a:off x="632947" y="1981200"/>
            <a:ext cx="2946866"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编辑母版文本样式</a:t>
            </a:r>
            <a:endParaRPr lang="zh-CN" altLang="en-US" smtClean="0"/>
          </a:p>
        </p:txBody>
      </p:sp>
      <p:sp>
        <p:nvSpPr>
          <p:cNvPr id="5" name="文本占位符 4"/>
          <p:cNvSpPr>
            <a:spLocks noGrp="1"/>
          </p:cNvSpPr>
          <p:nvPr>
            <p:ph type="body" sz="quarter" idx="3" hasCustomPrompt="1"/>
          </p:nvPr>
        </p:nvSpPr>
        <p:spPr>
          <a:xfrm>
            <a:off x="3883659" y="1981200"/>
            <a:ext cx="2936241"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编辑母版文本样式</a:t>
            </a:r>
            <a:endParaRPr lang="zh-CN" altLang="en-US" smtClean="0"/>
          </a:p>
        </p:txBody>
      </p:sp>
      <p:sp>
        <p:nvSpPr>
          <p:cNvPr id="14" name="文本占位符 4"/>
          <p:cNvSpPr>
            <a:spLocks noGrp="1"/>
          </p:cNvSpPr>
          <p:nvPr>
            <p:ph type="body" sz="quarter" idx="13" hasCustomPrompt="1"/>
          </p:nvPr>
        </p:nvSpPr>
        <p:spPr>
          <a:xfrm>
            <a:off x="7124700" y="1981200"/>
            <a:ext cx="2932113"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编辑母版文本样式</a:t>
            </a:r>
            <a:endParaRPr lang="zh-CN" altLang="en-US" smtClean="0"/>
          </a:p>
        </p:txBody>
      </p:sp>
      <p:cxnSp>
        <p:nvCxnSpPr>
          <p:cNvPr id="17" name="直线连接线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直线连接线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6" name="文本占位符 3"/>
          <p:cNvSpPr>
            <a:spLocks noGrp="1"/>
          </p:cNvSpPr>
          <p:nvPr>
            <p:ph type="body" sz="half" idx="15" hasCustomPrompt="1"/>
          </p:nvPr>
        </p:nvSpPr>
        <p:spPr>
          <a:xfrm>
            <a:off x="652463" y="2667000"/>
            <a:ext cx="2927350" cy="3589338"/>
          </a:xfrm>
        </p:spPr>
        <p:txBody>
          <a:bodyPr anchor="t">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19" name="文本占位符 3"/>
          <p:cNvSpPr>
            <a:spLocks noGrp="1"/>
          </p:cNvSpPr>
          <p:nvPr>
            <p:ph type="body" sz="half" idx="16" hasCustomPrompt="1"/>
          </p:nvPr>
        </p:nvSpPr>
        <p:spPr>
          <a:xfrm>
            <a:off x="3873106" y="2667000"/>
            <a:ext cx="2946794" cy="3589338"/>
          </a:xfrm>
        </p:spPr>
        <p:txBody>
          <a:bodyPr anchor="t">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20" name="文本占位符 3"/>
          <p:cNvSpPr>
            <a:spLocks noGrp="1"/>
          </p:cNvSpPr>
          <p:nvPr>
            <p:ph type="body" sz="half" idx="17" hasCustomPrompt="1"/>
          </p:nvPr>
        </p:nvSpPr>
        <p:spPr>
          <a:xfrm>
            <a:off x="7124700" y="2667000"/>
            <a:ext cx="2932113" cy="3589338"/>
          </a:xfrm>
        </p:spPr>
        <p:txBody>
          <a:bodyPr anchor="t">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7" name="日期占位符 3"/>
          <p:cNvSpPr>
            <a:spLocks noGrp="1"/>
          </p:cNvSpPr>
          <p:nvPr>
            <p:ph type="dt" sz="half" idx="10"/>
          </p:nvPr>
        </p:nvSpPr>
        <p:spPr/>
        <p:txBody>
          <a:bodyPr/>
          <a:lstStyle/>
          <a:p>
            <a:fld id="{40FF0622-75E4-48B8-A617-5428CA5926CE}" type="datetimeFigureOut">
              <a:rPr/>
            </a:fld>
            <a:endParaRPr lang="zh-CN"/>
          </a:p>
        </p:txBody>
      </p:sp>
      <p:sp>
        <p:nvSpPr>
          <p:cNvPr id="4"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latinLnBrk="0">
              <a:defRPr lang="zh-CN" sz="4000"/>
            </a:lvl1pPr>
          </a:lstStyle>
          <a:p>
            <a:r>
              <a:rPr lang="zh-CN" altLang="en-US" smtClean="0"/>
              <a:t>单击此处编辑母版标题样式</a:t>
            </a:r>
            <a:endParaRPr lang="zh-CN"/>
          </a:p>
        </p:txBody>
      </p:sp>
      <p:sp>
        <p:nvSpPr>
          <p:cNvPr id="3" name="文本占位符 2"/>
          <p:cNvSpPr>
            <a:spLocks noGrp="1"/>
          </p:cNvSpPr>
          <p:nvPr>
            <p:ph type="body" idx="1" hasCustomPrompt="1"/>
          </p:nvPr>
        </p:nvSpPr>
        <p:spPr>
          <a:xfrm>
            <a:off x="652463" y="4250949"/>
            <a:ext cx="2940050"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编辑母版文本样式</a:t>
            </a:r>
            <a:endParaRPr lang="zh-CN" altLang="en-US" smtClean="0"/>
          </a:p>
        </p:txBody>
      </p:sp>
      <p:sp>
        <p:nvSpPr>
          <p:cNvPr id="5" name="文本占位符 4"/>
          <p:cNvSpPr>
            <a:spLocks noGrp="1"/>
          </p:cNvSpPr>
          <p:nvPr>
            <p:ph type="body" sz="quarter" idx="3" hasCustomPrompt="1"/>
          </p:nvPr>
        </p:nvSpPr>
        <p:spPr>
          <a:xfrm>
            <a:off x="3889375" y="4250949"/>
            <a:ext cx="2930525"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编辑母版文本样式</a:t>
            </a:r>
            <a:endParaRPr lang="zh-CN" altLang="en-US" smtClean="0"/>
          </a:p>
        </p:txBody>
      </p:sp>
      <p:sp>
        <p:nvSpPr>
          <p:cNvPr id="14" name="文本占位符 4"/>
          <p:cNvSpPr>
            <a:spLocks noGrp="1"/>
          </p:cNvSpPr>
          <p:nvPr>
            <p:ph type="body" sz="quarter" idx="13" hasCustomPrompt="1"/>
          </p:nvPr>
        </p:nvSpPr>
        <p:spPr>
          <a:xfrm>
            <a:off x="7124700" y="4250949"/>
            <a:ext cx="2932113"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编辑母版文本样式</a:t>
            </a:r>
            <a:endParaRPr lang="zh-CN" altLang="en-US" smtClean="0"/>
          </a:p>
        </p:txBody>
      </p:sp>
      <p:sp>
        <p:nvSpPr>
          <p:cNvPr id="22" name="文本占位符 3"/>
          <p:cNvSpPr>
            <a:spLocks noGrp="1"/>
          </p:cNvSpPr>
          <p:nvPr>
            <p:ph type="body" sz="half" idx="18" hasCustomPrompt="1"/>
          </p:nvPr>
        </p:nvSpPr>
        <p:spPr>
          <a:xfrm>
            <a:off x="652463" y="4827211"/>
            <a:ext cx="2940050" cy="659189"/>
          </a:xfrm>
        </p:spPr>
        <p:txBody>
          <a:bodyPr anchor="t">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23" name="文本占位符 3"/>
          <p:cNvSpPr>
            <a:spLocks noGrp="1"/>
          </p:cNvSpPr>
          <p:nvPr>
            <p:ph type="body" sz="half" idx="19" hasCustomPrompt="1"/>
          </p:nvPr>
        </p:nvSpPr>
        <p:spPr>
          <a:xfrm>
            <a:off x="3888022" y="4827210"/>
            <a:ext cx="2934406" cy="659189"/>
          </a:xfrm>
        </p:spPr>
        <p:txBody>
          <a:bodyPr anchor="t">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24" name="文本占位符 3"/>
          <p:cNvSpPr>
            <a:spLocks noGrp="1"/>
          </p:cNvSpPr>
          <p:nvPr>
            <p:ph type="body" sz="half" idx="20" hasCustomPrompt="1"/>
          </p:nvPr>
        </p:nvSpPr>
        <p:spPr>
          <a:xfrm>
            <a:off x="7124575" y="4827208"/>
            <a:ext cx="2935997" cy="659189"/>
          </a:xfrm>
        </p:spPr>
        <p:txBody>
          <a:bodyPr anchor="t">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编辑母版文本样式</a:t>
            </a:r>
            <a:endParaRPr lang="zh-CN" altLang="en-US" smtClean="0"/>
          </a:p>
        </p:txBody>
      </p:sp>
      <p:sp>
        <p:nvSpPr>
          <p:cNvPr id="29" name="图片占位符 2"/>
          <p:cNvSpPr>
            <a:spLocks noGrp="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ctr">
            <a:normAutofit/>
          </a:bodyPr>
          <a:lstStyle>
            <a:lvl1pPr marL="0" indent="0" algn="ctr" latinLnBrk="0">
              <a:buNone/>
              <a:defRPr lang="zh-CN" sz="16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a:p>
        </p:txBody>
      </p:sp>
      <p:sp>
        <p:nvSpPr>
          <p:cNvPr id="30" name="图片占位符 2"/>
          <p:cNvSpPr>
            <a:spLocks noGrp="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ctr">
            <a:normAutofit/>
          </a:bodyPr>
          <a:lstStyle>
            <a:lvl1pPr marL="0" indent="0" algn="ctr" latinLnBrk="0">
              <a:buNone/>
              <a:defRPr lang="zh-CN" sz="16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a:p>
        </p:txBody>
      </p:sp>
      <p:sp>
        <p:nvSpPr>
          <p:cNvPr id="31" name="图片占位符 2"/>
          <p:cNvSpPr>
            <a:spLocks noGrp="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ctr">
            <a:normAutofit/>
          </a:bodyPr>
          <a:lstStyle>
            <a:lvl1pPr marL="0" indent="0" algn="ctr" latinLnBrk="0">
              <a:buNone/>
              <a:defRPr lang="zh-CN" sz="16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a:p>
        </p:txBody>
      </p:sp>
      <p:cxnSp>
        <p:nvCxnSpPr>
          <p:cNvPr id="17" name="直线连接线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直线连接线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日期占位符 3"/>
          <p:cNvSpPr>
            <a:spLocks noGrp="1"/>
          </p:cNvSpPr>
          <p:nvPr>
            <p:ph type="dt" sz="half" idx="10"/>
          </p:nvPr>
        </p:nvSpPr>
        <p:spPr/>
        <p:txBody>
          <a:bodyPr/>
          <a:lstStyle/>
          <a:p>
            <a:fld id="{40FF0622-75E4-48B8-A617-5428CA5926CE}" type="datetimeFigureOut">
              <a:rPr/>
            </a:fld>
            <a:endParaRPr lang="zh-CN"/>
          </a:p>
        </p:txBody>
      </p:sp>
      <p:sp>
        <p:nvSpPr>
          <p:cNvPr id="4"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竖排文字占位符 2"/>
          <p:cNvSpPr>
            <a:spLocks noGrp="1"/>
          </p:cNvSpPr>
          <p:nvPr>
            <p:ph type="body" orient="vert" idx="1" hasCustomPrompt="1"/>
          </p:nvPr>
        </p:nvSpPr>
        <p:spPr/>
        <p:txBody>
          <a:bodyPr vert="eaVert" anchor="b" anchorCtr="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164151" y="1447799"/>
            <a:ext cx="1409965" cy="4413251"/>
          </a:xfrm>
        </p:spPr>
        <p:txBody>
          <a:bodyPr vert="eaVert" anchor="b" anchorCtr="0"/>
          <a:lstStyle/>
          <a:p>
            <a:r>
              <a:rPr lang="zh-CN" altLang="en-US" smtClean="0"/>
              <a:t>单击此处编辑母版标题样式</a:t>
            </a:r>
            <a:endParaRPr lang="zh-CN" dirty="0"/>
          </a:p>
        </p:txBody>
      </p:sp>
      <p:sp>
        <p:nvSpPr>
          <p:cNvPr id="3" name="竖排文字占位符 2"/>
          <p:cNvSpPr>
            <a:spLocks noGrp="1"/>
          </p:cNvSpPr>
          <p:nvPr>
            <p:ph type="body" orient="vert" idx="1" hasCustomPrompt="1"/>
          </p:nvPr>
        </p:nvSpPr>
        <p:spPr>
          <a:xfrm>
            <a:off x="1154954" y="1447799"/>
            <a:ext cx="6776630" cy="4413251"/>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40FF0622-75E4-48B8-A617-5428CA5926CE}" type="datetimeFigureOut">
              <a:rPr/>
            </a:fld>
            <a:endParaRPr lang="zh-CN" dirty="0"/>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3" name="椭圆 12"/>
          <p:cNvSpPr/>
          <p:nvPr/>
        </p:nvSpPr>
        <p:spPr>
          <a:xfrm>
            <a:off x="-153988"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dirty="0">
              <a:ea typeface="Microsoft YaHei UI" panose="020B0503020204020204" pitchFamily="34" charset="-122"/>
            </a:endParaRPr>
          </a:p>
        </p:txBody>
      </p:sp>
      <p:sp>
        <p:nvSpPr>
          <p:cNvPr id="15" name="椭圆 14"/>
          <p:cNvSpPr/>
          <p:nvPr/>
        </p:nvSpPr>
        <p:spPr>
          <a:xfrm>
            <a:off x="-839788" y="2895600"/>
            <a:ext cx="2362200" cy="2362200"/>
          </a:xfrm>
          <a:prstGeom prst="ellipse">
            <a:avLst/>
          </a:prstGeom>
          <a:gradFill flip="none" rotWithShape="1">
            <a:gsLst>
              <a:gs pos="0">
                <a:schemeClr val="accent1">
                  <a:lumMod val="60000"/>
                  <a:lumOff val="40000"/>
                  <a:alpha val="8000"/>
                </a:schemeClr>
              </a:gs>
              <a:gs pos="71000">
                <a:schemeClr val="bg2">
                  <a:lumMod val="60000"/>
                  <a:lumOff val="40000"/>
                  <a:alpha val="0"/>
                </a:schemeClr>
              </a:gs>
              <a:gs pos="36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dirty="0">
              <a:ea typeface="Microsoft YaHei UI" panose="020B0503020204020204" pitchFamily="34" charset="-122"/>
            </a:endParaRPr>
          </a:p>
        </p:txBody>
      </p:sp>
      <p:sp>
        <p:nvSpPr>
          <p:cNvPr id="16" name="椭圆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dirty="0">
              <a:ea typeface="Microsoft YaHei UI" panose="020B0503020204020204" pitchFamily="34" charset="-122"/>
            </a:endParaRPr>
          </a:p>
        </p:txBody>
      </p:sp>
      <p:sp>
        <p:nvSpPr>
          <p:cNvPr id="17" name="椭圆 16"/>
          <p:cNvSpPr/>
          <p:nvPr/>
        </p:nvSpPr>
        <p:spPr>
          <a:xfrm>
            <a:off x="7999412" y="-457200"/>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dirty="0">
              <a:ea typeface="Microsoft YaHei UI" panose="020B0503020204020204" pitchFamily="34" charset="-122"/>
            </a:endParaRPr>
          </a:p>
        </p:txBody>
      </p:sp>
      <p:sp>
        <p:nvSpPr>
          <p:cNvPr id="18" name="椭圆 17"/>
          <p:cNvSpPr/>
          <p:nvPr/>
        </p:nvSpPr>
        <p:spPr>
          <a:xfrm>
            <a:off x="8609012" y="6096000"/>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dirty="0">
              <a:ea typeface="Microsoft YaHei UI" panose="020B0503020204020204" pitchFamily="34" charset="-122"/>
            </a:endParaRPr>
          </a:p>
        </p:txBody>
      </p:sp>
      <p:sp>
        <p:nvSpPr>
          <p:cNvPr id="14" name="矩形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dirty="0">
              <a:ea typeface="Microsoft YaHei UI" panose="020B0503020204020204" pitchFamily="34" charset="-122"/>
            </a:endParaRPr>
          </a:p>
        </p:txBody>
      </p:sp>
      <p:sp>
        <p:nvSpPr>
          <p:cNvPr id="2" name="标题占位符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zh-CN" dirty="0"/>
              <a:t>单击此处编辑母版标题样式</a:t>
            </a:r>
            <a:endParaRPr lang="zh-CN" dirty="0"/>
          </a:p>
        </p:txBody>
      </p:sp>
      <p:sp>
        <p:nvSpPr>
          <p:cNvPr id="3" name="文本占位符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4" name="日期占位符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latinLnBrk="0">
              <a:defRPr lang="zh-CN" sz="1100" b="0">
                <a:solidFill>
                  <a:schemeClr val="tx1">
                    <a:tint val="75000"/>
                    <a:alpha val="60000"/>
                  </a:schemeClr>
                </a:solidFill>
                <a:ea typeface="Microsoft YaHei UI" panose="020B0503020204020204" pitchFamily="34" charset="-122"/>
              </a:defRPr>
            </a:lvl1pPr>
          </a:lstStyle>
          <a:p>
            <a:fld id="{40FF0622-75E4-48B8-A617-5428CA5926CE}" type="datetimeFigureOut">
              <a:rPr lang="en-US" altLang="zh-CN" smtClean="0"/>
            </a:fld>
            <a:endParaRPr lang="zh-CN" altLang="en-US" dirty="0"/>
          </a:p>
        </p:txBody>
      </p:sp>
      <p:sp>
        <p:nvSpPr>
          <p:cNvPr id="5" name="页脚占位符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latinLnBrk="0">
              <a:defRPr lang="zh-CN" sz="1100" b="0">
                <a:solidFill>
                  <a:schemeClr val="tx1">
                    <a:tint val="75000"/>
                    <a:alpha val="60000"/>
                  </a:schemeClr>
                </a:solidFill>
                <a:ea typeface="Microsoft YaHei UI" panose="020B0503020204020204" pitchFamily="34" charset="-122"/>
              </a:defRPr>
            </a:lvl1pPr>
          </a:lstStyle>
          <a:p>
            <a:endParaRPr lang="zh-CN" altLang="en-US" dirty="0"/>
          </a:p>
        </p:txBody>
      </p:sp>
      <p:sp>
        <p:nvSpPr>
          <p:cNvPr id="6" name="幻灯片编号占位符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latinLnBrk="0">
              <a:defRPr lang="zh-CN" sz="2800" b="0">
                <a:solidFill>
                  <a:schemeClr val="tx1">
                    <a:tint val="75000"/>
                  </a:schemeClr>
                </a:solidFill>
                <a:ea typeface="Microsoft YaHei UI" panose="020B0503020204020204" pitchFamily="34" charset="-122"/>
              </a:defRPr>
            </a:lvl1pPr>
          </a:lstStyle>
          <a:p>
            <a:fld id="{BA875541-8164-4CC7-9F2F-6F0C49BB858D}" type="slidenum">
              <a:rPr lang="en-US" altLang="zh-CN" smtClean="0"/>
            </a:fld>
            <a:endParaRPr lang="en-US" altLang="zh-CN"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iming>
    <p:tnLst>
      <p:par>
        <p:cTn id="1" dur="indefinite" restart="never" nodeType="tmRoot"/>
      </p:par>
    </p:tnLst>
  </p:timing>
  <p:txStyles>
    <p:titleStyle>
      <a:lvl1pPr algn="l" defTabSz="457200" rtl="0" eaLnBrk="1" latinLnBrk="0" hangingPunct="1">
        <a:spcBef>
          <a:spcPct val="0"/>
        </a:spcBef>
        <a:buNone/>
        <a:defRPr lang="zh-CN" sz="4200" b="0" kern="1200">
          <a:solidFill>
            <a:schemeClr val="tx2"/>
          </a:solidFill>
          <a:latin typeface="+mj-lt"/>
          <a:ea typeface="Microsoft YaHei UI" panose="020B0503020204020204" pitchFamily="34" charset="-122"/>
          <a:cs typeface="+mj-cs"/>
        </a:defRPr>
      </a:lvl1pPr>
      <a:lvl2pPr eaLnBrk="1" latinLnBrk="0" hangingPunct="1">
        <a:defRPr lang="zh-CN">
          <a:solidFill>
            <a:schemeClr val="tx2"/>
          </a:solidFill>
        </a:defRPr>
      </a:lvl2pPr>
      <a:lvl3pPr eaLnBrk="1" latinLnBrk="0" hangingPunct="1">
        <a:defRPr lang="zh-CN">
          <a:solidFill>
            <a:schemeClr val="tx2"/>
          </a:solidFill>
        </a:defRPr>
      </a:lvl3pPr>
      <a:lvl4pPr eaLnBrk="1" latinLnBrk="0" hangingPunct="1">
        <a:defRPr lang="zh-CN">
          <a:solidFill>
            <a:schemeClr val="tx2"/>
          </a:solidFill>
        </a:defRPr>
      </a:lvl4pPr>
      <a:lvl5pPr eaLnBrk="1" latinLnBrk="0" hangingPunct="1">
        <a:defRPr lang="zh-CN">
          <a:solidFill>
            <a:schemeClr val="tx2"/>
          </a:solidFill>
        </a:defRPr>
      </a:lvl5pPr>
      <a:lvl6pPr eaLnBrk="1" latinLnBrk="0" hangingPunct="1">
        <a:defRPr lang="zh-CN">
          <a:solidFill>
            <a:schemeClr val="tx2"/>
          </a:solidFill>
        </a:defRPr>
      </a:lvl6pPr>
      <a:lvl7pPr eaLnBrk="1" latinLnBrk="0" hangingPunct="1">
        <a:defRPr lang="zh-CN">
          <a:solidFill>
            <a:schemeClr val="tx2"/>
          </a:solidFill>
        </a:defRPr>
      </a:lvl7pPr>
      <a:lvl8pPr eaLnBrk="1" latinLnBrk="0" hangingPunct="1">
        <a:defRPr lang="zh-CN">
          <a:solidFill>
            <a:schemeClr val="tx2"/>
          </a:solidFill>
        </a:defRPr>
      </a:lvl8pPr>
      <a:lvl9pPr eaLnBrk="1" latinLnBrk="0" hangingPunct="1">
        <a:defRPr lang="zh-CN">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3" panose="05040102010807070707" charset="2"/>
        <a:buChar char=""/>
        <a:defRPr lang="zh-CN" sz="2000" b="0" kern="1200">
          <a:solidFill>
            <a:schemeClr val="tx1"/>
          </a:solidFill>
          <a:latin typeface="+mj-lt"/>
          <a:ea typeface="Microsoft YaHei UI" panose="020B0503020204020204" pitchFamily="34" charset="-122"/>
          <a:cs typeface="+mj-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charset="2"/>
        <a:buChar char=""/>
        <a:defRPr lang="zh-CN" sz="1800" b="0" kern="1200">
          <a:solidFill>
            <a:schemeClr val="tx1"/>
          </a:solidFill>
          <a:latin typeface="+mj-lt"/>
          <a:ea typeface="Microsoft YaHei UI" panose="020B0503020204020204" pitchFamily="34" charset="-122"/>
          <a:cs typeface="+mj-cs"/>
        </a:defRPr>
      </a:lvl2pPr>
      <a:lvl3pPr marL="11430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600" b="0" kern="1200">
          <a:solidFill>
            <a:schemeClr val="tx1"/>
          </a:solidFill>
          <a:latin typeface="+mj-lt"/>
          <a:ea typeface="Microsoft YaHei UI" panose="020B0503020204020204" pitchFamily="34" charset="-122"/>
          <a:cs typeface="+mj-cs"/>
        </a:defRPr>
      </a:lvl3pPr>
      <a:lvl4pPr marL="16002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400" b="0" kern="1200">
          <a:solidFill>
            <a:schemeClr val="tx1"/>
          </a:solidFill>
          <a:latin typeface="+mj-lt"/>
          <a:ea typeface="Microsoft YaHei UI" panose="020B0503020204020204" pitchFamily="34" charset="-122"/>
          <a:cs typeface="+mj-cs"/>
        </a:defRPr>
      </a:lvl4pPr>
      <a:lvl5pPr marL="20574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400" b="0" kern="1200">
          <a:solidFill>
            <a:schemeClr val="tx1"/>
          </a:solidFill>
          <a:latin typeface="+mj-lt"/>
          <a:ea typeface="Microsoft YaHei UI" panose="020B0503020204020204" pitchFamily="34" charset="-122"/>
          <a:cs typeface="+mj-cs"/>
        </a:defRPr>
      </a:lvl5pPr>
      <a:lvl6pPr marL="25146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200" b="0" kern="1200">
          <a:solidFill>
            <a:schemeClr val="tx1"/>
          </a:solidFill>
          <a:latin typeface="+mj-lt"/>
          <a:ea typeface="+mj-ea"/>
          <a:cs typeface="+mj-cs"/>
        </a:defRPr>
      </a:lvl6pPr>
      <a:lvl7pPr marL="29718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200" b="0" kern="1200">
          <a:solidFill>
            <a:schemeClr val="tx1"/>
          </a:solidFill>
          <a:latin typeface="+mj-lt"/>
          <a:ea typeface="+mj-ea"/>
          <a:cs typeface="+mj-cs"/>
        </a:defRPr>
      </a:lvl7pPr>
      <a:lvl8pPr marL="34290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200" b="0" kern="1200">
          <a:solidFill>
            <a:schemeClr val="tx1"/>
          </a:solidFill>
          <a:latin typeface="+mj-lt"/>
          <a:ea typeface="+mj-ea"/>
          <a:cs typeface="+mj-cs"/>
        </a:defRPr>
      </a:lvl8pPr>
      <a:lvl9pPr marL="38862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200" b="0" kern="1200">
          <a:solidFill>
            <a:schemeClr val="tx1"/>
          </a:solidFill>
          <a:latin typeface="+mj-lt"/>
          <a:ea typeface="+mj-ea"/>
          <a:cs typeface="+mj-cs"/>
        </a:defRPr>
      </a:lvl9pPr>
    </p:bodyStyle>
    <p:otherStyle>
      <a:defPPr>
        <a:defRPr lang="zh-CN"/>
      </a:defPPr>
      <a:lvl1pPr marL="0" algn="l" defTabSz="457200" rtl="0" eaLnBrk="1" latinLnBrk="0" hangingPunct="1">
        <a:defRPr lang="zh-CN" sz="1800" kern="1200">
          <a:solidFill>
            <a:schemeClr val="tx1"/>
          </a:solidFill>
          <a:latin typeface="+mn-lt"/>
          <a:ea typeface="+mn-ea"/>
          <a:cs typeface="+mn-cs"/>
        </a:defRPr>
      </a:lvl1pPr>
      <a:lvl2pPr marL="457200" algn="l" defTabSz="457200" rtl="0" eaLnBrk="1" latinLnBrk="0" hangingPunct="1">
        <a:defRPr lang="zh-CN" sz="1800" kern="1200">
          <a:solidFill>
            <a:schemeClr val="tx1"/>
          </a:solidFill>
          <a:latin typeface="+mn-lt"/>
          <a:ea typeface="+mn-ea"/>
          <a:cs typeface="+mn-cs"/>
        </a:defRPr>
      </a:lvl2pPr>
      <a:lvl3pPr marL="914400" algn="l" defTabSz="457200" rtl="0" eaLnBrk="1" latinLnBrk="0" hangingPunct="1">
        <a:defRPr lang="zh-CN" sz="1800" kern="1200">
          <a:solidFill>
            <a:schemeClr val="tx1"/>
          </a:solidFill>
          <a:latin typeface="+mn-lt"/>
          <a:ea typeface="+mn-ea"/>
          <a:cs typeface="+mn-cs"/>
        </a:defRPr>
      </a:lvl3pPr>
      <a:lvl4pPr marL="1371600" algn="l" defTabSz="457200" rtl="0" eaLnBrk="1" latinLnBrk="0" hangingPunct="1">
        <a:defRPr lang="zh-CN" sz="1800" kern="1200">
          <a:solidFill>
            <a:schemeClr val="tx1"/>
          </a:solidFill>
          <a:latin typeface="+mn-lt"/>
          <a:ea typeface="+mn-ea"/>
          <a:cs typeface="+mn-cs"/>
        </a:defRPr>
      </a:lvl4pPr>
      <a:lvl5pPr marL="1828800" algn="l" defTabSz="457200" rtl="0" eaLnBrk="1" latinLnBrk="0" hangingPunct="1">
        <a:defRPr lang="zh-CN" sz="1800" kern="1200">
          <a:solidFill>
            <a:schemeClr val="tx1"/>
          </a:solidFill>
          <a:latin typeface="+mn-lt"/>
          <a:ea typeface="+mn-ea"/>
          <a:cs typeface="+mn-cs"/>
        </a:defRPr>
      </a:lvl5pPr>
      <a:lvl6pPr marL="2286000" algn="l" defTabSz="457200" rtl="0" eaLnBrk="1" latinLnBrk="0" hangingPunct="1">
        <a:defRPr lang="zh-CN" sz="1800" kern="1200">
          <a:solidFill>
            <a:schemeClr val="tx1"/>
          </a:solidFill>
          <a:latin typeface="+mn-lt"/>
          <a:ea typeface="+mn-ea"/>
          <a:cs typeface="+mn-cs"/>
        </a:defRPr>
      </a:lvl6pPr>
      <a:lvl7pPr marL="2743200" algn="l" defTabSz="457200" rtl="0" eaLnBrk="1" latinLnBrk="0" hangingPunct="1">
        <a:defRPr lang="zh-CN" sz="1800" kern="1200">
          <a:solidFill>
            <a:schemeClr val="tx1"/>
          </a:solidFill>
          <a:latin typeface="+mn-lt"/>
          <a:ea typeface="+mn-ea"/>
          <a:cs typeface="+mn-cs"/>
        </a:defRPr>
      </a:lvl7pPr>
      <a:lvl8pPr marL="3200400" algn="l" defTabSz="457200" rtl="0" eaLnBrk="1" latinLnBrk="0" hangingPunct="1">
        <a:defRPr lang="zh-CN" sz="1800" kern="1200">
          <a:solidFill>
            <a:schemeClr val="tx1"/>
          </a:solidFill>
          <a:latin typeface="+mn-lt"/>
          <a:ea typeface="+mn-ea"/>
          <a:cs typeface="+mn-cs"/>
        </a:defRPr>
      </a:lvl8pPr>
      <a:lvl9pPr marL="3657600" algn="l" defTabSz="457200" rtl="0" eaLnBrk="1" latinLnBrk="0" hangingPunct="1">
        <a:defRPr lang="zh-CN"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81079" y="0"/>
            <a:ext cx="9723252" cy="3358484"/>
          </a:xfrm>
        </p:spPr>
        <p:txBody>
          <a:bodyPr/>
          <a:lstStyle/>
          <a:p>
            <a:r>
              <a:rPr lang="zh-CN" altLang="en-US" dirty="0" smtClean="0"/>
              <a:t>质量保证政府工作文件</a:t>
            </a:r>
            <a:endParaRPr lang="zh-CN" dirty="0"/>
          </a:p>
        </p:txBody>
      </p:sp>
      <p:sp>
        <p:nvSpPr>
          <p:cNvPr id="3" name="副标题 2"/>
          <p:cNvSpPr>
            <a:spLocks noGrp="1"/>
          </p:cNvSpPr>
          <p:nvPr>
            <p:ph type="subTitle" idx="1"/>
          </p:nvPr>
        </p:nvSpPr>
        <p:spPr/>
        <p:txBody>
          <a:bodyPr/>
          <a:lstStyle/>
          <a:p>
            <a:r>
              <a:rPr lang="zh-CN" altLang="en-US" dirty="0" smtClean="0"/>
              <a:t>聂长海</a:t>
            </a:r>
            <a:r>
              <a:rPr lang="zh-CN" dirty="0" smtClean="0"/>
              <a:t>| </a:t>
            </a:r>
            <a:r>
              <a:rPr lang="zh-CN" altLang="en-US" dirty="0" smtClean="0"/>
              <a:t>南京大学计算机科学与技术系</a:t>
            </a:r>
            <a:endParaRPr lang="zh-C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质量振兴纲</a:t>
            </a:r>
            <a:r>
              <a:rPr lang="zh-CN" altLang="en-US" dirty="0" smtClean="0"/>
              <a:t>要（</a:t>
            </a:r>
            <a:r>
              <a:rPr lang="en-US" altLang="zh-CN" dirty="0" smtClean="0"/>
              <a:t>1996-2010</a:t>
            </a:r>
            <a:r>
              <a:rPr lang="zh-CN" altLang="en-US" dirty="0" smtClean="0"/>
              <a:t>）</a:t>
            </a:r>
            <a:br>
              <a:rPr lang="en-US" altLang="zh-CN" dirty="0" smtClean="0"/>
            </a:br>
            <a:r>
              <a:rPr lang="zh-CN" altLang="en-US" dirty="0"/>
              <a:t>质量发展纲要（</a:t>
            </a:r>
            <a:r>
              <a:rPr lang="en-US" altLang="zh-CN" dirty="0"/>
              <a:t>2011-2020</a:t>
            </a:r>
            <a:r>
              <a:rPr lang="zh-CN" altLang="en-US" dirty="0"/>
              <a:t>年）</a:t>
            </a:r>
            <a:endParaRPr lang="zh-CN" altLang="en-US" dirty="0"/>
          </a:p>
        </p:txBody>
      </p:sp>
      <p:sp>
        <p:nvSpPr>
          <p:cNvPr id="3" name="内容占位符 2"/>
          <p:cNvSpPr>
            <a:spLocks noGrp="1"/>
          </p:cNvSpPr>
          <p:nvPr>
            <p:ph idx="1"/>
          </p:nvPr>
        </p:nvSpPr>
        <p:spPr/>
        <p:txBody>
          <a:bodyPr/>
          <a:lstStyle/>
          <a:p>
            <a:r>
              <a:rPr lang="zh-CN" altLang="en-US" dirty="0"/>
              <a:t>一、质量发展的基础与环</a:t>
            </a:r>
            <a:r>
              <a:rPr lang="zh-CN" altLang="en-US" dirty="0" smtClean="0"/>
              <a:t>境</a:t>
            </a:r>
            <a:endParaRPr lang="en-US" altLang="zh-CN" dirty="0" smtClean="0"/>
          </a:p>
          <a:p>
            <a:r>
              <a:rPr lang="zh-CN" altLang="en-US" dirty="0"/>
              <a:t>二、指导思想、工作方针和发展目标 </a:t>
            </a:r>
            <a:endParaRPr lang="en-US" altLang="zh-CN" dirty="0" smtClean="0"/>
          </a:p>
          <a:p>
            <a:r>
              <a:rPr lang="zh-CN" altLang="en-US" dirty="0"/>
              <a:t>三、强化企业质量主体作用 </a:t>
            </a:r>
            <a:endParaRPr lang="en-US" altLang="zh-CN" dirty="0" smtClean="0"/>
          </a:p>
          <a:p>
            <a:r>
              <a:rPr lang="zh-CN" altLang="en-US" dirty="0"/>
              <a:t>四、加强质量监督管</a:t>
            </a:r>
            <a:r>
              <a:rPr lang="zh-CN" altLang="en-US" dirty="0" smtClean="0"/>
              <a:t>理</a:t>
            </a:r>
            <a:endParaRPr lang="en-US" altLang="zh-CN" dirty="0" smtClean="0"/>
          </a:p>
          <a:p>
            <a:r>
              <a:rPr lang="zh-CN" altLang="en-US" dirty="0"/>
              <a:t>五、创新质量发展机</a:t>
            </a:r>
            <a:r>
              <a:rPr lang="zh-CN" altLang="en-US" dirty="0" smtClean="0"/>
              <a:t>制</a:t>
            </a:r>
            <a:endParaRPr lang="en-US" altLang="zh-CN" dirty="0" smtClean="0"/>
          </a:p>
          <a:p>
            <a:r>
              <a:rPr lang="zh-CN" altLang="en-US" dirty="0"/>
              <a:t>六、优化质量发展环</a:t>
            </a:r>
            <a:r>
              <a:rPr lang="zh-CN" altLang="en-US" dirty="0" smtClean="0"/>
              <a:t>境</a:t>
            </a:r>
            <a:endParaRPr lang="en-US" altLang="zh-CN" dirty="0" smtClean="0"/>
          </a:p>
          <a:p>
            <a:r>
              <a:rPr lang="zh-CN" altLang="en-US" dirty="0"/>
              <a:t>七、夯实质量发展基</a:t>
            </a:r>
            <a:r>
              <a:rPr lang="zh-CN" altLang="en-US" dirty="0" smtClean="0"/>
              <a:t>础</a:t>
            </a:r>
            <a:endParaRPr lang="en-US" altLang="zh-CN" dirty="0" smtClean="0"/>
          </a:p>
          <a:p>
            <a:r>
              <a:rPr lang="zh-CN" altLang="en-US" dirty="0"/>
              <a:t>八、实施质量提升工</a:t>
            </a:r>
            <a:r>
              <a:rPr lang="zh-CN" altLang="en-US" dirty="0" smtClean="0"/>
              <a:t>程</a:t>
            </a:r>
            <a:endParaRPr lang="en-US" altLang="zh-CN" dirty="0" smtClean="0"/>
          </a:p>
          <a:p>
            <a:r>
              <a:rPr lang="zh-CN" altLang="en-US" dirty="0"/>
              <a:t>九、组织实施</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一、质量发展的基础与环境</a:t>
            </a:r>
            <a:endParaRPr lang="zh-CN" altLang="en-US" dirty="0"/>
          </a:p>
        </p:txBody>
      </p:sp>
      <p:sp>
        <p:nvSpPr>
          <p:cNvPr id="3" name="内容占位符 2"/>
          <p:cNvSpPr>
            <a:spLocks noGrp="1"/>
          </p:cNvSpPr>
          <p:nvPr>
            <p:ph idx="1"/>
          </p:nvPr>
        </p:nvSpPr>
        <p:spPr/>
        <p:txBody>
          <a:bodyPr/>
          <a:lstStyle/>
          <a:p>
            <a:r>
              <a:rPr lang="zh-CN" altLang="en-US" dirty="0"/>
              <a:t>质量发展是兴国之道、强国之策。质量反映一个国家的综合实力，是企业和产业核心竞争力的体现，也是国家文明程度的体现；既是科技创新、资源配置、劳动者素质等因素的集成，又是法治环境、文化教育、诚信建设等方面的综合反映</a:t>
            </a:r>
            <a:r>
              <a:rPr lang="zh-CN" altLang="en-US" dirty="0" smtClean="0"/>
              <a:t>。</a:t>
            </a:r>
            <a:endParaRPr lang="en-US" altLang="zh-CN" dirty="0" smtClean="0"/>
          </a:p>
          <a:p>
            <a:r>
              <a:rPr lang="zh-CN" altLang="en-US" dirty="0"/>
              <a:t>质量问题是经济社会发展的战略问题，关系可持续发展，关系人民群众切身利益，关系国家形象。党和国家历来高度重视质量工作。新中国成立尤其是改革开放以来，国家制定实施了一系列政策措施，初步形成了中国特色的质量发展之路</a:t>
            </a:r>
            <a:r>
              <a:rPr lang="zh-CN" altLang="en-US" dirty="0" smtClean="0"/>
              <a:t>。</a:t>
            </a:r>
            <a:endParaRPr lang="en-US" altLang="zh-CN" dirty="0" smtClean="0"/>
          </a:p>
          <a:p>
            <a:r>
              <a:rPr lang="zh-CN" altLang="en-US" dirty="0"/>
              <a:t>面对新形势、新挑战，坚持以质取胜，建设质量强国，是保障和改善民生的迫切需要，是调整经济结构和转变发展方式的内在要求，是实现科学发展和全面建设小康社会的战略选择，是增强综合国力和实现中华民族伟大复兴的必由之路。</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二、指导思想、工作方针和发展目标</a:t>
            </a:r>
            <a:endParaRPr lang="zh-CN" altLang="en-US" dirty="0"/>
          </a:p>
        </p:txBody>
      </p:sp>
      <p:sp>
        <p:nvSpPr>
          <p:cNvPr id="3" name="内容占位符 2"/>
          <p:cNvSpPr>
            <a:spLocks noGrp="1"/>
          </p:cNvSpPr>
          <p:nvPr>
            <p:ph idx="1"/>
          </p:nvPr>
        </p:nvSpPr>
        <p:spPr>
          <a:xfrm>
            <a:off x="1103312" y="2052918"/>
            <a:ext cx="9238867" cy="4195481"/>
          </a:xfrm>
        </p:spPr>
        <p:txBody>
          <a:bodyPr>
            <a:normAutofit/>
          </a:bodyPr>
          <a:lstStyle/>
          <a:p>
            <a:r>
              <a:rPr lang="zh-CN" altLang="en-US" dirty="0"/>
              <a:t>指导思想。高举中国特色社会主义伟大旗帜，以邓小平理论和“三个代表”重要思想为指导，深入贯彻落实科学发展观，从强化法治、落实责任、加强教育、增强全社会质量意识入手，立足当前，着眼长远，整体推进，突出重点，综合施策，标本兼治，全面提高质量管理水平，推动建设质量强国，促进经济社会又好又快发展</a:t>
            </a:r>
            <a:r>
              <a:rPr lang="zh-CN" altLang="en-US" dirty="0" smtClean="0"/>
              <a:t>。</a:t>
            </a:r>
            <a:endParaRPr lang="en-US" altLang="zh-CN" dirty="0" smtClean="0"/>
          </a:p>
          <a:p>
            <a:r>
              <a:rPr lang="zh-CN" altLang="en-US" dirty="0"/>
              <a:t>工作方针。以人为本，安全为先，诚信守法，夯实基础，创新驱动，以质取胜</a:t>
            </a:r>
            <a:r>
              <a:rPr lang="zh-CN" altLang="en-US" dirty="0" smtClean="0"/>
              <a:t>。</a:t>
            </a:r>
            <a:endParaRPr lang="en-US" altLang="zh-CN" dirty="0" smtClean="0"/>
          </a:p>
          <a:p>
            <a:r>
              <a:rPr lang="zh-CN" altLang="en-US" dirty="0"/>
              <a:t>发展目标。到</a:t>
            </a:r>
            <a:r>
              <a:rPr lang="en-US" altLang="zh-CN" dirty="0"/>
              <a:t>2020</a:t>
            </a:r>
            <a:r>
              <a:rPr lang="zh-CN" altLang="en-US" dirty="0"/>
              <a:t>年，建设质量强国取得明显成效，质量基础进一步夯实，质量总体水平显著提升，质量发展成果惠及全体人民。形成一批拥有国际知名品牌和核心竞争力的优势企业，形成一批品牌形象突出、服务平台完备、质量水平一流的现代企业和产业集群，基本建成食品质量安全和重点产品质量检测体系，为全面建设小康社会和本世纪中叶基本实现社会主义现代化奠定坚实的质量基础。</a:t>
            </a:r>
            <a:endParaRPr lang="en-US" altLang="zh-CN" dirty="0" smtClean="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三、强化企业质量主体作用</a:t>
            </a:r>
            <a:endParaRPr lang="zh-CN" altLang="en-US" dirty="0"/>
          </a:p>
        </p:txBody>
      </p:sp>
      <p:sp>
        <p:nvSpPr>
          <p:cNvPr id="3" name="内容占位符 2"/>
          <p:cNvSpPr>
            <a:spLocks noGrp="1"/>
          </p:cNvSpPr>
          <p:nvPr>
            <p:ph idx="1"/>
          </p:nvPr>
        </p:nvSpPr>
        <p:spPr/>
        <p:txBody>
          <a:bodyPr/>
          <a:lstStyle/>
          <a:p>
            <a:r>
              <a:rPr lang="zh-CN" altLang="en-US" dirty="0"/>
              <a:t>严格企业质量主体责</a:t>
            </a:r>
            <a:r>
              <a:rPr lang="zh-CN" altLang="en-US" dirty="0" smtClean="0"/>
              <a:t>任</a:t>
            </a:r>
            <a:endParaRPr lang="en-US" altLang="zh-CN" dirty="0" smtClean="0"/>
          </a:p>
          <a:p>
            <a:r>
              <a:rPr lang="zh-CN" altLang="en-US" dirty="0"/>
              <a:t>提高企业质量管理水</a:t>
            </a:r>
            <a:r>
              <a:rPr lang="zh-CN" altLang="en-US" dirty="0" smtClean="0"/>
              <a:t>平</a:t>
            </a:r>
            <a:endParaRPr lang="en-US" altLang="zh-CN" dirty="0" smtClean="0"/>
          </a:p>
          <a:p>
            <a:r>
              <a:rPr lang="zh-CN" altLang="en-US" dirty="0"/>
              <a:t>加快企业质量技术创</a:t>
            </a:r>
            <a:r>
              <a:rPr lang="zh-CN" altLang="en-US" dirty="0" smtClean="0"/>
              <a:t>新</a:t>
            </a:r>
            <a:endParaRPr lang="en-US" altLang="zh-CN" dirty="0" smtClean="0"/>
          </a:p>
          <a:p>
            <a:r>
              <a:rPr lang="zh-CN" altLang="en-US" dirty="0"/>
              <a:t>发挥优势企业引领作</a:t>
            </a:r>
            <a:r>
              <a:rPr lang="zh-CN" altLang="en-US" dirty="0" smtClean="0"/>
              <a:t>用</a:t>
            </a:r>
            <a:endParaRPr lang="en-US" altLang="zh-CN" dirty="0" smtClean="0"/>
          </a:p>
          <a:p>
            <a:r>
              <a:rPr lang="zh-CN" altLang="en-US" dirty="0"/>
              <a:t>推动企业履行社会责任</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四、加强质量监督管理</a:t>
            </a:r>
            <a:endParaRPr lang="zh-CN" altLang="en-US" dirty="0"/>
          </a:p>
        </p:txBody>
      </p:sp>
      <p:sp>
        <p:nvSpPr>
          <p:cNvPr id="3" name="内容占位符 2"/>
          <p:cNvSpPr>
            <a:spLocks noGrp="1"/>
          </p:cNvSpPr>
          <p:nvPr>
            <p:ph idx="1"/>
          </p:nvPr>
        </p:nvSpPr>
        <p:spPr/>
        <p:txBody>
          <a:bodyPr/>
          <a:lstStyle/>
          <a:p>
            <a:r>
              <a:rPr lang="zh-CN" altLang="en-US" dirty="0"/>
              <a:t>加快质量法治建</a:t>
            </a:r>
            <a:r>
              <a:rPr lang="zh-CN" altLang="en-US" dirty="0" smtClean="0"/>
              <a:t>设</a:t>
            </a:r>
            <a:endParaRPr lang="en-US" altLang="zh-CN" dirty="0" smtClean="0"/>
          </a:p>
          <a:p>
            <a:r>
              <a:rPr lang="zh-CN" altLang="en-US" dirty="0"/>
              <a:t>强化质量安全监</a:t>
            </a:r>
            <a:r>
              <a:rPr lang="zh-CN" altLang="en-US" dirty="0" smtClean="0"/>
              <a:t>管</a:t>
            </a:r>
            <a:endParaRPr lang="en-US" altLang="zh-CN" dirty="0" smtClean="0"/>
          </a:p>
          <a:p>
            <a:r>
              <a:rPr lang="zh-CN" altLang="en-US" dirty="0"/>
              <a:t>实施质量安全风险管</a:t>
            </a:r>
            <a:r>
              <a:rPr lang="zh-CN" altLang="en-US" dirty="0" smtClean="0"/>
              <a:t>理</a:t>
            </a:r>
            <a:endParaRPr lang="en-US" altLang="zh-CN" dirty="0" smtClean="0"/>
          </a:p>
          <a:p>
            <a:r>
              <a:rPr lang="zh-CN" altLang="en-US" dirty="0"/>
              <a:t>加强宏观质量统计分</a:t>
            </a:r>
            <a:r>
              <a:rPr lang="zh-CN" altLang="en-US" dirty="0" smtClean="0"/>
              <a:t>析</a:t>
            </a:r>
            <a:endParaRPr lang="en-US" altLang="zh-CN" dirty="0" smtClean="0"/>
          </a:p>
          <a:p>
            <a:r>
              <a:rPr lang="zh-CN" altLang="en-US" dirty="0"/>
              <a:t>推进质量诚信体系建</a:t>
            </a:r>
            <a:r>
              <a:rPr lang="zh-CN" altLang="en-US" dirty="0" smtClean="0"/>
              <a:t>设</a:t>
            </a:r>
            <a:endParaRPr lang="en-US" altLang="zh-CN" dirty="0" smtClean="0"/>
          </a:p>
          <a:p>
            <a:r>
              <a:rPr lang="zh-CN" altLang="en-US" dirty="0"/>
              <a:t>依法严厉打击质量违法行为</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五、创新质量发展机制</a:t>
            </a:r>
            <a:endParaRPr lang="zh-CN" altLang="en-US" dirty="0"/>
          </a:p>
        </p:txBody>
      </p:sp>
      <p:sp>
        <p:nvSpPr>
          <p:cNvPr id="3" name="内容占位符 2"/>
          <p:cNvSpPr>
            <a:spLocks noGrp="1"/>
          </p:cNvSpPr>
          <p:nvPr>
            <p:ph idx="1"/>
          </p:nvPr>
        </p:nvSpPr>
        <p:spPr/>
        <p:txBody>
          <a:bodyPr/>
          <a:lstStyle/>
          <a:p>
            <a:r>
              <a:rPr lang="zh-CN" altLang="en-US" dirty="0"/>
              <a:t>完善质量工作体制机</a:t>
            </a:r>
            <a:r>
              <a:rPr lang="zh-CN" altLang="en-US" dirty="0" smtClean="0"/>
              <a:t>制</a:t>
            </a:r>
            <a:endParaRPr lang="en-US" altLang="zh-CN" dirty="0" smtClean="0"/>
          </a:p>
          <a:p>
            <a:r>
              <a:rPr lang="zh-CN" altLang="en-US" dirty="0"/>
              <a:t>健全质量评价考核机</a:t>
            </a:r>
            <a:r>
              <a:rPr lang="zh-CN" altLang="en-US" dirty="0" smtClean="0"/>
              <a:t>制</a:t>
            </a:r>
            <a:endParaRPr lang="en-US" altLang="zh-CN" dirty="0" smtClean="0"/>
          </a:p>
          <a:p>
            <a:r>
              <a:rPr lang="zh-CN" altLang="en-US" dirty="0"/>
              <a:t>强化质量准入退出机</a:t>
            </a:r>
            <a:r>
              <a:rPr lang="zh-CN" altLang="en-US" dirty="0" smtClean="0"/>
              <a:t>制</a:t>
            </a:r>
            <a:endParaRPr lang="en-US" altLang="zh-CN" dirty="0" smtClean="0"/>
          </a:p>
          <a:p>
            <a:r>
              <a:rPr lang="zh-CN" altLang="en-US" dirty="0"/>
              <a:t>创新质量发展激励机</a:t>
            </a:r>
            <a:r>
              <a:rPr lang="zh-CN" altLang="en-US" dirty="0" smtClean="0"/>
              <a:t>制</a:t>
            </a:r>
            <a:endParaRPr lang="en-US" altLang="zh-CN" dirty="0" smtClean="0"/>
          </a:p>
          <a:p>
            <a:r>
              <a:rPr lang="zh-CN" altLang="en-US" dirty="0"/>
              <a:t>创建品牌培育激励机</a:t>
            </a:r>
            <a:r>
              <a:rPr lang="zh-CN" altLang="en-US" dirty="0" smtClean="0"/>
              <a:t>制</a:t>
            </a:r>
            <a:endParaRPr lang="en-US" altLang="zh-CN" dirty="0" smtClean="0"/>
          </a:p>
          <a:p>
            <a:r>
              <a:rPr lang="zh-CN" altLang="en-US" dirty="0"/>
              <a:t>建立质量安全多元救济机制</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六、优化质量发展环境 </a:t>
            </a:r>
            <a:endParaRPr lang="zh-CN" altLang="en-US" dirty="0"/>
          </a:p>
        </p:txBody>
      </p:sp>
      <p:sp>
        <p:nvSpPr>
          <p:cNvPr id="3" name="内容占位符 2"/>
          <p:cNvSpPr>
            <a:spLocks noGrp="1"/>
          </p:cNvSpPr>
          <p:nvPr>
            <p:ph idx="1"/>
          </p:nvPr>
        </p:nvSpPr>
        <p:spPr/>
        <p:txBody>
          <a:bodyPr/>
          <a:lstStyle/>
          <a:p>
            <a:r>
              <a:rPr lang="zh-CN" altLang="en-US" dirty="0"/>
              <a:t>加强质量文化建</a:t>
            </a:r>
            <a:r>
              <a:rPr lang="zh-CN" altLang="en-US" dirty="0" smtClean="0"/>
              <a:t>设</a:t>
            </a:r>
            <a:endParaRPr lang="en-US" altLang="zh-CN" dirty="0" smtClean="0"/>
          </a:p>
          <a:p>
            <a:r>
              <a:rPr lang="zh-CN" altLang="en-US" dirty="0"/>
              <a:t>营造良好市场环</a:t>
            </a:r>
            <a:r>
              <a:rPr lang="zh-CN" altLang="en-US" dirty="0" smtClean="0"/>
              <a:t>境</a:t>
            </a:r>
            <a:endParaRPr lang="en-US" altLang="zh-CN" dirty="0" smtClean="0"/>
          </a:p>
          <a:p>
            <a:r>
              <a:rPr lang="zh-CN" altLang="en-US" dirty="0"/>
              <a:t>完善质量投诉和消费维权机</a:t>
            </a:r>
            <a:r>
              <a:rPr lang="zh-CN" altLang="en-US" dirty="0" smtClean="0"/>
              <a:t>制</a:t>
            </a:r>
            <a:endParaRPr lang="en-US" altLang="zh-CN" dirty="0" smtClean="0"/>
          </a:p>
          <a:p>
            <a:r>
              <a:rPr lang="zh-CN" altLang="en-US" dirty="0"/>
              <a:t>发挥社会中介服务作</a:t>
            </a:r>
            <a:r>
              <a:rPr lang="zh-CN" altLang="en-US" dirty="0" smtClean="0"/>
              <a:t>用</a:t>
            </a:r>
            <a:endParaRPr lang="en-US" altLang="zh-CN" dirty="0" smtClean="0"/>
          </a:p>
          <a:p>
            <a:r>
              <a:rPr lang="zh-CN" altLang="en-US" dirty="0"/>
              <a:t>加强质量舆论宣</a:t>
            </a:r>
            <a:r>
              <a:rPr lang="zh-CN" altLang="en-US" dirty="0" smtClean="0"/>
              <a:t>传</a:t>
            </a:r>
            <a:endParaRPr lang="en-US" altLang="zh-CN" dirty="0" smtClean="0"/>
          </a:p>
          <a:p>
            <a:r>
              <a:rPr lang="zh-CN" altLang="en-US" dirty="0"/>
              <a:t>深化质量国际交流合作</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七、夯实质量发展基础</a:t>
            </a:r>
            <a:endParaRPr lang="zh-CN" altLang="en-US" dirty="0"/>
          </a:p>
        </p:txBody>
      </p:sp>
      <p:sp>
        <p:nvSpPr>
          <p:cNvPr id="3" name="内容占位符 2"/>
          <p:cNvSpPr>
            <a:spLocks noGrp="1"/>
          </p:cNvSpPr>
          <p:nvPr>
            <p:ph idx="1"/>
          </p:nvPr>
        </p:nvSpPr>
        <p:spPr/>
        <p:txBody>
          <a:bodyPr/>
          <a:lstStyle/>
          <a:p>
            <a:r>
              <a:rPr lang="zh-CN" altLang="en-US" dirty="0"/>
              <a:t>推进质量创新能力建</a:t>
            </a:r>
            <a:r>
              <a:rPr lang="zh-CN" altLang="en-US" dirty="0" smtClean="0"/>
              <a:t>设</a:t>
            </a:r>
            <a:endParaRPr lang="en-US" altLang="zh-CN" dirty="0" smtClean="0"/>
          </a:p>
          <a:p>
            <a:r>
              <a:rPr lang="zh-CN" altLang="en-US" dirty="0"/>
              <a:t>加强标准化工</a:t>
            </a:r>
            <a:r>
              <a:rPr lang="zh-CN" altLang="en-US" dirty="0" smtClean="0"/>
              <a:t>作</a:t>
            </a:r>
            <a:endParaRPr lang="en-US" altLang="zh-CN" dirty="0" smtClean="0"/>
          </a:p>
          <a:p>
            <a:r>
              <a:rPr lang="zh-CN" altLang="en-US" dirty="0"/>
              <a:t>强化计量基础支撑作</a:t>
            </a:r>
            <a:r>
              <a:rPr lang="zh-CN" altLang="en-US" dirty="0" smtClean="0"/>
              <a:t>用</a:t>
            </a:r>
            <a:endParaRPr lang="en-US" altLang="zh-CN" dirty="0" smtClean="0"/>
          </a:p>
          <a:p>
            <a:r>
              <a:rPr lang="zh-CN" altLang="en-US" dirty="0"/>
              <a:t>推动完善认证认可体</a:t>
            </a:r>
            <a:r>
              <a:rPr lang="zh-CN" altLang="en-US" dirty="0" smtClean="0"/>
              <a:t>系</a:t>
            </a:r>
            <a:endParaRPr lang="en-US" altLang="zh-CN" dirty="0" smtClean="0"/>
          </a:p>
          <a:p>
            <a:r>
              <a:rPr lang="zh-CN" altLang="en-US" dirty="0"/>
              <a:t>加快检验检测技术保障体系建</a:t>
            </a:r>
            <a:r>
              <a:rPr lang="zh-CN" altLang="en-US" dirty="0" smtClean="0"/>
              <a:t>设</a:t>
            </a:r>
            <a:endParaRPr lang="en-US" altLang="zh-CN" dirty="0" smtClean="0"/>
          </a:p>
          <a:p>
            <a:r>
              <a:rPr lang="zh-CN" altLang="en-US" dirty="0"/>
              <a:t>推进质量信息化建设</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八、实施质量提升工程</a:t>
            </a:r>
            <a:endParaRPr lang="zh-CN" altLang="en-US" dirty="0"/>
          </a:p>
        </p:txBody>
      </p:sp>
      <p:sp>
        <p:nvSpPr>
          <p:cNvPr id="3" name="内容占位符 2"/>
          <p:cNvSpPr>
            <a:spLocks noGrp="1"/>
          </p:cNvSpPr>
          <p:nvPr>
            <p:ph idx="1"/>
          </p:nvPr>
        </p:nvSpPr>
        <p:spPr/>
        <p:txBody>
          <a:bodyPr/>
          <a:lstStyle/>
          <a:p>
            <a:r>
              <a:rPr lang="zh-CN" altLang="en-US" dirty="0"/>
              <a:t>质量素质提升工程。通过质量知识普及教育、职业教育和专业人才培养等措施，提升全民质量素</a:t>
            </a:r>
            <a:r>
              <a:rPr lang="zh-CN" altLang="en-US" dirty="0" smtClean="0"/>
              <a:t>养</a:t>
            </a:r>
            <a:endParaRPr lang="en-US" altLang="zh-CN" dirty="0" smtClean="0"/>
          </a:p>
          <a:p>
            <a:r>
              <a:rPr lang="zh-CN" altLang="en-US" dirty="0"/>
              <a:t>可靠性提升工</a:t>
            </a:r>
            <a:r>
              <a:rPr lang="zh-CN" altLang="en-US" dirty="0" smtClean="0"/>
              <a:t>程</a:t>
            </a:r>
            <a:endParaRPr lang="en-US" altLang="zh-CN" dirty="0" smtClean="0"/>
          </a:p>
          <a:p>
            <a:r>
              <a:rPr lang="zh-CN" altLang="en-US" dirty="0"/>
              <a:t>服务质量满意度提升工</a:t>
            </a:r>
            <a:r>
              <a:rPr lang="zh-CN" altLang="en-US" dirty="0" smtClean="0"/>
              <a:t>程</a:t>
            </a:r>
            <a:endParaRPr lang="en-US" altLang="zh-CN" dirty="0" smtClean="0"/>
          </a:p>
          <a:p>
            <a:r>
              <a:rPr lang="zh-CN" altLang="en-US" dirty="0"/>
              <a:t>质量对比提升工程。在农业、工业、建筑业和服务业等行业，分类分层次广泛开展质量对比提升活</a:t>
            </a:r>
            <a:r>
              <a:rPr lang="zh-CN" altLang="en-US" dirty="0" smtClean="0"/>
              <a:t>动</a:t>
            </a:r>
            <a:endParaRPr lang="en-US" altLang="zh-CN" dirty="0" smtClean="0"/>
          </a:p>
          <a:p>
            <a:r>
              <a:rPr lang="zh-CN" altLang="en-US" dirty="0"/>
              <a:t>清洁生产促进工程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九、组织实施</a:t>
            </a:r>
            <a:endParaRPr lang="zh-CN" altLang="en-US" dirty="0"/>
          </a:p>
        </p:txBody>
      </p:sp>
      <p:sp>
        <p:nvSpPr>
          <p:cNvPr id="3" name="内容占位符 2"/>
          <p:cNvSpPr>
            <a:spLocks noGrp="1"/>
          </p:cNvSpPr>
          <p:nvPr>
            <p:ph idx="1"/>
          </p:nvPr>
        </p:nvSpPr>
        <p:spPr/>
        <p:txBody>
          <a:bodyPr/>
          <a:lstStyle/>
          <a:p>
            <a:r>
              <a:rPr lang="zh-CN" altLang="en-US" dirty="0"/>
              <a:t>加强组织领</a:t>
            </a:r>
            <a:r>
              <a:rPr lang="zh-CN" altLang="en-US" dirty="0" smtClean="0"/>
              <a:t>导</a:t>
            </a:r>
            <a:endParaRPr lang="en-US" altLang="zh-CN" dirty="0" smtClean="0"/>
          </a:p>
          <a:p>
            <a:r>
              <a:rPr lang="zh-CN" altLang="en-US" dirty="0"/>
              <a:t>完善配套政</a:t>
            </a:r>
            <a:r>
              <a:rPr lang="zh-CN" altLang="en-US" dirty="0" smtClean="0"/>
              <a:t>策</a:t>
            </a:r>
            <a:endParaRPr lang="en-US" altLang="zh-CN" dirty="0" smtClean="0"/>
          </a:p>
          <a:p>
            <a:r>
              <a:rPr lang="zh-CN" altLang="en-US" dirty="0"/>
              <a:t>狠抓工作落</a:t>
            </a:r>
            <a:r>
              <a:rPr lang="zh-CN" altLang="en-US" dirty="0" smtClean="0"/>
              <a:t>实</a:t>
            </a:r>
            <a:endParaRPr lang="en-US" altLang="zh-CN" dirty="0" smtClean="0"/>
          </a:p>
          <a:p>
            <a:r>
              <a:rPr lang="zh-CN" altLang="en-US" dirty="0"/>
              <a:t>强化检查考核</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思考题</a:t>
            </a:r>
            <a:endParaRPr lang="zh-CN" altLang="en-US"/>
          </a:p>
        </p:txBody>
      </p:sp>
      <p:sp>
        <p:nvSpPr>
          <p:cNvPr id="3" name="内容占位符 2"/>
          <p:cNvSpPr>
            <a:spLocks noGrp="1"/>
          </p:cNvSpPr>
          <p:nvPr>
            <p:ph idx="1"/>
          </p:nvPr>
        </p:nvSpPr>
        <p:spPr/>
        <p:txBody>
          <a:bodyPr/>
          <a:p>
            <a:r>
              <a:rPr altLang="en-US"/>
              <a:t>简述我国政府质量工作的</a:t>
            </a:r>
            <a:r>
              <a:rPr lang="en-US" altLang="zh-CN"/>
              <a:t>24</a:t>
            </a:r>
            <a:r>
              <a:rPr altLang="en-US"/>
              <a:t>字工作方针</a:t>
            </a:r>
            <a:endParaRPr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离子">
  <a:themeElements>
    <a:clrScheme name="Ion Red">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教学课程概述</Template>
  <TotalTime>0</TotalTime>
  <Words>1373</Words>
  <Application>WPS 演示</Application>
  <PresentationFormat>宽屏</PresentationFormat>
  <Paragraphs>92</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宋体</vt:lpstr>
      <vt:lpstr>Wingdings</vt:lpstr>
      <vt:lpstr>Microsoft YaHei UI</vt:lpstr>
      <vt:lpstr>Wingdings 3</vt:lpstr>
      <vt:lpstr>Arial</vt:lpstr>
      <vt:lpstr>Century Gothic</vt:lpstr>
      <vt:lpstr>微软雅黑</vt:lpstr>
      <vt:lpstr>Calibri</vt:lpstr>
      <vt:lpstr>Arial Unicode MS</vt:lpstr>
      <vt:lpstr>离子</vt:lpstr>
      <vt:lpstr>质量保证政府工作文件</vt:lpstr>
      <vt:lpstr>质量振兴纲要（1996-2010） 质量发展纲要（2011-2020年）</vt:lpstr>
      <vt:lpstr>一、质量发展的基础与环境</vt:lpstr>
      <vt:lpstr>二、指导思想、工作方针和发展目标</vt:lpstr>
      <vt:lpstr>三、强化企业质量主体作用</vt:lpstr>
      <vt:lpstr>四、加强质量监督管理</vt:lpstr>
      <vt:lpstr>五、创新质量发展机制</vt:lpstr>
      <vt:lpstr>六、优化质量发展环境 </vt:lpstr>
      <vt:lpstr>七、夯实质量发展基础</vt:lpstr>
      <vt:lpstr>八、实施质量提升工程</vt:lpstr>
      <vt:lpstr>九、组织实施</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Mr Nie</cp:lastModifiedBy>
  <cp:revision>2</cp:revision>
  <dcterms:created xsi:type="dcterms:W3CDTF">2017-08-16T06:57:00Z</dcterms:created>
  <dcterms:modified xsi:type="dcterms:W3CDTF">2021-09-13T02:55:04Z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TC030395169991</vt:lpwstr>
  </property>
  <property fmtid="{D5CDD505-2E9C-101B-9397-08002B2CF9AE}" pid="3" name="ICV">
    <vt:lpwstr>4E3E327D10E2405980EDDDD6EDCC0172</vt:lpwstr>
  </property>
  <property fmtid="{D5CDD505-2E9C-101B-9397-08002B2CF9AE}" pid="4" name="KSOProductBuildVer">
    <vt:lpwstr>2052-11.1.0.10495</vt:lpwstr>
  </property>
</Properties>
</file>