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607" r:id="rId3"/>
    <p:sldId id="929" r:id="rId5"/>
    <p:sldId id="930" r:id="rId6"/>
    <p:sldId id="949" r:id="rId7"/>
    <p:sldId id="951" r:id="rId8"/>
    <p:sldId id="948" r:id="rId9"/>
    <p:sldId id="985" r:id="rId10"/>
    <p:sldId id="954" r:id="rId11"/>
    <p:sldId id="946" r:id="rId12"/>
    <p:sldId id="975" r:id="rId13"/>
    <p:sldId id="955" r:id="rId14"/>
    <p:sldId id="971" r:id="rId15"/>
    <p:sldId id="986" r:id="rId16"/>
    <p:sldId id="956" r:id="rId17"/>
    <p:sldId id="976" r:id="rId18"/>
    <p:sldId id="977" r:id="rId19"/>
    <p:sldId id="978" r:id="rId20"/>
    <p:sldId id="979" r:id="rId21"/>
    <p:sldId id="969" r:id="rId22"/>
    <p:sldId id="972" r:id="rId23"/>
    <p:sldId id="981" r:id="rId24"/>
    <p:sldId id="982" r:id="rId25"/>
    <p:sldId id="983" r:id="rId26"/>
    <p:sldId id="984" r:id="rId27"/>
    <p:sldId id="980" r:id="rId28"/>
  </p:sldIdLst>
  <p:sldSz cx="9144000" cy="5143500" type="screen16x9"/>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5BF"/>
    <a:srgbClr val="034EA2"/>
    <a:srgbClr val="0087CD"/>
    <a:srgbClr val="C68F06"/>
    <a:srgbClr val="DB2C03"/>
    <a:srgbClr val="EBAC07"/>
    <a:srgbClr val="008487"/>
    <a:srgbClr val="163C46"/>
    <a:srgbClr val="008F92"/>
    <a:srgbClr val="0048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1" autoAdjust="0"/>
    <p:restoredTop sz="94660"/>
  </p:normalViewPr>
  <p:slideViewPr>
    <p:cSldViewPr>
      <p:cViewPr varScale="1">
        <p:scale>
          <a:sx n="85" d="100"/>
          <a:sy n="85" d="100"/>
        </p:scale>
        <p:origin x="-684" y="-76"/>
      </p:cViewPr>
      <p:guideLst>
        <p:guide orient="horz" pos="1620"/>
        <p:guide pos="2880"/>
      </p:guideLst>
    </p:cSldViewPr>
  </p:slideViewPr>
  <p:notesTextViewPr>
    <p:cViewPr>
      <p:scale>
        <a:sx n="1" d="1"/>
        <a:sy n="1" d="1"/>
      </p:scale>
      <p:origin x="0" y="0"/>
    </p:cViewPr>
  </p:notesTextViewPr>
  <p:sorterViewPr>
    <p:cViewPr>
      <p:scale>
        <a:sx n="75" d="100"/>
        <a:sy n="75" d="100"/>
      </p:scale>
      <p:origin x="0" y="0"/>
    </p:cViewPr>
  </p:sorterViewPr>
  <p:notesViewPr>
    <p:cSldViewPr>
      <p:cViewPr varScale="1">
        <p:scale>
          <a:sx n="65" d="100"/>
          <a:sy n="65" d="100"/>
        </p:scale>
        <p:origin x="-336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gs" Target="tags/tag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2A5992-9D73-4015-9385-ABE035416B2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95A699-AB68-4A20-99FB-6F69DC266D4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2565" algn="l" defTabSz="914400" rtl="0" eaLnBrk="1" latinLnBrk="0" hangingPunct="1">
      <a:defRPr sz="1200" kern="1200">
        <a:solidFill>
          <a:schemeClr val="tx1"/>
        </a:solidFill>
        <a:latin typeface="+mn-lt"/>
        <a:ea typeface="+mn-ea"/>
        <a:cs typeface="+mn-cs"/>
      </a:defRPr>
    </a:lvl7pPr>
    <a:lvl8pPr marL="3199765" algn="l" defTabSz="914400" rtl="0" eaLnBrk="1" latinLnBrk="0" hangingPunct="1">
      <a:defRPr sz="1200" kern="1200">
        <a:solidFill>
          <a:schemeClr val="tx1"/>
        </a:solidFill>
        <a:latin typeface="+mn-lt"/>
        <a:ea typeface="+mn-ea"/>
        <a:cs typeface="+mn-cs"/>
      </a:defRPr>
    </a:lvl8pPr>
    <a:lvl9pPr marL="3656965"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bwMode="auto">
          <a:noFill/>
          <a:ln>
            <a:solidFill>
              <a:srgbClr val="000000"/>
            </a:solidFill>
            <a:miter lim="800000"/>
          </a:ln>
        </p:spPr>
      </p:sp>
      <p:sp>
        <p:nvSpPr>
          <p:cNvPr id="38915"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38916" name="灯片编号占位符 3"/>
          <p:cNvSpPr>
            <a:spLocks noGrp="1"/>
          </p:cNvSpPr>
          <p:nvPr>
            <p:ph type="sldNum" sz="quarter" idx="5"/>
          </p:nvPr>
        </p:nvSpPr>
        <p:spPr bwMode="auto">
          <a:noFill/>
          <a:ln>
            <a:miter lim="800000"/>
          </a:ln>
        </p:spPr>
        <p:txBody>
          <a:bodyPr/>
          <a:lstStyle/>
          <a:p>
            <a:fld id="{9295031C-36FB-4BFB-B547-5049AC3C4D20}" type="slidenum">
              <a:rPr lang="zh-CN" altLang="en-US"/>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F7EFFEE-2121-4C4A-AA6A-67396F874B3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bwMode="auto">
          <a:noFill/>
          <a:ln>
            <a:solidFill>
              <a:srgbClr val="000000"/>
            </a:solidFill>
            <a:miter lim="800000"/>
          </a:ln>
        </p:spPr>
      </p:sp>
      <p:sp>
        <p:nvSpPr>
          <p:cNvPr id="38915"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38916" name="灯片编号占位符 3"/>
          <p:cNvSpPr>
            <a:spLocks noGrp="1"/>
          </p:cNvSpPr>
          <p:nvPr>
            <p:ph type="sldNum" sz="quarter" idx="5"/>
          </p:nvPr>
        </p:nvSpPr>
        <p:spPr bwMode="auto">
          <a:noFill/>
          <a:ln>
            <a:miter lim="800000"/>
          </a:ln>
        </p:spPr>
        <p:txBody>
          <a:bodyPr/>
          <a:lstStyle/>
          <a:p>
            <a:fld id="{9295031C-36FB-4BFB-B547-5049AC3C4D20}" type="slidenum">
              <a:rPr lang="zh-CN" altLang="en-US"/>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6F12646-107E-4EAD-9573-39087FBC261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92EB20A-403F-44E9-9F40-29DD8395CE0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92EB20A-403F-44E9-9F40-29DD8395CE0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bwMode="auto">
          <a:noFill/>
          <a:ln>
            <a:solidFill>
              <a:srgbClr val="000000"/>
            </a:solidFill>
            <a:miter lim="800000"/>
          </a:ln>
        </p:spPr>
      </p:sp>
      <p:sp>
        <p:nvSpPr>
          <p:cNvPr id="38915"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38916" name="灯片编号占位符 3"/>
          <p:cNvSpPr>
            <a:spLocks noGrp="1"/>
          </p:cNvSpPr>
          <p:nvPr>
            <p:ph type="sldNum" sz="quarter" idx="5"/>
          </p:nvPr>
        </p:nvSpPr>
        <p:spPr bwMode="auto">
          <a:noFill/>
          <a:ln>
            <a:miter lim="800000"/>
          </a:ln>
        </p:spPr>
        <p:txBody>
          <a:bodyPr/>
          <a:lstStyle/>
          <a:p>
            <a:fld id="{9295031C-36FB-4BFB-B547-5049AC3C4D20}" type="slidenum">
              <a:rPr lang="zh-CN" altLang="en-US"/>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bwMode="auto">
          <a:noFill/>
          <a:ln>
            <a:solidFill>
              <a:srgbClr val="000000"/>
            </a:solidFill>
            <a:miter lim="800000"/>
          </a:ln>
        </p:spPr>
      </p:sp>
      <p:sp>
        <p:nvSpPr>
          <p:cNvPr id="38915"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38916" name="灯片编号占位符 3"/>
          <p:cNvSpPr>
            <a:spLocks noGrp="1"/>
          </p:cNvSpPr>
          <p:nvPr>
            <p:ph type="sldNum" sz="quarter" idx="5"/>
          </p:nvPr>
        </p:nvSpPr>
        <p:spPr bwMode="auto">
          <a:noFill/>
          <a:ln>
            <a:miter lim="800000"/>
          </a:ln>
        </p:spPr>
        <p:txBody>
          <a:bodyPr/>
          <a:lstStyle/>
          <a:p>
            <a:fld id="{9295031C-36FB-4BFB-B547-5049AC3C4D20}" type="slidenum">
              <a:rPr lang="zh-CN" altLang="en-US"/>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384D0-E8C0-4FB2-93D8-B1A58490B2C5}"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384D0-E8C0-4FB2-93D8-B1A58490B2C5}"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bwMode="auto">
          <a:noFill/>
          <a:ln>
            <a:solidFill>
              <a:srgbClr val="000000"/>
            </a:solidFill>
            <a:miter lim="800000"/>
          </a:ln>
        </p:spPr>
      </p:sp>
      <p:sp>
        <p:nvSpPr>
          <p:cNvPr id="38915"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38916" name="灯片编号占位符 3"/>
          <p:cNvSpPr>
            <a:spLocks noGrp="1"/>
          </p:cNvSpPr>
          <p:nvPr>
            <p:ph type="sldNum" sz="quarter" idx="5"/>
          </p:nvPr>
        </p:nvSpPr>
        <p:spPr bwMode="auto">
          <a:noFill/>
          <a:ln>
            <a:miter lim="800000"/>
          </a:ln>
        </p:spPr>
        <p:txBody>
          <a:bodyPr/>
          <a:lstStyle/>
          <a:p>
            <a:fld id="{9295031C-36FB-4BFB-B547-5049AC3C4D20}" type="slidenum">
              <a:rPr lang="zh-CN" altLang="en-US"/>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noChangeArrowheads="1"/>
          </p:cNvSpPr>
          <p:nvPr>
            <p:ph type="sldImg" idx="4294967295"/>
          </p:nvPr>
        </p:nvSpPr>
        <p:spPr>
          <a:ln>
            <a:miter lim="800000"/>
          </a:ln>
        </p:spPr>
      </p:sp>
      <p:sp>
        <p:nvSpPr>
          <p:cNvPr id="25602" name="备注占位符 2"/>
          <p:cNvSpPr>
            <a:spLocks noGrp="1" noChangeArrowheads="1"/>
          </p:cNvSpPr>
          <p:nvPr>
            <p:ph type="body" idx="4294967295"/>
          </p:nvPr>
        </p:nvSpPr>
        <p:spPr/>
        <p:txBody>
          <a:bodyPr/>
          <a:lstStyle/>
          <a:p>
            <a:endParaRPr lang="zh-CN" altLang="en-US" smtClean="0"/>
          </a:p>
        </p:txBody>
      </p:sp>
      <p:sp>
        <p:nvSpPr>
          <p:cNvPr id="25603" name="灯片编号占位符 3"/>
          <p:cNvSpPr>
            <a:spLocks noGrp="1" noChangeArrowheads="1"/>
          </p:cNvSpPr>
          <p:nvPr>
            <p:ph type="sldNum" sz="quarter" idx="5"/>
          </p:nvPr>
        </p:nvSpPr>
        <p:spPr bwMode="auto">
          <a:noFill/>
          <a:ln>
            <a:miter lim="800000"/>
          </a:ln>
        </p:spPr>
        <p:txBody>
          <a:bodyPr/>
          <a:lstStyle/>
          <a:p>
            <a:fld id="{B299748B-1A6B-4B94-B982-E2C8837D34CA}" type="slidenum">
              <a:rPr lang="zh-CN" altLang="en-US"/>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fld>
            <a:endParaRPr lang="zh-CN" altLang="en-US"/>
          </a:p>
        </p:txBody>
      </p:sp>
      <p:sp>
        <p:nvSpPr>
          <p:cNvPr id="14" name="文本框 37"/>
          <p:cNvSpPr txBox="1"/>
          <p:nvPr userDrawn="1"/>
        </p:nvSpPr>
        <p:spPr>
          <a:xfrm>
            <a:off x="899592" y="239588"/>
            <a:ext cx="1990115" cy="312819"/>
          </a:xfrm>
          <a:prstGeom prst="rect">
            <a:avLst/>
          </a:prstGeom>
          <a:noFill/>
        </p:spPr>
        <p:txBody>
          <a:bodyPr wrap="none" lIns="96434" tIns="48217" rIns="96434" bIns="48217" rtlCol="0">
            <a:spAutoFit/>
          </a:bodyPr>
          <a:lstStyle/>
          <a:p>
            <a:pPr defTabSz="964565"/>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点击添加相关标题文字</a:t>
            </a:r>
            <a:endPar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15" name="文本框 38"/>
          <p:cNvSpPr txBox="1"/>
          <p:nvPr userDrawn="1"/>
        </p:nvSpPr>
        <p:spPr>
          <a:xfrm>
            <a:off x="899592" y="432889"/>
            <a:ext cx="1804166" cy="266653"/>
          </a:xfrm>
          <a:prstGeom prst="rect">
            <a:avLst/>
          </a:prstGeom>
          <a:noFill/>
        </p:spPr>
        <p:txBody>
          <a:bodyPr wrap="none" lIns="96434" tIns="48217" rIns="96434" bIns="48217" rtlCol="0">
            <a:spAutoFit/>
          </a:bodyPr>
          <a:lstStyle/>
          <a:p>
            <a:pPr defTabSz="964565"/>
            <a:r>
              <a:rPr lang="en-US" altLang="zh-CN" sz="1050" dirty="0">
                <a:solidFill>
                  <a:schemeClr val="tx1">
                    <a:lumMod val="50000"/>
                    <a:lumOff val="50000"/>
                  </a:schemeClr>
                </a:solidFill>
                <a:cs typeface="+mn-ea"/>
                <a:sym typeface="+mn-lt"/>
              </a:rPr>
              <a:t>ADD RELATED TITLE WORDS</a:t>
            </a:r>
            <a:endParaRPr lang="zh-CN" altLang="en-US" sz="1050" dirty="0">
              <a:solidFill>
                <a:schemeClr val="tx1">
                  <a:lumMod val="50000"/>
                  <a:lumOff val="50000"/>
                </a:schemeClr>
              </a:solidFill>
              <a:cs typeface="+mn-ea"/>
              <a:sym typeface="+mn-lt"/>
            </a:endParaRPr>
          </a:p>
        </p:txBody>
      </p:sp>
      <p:pic>
        <p:nvPicPr>
          <p:cNvPr id="8" name="Picture 2" descr="C:\Users\Administrator\Desktop\75bab28f863d378bb007a7537ede48fc.jpg"/>
          <p:cNvPicPr>
            <a:picLocks noChangeAspect="1" noChangeArrowheads="1"/>
          </p:cNvPicPr>
          <p:nvPr userDrawn="1"/>
        </p:nvPicPr>
        <p:blipFill>
          <a:blip r:embed="rId2" cstate="print"/>
          <a:srcRect/>
          <a:stretch>
            <a:fillRect/>
          </a:stretch>
        </p:blipFill>
        <p:spPr bwMode="auto">
          <a:xfrm>
            <a:off x="7884368" y="4061718"/>
            <a:ext cx="2160240" cy="2163563"/>
          </a:xfrm>
          <a:prstGeom prst="rect">
            <a:avLst/>
          </a:prstGeom>
          <a:noFill/>
        </p:spPr>
      </p:pic>
      <p:pic>
        <p:nvPicPr>
          <p:cNvPr id="9" name="Picture 2" descr="C:\Users\Administrator\Desktop\75bab28f863d378bb007a7537ede48fc.jpg"/>
          <p:cNvPicPr>
            <a:picLocks noChangeAspect="1" noChangeArrowheads="1"/>
          </p:cNvPicPr>
          <p:nvPr userDrawn="1"/>
        </p:nvPicPr>
        <p:blipFill>
          <a:blip r:embed="rId3" cstate="print"/>
          <a:srcRect/>
          <a:stretch>
            <a:fillRect/>
          </a:stretch>
        </p:blipFill>
        <p:spPr bwMode="auto">
          <a:xfrm>
            <a:off x="179512" y="123478"/>
            <a:ext cx="647077" cy="648072"/>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a:prstGeom prst="rect">
            <a:avLst/>
          </a:prstGeo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2701528"/>
            <a:ext cx="6858000" cy="1241822"/>
          </a:xfrm>
          <a:prstGeom prst="rect">
            <a:avLst/>
          </a:prstGeo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28650" y="4767263"/>
            <a:ext cx="2057400" cy="273844"/>
          </a:xfrm>
          <a:prstGeom prst="rect">
            <a:avLst/>
          </a:prstGeom>
        </p:spPr>
        <p:txBody>
          <a:bodyPr/>
          <a:lstStyle>
            <a:lvl1pPr eaLnBrk="1" fontAlgn="auto" hangingPunct="1">
              <a:spcBef>
                <a:spcPts val="0"/>
              </a:spcBef>
              <a:spcAft>
                <a:spcPts val="0"/>
              </a:spcAft>
              <a:defRPr>
                <a:latin typeface="+mn-lt"/>
                <a:ea typeface="+mn-ea"/>
              </a:defRPr>
            </a:lvl1pPr>
          </a:lstStyle>
          <a:p>
            <a:pPr>
              <a:defRPr/>
            </a:pPr>
            <a:fld id="{4C0F3E8C-8BCD-4A8F-98D8-F8D96B87BD28}" type="datetimeFigureOut">
              <a:rPr lang="zh-CN" altLang="en-US"/>
            </a:fld>
            <a:endParaRPr lang="zh-CN" altLang="en-US"/>
          </a:p>
        </p:txBody>
      </p:sp>
      <p:sp>
        <p:nvSpPr>
          <p:cNvPr id="5" name="页脚占位符 4"/>
          <p:cNvSpPr>
            <a:spLocks noGrp="1"/>
          </p:cNvSpPr>
          <p:nvPr>
            <p:ph type="ftr" sz="quarter" idx="11"/>
          </p:nvPr>
        </p:nvSpPr>
        <p:spPr>
          <a:xfrm>
            <a:off x="3028950" y="4767263"/>
            <a:ext cx="3086100" cy="273844"/>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457950" y="4767263"/>
            <a:ext cx="2057400" cy="273844"/>
          </a:xfrm>
          <a:prstGeom prst="rect">
            <a:avLst/>
          </a:prstGeom>
        </p:spPr>
        <p:txBody>
          <a:bodyPr vert="horz" wrap="square" lIns="68580" tIns="34290" rIns="68580" bIns="34290" numCol="1" anchor="t" anchorCtr="0" compatLnSpc="1"/>
          <a:lstStyle>
            <a:lvl1pPr eaLnBrk="1" hangingPunct="1">
              <a:defRPr smtClean="0"/>
            </a:lvl1pPr>
          </a:lstStyle>
          <a:p>
            <a:pPr>
              <a:defRPr/>
            </a:pPr>
            <a:fld id="{4AAA05D2-2F82-4D1D-9A69-4CC173608BCF}"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grpSp>
        <p:nvGrpSpPr>
          <p:cNvPr id="2" name="组合 3"/>
          <p:cNvGrpSpPr/>
          <p:nvPr userDrawn="1"/>
        </p:nvGrpSpPr>
        <p:grpSpPr bwMode="auto">
          <a:xfrm flipH="1">
            <a:off x="-1" y="248018"/>
            <a:ext cx="1344726" cy="379516"/>
            <a:chOff x="2370576" y="533400"/>
            <a:chExt cx="2417494" cy="675969"/>
          </a:xfrm>
          <a:solidFill>
            <a:srgbClr val="EE1C39"/>
          </a:solidFill>
        </p:grpSpPr>
        <p:sp>
          <p:nvSpPr>
            <p:cNvPr id="3" name="矩形 2"/>
            <p:cNvSpPr/>
            <p:nvPr/>
          </p:nvSpPr>
          <p:spPr>
            <a:xfrm>
              <a:off x="2738030" y="533400"/>
              <a:ext cx="2050040" cy="6759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cs typeface="+mn-ea"/>
                <a:sym typeface="+mn-lt"/>
              </a:endParaRPr>
            </a:p>
          </p:txBody>
        </p:sp>
        <p:sp>
          <p:nvSpPr>
            <p:cNvPr id="4" name="椭圆 3"/>
            <p:cNvSpPr/>
            <p:nvPr/>
          </p:nvSpPr>
          <p:spPr>
            <a:xfrm>
              <a:off x="2370576" y="533400"/>
              <a:ext cx="623734" cy="6759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cs typeface="+mn-ea"/>
                <a:sym typeface="+mn-lt"/>
              </a:endParaRPr>
            </a:p>
          </p:txBody>
        </p:sp>
      </p:grpSp>
      <p:sp>
        <p:nvSpPr>
          <p:cNvPr id="6" name="文本框 12"/>
          <p:cNvSpPr txBox="1">
            <a:spLocks noChangeArrowheads="1"/>
          </p:cNvSpPr>
          <p:nvPr userDrawn="1"/>
        </p:nvSpPr>
        <p:spPr bwMode="auto">
          <a:xfrm>
            <a:off x="111614" y="339502"/>
            <a:ext cx="1796090" cy="250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3" tIns="32511" rIns="65023" bIns="32511">
            <a:spAutoFit/>
          </a:bodyPr>
          <a:lstStyle>
            <a:lvl1pPr>
              <a:defRPr>
                <a:solidFill>
                  <a:schemeClr val="tx1"/>
                </a:solidFill>
                <a:latin typeface="Open Sans" panose="020B0606030504020204" pitchFamily="34" charset="0"/>
                <a:ea typeface="冬青黑体简体中文 W3" charset="-122"/>
              </a:defRPr>
            </a:lvl1pPr>
            <a:lvl2pPr marL="742950" indent="-285750">
              <a:defRPr>
                <a:solidFill>
                  <a:schemeClr val="tx1"/>
                </a:solidFill>
                <a:latin typeface="Open Sans" panose="020B0606030504020204" pitchFamily="34" charset="0"/>
                <a:ea typeface="冬青黑体简体中文 W3" charset="-122"/>
              </a:defRPr>
            </a:lvl2pPr>
            <a:lvl3pPr marL="1143000" indent="-228600">
              <a:defRPr>
                <a:solidFill>
                  <a:schemeClr val="tx1"/>
                </a:solidFill>
                <a:latin typeface="Open Sans" panose="020B0606030504020204" pitchFamily="34" charset="0"/>
                <a:ea typeface="冬青黑体简体中文 W3" charset="-122"/>
              </a:defRPr>
            </a:lvl3pPr>
            <a:lvl4pPr marL="1600200" indent="-228600">
              <a:defRPr>
                <a:solidFill>
                  <a:schemeClr val="tx1"/>
                </a:solidFill>
                <a:latin typeface="Open Sans" panose="020B0606030504020204" pitchFamily="34" charset="0"/>
                <a:ea typeface="冬青黑体简体中文 W3" charset="-122"/>
              </a:defRPr>
            </a:lvl4pPr>
            <a:lvl5pPr marL="2057400" indent="-228600">
              <a:defRPr>
                <a:solidFill>
                  <a:schemeClr val="tx1"/>
                </a:solidFill>
                <a:latin typeface="Open Sans" panose="020B0606030504020204" pitchFamily="34" charset="0"/>
                <a:ea typeface="冬青黑体简体中文 W3" charset="-122"/>
              </a:defRPr>
            </a:lvl5pPr>
            <a:lvl6pPr marL="2514600" indent="-228600" fontAlgn="base">
              <a:spcBef>
                <a:spcPct val="0"/>
              </a:spcBef>
              <a:spcAft>
                <a:spcPct val="0"/>
              </a:spcAft>
              <a:defRPr>
                <a:solidFill>
                  <a:schemeClr val="tx1"/>
                </a:solidFill>
                <a:latin typeface="Open Sans" panose="020B0606030504020204" pitchFamily="34" charset="0"/>
                <a:ea typeface="冬青黑体简体中文 W3" charset="-122"/>
              </a:defRPr>
            </a:lvl6pPr>
            <a:lvl7pPr marL="2971800" indent="-228600" fontAlgn="base">
              <a:spcBef>
                <a:spcPct val="0"/>
              </a:spcBef>
              <a:spcAft>
                <a:spcPct val="0"/>
              </a:spcAft>
              <a:defRPr>
                <a:solidFill>
                  <a:schemeClr val="tx1"/>
                </a:solidFill>
                <a:latin typeface="Open Sans" panose="020B0606030504020204" pitchFamily="34" charset="0"/>
                <a:ea typeface="冬青黑体简体中文 W3" charset="-122"/>
              </a:defRPr>
            </a:lvl7pPr>
            <a:lvl8pPr marL="3429000" indent="-228600" fontAlgn="base">
              <a:spcBef>
                <a:spcPct val="0"/>
              </a:spcBef>
              <a:spcAft>
                <a:spcPct val="0"/>
              </a:spcAft>
              <a:defRPr>
                <a:solidFill>
                  <a:schemeClr val="tx1"/>
                </a:solidFill>
                <a:latin typeface="Open Sans" panose="020B0606030504020204" pitchFamily="34" charset="0"/>
                <a:ea typeface="冬青黑体简体中文 W3" charset="-122"/>
              </a:defRPr>
            </a:lvl8pPr>
            <a:lvl9pPr marL="3886200" indent="-228600" fontAlgn="base">
              <a:spcBef>
                <a:spcPct val="0"/>
              </a:spcBef>
              <a:spcAft>
                <a:spcPct val="0"/>
              </a:spcAft>
              <a:defRPr>
                <a:solidFill>
                  <a:schemeClr val="tx1"/>
                </a:solidFill>
                <a:latin typeface="Open Sans" panose="020B0606030504020204" pitchFamily="34" charset="0"/>
                <a:ea typeface="冬青黑体简体中文 W3" charset="-122"/>
              </a:defRPr>
            </a:lvl9pPr>
          </a:lstStyle>
          <a:p>
            <a:r>
              <a:rPr lang="zh-CN" altLang="en-US" sz="1200" dirty="0" smtClean="0">
                <a:solidFill>
                  <a:schemeClr val="bg1"/>
                </a:solidFill>
                <a:latin typeface="微软雅黑" panose="020B0503020204020204" pitchFamily="34" charset="-122"/>
                <a:ea typeface="微软雅黑" panose="020B0503020204020204" pitchFamily="34" charset="-122"/>
                <a:cs typeface="+mn-ea"/>
                <a:sym typeface="+mn-lt"/>
              </a:rPr>
              <a:t>相</a:t>
            </a: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关标题文字</a:t>
            </a:r>
            <a:endParaRPr lang="zh-CN" altLang="en-US" sz="1200"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fld>
            <a:endParaRPr lang="zh-CN" altLang="en-US"/>
          </a:p>
        </p:txBody>
      </p:sp>
      <p:sp>
        <p:nvSpPr>
          <p:cNvPr id="10" name="右箭头 9"/>
          <p:cNvSpPr/>
          <p:nvPr userDrawn="1"/>
        </p:nvSpPr>
        <p:spPr>
          <a:xfrm>
            <a:off x="467544" y="267494"/>
            <a:ext cx="432048" cy="28803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fld>
            <a:endParaRPr lang="zh-CN" altLang="en-US"/>
          </a:p>
        </p:txBody>
      </p:sp>
      <p:sp>
        <p:nvSpPr>
          <p:cNvPr id="14" name="文本框 37"/>
          <p:cNvSpPr txBox="1"/>
          <p:nvPr userDrawn="1"/>
        </p:nvSpPr>
        <p:spPr>
          <a:xfrm>
            <a:off x="899592" y="267494"/>
            <a:ext cx="912897" cy="312819"/>
          </a:xfrm>
          <a:prstGeom prst="rect">
            <a:avLst/>
          </a:prstGeom>
          <a:noFill/>
        </p:spPr>
        <p:txBody>
          <a:bodyPr wrap="none" lIns="96434" tIns="48217" rIns="96434" bIns="48217" rtlCol="0">
            <a:spAutoFit/>
          </a:bodyPr>
          <a:lstStyle/>
          <a:p>
            <a:pPr defTabSz="964565"/>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产品介绍</a:t>
            </a:r>
            <a:endPar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10" name="右箭头 9"/>
          <p:cNvSpPr/>
          <p:nvPr userDrawn="1"/>
        </p:nvSpPr>
        <p:spPr>
          <a:xfrm>
            <a:off x="467544" y="267494"/>
            <a:ext cx="432048" cy="2880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fld>
            <a:endParaRPr lang="zh-CN" altLang="en-US"/>
          </a:p>
        </p:txBody>
      </p:sp>
      <p:sp>
        <p:nvSpPr>
          <p:cNvPr id="14" name="文本框 37"/>
          <p:cNvSpPr txBox="1"/>
          <p:nvPr userDrawn="1"/>
        </p:nvSpPr>
        <p:spPr>
          <a:xfrm>
            <a:off x="899592" y="267494"/>
            <a:ext cx="912897" cy="312819"/>
          </a:xfrm>
          <a:prstGeom prst="rect">
            <a:avLst/>
          </a:prstGeom>
          <a:noFill/>
        </p:spPr>
        <p:txBody>
          <a:bodyPr wrap="none" lIns="96434" tIns="48217" rIns="96434" bIns="48217" rtlCol="0">
            <a:spAutoFit/>
          </a:bodyPr>
          <a:lstStyle/>
          <a:p>
            <a:pPr defTabSz="964565"/>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市场分析</a:t>
            </a:r>
            <a:endPar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10" name="右箭头 9"/>
          <p:cNvSpPr/>
          <p:nvPr userDrawn="1"/>
        </p:nvSpPr>
        <p:spPr>
          <a:xfrm>
            <a:off x="467544" y="267494"/>
            <a:ext cx="432048" cy="2880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fld>
            <a:endParaRPr lang="zh-CN" altLang="en-US"/>
          </a:p>
        </p:txBody>
      </p:sp>
      <p:sp>
        <p:nvSpPr>
          <p:cNvPr id="14" name="文本框 37"/>
          <p:cNvSpPr txBox="1"/>
          <p:nvPr userDrawn="1"/>
        </p:nvSpPr>
        <p:spPr>
          <a:xfrm>
            <a:off x="899592" y="267494"/>
            <a:ext cx="912897" cy="312819"/>
          </a:xfrm>
          <a:prstGeom prst="rect">
            <a:avLst/>
          </a:prstGeom>
          <a:noFill/>
        </p:spPr>
        <p:txBody>
          <a:bodyPr wrap="none" lIns="96434" tIns="48217" rIns="96434" bIns="48217" rtlCol="0">
            <a:spAutoFit/>
          </a:bodyPr>
          <a:lstStyle/>
          <a:p>
            <a:pPr defTabSz="964565"/>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未来规划</a:t>
            </a:r>
            <a:endPar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10" name="右箭头 9"/>
          <p:cNvSpPr/>
          <p:nvPr userDrawn="1"/>
        </p:nvSpPr>
        <p:spPr>
          <a:xfrm>
            <a:off x="467544" y="267494"/>
            <a:ext cx="432048" cy="2880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7C25B2B0-692A-46A2-956F-D87A1A3CFB5B}"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CCE584FB-8213-408C-973A-0BFE315A5B2C}"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hree images with results">
    <p:spTree>
      <p:nvGrpSpPr>
        <p:cNvPr id="1" name=""/>
        <p:cNvGrpSpPr/>
        <p:nvPr/>
      </p:nvGrpSpPr>
      <p:grpSpPr>
        <a:xfrm>
          <a:off x="0" y="0"/>
          <a:ext cx="0" cy="0"/>
          <a:chOff x="0" y="0"/>
          <a:chExt cx="0" cy="0"/>
        </a:xfrm>
      </p:grpSpPr>
      <p:sp>
        <p:nvSpPr>
          <p:cNvPr id="76" name="Text Placeholder 2"/>
          <p:cNvSpPr>
            <a:spLocks noGrp="1"/>
          </p:cNvSpPr>
          <p:nvPr>
            <p:ph type="body" sz="quarter" idx="64" hasCustomPrompt="1"/>
          </p:nvPr>
        </p:nvSpPr>
        <p:spPr>
          <a:xfrm>
            <a:off x="452438" y="3601883"/>
            <a:ext cx="2445202" cy="631045"/>
          </a:xfrm>
          <a:prstGeom prst="rect">
            <a:avLst/>
          </a:prstGeom>
        </p:spPr>
        <p:txBody>
          <a:bodyPr vert="horz" lIns="0" tIns="0" rIns="0" bIns="0"/>
          <a:lstStyle>
            <a:lvl1pPr marL="0" indent="0" algn="just">
              <a:lnSpc>
                <a:spcPct val="130000"/>
              </a:lnSpc>
              <a:buNone/>
              <a:defRPr sz="800">
                <a:solidFill>
                  <a:schemeClr val="tx1">
                    <a:lumMod val="50000"/>
                    <a:lumOff val="50000"/>
                  </a:schemeClr>
                </a:solidFill>
                <a:latin typeface="Lato Regular"/>
                <a:cs typeface="Lato Regular"/>
              </a:defRPr>
            </a:lvl1pPr>
          </a:lstStyle>
          <a:p>
            <a:pPr lvl="0"/>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consectetur</a:t>
            </a:r>
            <a:r>
              <a:rPr lang="en-US" dirty="0" smtClean="0"/>
              <a:t> </a:t>
            </a:r>
            <a:r>
              <a:rPr lang="en-US" dirty="0" err="1" smtClean="0"/>
              <a:t>adipiscing</a:t>
            </a:r>
            <a:r>
              <a:rPr lang="en-US" dirty="0" smtClean="0"/>
              <a:t> </a:t>
            </a:r>
            <a:r>
              <a:rPr lang="en-US" dirty="0" err="1" smtClean="0"/>
              <a:t>elit</a:t>
            </a:r>
            <a:r>
              <a:rPr lang="en-US" dirty="0" smtClean="0"/>
              <a:t>. </a:t>
            </a:r>
            <a:endParaRPr lang="en-US" dirty="0" smtClean="0"/>
          </a:p>
        </p:txBody>
      </p:sp>
      <p:sp>
        <p:nvSpPr>
          <p:cNvPr id="27" name="Picture Placeholder 2"/>
          <p:cNvSpPr>
            <a:spLocks noGrp="1"/>
          </p:cNvSpPr>
          <p:nvPr>
            <p:ph type="pic" sz="quarter" idx="48"/>
          </p:nvPr>
        </p:nvSpPr>
        <p:spPr>
          <a:xfrm>
            <a:off x="452438" y="1184914"/>
            <a:ext cx="2445202" cy="1581148"/>
          </a:xfrm>
          <a:custGeom>
            <a:avLst/>
            <a:gdLst/>
            <a:ahLst/>
            <a:cxnLst/>
            <a:rect l="l" t="t" r="r" b="b"/>
            <a:pathLst>
              <a:path w="2445202" h="1756831">
                <a:moveTo>
                  <a:pt x="327483" y="0"/>
                </a:moveTo>
                <a:lnTo>
                  <a:pt x="2117719" y="0"/>
                </a:lnTo>
                <a:cubicBezTo>
                  <a:pt x="2298583" y="0"/>
                  <a:pt x="2445202" y="146619"/>
                  <a:pt x="2445202" y="327483"/>
                </a:cubicBezTo>
                <a:lnTo>
                  <a:pt x="2445202" y="1756831"/>
                </a:lnTo>
                <a:lnTo>
                  <a:pt x="0" y="1756831"/>
                </a:lnTo>
                <a:lnTo>
                  <a:pt x="0" y="327483"/>
                </a:lnTo>
                <a:cubicBezTo>
                  <a:pt x="0" y="146619"/>
                  <a:pt x="146619" y="0"/>
                  <a:pt x="327483" y="0"/>
                </a:cubicBezTo>
                <a:close/>
              </a:path>
            </a:pathLst>
          </a:custGeom>
          <a:effectLst/>
        </p:spPr>
        <p:txBody>
          <a:bodyPr vert="horz" lIns="67595" tIns="33798" rIns="67595" bIns="33798"/>
          <a:lstStyle>
            <a:lvl1pPr marL="0" indent="0" algn="ctr">
              <a:buNone/>
              <a:defRPr sz="800">
                <a:solidFill>
                  <a:srgbClr val="7F7F7F"/>
                </a:solidFill>
                <a:latin typeface="Lato Regular"/>
                <a:cs typeface="Lato Regular"/>
              </a:defRPr>
            </a:lvl1pPr>
          </a:lstStyle>
          <a:p>
            <a:endParaRPr lang="en-US"/>
          </a:p>
        </p:txBody>
      </p:sp>
      <p:sp>
        <p:nvSpPr>
          <p:cNvPr id="29" name="Rounded Rectangle 28"/>
          <p:cNvSpPr/>
          <p:nvPr userDrawn="1"/>
        </p:nvSpPr>
        <p:spPr>
          <a:xfrm>
            <a:off x="452438" y="2777492"/>
            <a:ext cx="2445202" cy="582928"/>
          </a:xfrm>
          <a:custGeom>
            <a:avLst/>
            <a:gdLst/>
            <a:ahLst/>
            <a:cxnLst/>
            <a:rect l="l" t="t" r="r" b="b"/>
            <a:pathLst>
              <a:path w="2445202" h="647698">
                <a:moveTo>
                  <a:pt x="0" y="0"/>
                </a:moveTo>
                <a:lnTo>
                  <a:pt x="2445202" y="0"/>
                </a:lnTo>
                <a:lnTo>
                  <a:pt x="2445202" y="289024"/>
                </a:lnTo>
                <a:cubicBezTo>
                  <a:pt x="2445202" y="487114"/>
                  <a:pt x="2284618" y="647698"/>
                  <a:pt x="2086528" y="647698"/>
                </a:cubicBezTo>
                <a:lnTo>
                  <a:pt x="358674" y="647698"/>
                </a:lnTo>
                <a:cubicBezTo>
                  <a:pt x="160584" y="647698"/>
                  <a:pt x="0" y="487114"/>
                  <a:pt x="0" y="28902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65023" tIns="32511" rIns="65023" bIns="32511" rtlCol="0" anchor="ctr"/>
          <a:lstStyle/>
          <a:p>
            <a:pPr algn="ctr"/>
            <a:endParaRPr lang="en-US"/>
          </a:p>
        </p:txBody>
      </p:sp>
      <p:sp>
        <p:nvSpPr>
          <p:cNvPr id="77" name="Text Placeholder 7"/>
          <p:cNvSpPr>
            <a:spLocks noGrp="1"/>
          </p:cNvSpPr>
          <p:nvPr>
            <p:ph type="body" sz="quarter" idx="18" hasCustomPrompt="1"/>
          </p:nvPr>
        </p:nvSpPr>
        <p:spPr>
          <a:xfrm>
            <a:off x="832629" y="2833760"/>
            <a:ext cx="1694390" cy="259035"/>
          </a:xfrm>
          <a:prstGeom prst="rect">
            <a:avLst/>
          </a:prstGeom>
        </p:spPr>
        <p:txBody>
          <a:bodyPr vert="horz" lIns="0" tIns="28802" rIns="0" bIns="28802" anchor="ctr"/>
          <a:lstStyle>
            <a:lvl1pPr marL="0" indent="0" algn="l">
              <a:lnSpc>
                <a:spcPct val="100000"/>
              </a:lnSpc>
              <a:spcBef>
                <a:spcPts val="0"/>
              </a:spcBef>
              <a:buNone/>
              <a:defRPr sz="1800" b="1" baseline="0">
                <a:solidFill>
                  <a:schemeClr val="bg1"/>
                </a:solidFill>
                <a:latin typeface="Lato Light"/>
                <a:cs typeface="Lato Light"/>
              </a:defRPr>
            </a:lvl1pPr>
          </a:lstStyle>
          <a:p>
            <a:pPr lvl="0"/>
            <a:r>
              <a:rPr lang="es-ES_tradnl" dirty="0" smtClean="0"/>
              <a:t>RESULT 1</a:t>
            </a:r>
            <a:endParaRPr lang="es-ES_tradnl" dirty="0" smtClean="0"/>
          </a:p>
        </p:txBody>
      </p:sp>
      <p:sp>
        <p:nvSpPr>
          <p:cNvPr id="78" name="Text Placeholder 7"/>
          <p:cNvSpPr>
            <a:spLocks noGrp="1"/>
          </p:cNvSpPr>
          <p:nvPr>
            <p:ph type="body" sz="quarter" idx="65" hasCustomPrompt="1"/>
          </p:nvPr>
        </p:nvSpPr>
        <p:spPr>
          <a:xfrm>
            <a:off x="832629" y="3114854"/>
            <a:ext cx="1694390" cy="171338"/>
          </a:xfrm>
          <a:prstGeom prst="rect">
            <a:avLst/>
          </a:prstGeom>
        </p:spPr>
        <p:txBody>
          <a:bodyPr vert="horz" lIns="0" tIns="28802" rIns="0" bIns="28802" anchor="ctr"/>
          <a:lstStyle>
            <a:lvl1pPr marL="0" indent="0" algn="l">
              <a:lnSpc>
                <a:spcPct val="100000"/>
              </a:lnSpc>
              <a:spcBef>
                <a:spcPts val="0"/>
              </a:spcBef>
              <a:spcAft>
                <a:spcPts val="0"/>
              </a:spcAft>
              <a:buNone/>
              <a:defRPr sz="1100" b="0">
                <a:solidFill>
                  <a:schemeClr val="accent2">
                    <a:lumMod val="50000"/>
                  </a:schemeClr>
                </a:solidFill>
                <a:latin typeface="Lato Light"/>
                <a:cs typeface="Lato Light"/>
              </a:defRPr>
            </a:lvl1pPr>
          </a:lstStyle>
          <a:p>
            <a:pPr lvl="0"/>
            <a:r>
              <a:rPr lang="es-ES_tradnl" dirty="0" err="1" smtClean="0"/>
              <a:t>Subtitle</a:t>
            </a:r>
            <a:r>
              <a:rPr lang="es-ES_tradnl" dirty="0" smtClean="0"/>
              <a:t> </a:t>
            </a:r>
            <a:r>
              <a:rPr lang="es-ES_tradnl" dirty="0" err="1" smtClean="0"/>
              <a:t>Example</a:t>
            </a:r>
            <a:endParaRPr lang="es-ES_tradnl" dirty="0" smtClean="0"/>
          </a:p>
        </p:txBody>
      </p:sp>
      <p:sp>
        <p:nvSpPr>
          <p:cNvPr id="31" name="Text Placeholder 2"/>
          <p:cNvSpPr>
            <a:spLocks noGrp="1"/>
          </p:cNvSpPr>
          <p:nvPr>
            <p:ph type="body" sz="quarter" idx="66" hasCustomPrompt="1"/>
          </p:nvPr>
        </p:nvSpPr>
        <p:spPr>
          <a:xfrm>
            <a:off x="3259138" y="3601883"/>
            <a:ext cx="2445202" cy="631045"/>
          </a:xfrm>
          <a:prstGeom prst="rect">
            <a:avLst/>
          </a:prstGeom>
        </p:spPr>
        <p:txBody>
          <a:bodyPr vert="horz" lIns="0" tIns="0" rIns="0" bIns="0"/>
          <a:lstStyle>
            <a:lvl1pPr marL="0" indent="0" algn="just">
              <a:lnSpc>
                <a:spcPct val="130000"/>
              </a:lnSpc>
              <a:buNone/>
              <a:defRPr sz="800">
                <a:solidFill>
                  <a:schemeClr val="tx1">
                    <a:lumMod val="50000"/>
                    <a:lumOff val="50000"/>
                  </a:schemeClr>
                </a:solidFill>
                <a:latin typeface="Lato Regular"/>
                <a:cs typeface="Lato Regular"/>
              </a:defRPr>
            </a:lvl1pPr>
          </a:lstStyle>
          <a:p>
            <a:pPr lvl="0"/>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consectetur</a:t>
            </a:r>
            <a:r>
              <a:rPr lang="en-US" dirty="0" smtClean="0"/>
              <a:t> </a:t>
            </a:r>
            <a:r>
              <a:rPr lang="en-US" dirty="0" err="1" smtClean="0"/>
              <a:t>adipiscing</a:t>
            </a:r>
            <a:r>
              <a:rPr lang="en-US" dirty="0" smtClean="0"/>
              <a:t> </a:t>
            </a:r>
            <a:r>
              <a:rPr lang="en-US" dirty="0" err="1" smtClean="0"/>
              <a:t>elit</a:t>
            </a:r>
            <a:r>
              <a:rPr lang="en-US" dirty="0" smtClean="0"/>
              <a:t>. </a:t>
            </a:r>
            <a:endParaRPr lang="en-US" dirty="0" smtClean="0"/>
          </a:p>
        </p:txBody>
      </p:sp>
      <p:sp>
        <p:nvSpPr>
          <p:cNvPr id="32" name="Picture Placeholder 2"/>
          <p:cNvSpPr>
            <a:spLocks noGrp="1"/>
          </p:cNvSpPr>
          <p:nvPr>
            <p:ph type="pic" sz="quarter" idx="67"/>
          </p:nvPr>
        </p:nvSpPr>
        <p:spPr>
          <a:xfrm>
            <a:off x="3259138" y="1184914"/>
            <a:ext cx="2445202" cy="1581148"/>
          </a:xfrm>
          <a:custGeom>
            <a:avLst/>
            <a:gdLst/>
            <a:ahLst/>
            <a:cxnLst/>
            <a:rect l="l" t="t" r="r" b="b"/>
            <a:pathLst>
              <a:path w="2445202" h="1756831">
                <a:moveTo>
                  <a:pt x="327483" y="0"/>
                </a:moveTo>
                <a:lnTo>
                  <a:pt x="2117719" y="0"/>
                </a:lnTo>
                <a:cubicBezTo>
                  <a:pt x="2298583" y="0"/>
                  <a:pt x="2445202" y="146619"/>
                  <a:pt x="2445202" y="327483"/>
                </a:cubicBezTo>
                <a:lnTo>
                  <a:pt x="2445202" y="1756831"/>
                </a:lnTo>
                <a:lnTo>
                  <a:pt x="0" y="1756831"/>
                </a:lnTo>
                <a:lnTo>
                  <a:pt x="0" y="327483"/>
                </a:lnTo>
                <a:cubicBezTo>
                  <a:pt x="0" y="146619"/>
                  <a:pt x="146619" y="0"/>
                  <a:pt x="327483" y="0"/>
                </a:cubicBezTo>
                <a:close/>
              </a:path>
            </a:pathLst>
          </a:custGeom>
          <a:effectLst/>
        </p:spPr>
        <p:txBody>
          <a:bodyPr vert="horz" lIns="67595" tIns="33798" rIns="67595" bIns="33798"/>
          <a:lstStyle>
            <a:lvl1pPr marL="0" indent="0" algn="ctr">
              <a:buNone/>
              <a:defRPr sz="800">
                <a:solidFill>
                  <a:srgbClr val="7F7F7F"/>
                </a:solidFill>
                <a:latin typeface="Lato Regular"/>
                <a:cs typeface="Lato Regular"/>
              </a:defRPr>
            </a:lvl1pPr>
          </a:lstStyle>
          <a:p>
            <a:endParaRPr lang="en-US"/>
          </a:p>
        </p:txBody>
      </p:sp>
      <p:sp>
        <p:nvSpPr>
          <p:cNvPr id="33" name="Rounded Rectangle 28"/>
          <p:cNvSpPr/>
          <p:nvPr userDrawn="1"/>
        </p:nvSpPr>
        <p:spPr>
          <a:xfrm>
            <a:off x="3259138" y="2777492"/>
            <a:ext cx="2445202" cy="582928"/>
          </a:xfrm>
          <a:custGeom>
            <a:avLst/>
            <a:gdLst/>
            <a:ahLst/>
            <a:cxnLst/>
            <a:rect l="l" t="t" r="r" b="b"/>
            <a:pathLst>
              <a:path w="2445202" h="647698">
                <a:moveTo>
                  <a:pt x="0" y="0"/>
                </a:moveTo>
                <a:lnTo>
                  <a:pt x="2445202" y="0"/>
                </a:lnTo>
                <a:lnTo>
                  <a:pt x="2445202" y="289024"/>
                </a:lnTo>
                <a:cubicBezTo>
                  <a:pt x="2445202" y="487114"/>
                  <a:pt x="2284618" y="647698"/>
                  <a:pt x="2086528" y="647698"/>
                </a:cubicBezTo>
                <a:lnTo>
                  <a:pt x="358674" y="647698"/>
                </a:lnTo>
                <a:cubicBezTo>
                  <a:pt x="160584" y="647698"/>
                  <a:pt x="0" y="487114"/>
                  <a:pt x="0" y="28902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65023" tIns="32511" rIns="65023" bIns="32511" rtlCol="0" anchor="ctr"/>
          <a:lstStyle/>
          <a:p>
            <a:pPr algn="ctr"/>
            <a:endParaRPr lang="en-US"/>
          </a:p>
        </p:txBody>
      </p:sp>
      <p:sp>
        <p:nvSpPr>
          <p:cNvPr id="35" name="Text Placeholder 7"/>
          <p:cNvSpPr>
            <a:spLocks noGrp="1"/>
          </p:cNvSpPr>
          <p:nvPr>
            <p:ph type="body" sz="quarter" idx="69" hasCustomPrompt="1"/>
          </p:nvPr>
        </p:nvSpPr>
        <p:spPr>
          <a:xfrm>
            <a:off x="3639329" y="2833760"/>
            <a:ext cx="1694390" cy="259035"/>
          </a:xfrm>
          <a:prstGeom prst="rect">
            <a:avLst/>
          </a:prstGeom>
        </p:spPr>
        <p:txBody>
          <a:bodyPr vert="horz" lIns="0" tIns="28802" rIns="0" bIns="28802" anchor="ctr"/>
          <a:lstStyle>
            <a:lvl1pPr marL="0" indent="0" algn="l">
              <a:lnSpc>
                <a:spcPct val="100000"/>
              </a:lnSpc>
              <a:spcBef>
                <a:spcPts val="0"/>
              </a:spcBef>
              <a:buNone/>
              <a:defRPr sz="1800" b="1" baseline="0">
                <a:solidFill>
                  <a:schemeClr val="bg1"/>
                </a:solidFill>
                <a:latin typeface="Lato Light"/>
                <a:cs typeface="Lato Light"/>
              </a:defRPr>
            </a:lvl1pPr>
          </a:lstStyle>
          <a:p>
            <a:pPr lvl="0"/>
            <a:r>
              <a:rPr lang="es-ES_tradnl" dirty="0" smtClean="0"/>
              <a:t>RESULT 1</a:t>
            </a:r>
            <a:endParaRPr lang="es-ES_tradnl" dirty="0" smtClean="0"/>
          </a:p>
        </p:txBody>
      </p:sp>
      <p:sp>
        <p:nvSpPr>
          <p:cNvPr id="36" name="Text Placeholder 7"/>
          <p:cNvSpPr>
            <a:spLocks noGrp="1"/>
          </p:cNvSpPr>
          <p:nvPr>
            <p:ph type="body" sz="quarter" idx="70" hasCustomPrompt="1"/>
          </p:nvPr>
        </p:nvSpPr>
        <p:spPr>
          <a:xfrm>
            <a:off x="3639329" y="3114854"/>
            <a:ext cx="1694390" cy="171338"/>
          </a:xfrm>
          <a:prstGeom prst="rect">
            <a:avLst/>
          </a:prstGeom>
        </p:spPr>
        <p:txBody>
          <a:bodyPr vert="horz" lIns="0" tIns="28802" rIns="0" bIns="28802" anchor="ctr"/>
          <a:lstStyle>
            <a:lvl1pPr marL="0" indent="0" algn="l">
              <a:lnSpc>
                <a:spcPct val="100000"/>
              </a:lnSpc>
              <a:spcBef>
                <a:spcPts val="0"/>
              </a:spcBef>
              <a:spcAft>
                <a:spcPts val="0"/>
              </a:spcAft>
              <a:buNone/>
              <a:defRPr sz="1100" b="0">
                <a:solidFill>
                  <a:schemeClr val="accent3">
                    <a:lumMod val="50000"/>
                  </a:schemeClr>
                </a:solidFill>
                <a:latin typeface="Lato Light"/>
                <a:cs typeface="Lato Light"/>
              </a:defRPr>
            </a:lvl1pPr>
          </a:lstStyle>
          <a:p>
            <a:pPr lvl="0"/>
            <a:r>
              <a:rPr lang="es-ES_tradnl" dirty="0" err="1" smtClean="0"/>
              <a:t>Subtitle</a:t>
            </a:r>
            <a:r>
              <a:rPr lang="es-ES_tradnl" dirty="0" smtClean="0"/>
              <a:t> </a:t>
            </a:r>
            <a:r>
              <a:rPr lang="es-ES_tradnl" dirty="0" err="1" smtClean="0"/>
              <a:t>Example</a:t>
            </a:r>
            <a:endParaRPr lang="es-ES_tradnl" dirty="0" smtClean="0"/>
          </a:p>
        </p:txBody>
      </p:sp>
      <p:sp>
        <p:nvSpPr>
          <p:cNvPr id="37" name="Text Placeholder 2"/>
          <p:cNvSpPr>
            <a:spLocks noGrp="1"/>
          </p:cNvSpPr>
          <p:nvPr>
            <p:ph type="body" sz="quarter" idx="71" hasCustomPrompt="1"/>
          </p:nvPr>
        </p:nvSpPr>
        <p:spPr>
          <a:xfrm>
            <a:off x="6236837" y="3601883"/>
            <a:ext cx="2445202" cy="631045"/>
          </a:xfrm>
          <a:prstGeom prst="rect">
            <a:avLst/>
          </a:prstGeom>
        </p:spPr>
        <p:txBody>
          <a:bodyPr vert="horz" lIns="0" tIns="0" rIns="0" bIns="0"/>
          <a:lstStyle>
            <a:lvl1pPr marL="0" indent="0" algn="just">
              <a:lnSpc>
                <a:spcPct val="130000"/>
              </a:lnSpc>
              <a:buNone/>
              <a:defRPr sz="800">
                <a:solidFill>
                  <a:schemeClr val="tx1">
                    <a:lumMod val="50000"/>
                    <a:lumOff val="50000"/>
                  </a:schemeClr>
                </a:solidFill>
                <a:latin typeface="Lato Regular"/>
                <a:cs typeface="Lato Regular"/>
              </a:defRPr>
            </a:lvl1pPr>
          </a:lstStyle>
          <a:p>
            <a:pPr lvl="0"/>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consectetur</a:t>
            </a:r>
            <a:r>
              <a:rPr lang="en-US" dirty="0" smtClean="0"/>
              <a:t> </a:t>
            </a:r>
            <a:r>
              <a:rPr lang="en-US" dirty="0" err="1" smtClean="0"/>
              <a:t>adipiscing</a:t>
            </a:r>
            <a:r>
              <a:rPr lang="en-US" dirty="0" smtClean="0"/>
              <a:t> </a:t>
            </a:r>
            <a:r>
              <a:rPr lang="en-US" dirty="0" err="1" smtClean="0"/>
              <a:t>elit</a:t>
            </a:r>
            <a:r>
              <a:rPr lang="en-US" dirty="0" smtClean="0"/>
              <a:t>. </a:t>
            </a:r>
            <a:endParaRPr lang="en-US" dirty="0" smtClean="0"/>
          </a:p>
        </p:txBody>
      </p:sp>
      <p:sp>
        <p:nvSpPr>
          <p:cNvPr id="38" name="Picture Placeholder 2"/>
          <p:cNvSpPr>
            <a:spLocks noGrp="1"/>
          </p:cNvSpPr>
          <p:nvPr>
            <p:ph type="pic" sz="quarter" idx="72"/>
          </p:nvPr>
        </p:nvSpPr>
        <p:spPr>
          <a:xfrm>
            <a:off x="6236837" y="1184914"/>
            <a:ext cx="2445202" cy="1581148"/>
          </a:xfrm>
          <a:custGeom>
            <a:avLst/>
            <a:gdLst/>
            <a:ahLst/>
            <a:cxnLst/>
            <a:rect l="l" t="t" r="r" b="b"/>
            <a:pathLst>
              <a:path w="2445202" h="1756831">
                <a:moveTo>
                  <a:pt x="327483" y="0"/>
                </a:moveTo>
                <a:lnTo>
                  <a:pt x="2117719" y="0"/>
                </a:lnTo>
                <a:cubicBezTo>
                  <a:pt x="2298583" y="0"/>
                  <a:pt x="2445202" y="146619"/>
                  <a:pt x="2445202" y="327483"/>
                </a:cubicBezTo>
                <a:lnTo>
                  <a:pt x="2445202" y="1756831"/>
                </a:lnTo>
                <a:lnTo>
                  <a:pt x="0" y="1756831"/>
                </a:lnTo>
                <a:lnTo>
                  <a:pt x="0" y="327483"/>
                </a:lnTo>
                <a:cubicBezTo>
                  <a:pt x="0" y="146619"/>
                  <a:pt x="146619" y="0"/>
                  <a:pt x="327483" y="0"/>
                </a:cubicBezTo>
                <a:close/>
              </a:path>
            </a:pathLst>
          </a:custGeom>
          <a:effectLst/>
        </p:spPr>
        <p:txBody>
          <a:bodyPr vert="horz" lIns="67595" tIns="33798" rIns="67595" bIns="33798"/>
          <a:lstStyle>
            <a:lvl1pPr marL="0" indent="0" algn="ctr">
              <a:buNone/>
              <a:defRPr sz="800">
                <a:solidFill>
                  <a:srgbClr val="7F7F7F"/>
                </a:solidFill>
                <a:latin typeface="Lato Regular"/>
                <a:cs typeface="Lato Regular"/>
              </a:defRPr>
            </a:lvl1pPr>
          </a:lstStyle>
          <a:p>
            <a:endParaRPr lang="en-US"/>
          </a:p>
        </p:txBody>
      </p:sp>
      <p:sp>
        <p:nvSpPr>
          <p:cNvPr id="39" name="Rounded Rectangle 28"/>
          <p:cNvSpPr/>
          <p:nvPr userDrawn="1"/>
        </p:nvSpPr>
        <p:spPr>
          <a:xfrm>
            <a:off x="6236837" y="2777492"/>
            <a:ext cx="2445202" cy="582928"/>
          </a:xfrm>
          <a:custGeom>
            <a:avLst/>
            <a:gdLst/>
            <a:ahLst/>
            <a:cxnLst/>
            <a:rect l="l" t="t" r="r" b="b"/>
            <a:pathLst>
              <a:path w="2445202" h="647698">
                <a:moveTo>
                  <a:pt x="0" y="0"/>
                </a:moveTo>
                <a:lnTo>
                  <a:pt x="2445202" y="0"/>
                </a:lnTo>
                <a:lnTo>
                  <a:pt x="2445202" y="289024"/>
                </a:lnTo>
                <a:cubicBezTo>
                  <a:pt x="2445202" y="487114"/>
                  <a:pt x="2284618" y="647698"/>
                  <a:pt x="2086528" y="647698"/>
                </a:cubicBezTo>
                <a:lnTo>
                  <a:pt x="358674" y="647698"/>
                </a:lnTo>
                <a:cubicBezTo>
                  <a:pt x="160584" y="647698"/>
                  <a:pt x="0" y="487114"/>
                  <a:pt x="0" y="28902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65023" tIns="32511" rIns="65023" bIns="32511" rtlCol="0" anchor="ctr"/>
          <a:lstStyle/>
          <a:p>
            <a:pPr algn="ctr"/>
            <a:endParaRPr lang="en-US"/>
          </a:p>
        </p:txBody>
      </p:sp>
      <p:sp>
        <p:nvSpPr>
          <p:cNvPr id="41" name="Text Placeholder 7"/>
          <p:cNvSpPr>
            <a:spLocks noGrp="1"/>
          </p:cNvSpPr>
          <p:nvPr>
            <p:ph type="body" sz="quarter" idx="74" hasCustomPrompt="1"/>
          </p:nvPr>
        </p:nvSpPr>
        <p:spPr>
          <a:xfrm>
            <a:off x="6617027" y="2833760"/>
            <a:ext cx="1694390" cy="259035"/>
          </a:xfrm>
          <a:prstGeom prst="rect">
            <a:avLst/>
          </a:prstGeom>
        </p:spPr>
        <p:txBody>
          <a:bodyPr vert="horz" lIns="0" tIns="28802" rIns="0" bIns="28802" anchor="ctr"/>
          <a:lstStyle>
            <a:lvl1pPr marL="0" indent="0" algn="l">
              <a:lnSpc>
                <a:spcPct val="100000"/>
              </a:lnSpc>
              <a:spcBef>
                <a:spcPts val="0"/>
              </a:spcBef>
              <a:buNone/>
              <a:defRPr sz="1800" b="1" baseline="0">
                <a:solidFill>
                  <a:schemeClr val="bg1"/>
                </a:solidFill>
                <a:latin typeface="Lato Light"/>
                <a:cs typeface="Lato Light"/>
              </a:defRPr>
            </a:lvl1pPr>
          </a:lstStyle>
          <a:p>
            <a:pPr lvl="0"/>
            <a:r>
              <a:rPr lang="es-ES_tradnl" dirty="0" smtClean="0"/>
              <a:t>RESULT 1</a:t>
            </a:r>
            <a:endParaRPr lang="es-ES_tradnl" dirty="0" smtClean="0"/>
          </a:p>
        </p:txBody>
      </p:sp>
      <p:sp>
        <p:nvSpPr>
          <p:cNvPr id="42" name="Text Placeholder 7"/>
          <p:cNvSpPr>
            <a:spLocks noGrp="1"/>
          </p:cNvSpPr>
          <p:nvPr>
            <p:ph type="body" sz="quarter" idx="75" hasCustomPrompt="1"/>
          </p:nvPr>
        </p:nvSpPr>
        <p:spPr>
          <a:xfrm>
            <a:off x="6617027" y="3114854"/>
            <a:ext cx="1694390" cy="171338"/>
          </a:xfrm>
          <a:prstGeom prst="rect">
            <a:avLst/>
          </a:prstGeom>
        </p:spPr>
        <p:txBody>
          <a:bodyPr vert="horz" lIns="0" tIns="28802" rIns="0" bIns="28802" anchor="ctr"/>
          <a:lstStyle>
            <a:lvl1pPr marL="0" indent="0" algn="l">
              <a:lnSpc>
                <a:spcPct val="100000"/>
              </a:lnSpc>
              <a:spcBef>
                <a:spcPts val="0"/>
              </a:spcBef>
              <a:spcAft>
                <a:spcPts val="0"/>
              </a:spcAft>
              <a:buNone/>
              <a:defRPr sz="1100" b="0">
                <a:solidFill>
                  <a:schemeClr val="accent4">
                    <a:lumMod val="50000"/>
                  </a:schemeClr>
                </a:solidFill>
                <a:latin typeface="Lato Light"/>
                <a:cs typeface="Lato Light"/>
              </a:defRPr>
            </a:lvl1pPr>
          </a:lstStyle>
          <a:p>
            <a:pPr lvl="0"/>
            <a:r>
              <a:rPr lang="es-ES_tradnl" dirty="0" err="1" smtClean="0"/>
              <a:t>Subtitle</a:t>
            </a:r>
            <a:r>
              <a:rPr lang="es-ES_tradnl" dirty="0" smtClean="0"/>
              <a:t> </a:t>
            </a:r>
            <a:r>
              <a:rPr lang="es-ES_tradnl" dirty="0" err="1" smtClean="0"/>
              <a:t>Example</a:t>
            </a:r>
            <a:endParaRPr lang="es-ES_tradnl" dirty="0" smtClean="0"/>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800"/>
                                  </p:stCondLst>
                                  <p:childTnLst>
                                    <p:set>
                                      <p:cBhvr>
                                        <p:cTn id="6" dur="1" fill="hold">
                                          <p:stCondLst>
                                            <p:cond delay="0"/>
                                          </p:stCondLst>
                                        </p:cTn>
                                        <p:tgtEl>
                                          <p:spTgt spid="76">
                                            <p:txEl>
                                              <p:pRg st="0" end="0"/>
                                            </p:txEl>
                                          </p:spTgt>
                                        </p:tgtEl>
                                        <p:attrNameLst>
                                          <p:attrName>style.visibility</p:attrName>
                                        </p:attrNameLst>
                                      </p:cBhvr>
                                      <p:to>
                                        <p:strVal val="visible"/>
                                      </p:to>
                                    </p:set>
                                    <p:animEffect transition="in" filter="fade">
                                      <p:cBhvr>
                                        <p:cTn id="7" dur="500"/>
                                        <p:tgtEl>
                                          <p:spTgt spid="76">
                                            <p:txEl>
                                              <p:pRg st="0" end="0"/>
                                            </p:txEl>
                                          </p:spTgt>
                                        </p:tgtEl>
                                      </p:cBhvr>
                                    </p:animEffect>
                                  </p:childTnLst>
                                </p:cTn>
                              </p:par>
                              <p:par>
                                <p:cTn id="8" presetID="42" presetClass="entr" presetSubtype="0" fill="hold" grpId="0" nodeType="withEffect">
                                  <p:stCondLst>
                                    <p:cond delay="200"/>
                                  </p:stCondLst>
                                  <p:childTnLst>
                                    <p:set>
                                      <p:cBhvr>
                                        <p:cTn id="9" dur="1" fill="hold">
                                          <p:stCondLst>
                                            <p:cond delay="0"/>
                                          </p:stCondLst>
                                        </p:cTn>
                                        <p:tgtEl>
                                          <p:spTgt spid="77">
                                            <p:txEl>
                                              <p:pRg st="0" end="0"/>
                                            </p:txEl>
                                          </p:spTgt>
                                        </p:tgtEl>
                                        <p:attrNameLst>
                                          <p:attrName>style.visibility</p:attrName>
                                        </p:attrNameLst>
                                      </p:cBhvr>
                                      <p:to>
                                        <p:strVal val="visible"/>
                                      </p:to>
                                    </p:set>
                                    <p:animEffect transition="in" filter="fade">
                                      <p:cBhvr>
                                        <p:cTn id="10" dur="400"/>
                                        <p:tgtEl>
                                          <p:spTgt spid="77">
                                            <p:txEl>
                                              <p:pRg st="0" end="0"/>
                                            </p:txEl>
                                          </p:spTgt>
                                        </p:tgtEl>
                                      </p:cBhvr>
                                    </p:animEffect>
                                    <p:anim calcmode="lin" valueType="num">
                                      <p:cBhvr>
                                        <p:cTn id="11" dur="400" fill="hold"/>
                                        <p:tgtEl>
                                          <p:spTgt spid="77">
                                            <p:txEl>
                                              <p:pRg st="0" end="0"/>
                                            </p:txEl>
                                          </p:spTgt>
                                        </p:tgtEl>
                                        <p:attrNameLst>
                                          <p:attrName>ppt_x</p:attrName>
                                        </p:attrNameLst>
                                      </p:cBhvr>
                                      <p:tavLst>
                                        <p:tav tm="0">
                                          <p:val>
                                            <p:strVal val="#ppt_x"/>
                                          </p:val>
                                        </p:tav>
                                        <p:tav tm="100000">
                                          <p:val>
                                            <p:strVal val="#ppt_x"/>
                                          </p:val>
                                        </p:tav>
                                      </p:tavLst>
                                    </p:anim>
                                    <p:anim calcmode="lin" valueType="num">
                                      <p:cBhvr>
                                        <p:cTn id="12" dur="400" fill="hold"/>
                                        <p:tgtEl>
                                          <p:spTgt spid="77">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200"/>
                                  </p:stCondLst>
                                  <p:childTnLst>
                                    <p:set>
                                      <p:cBhvr>
                                        <p:cTn id="14" dur="1" fill="hold">
                                          <p:stCondLst>
                                            <p:cond delay="0"/>
                                          </p:stCondLst>
                                        </p:cTn>
                                        <p:tgtEl>
                                          <p:spTgt spid="78">
                                            <p:txEl>
                                              <p:pRg st="0" end="0"/>
                                            </p:txEl>
                                          </p:spTgt>
                                        </p:tgtEl>
                                        <p:attrNameLst>
                                          <p:attrName>style.visibility</p:attrName>
                                        </p:attrNameLst>
                                      </p:cBhvr>
                                      <p:to>
                                        <p:strVal val="visible"/>
                                      </p:to>
                                    </p:set>
                                    <p:animEffect transition="in" filter="fade">
                                      <p:cBhvr>
                                        <p:cTn id="15" dur="500"/>
                                        <p:tgtEl>
                                          <p:spTgt spid="78">
                                            <p:txEl>
                                              <p:pRg st="0" end="0"/>
                                            </p:txEl>
                                          </p:spTgt>
                                        </p:tgtEl>
                                      </p:cBhvr>
                                    </p:animEffect>
                                    <p:anim calcmode="lin" valueType="num">
                                      <p:cBhvr>
                                        <p:cTn id="16" dur="500" fill="hold"/>
                                        <p:tgtEl>
                                          <p:spTgt spid="78">
                                            <p:txEl>
                                              <p:pRg st="0" end="0"/>
                                            </p:txEl>
                                          </p:spTgt>
                                        </p:tgtEl>
                                        <p:attrNameLst>
                                          <p:attrName>ppt_x</p:attrName>
                                        </p:attrNameLst>
                                      </p:cBhvr>
                                      <p:tavLst>
                                        <p:tav tm="0">
                                          <p:val>
                                            <p:strVal val="#ppt_x"/>
                                          </p:val>
                                        </p:tav>
                                        <p:tav tm="100000">
                                          <p:val>
                                            <p:strVal val="#ppt_x"/>
                                          </p:val>
                                        </p:tav>
                                      </p:tavLst>
                                    </p:anim>
                                    <p:anim calcmode="lin" valueType="num">
                                      <p:cBhvr>
                                        <p:cTn id="17" dur="500" fill="hold"/>
                                        <p:tgtEl>
                                          <p:spTgt spid="78">
                                            <p:txEl>
                                              <p:pRg st="0" end="0"/>
                                            </p:txEl>
                                          </p:spTgt>
                                        </p:tgtEl>
                                        <p:attrNameLst>
                                          <p:attrName>ppt_y</p:attrName>
                                        </p:attrNameLst>
                                      </p:cBhvr>
                                      <p:tavLst>
                                        <p:tav tm="0">
                                          <p:val>
                                            <p:strVal val="#ppt_y+.1"/>
                                          </p:val>
                                        </p:tav>
                                        <p:tav tm="100000">
                                          <p:val>
                                            <p:strVal val="#ppt_y"/>
                                          </p:val>
                                        </p:tav>
                                      </p:tavLst>
                                    </p:anim>
                                  </p:childTnLst>
                                </p:cTn>
                              </p:par>
                              <p:par>
                                <p:cTn id="18" presetID="53" presetClass="entr" presetSubtype="16" fill="hold" grpId="0" nodeType="withEffect" nodePh="1">
                                  <p:stCondLst>
                                    <p:cond delay="800"/>
                                  </p:stCondLst>
                                  <p:endCondLst>
                                    <p:cond evt="begin" delay="0">
                                      <p:tn val="18"/>
                                    </p:cond>
                                  </p:endCondLst>
                                  <p:childTnLst>
                                    <p:set>
                                      <p:cBhvr>
                                        <p:cTn id="19" dur="1" fill="hold">
                                          <p:stCondLst>
                                            <p:cond delay="0"/>
                                          </p:stCondLst>
                                        </p:cTn>
                                        <p:tgtEl>
                                          <p:spTgt spid="27"/>
                                        </p:tgtEl>
                                        <p:attrNameLst>
                                          <p:attrName>style.visibility</p:attrName>
                                        </p:attrNameLst>
                                      </p:cBhvr>
                                      <p:to>
                                        <p:strVal val="visible"/>
                                      </p:to>
                                    </p:set>
                                    <p:anim calcmode="lin" valueType="num">
                                      <p:cBhvr>
                                        <p:cTn id="20" dur="1000" fill="hold"/>
                                        <p:tgtEl>
                                          <p:spTgt spid="27"/>
                                        </p:tgtEl>
                                        <p:attrNameLst>
                                          <p:attrName>ppt_w</p:attrName>
                                        </p:attrNameLst>
                                      </p:cBhvr>
                                      <p:tavLst>
                                        <p:tav tm="0">
                                          <p:val>
                                            <p:fltVal val="0"/>
                                          </p:val>
                                        </p:tav>
                                        <p:tav tm="100000">
                                          <p:val>
                                            <p:strVal val="#ppt_w"/>
                                          </p:val>
                                        </p:tav>
                                      </p:tavLst>
                                    </p:anim>
                                    <p:anim calcmode="lin" valueType="num">
                                      <p:cBhvr>
                                        <p:cTn id="21" dur="1000" fill="hold"/>
                                        <p:tgtEl>
                                          <p:spTgt spid="27"/>
                                        </p:tgtEl>
                                        <p:attrNameLst>
                                          <p:attrName>ppt_h</p:attrName>
                                        </p:attrNameLst>
                                      </p:cBhvr>
                                      <p:tavLst>
                                        <p:tav tm="0">
                                          <p:val>
                                            <p:fltVal val="0"/>
                                          </p:val>
                                        </p:tav>
                                        <p:tav tm="100000">
                                          <p:val>
                                            <p:strVal val="#ppt_h"/>
                                          </p:val>
                                        </p:tav>
                                      </p:tavLst>
                                    </p:anim>
                                    <p:animEffect transition="in" filter="fade">
                                      <p:cBhvr>
                                        <p:cTn id="22" dur="1000"/>
                                        <p:tgtEl>
                                          <p:spTgt spid="27"/>
                                        </p:tgtEl>
                                      </p:cBhvr>
                                    </p:animEffect>
                                  </p:childTnLst>
                                </p:cTn>
                              </p:par>
                            </p:childTnLst>
                          </p:cTn>
                        </p:par>
                        <p:par>
                          <p:cTn id="23" fill="hold">
                            <p:stCondLst>
                              <p:cond delay="1300"/>
                            </p:stCondLst>
                            <p:childTnLst>
                              <p:par>
                                <p:cTn id="24" presetID="37" presetClass="entr" presetSubtype="0" fill="hold" grpId="0" nodeType="after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1000"/>
                                        <p:tgtEl>
                                          <p:spTgt spid="29"/>
                                        </p:tgtEl>
                                      </p:cBhvr>
                                    </p:animEffect>
                                    <p:anim calcmode="lin" valueType="num">
                                      <p:cBhvr>
                                        <p:cTn id="27" dur="1000" fill="hold"/>
                                        <p:tgtEl>
                                          <p:spTgt spid="29"/>
                                        </p:tgtEl>
                                        <p:attrNameLst>
                                          <p:attrName>ppt_x</p:attrName>
                                        </p:attrNameLst>
                                      </p:cBhvr>
                                      <p:tavLst>
                                        <p:tav tm="0">
                                          <p:val>
                                            <p:strVal val="#ppt_x"/>
                                          </p:val>
                                        </p:tav>
                                        <p:tav tm="100000">
                                          <p:val>
                                            <p:strVal val="#ppt_x"/>
                                          </p:val>
                                        </p:tav>
                                      </p:tavLst>
                                    </p:anim>
                                    <p:anim calcmode="lin" valueType="num">
                                      <p:cBhvr>
                                        <p:cTn id="28" dur="900" decel="100000" fill="hold"/>
                                        <p:tgtEl>
                                          <p:spTgt spid="29"/>
                                        </p:tgtEl>
                                        <p:attrNameLst>
                                          <p:attrName>ppt_y</p:attrName>
                                        </p:attrNameLst>
                                      </p:cBhvr>
                                      <p:tavLst>
                                        <p:tav tm="0">
                                          <p:val>
                                            <p:strVal val="#ppt_y+1"/>
                                          </p:val>
                                        </p:tav>
                                        <p:tav tm="100000">
                                          <p:val>
                                            <p:strVal val="#ppt_y-.03"/>
                                          </p:val>
                                        </p:tav>
                                      </p:tavLst>
                                    </p:anim>
                                    <p:anim calcmode="lin" valueType="num">
                                      <p:cBhvr>
                                        <p:cTn id="29" dur="100" accel="100000" fill="hold">
                                          <p:stCondLst>
                                            <p:cond delay="900"/>
                                          </p:stCondLst>
                                        </p:cTn>
                                        <p:tgtEl>
                                          <p:spTgt spid="29"/>
                                        </p:tgtEl>
                                        <p:attrNameLst>
                                          <p:attrName>ppt_y</p:attrName>
                                        </p:attrNameLst>
                                      </p:cBhvr>
                                      <p:tavLst>
                                        <p:tav tm="0">
                                          <p:val>
                                            <p:strVal val="#ppt_y-.03"/>
                                          </p:val>
                                        </p:tav>
                                        <p:tav tm="100000">
                                          <p:val>
                                            <p:strVal val="#ppt_y"/>
                                          </p:val>
                                        </p:tav>
                                      </p:tavLst>
                                    </p:anim>
                                  </p:childTnLst>
                                </p:cTn>
                              </p:par>
                              <p:par>
                                <p:cTn id="30" presetID="10" presetClass="entr" presetSubtype="0" fill="hold" grpId="0" nodeType="withEffect">
                                  <p:stCondLst>
                                    <p:cond delay="800"/>
                                  </p:stCondLst>
                                  <p:childTnLst>
                                    <p:set>
                                      <p:cBhvr>
                                        <p:cTn id="31" dur="1" fill="hold">
                                          <p:stCondLst>
                                            <p:cond delay="0"/>
                                          </p:stCondLst>
                                        </p:cTn>
                                        <p:tgtEl>
                                          <p:spTgt spid="31">
                                            <p:txEl>
                                              <p:pRg st="0" end="0"/>
                                            </p:txEl>
                                          </p:spTgt>
                                        </p:tgtEl>
                                        <p:attrNameLst>
                                          <p:attrName>style.visibility</p:attrName>
                                        </p:attrNameLst>
                                      </p:cBhvr>
                                      <p:to>
                                        <p:strVal val="visible"/>
                                      </p:to>
                                    </p:set>
                                    <p:animEffect transition="in" filter="fade">
                                      <p:cBhvr>
                                        <p:cTn id="32" dur="500"/>
                                        <p:tgtEl>
                                          <p:spTgt spid="31">
                                            <p:txEl>
                                              <p:pRg st="0" end="0"/>
                                            </p:txEl>
                                          </p:spTgt>
                                        </p:tgtEl>
                                      </p:cBhvr>
                                    </p:animEffect>
                                  </p:childTnLst>
                                </p:cTn>
                              </p:par>
                              <p:par>
                                <p:cTn id="33" presetID="42" presetClass="entr" presetSubtype="0" fill="hold" grpId="0" nodeType="withEffect">
                                  <p:stCondLst>
                                    <p:cond delay="200"/>
                                  </p:stCondLst>
                                  <p:childTnLst>
                                    <p:set>
                                      <p:cBhvr>
                                        <p:cTn id="34" dur="1" fill="hold">
                                          <p:stCondLst>
                                            <p:cond delay="0"/>
                                          </p:stCondLst>
                                        </p:cTn>
                                        <p:tgtEl>
                                          <p:spTgt spid="35">
                                            <p:txEl>
                                              <p:pRg st="0" end="0"/>
                                            </p:txEl>
                                          </p:spTgt>
                                        </p:tgtEl>
                                        <p:attrNameLst>
                                          <p:attrName>style.visibility</p:attrName>
                                        </p:attrNameLst>
                                      </p:cBhvr>
                                      <p:to>
                                        <p:strVal val="visible"/>
                                      </p:to>
                                    </p:set>
                                    <p:animEffect transition="in" filter="fade">
                                      <p:cBhvr>
                                        <p:cTn id="35" dur="400"/>
                                        <p:tgtEl>
                                          <p:spTgt spid="35">
                                            <p:txEl>
                                              <p:pRg st="0" end="0"/>
                                            </p:txEl>
                                          </p:spTgt>
                                        </p:tgtEl>
                                      </p:cBhvr>
                                    </p:animEffect>
                                    <p:anim calcmode="lin" valueType="num">
                                      <p:cBhvr>
                                        <p:cTn id="36" dur="400" fill="hold"/>
                                        <p:tgtEl>
                                          <p:spTgt spid="35">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35">
                                            <p:txEl>
                                              <p:pRg st="0" end="0"/>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200"/>
                                  </p:stCondLst>
                                  <p:childTnLst>
                                    <p:set>
                                      <p:cBhvr>
                                        <p:cTn id="39" dur="1" fill="hold">
                                          <p:stCondLst>
                                            <p:cond delay="0"/>
                                          </p:stCondLst>
                                        </p:cTn>
                                        <p:tgtEl>
                                          <p:spTgt spid="36">
                                            <p:txEl>
                                              <p:pRg st="0" end="0"/>
                                            </p:txEl>
                                          </p:spTgt>
                                        </p:tgtEl>
                                        <p:attrNameLst>
                                          <p:attrName>style.visibility</p:attrName>
                                        </p:attrNameLst>
                                      </p:cBhvr>
                                      <p:to>
                                        <p:strVal val="visible"/>
                                      </p:to>
                                    </p:set>
                                    <p:animEffect transition="in" filter="fade">
                                      <p:cBhvr>
                                        <p:cTn id="40" dur="500"/>
                                        <p:tgtEl>
                                          <p:spTgt spid="36">
                                            <p:txEl>
                                              <p:pRg st="0" end="0"/>
                                            </p:txEl>
                                          </p:spTgt>
                                        </p:tgtEl>
                                      </p:cBhvr>
                                    </p:animEffect>
                                    <p:anim calcmode="lin" valueType="num">
                                      <p:cBhvr>
                                        <p:cTn id="41" dur="500" fill="hold"/>
                                        <p:tgtEl>
                                          <p:spTgt spid="36">
                                            <p:txEl>
                                              <p:pRg st="0" end="0"/>
                                            </p:txEl>
                                          </p:spTgt>
                                        </p:tgtEl>
                                        <p:attrNameLst>
                                          <p:attrName>ppt_x</p:attrName>
                                        </p:attrNameLst>
                                      </p:cBhvr>
                                      <p:tavLst>
                                        <p:tav tm="0">
                                          <p:val>
                                            <p:strVal val="#ppt_x"/>
                                          </p:val>
                                        </p:tav>
                                        <p:tav tm="100000">
                                          <p:val>
                                            <p:strVal val="#ppt_x"/>
                                          </p:val>
                                        </p:tav>
                                      </p:tavLst>
                                    </p:anim>
                                    <p:anim calcmode="lin" valueType="num">
                                      <p:cBhvr>
                                        <p:cTn id="42" dur="500" fill="hold"/>
                                        <p:tgtEl>
                                          <p:spTgt spid="36">
                                            <p:txEl>
                                              <p:pRg st="0" end="0"/>
                                            </p:txEl>
                                          </p:spTgt>
                                        </p:tgtEl>
                                        <p:attrNameLst>
                                          <p:attrName>ppt_y</p:attrName>
                                        </p:attrNameLst>
                                      </p:cBhvr>
                                      <p:tavLst>
                                        <p:tav tm="0">
                                          <p:val>
                                            <p:strVal val="#ppt_y+.1"/>
                                          </p:val>
                                        </p:tav>
                                        <p:tav tm="100000">
                                          <p:val>
                                            <p:strVal val="#ppt_y"/>
                                          </p:val>
                                        </p:tav>
                                      </p:tavLst>
                                    </p:anim>
                                  </p:childTnLst>
                                </p:cTn>
                              </p:par>
                              <p:par>
                                <p:cTn id="43" presetID="53" presetClass="entr" presetSubtype="16" fill="hold" grpId="0" nodeType="withEffect" nodePh="1">
                                  <p:stCondLst>
                                    <p:cond delay="800"/>
                                  </p:stCondLst>
                                  <p:endCondLst>
                                    <p:cond evt="begin" delay="0">
                                      <p:tn val="43"/>
                                    </p:cond>
                                  </p:endCondLst>
                                  <p:childTnLst>
                                    <p:set>
                                      <p:cBhvr>
                                        <p:cTn id="44" dur="1" fill="hold">
                                          <p:stCondLst>
                                            <p:cond delay="0"/>
                                          </p:stCondLst>
                                        </p:cTn>
                                        <p:tgtEl>
                                          <p:spTgt spid="32"/>
                                        </p:tgtEl>
                                        <p:attrNameLst>
                                          <p:attrName>style.visibility</p:attrName>
                                        </p:attrNameLst>
                                      </p:cBhvr>
                                      <p:to>
                                        <p:strVal val="visible"/>
                                      </p:to>
                                    </p:set>
                                    <p:anim calcmode="lin" valueType="num">
                                      <p:cBhvr>
                                        <p:cTn id="45" dur="1000" fill="hold"/>
                                        <p:tgtEl>
                                          <p:spTgt spid="32"/>
                                        </p:tgtEl>
                                        <p:attrNameLst>
                                          <p:attrName>ppt_w</p:attrName>
                                        </p:attrNameLst>
                                      </p:cBhvr>
                                      <p:tavLst>
                                        <p:tav tm="0">
                                          <p:val>
                                            <p:fltVal val="0"/>
                                          </p:val>
                                        </p:tav>
                                        <p:tav tm="100000">
                                          <p:val>
                                            <p:strVal val="#ppt_w"/>
                                          </p:val>
                                        </p:tav>
                                      </p:tavLst>
                                    </p:anim>
                                    <p:anim calcmode="lin" valueType="num">
                                      <p:cBhvr>
                                        <p:cTn id="46" dur="1000" fill="hold"/>
                                        <p:tgtEl>
                                          <p:spTgt spid="32"/>
                                        </p:tgtEl>
                                        <p:attrNameLst>
                                          <p:attrName>ppt_h</p:attrName>
                                        </p:attrNameLst>
                                      </p:cBhvr>
                                      <p:tavLst>
                                        <p:tav tm="0">
                                          <p:val>
                                            <p:fltVal val="0"/>
                                          </p:val>
                                        </p:tav>
                                        <p:tav tm="100000">
                                          <p:val>
                                            <p:strVal val="#ppt_h"/>
                                          </p:val>
                                        </p:tav>
                                      </p:tavLst>
                                    </p:anim>
                                    <p:animEffect transition="in" filter="fade">
                                      <p:cBhvr>
                                        <p:cTn id="47" dur="1000"/>
                                        <p:tgtEl>
                                          <p:spTgt spid="32"/>
                                        </p:tgtEl>
                                      </p:cBhvr>
                                    </p:animEffect>
                                  </p:childTnLst>
                                </p:cTn>
                              </p:par>
                            </p:childTnLst>
                          </p:cTn>
                        </p:par>
                        <p:par>
                          <p:cTn id="48" fill="hold">
                            <p:stCondLst>
                              <p:cond delay="2300"/>
                            </p:stCondLst>
                            <p:childTnLst>
                              <p:par>
                                <p:cTn id="49" presetID="37" presetClass="entr" presetSubtype="0" fill="hold" grpId="0" nodeType="after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1000"/>
                                        <p:tgtEl>
                                          <p:spTgt spid="33"/>
                                        </p:tgtEl>
                                      </p:cBhvr>
                                    </p:animEffect>
                                    <p:anim calcmode="lin" valueType="num">
                                      <p:cBhvr>
                                        <p:cTn id="52" dur="1000" fill="hold"/>
                                        <p:tgtEl>
                                          <p:spTgt spid="33"/>
                                        </p:tgtEl>
                                        <p:attrNameLst>
                                          <p:attrName>ppt_x</p:attrName>
                                        </p:attrNameLst>
                                      </p:cBhvr>
                                      <p:tavLst>
                                        <p:tav tm="0">
                                          <p:val>
                                            <p:strVal val="#ppt_x"/>
                                          </p:val>
                                        </p:tav>
                                        <p:tav tm="100000">
                                          <p:val>
                                            <p:strVal val="#ppt_x"/>
                                          </p:val>
                                        </p:tav>
                                      </p:tavLst>
                                    </p:anim>
                                    <p:anim calcmode="lin" valueType="num">
                                      <p:cBhvr>
                                        <p:cTn id="53" dur="900" decel="100000" fill="hold"/>
                                        <p:tgtEl>
                                          <p:spTgt spid="33"/>
                                        </p:tgtEl>
                                        <p:attrNameLst>
                                          <p:attrName>ppt_y</p:attrName>
                                        </p:attrNameLst>
                                      </p:cBhvr>
                                      <p:tavLst>
                                        <p:tav tm="0">
                                          <p:val>
                                            <p:strVal val="#ppt_y+1"/>
                                          </p:val>
                                        </p:tav>
                                        <p:tav tm="100000">
                                          <p:val>
                                            <p:strVal val="#ppt_y-.03"/>
                                          </p:val>
                                        </p:tav>
                                      </p:tavLst>
                                    </p:anim>
                                    <p:anim calcmode="lin" valueType="num">
                                      <p:cBhvr>
                                        <p:cTn id="54" dur="100" accel="100000" fill="hold">
                                          <p:stCondLst>
                                            <p:cond delay="900"/>
                                          </p:stCondLst>
                                        </p:cTn>
                                        <p:tgtEl>
                                          <p:spTgt spid="33"/>
                                        </p:tgtEl>
                                        <p:attrNameLst>
                                          <p:attrName>ppt_y</p:attrName>
                                        </p:attrNameLst>
                                      </p:cBhvr>
                                      <p:tavLst>
                                        <p:tav tm="0">
                                          <p:val>
                                            <p:strVal val="#ppt_y-.03"/>
                                          </p:val>
                                        </p:tav>
                                        <p:tav tm="100000">
                                          <p:val>
                                            <p:strVal val="#ppt_y"/>
                                          </p:val>
                                        </p:tav>
                                      </p:tavLst>
                                    </p:anim>
                                  </p:childTnLst>
                                </p:cTn>
                              </p:par>
                              <p:par>
                                <p:cTn id="55" presetID="10" presetClass="entr" presetSubtype="0" fill="hold" grpId="0" nodeType="withEffect">
                                  <p:stCondLst>
                                    <p:cond delay="800"/>
                                  </p:stCondLst>
                                  <p:childTnLst>
                                    <p:set>
                                      <p:cBhvr>
                                        <p:cTn id="56" dur="1" fill="hold">
                                          <p:stCondLst>
                                            <p:cond delay="0"/>
                                          </p:stCondLst>
                                        </p:cTn>
                                        <p:tgtEl>
                                          <p:spTgt spid="37">
                                            <p:txEl>
                                              <p:pRg st="0" end="0"/>
                                            </p:txEl>
                                          </p:spTgt>
                                        </p:tgtEl>
                                        <p:attrNameLst>
                                          <p:attrName>style.visibility</p:attrName>
                                        </p:attrNameLst>
                                      </p:cBhvr>
                                      <p:to>
                                        <p:strVal val="visible"/>
                                      </p:to>
                                    </p:set>
                                    <p:animEffect transition="in" filter="fade">
                                      <p:cBhvr>
                                        <p:cTn id="57" dur="500"/>
                                        <p:tgtEl>
                                          <p:spTgt spid="37">
                                            <p:txEl>
                                              <p:pRg st="0" end="0"/>
                                            </p:txEl>
                                          </p:spTgt>
                                        </p:tgtEl>
                                      </p:cBhvr>
                                    </p:animEffect>
                                  </p:childTnLst>
                                </p:cTn>
                              </p:par>
                              <p:par>
                                <p:cTn id="58" presetID="42" presetClass="entr" presetSubtype="0" fill="hold" grpId="0" nodeType="withEffect">
                                  <p:stCondLst>
                                    <p:cond delay="200"/>
                                  </p:stCondLst>
                                  <p:childTnLst>
                                    <p:set>
                                      <p:cBhvr>
                                        <p:cTn id="59" dur="1" fill="hold">
                                          <p:stCondLst>
                                            <p:cond delay="0"/>
                                          </p:stCondLst>
                                        </p:cTn>
                                        <p:tgtEl>
                                          <p:spTgt spid="41">
                                            <p:txEl>
                                              <p:pRg st="0" end="0"/>
                                            </p:txEl>
                                          </p:spTgt>
                                        </p:tgtEl>
                                        <p:attrNameLst>
                                          <p:attrName>style.visibility</p:attrName>
                                        </p:attrNameLst>
                                      </p:cBhvr>
                                      <p:to>
                                        <p:strVal val="visible"/>
                                      </p:to>
                                    </p:set>
                                    <p:animEffect transition="in" filter="fade">
                                      <p:cBhvr>
                                        <p:cTn id="60" dur="400"/>
                                        <p:tgtEl>
                                          <p:spTgt spid="41">
                                            <p:txEl>
                                              <p:pRg st="0" end="0"/>
                                            </p:txEl>
                                          </p:spTgt>
                                        </p:tgtEl>
                                      </p:cBhvr>
                                    </p:animEffect>
                                    <p:anim calcmode="lin" valueType="num">
                                      <p:cBhvr>
                                        <p:cTn id="61" dur="400" fill="hold"/>
                                        <p:tgtEl>
                                          <p:spTgt spid="41">
                                            <p:txEl>
                                              <p:pRg st="0" end="0"/>
                                            </p:txEl>
                                          </p:spTgt>
                                        </p:tgtEl>
                                        <p:attrNameLst>
                                          <p:attrName>ppt_x</p:attrName>
                                        </p:attrNameLst>
                                      </p:cBhvr>
                                      <p:tavLst>
                                        <p:tav tm="0">
                                          <p:val>
                                            <p:strVal val="#ppt_x"/>
                                          </p:val>
                                        </p:tav>
                                        <p:tav tm="100000">
                                          <p:val>
                                            <p:strVal val="#ppt_x"/>
                                          </p:val>
                                        </p:tav>
                                      </p:tavLst>
                                    </p:anim>
                                    <p:anim calcmode="lin" valueType="num">
                                      <p:cBhvr>
                                        <p:cTn id="62" dur="400" fill="hold"/>
                                        <p:tgtEl>
                                          <p:spTgt spid="41">
                                            <p:txEl>
                                              <p:pRg st="0" end="0"/>
                                            </p:txEl>
                                          </p:spTgt>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200"/>
                                  </p:stCondLst>
                                  <p:childTnLst>
                                    <p:set>
                                      <p:cBhvr>
                                        <p:cTn id="64" dur="1" fill="hold">
                                          <p:stCondLst>
                                            <p:cond delay="0"/>
                                          </p:stCondLst>
                                        </p:cTn>
                                        <p:tgtEl>
                                          <p:spTgt spid="42">
                                            <p:txEl>
                                              <p:pRg st="0" end="0"/>
                                            </p:txEl>
                                          </p:spTgt>
                                        </p:tgtEl>
                                        <p:attrNameLst>
                                          <p:attrName>style.visibility</p:attrName>
                                        </p:attrNameLst>
                                      </p:cBhvr>
                                      <p:to>
                                        <p:strVal val="visible"/>
                                      </p:to>
                                    </p:set>
                                    <p:animEffect transition="in" filter="fade">
                                      <p:cBhvr>
                                        <p:cTn id="65" dur="500"/>
                                        <p:tgtEl>
                                          <p:spTgt spid="42">
                                            <p:txEl>
                                              <p:pRg st="0" end="0"/>
                                            </p:txEl>
                                          </p:spTgt>
                                        </p:tgtEl>
                                      </p:cBhvr>
                                    </p:animEffect>
                                    <p:anim calcmode="lin" valueType="num">
                                      <p:cBhvr>
                                        <p:cTn id="66" dur="500" fill="hold"/>
                                        <p:tgtEl>
                                          <p:spTgt spid="42">
                                            <p:txEl>
                                              <p:pRg st="0" end="0"/>
                                            </p:txEl>
                                          </p:spTgt>
                                        </p:tgtEl>
                                        <p:attrNameLst>
                                          <p:attrName>ppt_x</p:attrName>
                                        </p:attrNameLst>
                                      </p:cBhvr>
                                      <p:tavLst>
                                        <p:tav tm="0">
                                          <p:val>
                                            <p:strVal val="#ppt_x"/>
                                          </p:val>
                                        </p:tav>
                                        <p:tav tm="100000">
                                          <p:val>
                                            <p:strVal val="#ppt_x"/>
                                          </p:val>
                                        </p:tav>
                                      </p:tavLst>
                                    </p:anim>
                                    <p:anim calcmode="lin" valueType="num">
                                      <p:cBhvr>
                                        <p:cTn id="67" dur="500" fill="hold"/>
                                        <p:tgtEl>
                                          <p:spTgt spid="42">
                                            <p:txEl>
                                              <p:pRg st="0" end="0"/>
                                            </p:txEl>
                                          </p:spTgt>
                                        </p:tgtEl>
                                        <p:attrNameLst>
                                          <p:attrName>ppt_y</p:attrName>
                                        </p:attrNameLst>
                                      </p:cBhvr>
                                      <p:tavLst>
                                        <p:tav tm="0">
                                          <p:val>
                                            <p:strVal val="#ppt_y+.1"/>
                                          </p:val>
                                        </p:tav>
                                        <p:tav tm="100000">
                                          <p:val>
                                            <p:strVal val="#ppt_y"/>
                                          </p:val>
                                        </p:tav>
                                      </p:tavLst>
                                    </p:anim>
                                  </p:childTnLst>
                                </p:cTn>
                              </p:par>
                              <p:par>
                                <p:cTn id="68" presetID="53" presetClass="entr" presetSubtype="16" fill="hold" grpId="0" nodeType="withEffect" nodePh="1">
                                  <p:stCondLst>
                                    <p:cond delay="800"/>
                                  </p:stCondLst>
                                  <p:endCondLst>
                                    <p:cond evt="begin" delay="0">
                                      <p:tn val="68"/>
                                    </p:cond>
                                  </p:endCondLst>
                                  <p:childTnLst>
                                    <p:set>
                                      <p:cBhvr>
                                        <p:cTn id="69" dur="1" fill="hold">
                                          <p:stCondLst>
                                            <p:cond delay="0"/>
                                          </p:stCondLst>
                                        </p:cTn>
                                        <p:tgtEl>
                                          <p:spTgt spid="38"/>
                                        </p:tgtEl>
                                        <p:attrNameLst>
                                          <p:attrName>style.visibility</p:attrName>
                                        </p:attrNameLst>
                                      </p:cBhvr>
                                      <p:to>
                                        <p:strVal val="visible"/>
                                      </p:to>
                                    </p:set>
                                    <p:anim calcmode="lin" valueType="num">
                                      <p:cBhvr>
                                        <p:cTn id="70" dur="1000" fill="hold"/>
                                        <p:tgtEl>
                                          <p:spTgt spid="38"/>
                                        </p:tgtEl>
                                        <p:attrNameLst>
                                          <p:attrName>ppt_w</p:attrName>
                                        </p:attrNameLst>
                                      </p:cBhvr>
                                      <p:tavLst>
                                        <p:tav tm="0">
                                          <p:val>
                                            <p:fltVal val="0"/>
                                          </p:val>
                                        </p:tav>
                                        <p:tav tm="100000">
                                          <p:val>
                                            <p:strVal val="#ppt_w"/>
                                          </p:val>
                                        </p:tav>
                                      </p:tavLst>
                                    </p:anim>
                                    <p:anim calcmode="lin" valueType="num">
                                      <p:cBhvr>
                                        <p:cTn id="71" dur="1000" fill="hold"/>
                                        <p:tgtEl>
                                          <p:spTgt spid="38"/>
                                        </p:tgtEl>
                                        <p:attrNameLst>
                                          <p:attrName>ppt_h</p:attrName>
                                        </p:attrNameLst>
                                      </p:cBhvr>
                                      <p:tavLst>
                                        <p:tav tm="0">
                                          <p:val>
                                            <p:fltVal val="0"/>
                                          </p:val>
                                        </p:tav>
                                        <p:tav tm="100000">
                                          <p:val>
                                            <p:strVal val="#ppt_h"/>
                                          </p:val>
                                        </p:tav>
                                      </p:tavLst>
                                    </p:anim>
                                    <p:animEffect transition="in" filter="fade">
                                      <p:cBhvr>
                                        <p:cTn id="72" dur="1000"/>
                                        <p:tgtEl>
                                          <p:spTgt spid="38"/>
                                        </p:tgtEl>
                                      </p:cBhvr>
                                    </p:animEffect>
                                  </p:childTnLst>
                                </p:cTn>
                              </p:par>
                            </p:childTnLst>
                          </p:cTn>
                        </p:par>
                        <p:par>
                          <p:cTn id="73" fill="hold">
                            <p:stCondLst>
                              <p:cond delay="3300"/>
                            </p:stCondLst>
                            <p:childTnLst>
                              <p:par>
                                <p:cTn id="74" presetID="37" presetClass="entr" presetSubtype="0" fill="hold" grpId="0" nodeType="afterEffect">
                                  <p:stCondLst>
                                    <p:cond delay="0"/>
                                  </p:stCondLst>
                                  <p:childTnLst>
                                    <p:set>
                                      <p:cBhvr>
                                        <p:cTn id="75" dur="1" fill="hold">
                                          <p:stCondLst>
                                            <p:cond delay="0"/>
                                          </p:stCondLst>
                                        </p:cTn>
                                        <p:tgtEl>
                                          <p:spTgt spid="39"/>
                                        </p:tgtEl>
                                        <p:attrNameLst>
                                          <p:attrName>style.visibility</p:attrName>
                                        </p:attrNameLst>
                                      </p:cBhvr>
                                      <p:to>
                                        <p:strVal val="visible"/>
                                      </p:to>
                                    </p:set>
                                    <p:animEffect transition="in" filter="fade">
                                      <p:cBhvr>
                                        <p:cTn id="76" dur="1000"/>
                                        <p:tgtEl>
                                          <p:spTgt spid="39"/>
                                        </p:tgtEl>
                                      </p:cBhvr>
                                    </p:animEffect>
                                    <p:anim calcmode="lin" valueType="num">
                                      <p:cBhvr>
                                        <p:cTn id="77" dur="1000" fill="hold"/>
                                        <p:tgtEl>
                                          <p:spTgt spid="39"/>
                                        </p:tgtEl>
                                        <p:attrNameLst>
                                          <p:attrName>ppt_x</p:attrName>
                                        </p:attrNameLst>
                                      </p:cBhvr>
                                      <p:tavLst>
                                        <p:tav tm="0">
                                          <p:val>
                                            <p:strVal val="#ppt_x"/>
                                          </p:val>
                                        </p:tav>
                                        <p:tav tm="100000">
                                          <p:val>
                                            <p:strVal val="#ppt_x"/>
                                          </p:val>
                                        </p:tav>
                                      </p:tavLst>
                                    </p:anim>
                                    <p:anim calcmode="lin" valueType="num">
                                      <p:cBhvr>
                                        <p:cTn id="78" dur="900" decel="100000" fill="hold"/>
                                        <p:tgtEl>
                                          <p:spTgt spid="39"/>
                                        </p:tgtEl>
                                        <p:attrNameLst>
                                          <p:attrName>ppt_y</p:attrName>
                                        </p:attrNameLst>
                                      </p:cBhvr>
                                      <p:tavLst>
                                        <p:tav tm="0">
                                          <p:val>
                                            <p:strVal val="#ppt_y+1"/>
                                          </p:val>
                                        </p:tav>
                                        <p:tav tm="100000">
                                          <p:val>
                                            <p:strVal val="#ppt_y-.03"/>
                                          </p:val>
                                        </p:tav>
                                      </p:tavLst>
                                    </p:anim>
                                    <p:anim calcmode="lin" valueType="num">
                                      <p:cBhvr>
                                        <p:cTn id="79" dur="100" accel="100000" fill="hold">
                                          <p:stCondLst>
                                            <p:cond delay="900"/>
                                          </p:stCondLst>
                                        </p:cTn>
                                        <p:tgtEl>
                                          <p:spTgt spid="39"/>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build="p">
        <p:tmplLst>
          <p:tmpl lvl="1">
            <p:tnLst>
              <p:par>
                <p:cTn presetID="10" presetClass="entr" presetSubtype="0" fill="hold" nodeType="withEffect">
                  <p:stCondLst>
                    <p:cond delay="800"/>
                  </p:stCondLst>
                  <p:childTnLst>
                    <p:set>
                      <p:cBhvr>
                        <p:cTn dur="1" fill="hold">
                          <p:stCondLst>
                            <p:cond delay="0"/>
                          </p:stCondLst>
                        </p:cTn>
                        <p:tgtEl>
                          <p:spTgt spid="76"/>
                        </p:tgtEl>
                        <p:attrNameLst>
                          <p:attrName>style.visibility</p:attrName>
                        </p:attrNameLst>
                      </p:cBhvr>
                      <p:to>
                        <p:strVal val="visible"/>
                      </p:to>
                    </p:set>
                    <p:animEffect transition="in" filter="fade">
                      <p:cBhvr>
                        <p:cTn dur="500"/>
                        <p:tgtEl>
                          <p:spTgt spid="76"/>
                        </p:tgtEl>
                      </p:cBhvr>
                    </p:animEffect>
                  </p:childTnLst>
                </p:cTn>
              </p:par>
            </p:tnLst>
          </p:tmpl>
        </p:tmplLst>
      </p:bldP>
      <p:bldP spid="27" grpId="0"/>
      <p:bldP spid="29" grpId="0" animBg="1"/>
      <p:bldP spid="77" grpId="0" build="p">
        <p:tmplLst>
          <p:tmpl lvl="1">
            <p:tnLst>
              <p:par>
                <p:cTn presetID="42" presetClass="entr" presetSubtype="0" fill="hold" nodeType="withEffect">
                  <p:stCondLst>
                    <p:cond delay="200"/>
                  </p:stCondLst>
                  <p:childTnLst>
                    <p:set>
                      <p:cBhvr>
                        <p:cTn dur="1" fill="hold">
                          <p:stCondLst>
                            <p:cond delay="0"/>
                          </p:stCondLst>
                        </p:cTn>
                        <p:tgtEl>
                          <p:spTgt spid="77"/>
                        </p:tgtEl>
                        <p:attrNameLst>
                          <p:attrName>style.visibility</p:attrName>
                        </p:attrNameLst>
                      </p:cBhvr>
                      <p:to>
                        <p:strVal val="visible"/>
                      </p:to>
                    </p:set>
                    <p:animEffect transition="in" filter="fade">
                      <p:cBhvr>
                        <p:cTn dur="400"/>
                        <p:tgtEl>
                          <p:spTgt spid="77"/>
                        </p:tgtEl>
                      </p:cBhvr>
                    </p:animEffect>
                    <p:anim calcmode="lin" valueType="num">
                      <p:cBhvr>
                        <p:cTn dur="400" fill="hold"/>
                        <p:tgtEl>
                          <p:spTgt spid="77"/>
                        </p:tgtEl>
                        <p:attrNameLst>
                          <p:attrName>ppt_x</p:attrName>
                        </p:attrNameLst>
                      </p:cBhvr>
                      <p:tavLst>
                        <p:tav tm="0">
                          <p:val>
                            <p:strVal val="#ppt_x"/>
                          </p:val>
                        </p:tav>
                        <p:tav tm="100000">
                          <p:val>
                            <p:strVal val="#ppt_x"/>
                          </p:val>
                        </p:tav>
                      </p:tavLst>
                    </p:anim>
                    <p:anim calcmode="lin" valueType="num">
                      <p:cBhvr>
                        <p:cTn dur="400" fill="hold"/>
                        <p:tgtEl>
                          <p:spTgt spid="77"/>
                        </p:tgtEl>
                        <p:attrNameLst>
                          <p:attrName>ppt_y</p:attrName>
                        </p:attrNameLst>
                      </p:cBhvr>
                      <p:tavLst>
                        <p:tav tm="0">
                          <p:val>
                            <p:strVal val="#ppt_y+.1"/>
                          </p:val>
                        </p:tav>
                        <p:tav tm="100000">
                          <p:val>
                            <p:strVal val="#ppt_y"/>
                          </p:val>
                        </p:tav>
                      </p:tavLst>
                    </p:anim>
                  </p:childTnLst>
                </p:cTn>
              </p:par>
            </p:tnLst>
          </p:tmpl>
        </p:tmplLst>
      </p:bldP>
      <p:bldP spid="78" grpId="0" build="p">
        <p:tmplLst>
          <p:tmpl lvl="1">
            <p:tnLst>
              <p:par>
                <p:cTn presetID="42" presetClass="entr" presetSubtype="0" fill="hold" nodeType="withEffect">
                  <p:stCondLst>
                    <p:cond delay="20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anim calcmode="lin" valueType="num">
                      <p:cBhvr>
                        <p:cTn dur="500" fill="hold"/>
                        <p:tgtEl>
                          <p:spTgt spid="78"/>
                        </p:tgtEl>
                        <p:attrNameLst>
                          <p:attrName>ppt_x</p:attrName>
                        </p:attrNameLst>
                      </p:cBhvr>
                      <p:tavLst>
                        <p:tav tm="0">
                          <p:val>
                            <p:strVal val="#ppt_x"/>
                          </p:val>
                        </p:tav>
                        <p:tav tm="100000">
                          <p:val>
                            <p:strVal val="#ppt_x"/>
                          </p:val>
                        </p:tav>
                      </p:tavLst>
                    </p:anim>
                    <p:anim calcmode="lin" valueType="num">
                      <p:cBhvr>
                        <p:cTn dur="500" fill="hold"/>
                        <p:tgtEl>
                          <p:spTgt spid="78"/>
                        </p:tgtEl>
                        <p:attrNameLst>
                          <p:attrName>ppt_y</p:attrName>
                        </p:attrNameLst>
                      </p:cBhvr>
                      <p:tavLst>
                        <p:tav tm="0">
                          <p:val>
                            <p:strVal val="#ppt_y+.1"/>
                          </p:val>
                        </p:tav>
                        <p:tav tm="100000">
                          <p:val>
                            <p:strVal val="#ppt_y"/>
                          </p:val>
                        </p:tav>
                      </p:tavLst>
                    </p:anim>
                  </p:childTnLst>
                </p:cTn>
              </p:par>
            </p:tnLst>
          </p:tmpl>
        </p:tmplLst>
      </p:bldP>
      <p:bldP spid="31" grpId="0" build="p">
        <p:tmplLst>
          <p:tmpl lvl="1">
            <p:tnLst>
              <p:par>
                <p:cTn presetID="10" presetClass="entr" presetSubtype="0" fill="hold" nodeType="withEffect">
                  <p:stCondLst>
                    <p:cond delay="80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32" grpId="0"/>
      <p:bldP spid="33" grpId="0" animBg="1"/>
      <p:bldP spid="35" grpId="0" build="p">
        <p:tmplLst>
          <p:tmpl lvl="1">
            <p:tnLst>
              <p:par>
                <p:cTn presetID="42" presetClass="entr" presetSubtype="0" fill="hold" nodeType="withEffect">
                  <p:stCondLst>
                    <p:cond delay="200"/>
                  </p:stCondLst>
                  <p:childTnLst>
                    <p:set>
                      <p:cBhvr>
                        <p:cTn dur="1" fill="hold">
                          <p:stCondLst>
                            <p:cond delay="0"/>
                          </p:stCondLst>
                        </p:cTn>
                        <p:tgtEl>
                          <p:spTgt spid="35"/>
                        </p:tgtEl>
                        <p:attrNameLst>
                          <p:attrName>style.visibility</p:attrName>
                        </p:attrNameLst>
                      </p:cBhvr>
                      <p:to>
                        <p:strVal val="visible"/>
                      </p:to>
                    </p:set>
                    <p:animEffect transition="in" filter="fade">
                      <p:cBhvr>
                        <p:cTn dur="400"/>
                        <p:tgtEl>
                          <p:spTgt spid="35"/>
                        </p:tgtEl>
                      </p:cBhvr>
                    </p:animEffect>
                    <p:anim calcmode="lin" valueType="num">
                      <p:cBhvr>
                        <p:cTn dur="400" fill="hold"/>
                        <p:tgtEl>
                          <p:spTgt spid="35"/>
                        </p:tgtEl>
                        <p:attrNameLst>
                          <p:attrName>ppt_x</p:attrName>
                        </p:attrNameLst>
                      </p:cBhvr>
                      <p:tavLst>
                        <p:tav tm="0">
                          <p:val>
                            <p:strVal val="#ppt_x"/>
                          </p:val>
                        </p:tav>
                        <p:tav tm="100000">
                          <p:val>
                            <p:strVal val="#ppt_x"/>
                          </p:val>
                        </p:tav>
                      </p:tavLst>
                    </p:anim>
                    <p:anim calcmode="lin" valueType="num">
                      <p:cBhvr>
                        <p:cTn dur="400" fill="hold"/>
                        <p:tgtEl>
                          <p:spTgt spid="35"/>
                        </p:tgtEl>
                        <p:attrNameLst>
                          <p:attrName>ppt_y</p:attrName>
                        </p:attrNameLst>
                      </p:cBhvr>
                      <p:tavLst>
                        <p:tav tm="0">
                          <p:val>
                            <p:strVal val="#ppt_y+.1"/>
                          </p:val>
                        </p:tav>
                        <p:tav tm="100000">
                          <p:val>
                            <p:strVal val="#ppt_y"/>
                          </p:val>
                        </p:tav>
                      </p:tavLst>
                    </p:anim>
                  </p:childTnLst>
                </p:cTn>
              </p:par>
            </p:tnLst>
          </p:tmpl>
        </p:tmplLst>
      </p:bldP>
      <p:bldP spid="36" grpId="0" build="p">
        <p:tmplLst>
          <p:tmpl lvl="1">
            <p:tnLst>
              <p:par>
                <p:cTn presetID="42" presetClass="entr" presetSubtype="0" fill="hold" nodeType="withEffect">
                  <p:stCondLst>
                    <p:cond delay="20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anim calcmode="lin" valueType="num">
                      <p:cBhvr>
                        <p:cTn dur="500" fill="hold"/>
                        <p:tgtEl>
                          <p:spTgt spid="36"/>
                        </p:tgtEl>
                        <p:attrNameLst>
                          <p:attrName>ppt_x</p:attrName>
                        </p:attrNameLst>
                      </p:cBhvr>
                      <p:tavLst>
                        <p:tav tm="0">
                          <p:val>
                            <p:strVal val="#ppt_x"/>
                          </p:val>
                        </p:tav>
                        <p:tav tm="100000">
                          <p:val>
                            <p:strVal val="#ppt_x"/>
                          </p:val>
                        </p:tav>
                      </p:tavLst>
                    </p:anim>
                    <p:anim calcmode="lin" valueType="num">
                      <p:cBhvr>
                        <p:cTn dur="500" fill="hold"/>
                        <p:tgtEl>
                          <p:spTgt spid="36"/>
                        </p:tgtEl>
                        <p:attrNameLst>
                          <p:attrName>ppt_y</p:attrName>
                        </p:attrNameLst>
                      </p:cBhvr>
                      <p:tavLst>
                        <p:tav tm="0">
                          <p:val>
                            <p:strVal val="#ppt_y+.1"/>
                          </p:val>
                        </p:tav>
                        <p:tav tm="100000">
                          <p:val>
                            <p:strVal val="#ppt_y"/>
                          </p:val>
                        </p:tav>
                      </p:tavLst>
                    </p:anim>
                  </p:childTnLst>
                </p:cTn>
              </p:par>
            </p:tnLst>
          </p:tmpl>
        </p:tmplLst>
      </p:bldP>
      <p:bldP spid="37" grpId="0" build="p">
        <p:tmplLst>
          <p:tmpl lvl="1">
            <p:tnLst>
              <p:par>
                <p:cTn presetID="10" presetClass="entr" presetSubtype="0" fill="hold" nodeType="withEffect">
                  <p:stCondLst>
                    <p:cond delay="80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8" grpId="0"/>
      <p:bldP spid="39" grpId="0" animBg="1"/>
      <p:bldP spid="41" grpId="0" build="p">
        <p:tmplLst>
          <p:tmpl lvl="1">
            <p:tnLst>
              <p:par>
                <p:cTn presetID="42" presetClass="entr" presetSubtype="0" fill="hold" nodeType="withEffect">
                  <p:stCondLst>
                    <p:cond delay="200"/>
                  </p:stCondLst>
                  <p:childTnLst>
                    <p:set>
                      <p:cBhvr>
                        <p:cTn dur="1" fill="hold">
                          <p:stCondLst>
                            <p:cond delay="0"/>
                          </p:stCondLst>
                        </p:cTn>
                        <p:tgtEl>
                          <p:spTgt spid="41"/>
                        </p:tgtEl>
                        <p:attrNameLst>
                          <p:attrName>style.visibility</p:attrName>
                        </p:attrNameLst>
                      </p:cBhvr>
                      <p:to>
                        <p:strVal val="visible"/>
                      </p:to>
                    </p:set>
                    <p:animEffect transition="in" filter="fade">
                      <p:cBhvr>
                        <p:cTn dur="400"/>
                        <p:tgtEl>
                          <p:spTgt spid="41"/>
                        </p:tgtEl>
                      </p:cBhvr>
                    </p:animEffect>
                    <p:anim calcmode="lin" valueType="num">
                      <p:cBhvr>
                        <p:cTn dur="400" fill="hold"/>
                        <p:tgtEl>
                          <p:spTgt spid="41"/>
                        </p:tgtEl>
                        <p:attrNameLst>
                          <p:attrName>ppt_x</p:attrName>
                        </p:attrNameLst>
                      </p:cBhvr>
                      <p:tavLst>
                        <p:tav tm="0">
                          <p:val>
                            <p:strVal val="#ppt_x"/>
                          </p:val>
                        </p:tav>
                        <p:tav tm="100000">
                          <p:val>
                            <p:strVal val="#ppt_x"/>
                          </p:val>
                        </p:tav>
                      </p:tavLst>
                    </p:anim>
                    <p:anim calcmode="lin" valueType="num">
                      <p:cBhvr>
                        <p:cTn dur="400" fill="hold"/>
                        <p:tgtEl>
                          <p:spTgt spid="41"/>
                        </p:tgtEl>
                        <p:attrNameLst>
                          <p:attrName>ppt_y</p:attrName>
                        </p:attrNameLst>
                      </p:cBhvr>
                      <p:tavLst>
                        <p:tav tm="0">
                          <p:val>
                            <p:strVal val="#ppt_y+.1"/>
                          </p:val>
                        </p:tav>
                        <p:tav tm="100000">
                          <p:val>
                            <p:strVal val="#ppt_y"/>
                          </p:val>
                        </p:tav>
                      </p:tavLst>
                    </p:anim>
                  </p:childTnLst>
                </p:cTn>
              </p:par>
            </p:tnLst>
          </p:tmpl>
        </p:tmplLst>
      </p:bldP>
      <p:bldP spid="42" grpId="0" build="p">
        <p:tmplLst>
          <p:tmpl lvl="1">
            <p:tnLst>
              <p:par>
                <p:cTn presetID="42" presetClass="entr" presetSubtype="0" fill="hold" nodeType="withEffect">
                  <p:stCondLst>
                    <p:cond delay="20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anim calcmode="lin" valueType="num">
                      <p:cBhvr>
                        <p:cTn dur="500" fill="hold"/>
                        <p:tgtEl>
                          <p:spTgt spid="42"/>
                        </p:tgtEl>
                        <p:attrNameLst>
                          <p:attrName>ppt_x</p:attrName>
                        </p:attrNameLst>
                      </p:cBhvr>
                      <p:tavLst>
                        <p:tav tm="0">
                          <p:val>
                            <p:strVal val="#ppt_x"/>
                          </p:val>
                        </p:tav>
                        <p:tav tm="100000">
                          <p:val>
                            <p:strVal val="#ppt_x"/>
                          </p:val>
                        </p:tav>
                      </p:tavLst>
                    </p:anim>
                    <p:anim calcmode="lin" valueType="num">
                      <p:cBhvr>
                        <p:cTn dur="500" fill="hold"/>
                        <p:tgtEl>
                          <p:spTgt spid="42"/>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CC48DD4-A9AD-4113-82BD-DB389D9CB60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9BEA383-4DC3-49F8-8A34-8517224E531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05979"/>
            <a:ext cx="8229600" cy="857250"/>
          </a:xfrm>
          <a:prstGeom prst="rect">
            <a:avLst/>
          </a:prstGeom>
        </p:spPr>
        <p:txBody>
          <a:bodyPr vert="horz" lIns="91428" tIns="45714" rIns="91428" bIns="45714"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1" y="1200151"/>
            <a:ext cx="8229600" cy="3394472"/>
          </a:xfrm>
          <a:prstGeom prst="rect">
            <a:avLst/>
          </a:prstGeom>
        </p:spPr>
        <p:txBody>
          <a:bodyPr vert="horz" lIns="91428" tIns="45714" rIns="91428" bIns="45714"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1" y="4767264"/>
            <a:ext cx="2133600" cy="273844"/>
          </a:xfrm>
          <a:prstGeom prst="rect">
            <a:avLst/>
          </a:prstGeom>
        </p:spPr>
        <p:txBody>
          <a:bodyPr vert="horz" lIns="91428" tIns="45714" rIns="91428" bIns="45714" rtlCol="0" anchor="ctr"/>
          <a:lstStyle>
            <a:lvl1pPr algn="l">
              <a:defRPr sz="1200">
                <a:solidFill>
                  <a:schemeClr val="tx1">
                    <a:tint val="75000"/>
                  </a:schemeClr>
                </a:solidFill>
              </a:defRPr>
            </a:lvl1pPr>
          </a:lstStyle>
          <a:p>
            <a:fld id="{02854A03-91AF-448A-9954-517C0577E5F0}" type="datetimeFigureOut">
              <a:rPr lang="zh-CN" altLang="en-US" smtClean="0"/>
            </a:fld>
            <a:endParaRPr lang="zh-CN" altLang="en-US"/>
          </a:p>
        </p:txBody>
      </p:sp>
      <p:sp>
        <p:nvSpPr>
          <p:cNvPr id="5" name="页脚占位符 4"/>
          <p:cNvSpPr>
            <a:spLocks noGrp="1"/>
          </p:cNvSpPr>
          <p:nvPr>
            <p:ph type="ftr" sz="quarter" idx="3"/>
          </p:nvPr>
        </p:nvSpPr>
        <p:spPr>
          <a:xfrm>
            <a:off x="3124201" y="4767264"/>
            <a:ext cx="2895600" cy="273844"/>
          </a:xfrm>
          <a:prstGeom prst="rect">
            <a:avLst/>
          </a:prstGeom>
        </p:spPr>
        <p:txBody>
          <a:bodyPr vert="horz" lIns="91428" tIns="45714" rIns="91428" bIns="45714"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1" y="4767264"/>
            <a:ext cx="2133600" cy="273844"/>
          </a:xfrm>
          <a:prstGeom prst="rect">
            <a:avLst/>
          </a:prstGeom>
        </p:spPr>
        <p:txBody>
          <a:bodyPr vert="horz" lIns="91428" tIns="45714" rIns="91428" bIns="45714" rtlCol="0" anchor="ctr"/>
          <a:lstStyle>
            <a:lvl1pPr algn="r">
              <a:defRPr sz="1200">
                <a:solidFill>
                  <a:schemeClr val="tx1">
                    <a:tint val="75000"/>
                  </a:schemeClr>
                </a:solidFill>
              </a:defRPr>
            </a:lvl1pPr>
          </a:lstStyle>
          <a:p>
            <a:fld id="{2EEFC946-6D13-4F8C-9740-992A906A613E}" type="slidenum">
              <a:rPr lang="zh-CN" altLang="en-US" smtClean="0"/>
            </a:fld>
            <a:endParaRPr lang="zh-CN" altLang="en-US"/>
          </a:p>
        </p:txBody>
      </p:sp>
      <p:pic>
        <p:nvPicPr>
          <p:cNvPr id="2050" name="Picture 2" descr="C:\Users\Administrator\Desktop\j.jpg"/>
          <p:cNvPicPr>
            <a:picLocks noChangeAspect="1" noChangeArrowheads="1"/>
          </p:cNvPicPr>
          <p:nvPr userDrawn="1"/>
        </p:nvPicPr>
        <p:blipFill>
          <a:blip r:embed="rId13" cstate="print"/>
          <a:srcRect/>
          <a:stretch>
            <a:fillRect/>
          </a:stretch>
        </p:blipFill>
        <p:spPr bwMode="auto">
          <a:xfrm>
            <a:off x="0" y="0"/>
            <a:ext cx="9144000" cy="5148263"/>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3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image" Target="../media/image5.png"/><Relationship Id="rId3" Type="http://schemas.microsoft.com/office/2007/relationships/media" Target="file:///E:\&#21253;&#22270;&#35774;&#35745;\PPT&#37197;&#20048;\&#31185;&#25216;&#24863;&#12289;&#21160;&#24863;&#37197;&#20048;\Dirty%20Dropouts%20-%20Unity.mp3" TargetMode="External"/><Relationship Id="rId2" Type="http://schemas.openxmlformats.org/officeDocument/2006/relationships/audio" Target="file:///E:\&#21253;&#22270;&#35774;&#35745;\PPT&#37197;&#20048;\&#31185;&#25216;&#24863;&#12289;&#21160;&#24863;&#37197;&#20048;\Dirty%20Dropouts%20-%20Unity.mp3" TargetMode="Externa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5.xml"/><Relationship Id="rId2" Type="http://schemas.openxmlformats.org/officeDocument/2006/relationships/image" Target="../media/image7.png"/><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5.xml"/><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5.xml"/><Relationship Id="rId2" Type="http://schemas.openxmlformats.org/officeDocument/2006/relationships/image" Target="../media/image16.png"/><Relationship Id="rId1" Type="http://schemas.openxmlformats.org/officeDocument/2006/relationships/image" Target="../media/image15.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image" Target="../media/image15.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image" Target="../media/image15.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image" Target="../media/image15.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image" Target="../media/image15.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dministrator\Desktop\jiqiren副本.jpg"/>
          <p:cNvPicPr>
            <a:picLocks noChangeAspect="1" noChangeArrowheads="1"/>
          </p:cNvPicPr>
          <p:nvPr/>
        </p:nvPicPr>
        <p:blipFill>
          <a:blip r:embed="rId1" cstate="print"/>
          <a:srcRect/>
          <a:stretch>
            <a:fillRect/>
          </a:stretch>
        </p:blipFill>
        <p:spPr bwMode="auto">
          <a:xfrm>
            <a:off x="0" y="-4762"/>
            <a:ext cx="9144000" cy="5148262"/>
          </a:xfrm>
          <a:prstGeom prst="rect">
            <a:avLst/>
          </a:prstGeom>
          <a:noFill/>
        </p:spPr>
      </p:pic>
      <p:sp>
        <p:nvSpPr>
          <p:cNvPr id="27" name="TextBox 26"/>
          <p:cNvSpPr txBox="1"/>
          <p:nvPr/>
        </p:nvSpPr>
        <p:spPr>
          <a:xfrm>
            <a:off x="5429256" y="1928808"/>
            <a:ext cx="3262432" cy="1323439"/>
          </a:xfrm>
          <a:prstGeom prst="rect">
            <a:avLst/>
          </a:prstGeom>
          <a:noFill/>
        </p:spPr>
        <p:txBody>
          <a:bodyPr wrap="none" rtlCol="0">
            <a:spAutoFit/>
          </a:bodyPr>
          <a:lstStyle/>
          <a:p>
            <a:r>
              <a:rPr lang="zh-CN" altLang="en-US" sz="4000" b="1" dirty="0" smtClean="0">
                <a:solidFill>
                  <a:schemeClr val="bg1"/>
                </a:solidFill>
                <a:latin typeface="微软雅黑" panose="020B0503020204020204" pitchFamily="34" charset="-122"/>
                <a:ea typeface="微软雅黑" panose="020B0503020204020204" pitchFamily="34" charset="-122"/>
              </a:rPr>
              <a:t>人工智能软件</a:t>
            </a:r>
            <a:endParaRPr lang="en-US" altLang="zh-CN" sz="4000" b="1" dirty="0" smtClean="0">
              <a:solidFill>
                <a:schemeClr val="bg1"/>
              </a:solidFill>
              <a:latin typeface="微软雅黑" panose="020B0503020204020204" pitchFamily="34" charset="-122"/>
              <a:ea typeface="微软雅黑" panose="020B0503020204020204" pitchFamily="34" charset="-122"/>
            </a:endParaRPr>
          </a:p>
          <a:p>
            <a:r>
              <a:rPr lang="zh-CN" altLang="en-US" sz="4000" b="1" dirty="0" smtClean="0">
                <a:solidFill>
                  <a:schemeClr val="bg1"/>
                </a:solidFill>
                <a:latin typeface="微软雅黑" panose="020B0503020204020204" pitchFamily="34" charset="-122"/>
                <a:ea typeface="微软雅黑" panose="020B0503020204020204" pitchFamily="34" charset="-122"/>
              </a:rPr>
              <a:t>产品质量保证</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pic>
        <p:nvPicPr>
          <p:cNvPr id="21" name="Dirty Dropouts - Unity.mp3">
            <a:hlinkClick r:id="" action="ppaction://media"/>
          </p:cNvPr>
          <p:cNvPicPr>
            <a:picLocks noRot="1" noChangeAspect="1"/>
          </p:cNvPicPr>
          <p:nvPr>
            <a:audioFile r:link="rId2"/>
            <p:extLst>
              <p:ext uri="{DAA4B4D4-6D71-4841-9C94-3DE7FCFB9230}">
                <p14:media xmlns:p14="http://schemas.microsoft.com/office/powerpoint/2010/main" r:link="rId3"/>
              </p:ext>
            </p:extLst>
          </p:nvPr>
        </p:nvPicPr>
        <p:blipFill>
          <a:blip r:embed="rId4" cstate="print"/>
          <a:stretch>
            <a:fillRect/>
          </a:stretch>
        </p:blipFill>
        <p:spPr>
          <a:xfrm>
            <a:off x="-304800" y="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par>
                    <p:cTn id="7" fill="hold">
                      <p:stCondLst>
                        <p:cond delay="indefinite"/>
                      </p:stCondLst>
                      <p:childTnLst>
                        <p:par>
                          <p:cTn id="8" fill="hold">
                            <p:stCondLst>
                              <p:cond delay="0"/>
                            </p:stCondLst>
                            <p:childTnLst>
                              <p:par>
                                <p:cTn id="9" presetID="50" presetClass="entr" presetSubtype="0" decel="10000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anim calcmode="lin" valueType="num">
                                      <p:cBhvr>
                                        <p:cTn id="11" dur="1000" fill="hold"/>
                                        <p:tgtEl>
                                          <p:spTgt spid="1026"/>
                                        </p:tgtEl>
                                        <p:attrNameLst>
                                          <p:attrName>ppt_w</p:attrName>
                                        </p:attrNameLst>
                                      </p:cBhvr>
                                      <p:tavLst>
                                        <p:tav tm="0">
                                          <p:val>
                                            <p:strVal val="#ppt_w+.3"/>
                                          </p:val>
                                        </p:tav>
                                        <p:tav tm="100000">
                                          <p:val>
                                            <p:strVal val="#ppt_w"/>
                                          </p:val>
                                        </p:tav>
                                      </p:tavLst>
                                    </p:anim>
                                    <p:anim calcmode="lin" valueType="num">
                                      <p:cBhvr>
                                        <p:cTn id="12" dur="1000" fill="hold"/>
                                        <p:tgtEl>
                                          <p:spTgt spid="1026"/>
                                        </p:tgtEl>
                                        <p:attrNameLst>
                                          <p:attrName>ppt_h</p:attrName>
                                        </p:attrNameLst>
                                      </p:cBhvr>
                                      <p:tavLst>
                                        <p:tav tm="0">
                                          <p:val>
                                            <p:strVal val="#ppt_h"/>
                                          </p:val>
                                        </p:tav>
                                        <p:tav tm="100000">
                                          <p:val>
                                            <p:strVal val="#ppt_h"/>
                                          </p:val>
                                        </p:tav>
                                      </p:tavLst>
                                    </p:anim>
                                    <p:animEffect transition="in" filter="fade">
                                      <p:cBhvr>
                                        <p:cTn id="13" dur="1000"/>
                                        <p:tgtEl>
                                          <p:spTgt spid="1026"/>
                                        </p:tgtEl>
                                      </p:cBhvr>
                                    </p:animEffect>
                                  </p:childTnLst>
                                </p:cTn>
                              </p:par>
                            </p:childTnLst>
                          </p:cTn>
                        </p:par>
                        <p:par>
                          <p:cTn id="14" fill="hold">
                            <p:stCondLst>
                              <p:cond delay="1000"/>
                            </p:stCondLst>
                            <p:childTnLst>
                              <p:par>
                                <p:cTn id="15" presetID="56" presetClass="entr" presetSubtype="0" fill="hold" grpId="0" nodeType="afterEffect">
                                  <p:stCondLst>
                                    <p:cond delay="0"/>
                                  </p:stCondLst>
                                  <p:iterate type="lt">
                                    <p:tmPct val="10000"/>
                                  </p:iterate>
                                  <p:childTnLst>
                                    <p:set>
                                      <p:cBhvr>
                                        <p:cTn id="16" dur="1" fill="hold">
                                          <p:stCondLst>
                                            <p:cond delay="0"/>
                                          </p:stCondLst>
                                        </p:cTn>
                                        <p:tgtEl>
                                          <p:spTgt spid="27"/>
                                        </p:tgtEl>
                                        <p:attrNameLst>
                                          <p:attrName>style.visibility</p:attrName>
                                        </p:attrNameLst>
                                      </p:cBhvr>
                                      <p:to>
                                        <p:strVal val="visible"/>
                                      </p:to>
                                    </p:set>
                                    <p:anim by="(-#ppt_w*2)" calcmode="lin" valueType="num">
                                      <p:cBhvr rctx="PPT">
                                        <p:cTn id="17" dur="500" autoRev="1" fill="hold">
                                          <p:stCondLst>
                                            <p:cond delay="0"/>
                                          </p:stCondLst>
                                        </p:cTn>
                                        <p:tgtEl>
                                          <p:spTgt spid="27"/>
                                        </p:tgtEl>
                                        <p:attrNameLst>
                                          <p:attrName>ppt_w</p:attrName>
                                        </p:attrNameLst>
                                      </p:cBhvr>
                                    </p:anim>
                                    <p:anim by="(#ppt_w*0.50)" calcmode="lin" valueType="num">
                                      <p:cBhvr>
                                        <p:cTn id="18" dur="500" decel="50000" autoRev="1" fill="hold">
                                          <p:stCondLst>
                                            <p:cond delay="0"/>
                                          </p:stCondLst>
                                        </p:cTn>
                                        <p:tgtEl>
                                          <p:spTgt spid="27"/>
                                        </p:tgtEl>
                                        <p:attrNameLst>
                                          <p:attrName>ppt_x</p:attrName>
                                        </p:attrNameLst>
                                      </p:cBhvr>
                                    </p:anim>
                                    <p:anim from="(-#ppt_h/2)" to="(#ppt_y)" calcmode="lin" valueType="num">
                                      <p:cBhvr>
                                        <p:cTn id="19" dur="1000" fill="hold">
                                          <p:stCondLst>
                                            <p:cond delay="0"/>
                                          </p:stCondLst>
                                        </p:cTn>
                                        <p:tgtEl>
                                          <p:spTgt spid="27"/>
                                        </p:tgtEl>
                                        <p:attrNameLst>
                                          <p:attrName>ppt_y</p:attrName>
                                        </p:attrNameLst>
                                      </p:cBhvr>
                                    </p:anim>
                                    <p:animRot by="21600000">
                                      <p:cBhvr>
                                        <p:cTn id="20" dur="1000" fill="hold">
                                          <p:stCondLst>
                                            <p:cond delay="0"/>
                                          </p:stCondLst>
                                        </p:cTn>
                                        <p:tgtEl>
                                          <p:spTgt spid="2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audio>
              <p:cMediaNode numSld="999" showWhenStopped="0">
                <p:cTn id="21" repeatCount="indefinite" fill="hold" display="0">
                  <p:stCondLst>
                    <p:cond delay="indefinite"/>
                  </p:stCondLst>
                  <p:endCondLst>
                    <p:cond evt="onPrev" delay="0">
                      <p:tgtEl>
                        <p:sldTgt/>
                      </p:tgtEl>
                    </p:cond>
                    <p:cond evt="onStopAudio" delay="0">
                      <p:tgtEl>
                        <p:sldTgt/>
                      </p:tgtEl>
                    </p:cond>
                  </p:endCondLst>
                </p:cTn>
                <p:tgtEl>
                  <p:spTgt spid="21"/>
                </p:tgtEl>
              </p:cMediaNode>
            </p:audio>
          </p:childTnLst>
        </p:cTn>
      </p:par>
    </p:tnLst>
    <p:bldLst>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0"/>
          <p:cNvSpPr txBox="1"/>
          <p:nvPr/>
        </p:nvSpPr>
        <p:spPr>
          <a:xfrm>
            <a:off x="620484" y="3353425"/>
            <a:ext cx="1765841" cy="353613"/>
          </a:xfrm>
          <a:prstGeom prst="rect">
            <a:avLst/>
          </a:prstGeom>
        </p:spPr>
        <p:txBody>
          <a:bodyPr lIns="65023" tIns="32511" rIns="65023" bIns="32511"/>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r>
              <a:rPr lang="zh-CN" altLang="en-US" sz="2000" dirty="0" smtClean="0">
                <a:solidFill>
                  <a:schemeClr val="bg1">
                    <a:lumMod val="75000"/>
                  </a:schemeClr>
                </a:solidFill>
                <a:latin typeface="Agency FB" panose="020B0503020202020204" pitchFamily="34" charset="0"/>
                <a:ea typeface="Roboto" panose="02000000000000000000" pitchFamily="2" charset="0"/>
              </a:rPr>
              <a:t>定义</a:t>
            </a:r>
            <a:endParaRPr lang="zh-CN" altLang="en-US" sz="2000" dirty="0">
              <a:solidFill>
                <a:schemeClr val="bg1">
                  <a:lumMod val="75000"/>
                </a:schemeClr>
              </a:solidFill>
              <a:latin typeface="Agency FB" panose="020B0503020202020204" pitchFamily="34" charset="0"/>
              <a:ea typeface="Roboto" panose="02000000000000000000" pitchFamily="2" charset="0"/>
            </a:endParaRPr>
          </a:p>
        </p:txBody>
      </p:sp>
      <p:sp>
        <p:nvSpPr>
          <p:cNvPr id="6" name="Title 9"/>
          <p:cNvSpPr txBox="1"/>
          <p:nvPr/>
        </p:nvSpPr>
        <p:spPr>
          <a:xfrm>
            <a:off x="481512" y="373863"/>
            <a:ext cx="1570208" cy="522988"/>
          </a:xfrm>
          <a:prstGeom prst="rect">
            <a:avLst/>
          </a:prstGeom>
        </p:spPr>
        <p:txBody>
          <a:bodyPr lIns="65023" tIns="32511" rIns="65023" bIns="32511"/>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dirty="0">
                <a:solidFill>
                  <a:schemeClr val="bg1">
                    <a:lumMod val="75000"/>
                  </a:schemeClr>
                </a:solidFill>
                <a:latin typeface="微软雅黑" panose="020B0503020204020204" pitchFamily="34" charset="-122"/>
                <a:ea typeface="微软雅黑" panose="020B0503020204020204" pitchFamily="34" charset="-122"/>
                <a:cs typeface="+mn-ea"/>
                <a:sym typeface="+mn-lt"/>
              </a:rPr>
              <a:t>目录</a:t>
            </a:r>
            <a:endParaRPr lang="en-AU" dirty="0">
              <a:solidFill>
                <a:schemeClr val="bg1">
                  <a:lumMod val="75000"/>
                </a:schemeClr>
              </a:solidFill>
              <a:latin typeface="微软雅黑" panose="020B0503020204020204" pitchFamily="34" charset="-122"/>
              <a:ea typeface="微软雅黑" panose="020B0503020204020204" pitchFamily="34" charset="-122"/>
              <a:cs typeface="+mn-ea"/>
              <a:sym typeface="+mn-lt"/>
            </a:endParaRPr>
          </a:p>
        </p:txBody>
      </p:sp>
      <p:sp>
        <p:nvSpPr>
          <p:cNvPr id="7" name="Subtitle 10"/>
          <p:cNvSpPr txBox="1"/>
          <p:nvPr/>
        </p:nvSpPr>
        <p:spPr>
          <a:xfrm>
            <a:off x="539552" y="995013"/>
            <a:ext cx="1488344" cy="280593"/>
          </a:xfrm>
          <a:prstGeom prst="rect">
            <a:avLst/>
          </a:prstGeom>
        </p:spPr>
        <p:txBody>
          <a:bodyPr lIns="65023" tIns="32511" rIns="65023" bIns="32511"/>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dirty="0">
                <a:solidFill>
                  <a:schemeClr val="bg1">
                    <a:lumMod val="75000"/>
                  </a:schemeClr>
                </a:solidFill>
                <a:latin typeface="Agency FB" panose="020B0503020202020204" pitchFamily="34" charset="0"/>
                <a:ea typeface="微软雅黑" panose="020B0503020204020204" pitchFamily="34" charset="-122"/>
              </a:rPr>
              <a:t>CONTENTS</a:t>
            </a:r>
            <a:endParaRPr lang="en-US" altLang="zh-CN" dirty="0">
              <a:solidFill>
                <a:schemeClr val="bg1">
                  <a:lumMod val="75000"/>
                </a:schemeClr>
              </a:solidFill>
              <a:latin typeface="Agency FB" panose="020B0503020202020204" pitchFamily="34" charset="0"/>
              <a:ea typeface="微软雅黑" panose="020B0503020204020204" pitchFamily="34" charset="-122"/>
            </a:endParaRPr>
          </a:p>
        </p:txBody>
      </p:sp>
      <p:sp>
        <p:nvSpPr>
          <p:cNvPr id="8" name="Text Placeholder 10"/>
          <p:cNvSpPr txBox="1"/>
          <p:nvPr/>
        </p:nvSpPr>
        <p:spPr>
          <a:xfrm>
            <a:off x="2666716" y="3353425"/>
            <a:ext cx="1765841" cy="353613"/>
          </a:xfrm>
          <a:prstGeom prst="rect">
            <a:avLst/>
          </a:prstGeom>
        </p:spPr>
        <p:txBody>
          <a:bodyPr vert="horz" lIns="68558" tIns="34279" rIns="68558" bIns="34279"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defRPr/>
            </a:pPr>
            <a:r>
              <a:rPr lang="zh-CN" altLang="en-US" sz="2000" dirty="0" smtClean="0">
                <a:solidFill>
                  <a:schemeClr val="bg1">
                    <a:lumMod val="75000"/>
                  </a:schemeClr>
                </a:solidFill>
                <a:latin typeface="Agency FB" panose="020B0503020202020204" pitchFamily="34" charset="0"/>
              </a:rPr>
              <a:t>发展历史</a:t>
            </a:r>
            <a:endParaRPr lang="zh-CN" altLang="en-US" sz="2000" dirty="0">
              <a:solidFill>
                <a:schemeClr val="bg1">
                  <a:lumMod val="75000"/>
                </a:schemeClr>
              </a:solidFill>
              <a:latin typeface="Agency FB" panose="020B0503020202020204" pitchFamily="34" charset="0"/>
            </a:endParaRPr>
          </a:p>
        </p:txBody>
      </p:sp>
      <p:sp>
        <p:nvSpPr>
          <p:cNvPr id="10" name="Text Placeholder 10"/>
          <p:cNvSpPr txBox="1"/>
          <p:nvPr/>
        </p:nvSpPr>
        <p:spPr>
          <a:xfrm>
            <a:off x="4712947" y="3353425"/>
            <a:ext cx="1765841" cy="353613"/>
          </a:xfrm>
          <a:prstGeom prst="rect">
            <a:avLst/>
          </a:prstGeom>
        </p:spPr>
        <p:txBody>
          <a:bodyPr vert="horz" lIns="68558" tIns="34279" rIns="68558" bIns="34279"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defRPr/>
            </a:pPr>
            <a:r>
              <a:rPr lang="zh-CN" altLang="en-US" sz="2000" dirty="0" smtClean="0">
                <a:solidFill>
                  <a:schemeClr val="bg1">
                    <a:lumMod val="75000"/>
                  </a:schemeClr>
                </a:solidFill>
                <a:latin typeface="Agency FB" panose="020B0503020202020204" pitchFamily="34" charset="0"/>
              </a:rPr>
              <a:t>现状</a:t>
            </a:r>
            <a:endParaRPr lang="zh-CN" altLang="en-US" sz="2000" dirty="0">
              <a:solidFill>
                <a:schemeClr val="bg1">
                  <a:lumMod val="75000"/>
                </a:schemeClr>
              </a:solidFill>
              <a:latin typeface="Agency FB" panose="020B0503020202020204" pitchFamily="34" charset="0"/>
            </a:endParaRPr>
          </a:p>
        </p:txBody>
      </p:sp>
      <p:sp>
        <p:nvSpPr>
          <p:cNvPr id="12" name="Text Placeholder 10"/>
          <p:cNvSpPr txBox="1"/>
          <p:nvPr/>
        </p:nvSpPr>
        <p:spPr>
          <a:xfrm>
            <a:off x="6759178" y="3353425"/>
            <a:ext cx="1956226" cy="353613"/>
          </a:xfrm>
          <a:prstGeom prst="rect">
            <a:avLst/>
          </a:prstGeom>
        </p:spPr>
        <p:txBody>
          <a:bodyPr vert="horz" lIns="68558" tIns="34279" rIns="68558" bIns="34279"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defRPr/>
            </a:pPr>
            <a:r>
              <a:rPr lang="zh-CN" altLang="en-US" sz="2000" dirty="0" smtClean="0">
                <a:solidFill>
                  <a:schemeClr val="bg1">
                    <a:lumMod val="75000"/>
                  </a:schemeClr>
                </a:solidFill>
                <a:latin typeface="Agency FB" panose="020B0503020202020204" pitchFamily="34" charset="0"/>
              </a:rPr>
              <a:t>问题及解决方案</a:t>
            </a:r>
            <a:endParaRPr lang="zh-CN" altLang="en-US" sz="2000" dirty="0">
              <a:solidFill>
                <a:schemeClr val="bg1">
                  <a:lumMod val="75000"/>
                </a:schemeClr>
              </a:solidFill>
              <a:latin typeface="Agency FB" panose="020B0503020202020204" pitchFamily="34" charset="0"/>
            </a:endParaRPr>
          </a:p>
        </p:txBody>
      </p:sp>
      <p:sp>
        <p:nvSpPr>
          <p:cNvPr id="15" name="Oval 25"/>
          <p:cNvSpPr/>
          <p:nvPr/>
        </p:nvSpPr>
        <p:spPr>
          <a:xfrm>
            <a:off x="921476" y="1980070"/>
            <a:ext cx="1163854" cy="116391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023" tIns="32511" rIns="65023" bIns="32511" rtlCol="0" anchor="ctr"/>
          <a:lstStyle/>
          <a:p>
            <a:pPr algn="ctr"/>
            <a:r>
              <a:rPr lang="en-AU" sz="3100" dirty="0">
                <a:latin typeface="Arial" panose="020B0604020202020204" pitchFamily="34" charset="0"/>
                <a:cs typeface="Arial" panose="020B0604020202020204" pitchFamily="34" charset="0"/>
                <a:sym typeface="+mn-lt"/>
              </a:rPr>
              <a:t>01</a:t>
            </a:r>
            <a:endParaRPr lang="en-AU" sz="3100" dirty="0">
              <a:latin typeface="Arial" panose="020B0604020202020204" pitchFamily="34" charset="0"/>
              <a:cs typeface="Arial" panose="020B0604020202020204" pitchFamily="34" charset="0"/>
              <a:sym typeface="+mn-lt"/>
            </a:endParaRPr>
          </a:p>
        </p:txBody>
      </p:sp>
      <p:grpSp>
        <p:nvGrpSpPr>
          <p:cNvPr id="2" name="Group 42"/>
          <p:cNvGrpSpPr/>
          <p:nvPr/>
        </p:nvGrpSpPr>
        <p:grpSpPr>
          <a:xfrm>
            <a:off x="2967708" y="1980070"/>
            <a:ext cx="1163854" cy="1163918"/>
            <a:chOff x="3956297" y="2639898"/>
            <a:chExt cx="1552274" cy="1552274"/>
          </a:xfrm>
          <a:solidFill>
            <a:schemeClr val="accent2"/>
          </a:solidFill>
        </p:grpSpPr>
        <p:sp>
          <p:nvSpPr>
            <p:cNvPr id="18" name="Oval 26"/>
            <p:cNvSpPr/>
            <p:nvPr/>
          </p:nvSpPr>
          <p:spPr>
            <a:xfrm>
              <a:off x="3956297" y="2639898"/>
              <a:ext cx="1552274" cy="155227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100" dirty="0">
                  <a:latin typeface="Arial" panose="020B0604020202020204" pitchFamily="34" charset="0"/>
                  <a:cs typeface="Arial" panose="020B0604020202020204" pitchFamily="34" charset="0"/>
                  <a:sym typeface="+mn-lt"/>
                </a:rPr>
                <a:t>02</a:t>
              </a:r>
              <a:endParaRPr lang="en-AU" sz="3100" dirty="0">
                <a:latin typeface="Arial" panose="020B0604020202020204" pitchFamily="34" charset="0"/>
                <a:cs typeface="Arial" panose="020B0604020202020204" pitchFamily="34" charset="0"/>
                <a:sym typeface="+mn-lt"/>
              </a:endParaRPr>
            </a:p>
          </p:txBody>
        </p:sp>
        <p:sp>
          <p:nvSpPr>
            <p:cNvPr id="21" name="Freeform 6"/>
            <p:cNvSpPr/>
            <p:nvPr/>
          </p:nvSpPr>
          <p:spPr bwMode="auto">
            <a:xfrm>
              <a:off x="4874627" y="3277303"/>
              <a:ext cx="48760" cy="100230"/>
            </a:xfrm>
            <a:custGeom>
              <a:avLst/>
              <a:gdLst>
                <a:gd name="T0" fmla="*/ 18 w 18"/>
                <a:gd name="T1" fmla="*/ 37 h 37"/>
                <a:gd name="T2" fmla="*/ 18 w 18"/>
                <a:gd name="T3" fmla="*/ 0 h 37"/>
                <a:gd name="T4" fmla="*/ 0 w 18"/>
                <a:gd name="T5" fmla="*/ 0 h 37"/>
                <a:gd name="T6" fmla="*/ 0 w 18"/>
                <a:gd name="T7" fmla="*/ 21 h 37"/>
                <a:gd name="T8" fmla="*/ 18 w 18"/>
                <a:gd name="T9" fmla="*/ 37 h 37"/>
              </a:gdLst>
              <a:ahLst/>
              <a:cxnLst>
                <a:cxn ang="0">
                  <a:pos x="T0" y="T1"/>
                </a:cxn>
                <a:cxn ang="0">
                  <a:pos x="T2" y="T3"/>
                </a:cxn>
                <a:cxn ang="0">
                  <a:pos x="T4" y="T5"/>
                </a:cxn>
                <a:cxn ang="0">
                  <a:pos x="T6" y="T7"/>
                </a:cxn>
                <a:cxn ang="0">
                  <a:pos x="T8" y="T9"/>
                </a:cxn>
              </a:cxnLst>
              <a:rect l="0" t="0" r="r" b="b"/>
              <a:pathLst>
                <a:path w="18" h="37">
                  <a:moveTo>
                    <a:pt x="18" y="37"/>
                  </a:moveTo>
                  <a:lnTo>
                    <a:pt x="18" y="0"/>
                  </a:lnTo>
                  <a:lnTo>
                    <a:pt x="0" y="0"/>
                  </a:lnTo>
                  <a:lnTo>
                    <a:pt x="0" y="21"/>
                  </a:lnTo>
                  <a:lnTo>
                    <a:pt x="18" y="3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8548" tIns="64274" rIns="128548" bIns="64274" numCol="1" anchor="t" anchorCtr="0" compatLnSpc="1"/>
            <a:lstStyle/>
            <a:p>
              <a:endParaRPr lang="en-US" sz="3100" dirty="0">
                <a:latin typeface="Arial" panose="020B0604020202020204" pitchFamily="34" charset="0"/>
                <a:cs typeface="Arial" panose="020B0604020202020204" pitchFamily="34" charset="0"/>
                <a:sym typeface="+mn-lt"/>
              </a:endParaRPr>
            </a:p>
          </p:txBody>
        </p:sp>
      </p:grpSp>
      <p:sp>
        <p:nvSpPr>
          <p:cNvPr id="24" name="Oval 27"/>
          <p:cNvSpPr/>
          <p:nvPr/>
        </p:nvSpPr>
        <p:spPr>
          <a:xfrm>
            <a:off x="5013938" y="1989791"/>
            <a:ext cx="1163854" cy="116391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023" tIns="32511" rIns="65023" bIns="32511" rtlCol="0" anchor="ctr"/>
          <a:lstStyle/>
          <a:p>
            <a:pPr algn="ctr"/>
            <a:r>
              <a:rPr lang="en-AU" sz="3100" dirty="0">
                <a:latin typeface="Arial" panose="020B0604020202020204" pitchFamily="34" charset="0"/>
                <a:cs typeface="Arial" panose="020B0604020202020204" pitchFamily="34" charset="0"/>
                <a:sym typeface="+mn-lt"/>
              </a:rPr>
              <a:t>03</a:t>
            </a:r>
            <a:endParaRPr lang="en-AU" sz="3100" dirty="0">
              <a:latin typeface="Arial" panose="020B0604020202020204" pitchFamily="34" charset="0"/>
              <a:cs typeface="Arial" panose="020B0604020202020204" pitchFamily="34" charset="0"/>
              <a:sym typeface="+mn-lt"/>
            </a:endParaRPr>
          </a:p>
        </p:txBody>
      </p:sp>
      <p:sp>
        <p:nvSpPr>
          <p:cNvPr id="27" name="Oval 28"/>
          <p:cNvSpPr/>
          <p:nvPr/>
        </p:nvSpPr>
        <p:spPr>
          <a:xfrm>
            <a:off x="7060170" y="1989791"/>
            <a:ext cx="1163854" cy="11639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5023" tIns="32511" rIns="65023" bIns="32511" rtlCol="0" anchor="ctr"/>
          <a:lstStyle/>
          <a:p>
            <a:pPr algn="ctr"/>
            <a:r>
              <a:rPr lang="en-AU" sz="3100" dirty="0">
                <a:latin typeface="Arial" panose="020B0604020202020204" pitchFamily="34" charset="0"/>
                <a:cs typeface="Arial" panose="020B0604020202020204" pitchFamily="34" charset="0"/>
                <a:sym typeface="+mn-lt"/>
              </a:rPr>
              <a:t>04</a:t>
            </a:r>
            <a:endParaRPr lang="en-AU" sz="3100" dirty="0">
              <a:latin typeface="Arial" panose="020B0604020202020204" pitchFamily="34" charset="0"/>
              <a:cs typeface="Arial" panose="020B0604020202020204" pitchFamily="34" charset="0"/>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fade">
                                      <p:cBhvr>
                                        <p:cTn id="11" dur="500"/>
                                        <p:tgtEl>
                                          <p:spTgt spid="7">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1"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1000" fill="hold"/>
                                        <p:tgtEl>
                                          <p:spTgt spid="2"/>
                                        </p:tgtEl>
                                        <p:attrNameLst>
                                          <p:attrName>ppt_w</p:attrName>
                                        </p:attrNameLst>
                                      </p:cBhvr>
                                      <p:tavLst>
                                        <p:tav tm="0">
                                          <p:val>
                                            <p:fltVal val="0"/>
                                          </p:val>
                                        </p:tav>
                                        <p:tav tm="100000">
                                          <p:val>
                                            <p:strVal val="#ppt_w"/>
                                          </p:val>
                                        </p:tav>
                                      </p:tavLst>
                                    </p:anim>
                                    <p:anim calcmode="lin" valueType="num">
                                      <p:cBhvr>
                                        <p:cTn id="17" dur="1000" fill="hold"/>
                                        <p:tgtEl>
                                          <p:spTgt spid="2"/>
                                        </p:tgtEl>
                                        <p:attrNameLst>
                                          <p:attrName>ppt_h</p:attrName>
                                        </p:attrNameLst>
                                      </p:cBhvr>
                                      <p:tavLst>
                                        <p:tav tm="0">
                                          <p:val>
                                            <p:fltVal val="0"/>
                                          </p:val>
                                        </p:tav>
                                        <p:tav tm="100000">
                                          <p:val>
                                            <p:strVal val="#ppt_h"/>
                                          </p:val>
                                        </p:tav>
                                      </p:tavLst>
                                    </p:anim>
                                    <p:anim calcmode="lin" valueType="num">
                                      <p:cBhvr>
                                        <p:cTn id="18" dur="1000" fill="hold"/>
                                        <p:tgtEl>
                                          <p:spTgt spid="2"/>
                                        </p:tgtEl>
                                        <p:attrNameLst>
                                          <p:attrName>style.rotation</p:attrName>
                                        </p:attrNameLst>
                                      </p:cBhvr>
                                      <p:tavLst>
                                        <p:tav tm="0">
                                          <p:val>
                                            <p:fltVal val="90"/>
                                          </p:val>
                                        </p:tav>
                                        <p:tav tm="100000">
                                          <p:val>
                                            <p:fltVal val="0"/>
                                          </p:val>
                                        </p:tav>
                                      </p:tavLst>
                                    </p:anim>
                                    <p:animEffect transition="in" filter="fade">
                                      <p:cBhvr>
                                        <p:cTn id="19" dur="1000"/>
                                        <p:tgtEl>
                                          <p:spTgt spid="2"/>
                                        </p:tgtEl>
                                      </p:cBhvr>
                                    </p:animEffect>
                                  </p:childTnLst>
                                </p:cTn>
                              </p:par>
                              <p:par>
                                <p:cTn id="20" presetID="31"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p:cTn id="22" dur="1000" fill="hold"/>
                                        <p:tgtEl>
                                          <p:spTgt spid="15"/>
                                        </p:tgtEl>
                                        <p:attrNameLst>
                                          <p:attrName>ppt_w</p:attrName>
                                        </p:attrNameLst>
                                      </p:cBhvr>
                                      <p:tavLst>
                                        <p:tav tm="0">
                                          <p:val>
                                            <p:fltVal val="0"/>
                                          </p:val>
                                        </p:tav>
                                        <p:tav tm="100000">
                                          <p:val>
                                            <p:strVal val="#ppt_w"/>
                                          </p:val>
                                        </p:tav>
                                      </p:tavLst>
                                    </p:anim>
                                    <p:anim calcmode="lin" valueType="num">
                                      <p:cBhvr>
                                        <p:cTn id="23" dur="1000" fill="hold"/>
                                        <p:tgtEl>
                                          <p:spTgt spid="15"/>
                                        </p:tgtEl>
                                        <p:attrNameLst>
                                          <p:attrName>ppt_h</p:attrName>
                                        </p:attrNameLst>
                                      </p:cBhvr>
                                      <p:tavLst>
                                        <p:tav tm="0">
                                          <p:val>
                                            <p:fltVal val="0"/>
                                          </p:val>
                                        </p:tav>
                                        <p:tav tm="100000">
                                          <p:val>
                                            <p:strVal val="#ppt_h"/>
                                          </p:val>
                                        </p:tav>
                                      </p:tavLst>
                                    </p:anim>
                                    <p:anim calcmode="lin" valueType="num">
                                      <p:cBhvr>
                                        <p:cTn id="24" dur="1000" fill="hold"/>
                                        <p:tgtEl>
                                          <p:spTgt spid="15"/>
                                        </p:tgtEl>
                                        <p:attrNameLst>
                                          <p:attrName>style.rotation</p:attrName>
                                        </p:attrNameLst>
                                      </p:cBhvr>
                                      <p:tavLst>
                                        <p:tav tm="0">
                                          <p:val>
                                            <p:fltVal val="90"/>
                                          </p:val>
                                        </p:tav>
                                        <p:tav tm="100000">
                                          <p:val>
                                            <p:fltVal val="0"/>
                                          </p:val>
                                        </p:tav>
                                      </p:tavLst>
                                    </p:anim>
                                    <p:animEffect transition="in" filter="fade">
                                      <p:cBhvr>
                                        <p:cTn id="25" dur="1000"/>
                                        <p:tgtEl>
                                          <p:spTgt spid="15"/>
                                        </p:tgtEl>
                                      </p:cBhvr>
                                    </p:animEffect>
                                  </p:childTnLst>
                                </p:cTn>
                              </p:par>
                              <p:par>
                                <p:cTn id="26" presetID="31"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 calcmode="lin" valueType="num">
                                      <p:cBhvr>
                                        <p:cTn id="28" dur="1000" fill="hold"/>
                                        <p:tgtEl>
                                          <p:spTgt spid="24"/>
                                        </p:tgtEl>
                                        <p:attrNameLst>
                                          <p:attrName>ppt_w</p:attrName>
                                        </p:attrNameLst>
                                      </p:cBhvr>
                                      <p:tavLst>
                                        <p:tav tm="0">
                                          <p:val>
                                            <p:fltVal val="0"/>
                                          </p:val>
                                        </p:tav>
                                        <p:tav tm="100000">
                                          <p:val>
                                            <p:strVal val="#ppt_w"/>
                                          </p:val>
                                        </p:tav>
                                      </p:tavLst>
                                    </p:anim>
                                    <p:anim calcmode="lin" valueType="num">
                                      <p:cBhvr>
                                        <p:cTn id="29" dur="1000" fill="hold"/>
                                        <p:tgtEl>
                                          <p:spTgt spid="24"/>
                                        </p:tgtEl>
                                        <p:attrNameLst>
                                          <p:attrName>ppt_h</p:attrName>
                                        </p:attrNameLst>
                                      </p:cBhvr>
                                      <p:tavLst>
                                        <p:tav tm="0">
                                          <p:val>
                                            <p:fltVal val="0"/>
                                          </p:val>
                                        </p:tav>
                                        <p:tav tm="100000">
                                          <p:val>
                                            <p:strVal val="#ppt_h"/>
                                          </p:val>
                                        </p:tav>
                                      </p:tavLst>
                                    </p:anim>
                                    <p:anim calcmode="lin" valueType="num">
                                      <p:cBhvr>
                                        <p:cTn id="30" dur="1000" fill="hold"/>
                                        <p:tgtEl>
                                          <p:spTgt spid="24"/>
                                        </p:tgtEl>
                                        <p:attrNameLst>
                                          <p:attrName>style.rotation</p:attrName>
                                        </p:attrNameLst>
                                      </p:cBhvr>
                                      <p:tavLst>
                                        <p:tav tm="0">
                                          <p:val>
                                            <p:fltVal val="90"/>
                                          </p:val>
                                        </p:tav>
                                        <p:tav tm="100000">
                                          <p:val>
                                            <p:fltVal val="0"/>
                                          </p:val>
                                        </p:tav>
                                      </p:tavLst>
                                    </p:anim>
                                    <p:animEffect transition="in" filter="fade">
                                      <p:cBhvr>
                                        <p:cTn id="31" dur="1000"/>
                                        <p:tgtEl>
                                          <p:spTgt spid="24"/>
                                        </p:tgtEl>
                                      </p:cBhvr>
                                    </p:animEffect>
                                  </p:childTnLst>
                                </p:cTn>
                              </p:par>
                              <p:par>
                                <p:cTn id="32" presetID="31"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 calcmode="lin" valueType="num">
                                      <p:cBhvr>
                                        <p:cTn id="34" dur="1000" fill="hold"/>
                                        <p:tgtEl>
                                          <p:spTgt spid="27"/>
                                        </p:tgtEl>
                                        <p:attrNameLst>
                                          <p:attrName>ppt_w</p:attrName>
                                        </p:attrNameLst>
                                      </p:cBhvr>
                                      <p:tavLst>
                                        <p:tav tm="0">
                                          <p:val>
                                            <p:fltVal val="0"/>
                                          </p:val>
                                        </p:tav>
                                        <p:tav tm="100000">
                                          <p:val>
                                            <p:strVal val="#ppt_w"/>
                                          </p:val>
                                        </p:tav>
                                      </p:tavLst>
                                    </p:anim>
                                    <p:anim calcmode="lin" valueType="num">
                                      <p:cBhvr>
                                        <p:cTn id="35" dur="1000" fill="hold"/>
                                        <p:tgtEl>
                                          <p:spTgt spid="27"/>
                                        </p:tgtEl>
                                        <p:attrNameLst>
                                          <p:attrName>ppt_h</p:attrName>
                                        </p:attrNameLst>
                                      </p:cBhvr>
                                      <p:tavLst>
                                        <p:tav tm="0">
                                          <p:val>
                                            <p:fltVal val="0"/>
                                          </p:val>
                                        </p:tav>
                                        <p:tav tm="100000">
                                          <p:val>
                                            <p:strVal val="#ppt_h"/>
                                          </p:val>
                                        </p:tav>
                                      </p:tavLst>
                                    </p:anim>
                                    <p:anim calcmode="lin" valueType="num">
                                      <p:cBhvr>
                                        <p:cTn id="36" dur="1000" fill="hold"/>
                                        <p:tgtEl>
                                          <p:spTgt spid="27"/>
                                        </p:tgtEl>
                                        <p:attrNameLst>
                                          <p:attrName>style.rotation</p:attrName>
                                        </p:attrNameLst>
                                      </p:cBhvr>
                                      <p:tavLst>
                                        <p:tav tm="0">
                                          <p:val>
                                            <p:fltVal val="90"/>
                                          </p:val>
                                        </p:tav>
                                        <p:tav tm="100000">
                                          <p:val>
                                            <p:fltVal val="0"/>
                                          </p:val>
                                        </p:tav>
                                      </p:tavLst>
                                    </p:anim>
                                    <p:animEffect transition="in" filter="fade">
                                      <p:cBhvr>
                                        <p:cTn id="37" dur="1000"/>
                                        <p:tgtEl>
                                          <p:spTgt spid="27"/>
                                        </p:tgtEl>
                                      </p:cBhvr>
                                    </p:animEffect>
                                  </p:childTnLst>
                                </p:cTn>
                              </p:par>
                            </p:childTnLst>
                          </p:cTn>
                        </p:par>
                        <p:par>
                          <p:cTn id="38" fill="hold">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4">
                                            <p:txEl>
                                              <p:pRg st="0" end="0"/>
                                            </p:txEl>
                                          </p:spTgt>
                                        </p:tgtEl>
                                        <p:attrNameLst>
                                          <p:attrName>style.visibility</p:attrName>
                                        </p:attrNameLst>
                                      </p:cBhvr>
                                      <p:to>
                                        <p:strVal val="visible"/>
                                      </p:to>
                                    </p:set>
                                    <p:animEffect transition="in" filter="fade">
                                      <p:cBhvr>
                                        <p:cTn id="41" dur="500"/>
                                        <p:tgtEl>
                                          <p:spTgt spid="4">
                                            <p:txEl>
                                              <p:pRg st="0" end="0"/>
                                            </p:txEl>
                                          </p:spTgt>
                                        </p:tgtEl>
                                      </p:cBhvr>
                                    </p:animEffect>
                                  </p:childTnLst>
                                </p:cTn>
                              </p:par>
                            </p:childTnLst>
                          </p:cTn>
                        </p:par>
                        <p:par>
                          <p:cTn id="42" fill="hold">
                            <p:stCondLst>
                              <p:cond delay="1500"/>
                            </p:stCondLst>
                            <p:childTnLst>
                              <p:par>
                                <p:cTn id="43" presetID="10" presetClass="entr" presetSubtype="0" fill="hold" grpId="0" nodeType="after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500"/>
                                        <p:tgtEl>
                                          <p:spTgt spid="8"/>
                                        </p:tgtEl>
                                      </p:cBhvr>
                                    </p:animEffect>
                                  </p:childTnLst>
                                </p:cTn>
                              </p:par>
                            </p:childTnLst>
                          </p:cTn>
                        </p:par>
                        <p:par>
                          <p:cTn id="46" fill="hold">
                            <p:stCondLst>
                              <p:cond delay="2000"/>
                            </p:stCondLst>
                            <p:childTnLst>
                              <p:par>
                                <p:cTn id="47" presetID="10" presetClass="entr" presetSubtype="0" fill="hold" nodeType="afterEffect">
                                  <p:stCondLst>
                                    <p:cond delay="0"/>
                                  </p:stCondLst>
                                  <p:childTnLst>
                                    <p:set>
                                      <p:cBhvr>
                                        <p:cTn id="48" dur="1" fill="hold">
                                          <p:stCondLst>
                                            <p:cond delay="0"/>
                                          </p:stCondLst>
                                        </p:cTn>
                                        <p:tgtEl>
                                          <p:spTgt spid="10">
                                            <p:txEl>
                                              <p:pRg st="0" end="0"/>
                                            </p:txEl>
                                          </p:spTgt>
                                        </p:tgtEl>
                                        <p:attrNameLst>
                                          <p:attrName>style.visibility</p:attrName>
                                        </p:attrNameLst>
                                      </p:cBhvr>
                                      <p:to>
                                        <p:strVal val="visible"/>
                                      </p:to>
                                    </p:set>
                                    <p:animEffect transition="in" filter="fade">
                                      <p:cBhvr>
                                        <p:cTn id="49" dur="500"/>
                                        <p:tgtEl>
                                          <p:spTgt spid="10">
                                            <p:txEl>
                                              <p:pRg st="0" end="0"/>
                                            </p:txEl>
                                          </p:spTgt>
                                        </p:tgtEl>
                                      </p:cBhvr>
                                    </p:animEffect>
                                  </p:childTnLst>
                                </p:cTn>
                              </p:par>
                            </p:childTnLst>
                          </p:cTn>
                        </p:par>
                        <p:par>
                          <p:cTn id="50" fill="hold">
                            <p:stCondLst>
                              <p:cond delay="2500"/>
                            </p:stCondLst>
                            <p:childTnLst>
                              <p:par>
                                <p:cTn id="51" presetID="10" presetClass="entr" presetSubtype="0" fill="hold" grpId="0" nodeType="after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p:bldP spid="7" grpId="0" build="p"/>
      <p:bldP spid="8" grpId="0"/>
      <p:bldP spid="12" grpId="0"/>
      <p:bldP spid="15" grpId="0" animBg="1"/>
      <p:bldP spid="24"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Administrator\Desktop\jiqiren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grpSp>
        <p:nvGrpSpPr>
          <p:cNvPr id="9" name="组合 28"/>
          <p:cNvGrpSpPr/>
          <p:nvPr/>
        </p:nvGrpSpPr>
        <p:grpSpPr>
          <a:xfrm rot="2700000">
            <a:off x="4278457" y="2054910"/>
            <a:ext cx="1017813" cy="1069411"/>
            <a:chOff x="0" y="986971"/>
            <a:chExt cx="4615543" cy="4847774"/>
          </a:xfrm>
        </p:grpSpPr>
        <p:sp>
          <p:nvSpPr>
            <p:cNvPr id="10" name="矩形 9"/>
            <p:cNvSpPr/>
            <p:nvPr/>
          </p:nvSpPr>
          <p:spPr>
            <a:xfrm>
              <a:off x="449943" y="986971"/>
              <a:ext cx="4165600" cy="4847774"/>
            </a:xfrm>
            <a:prstGeom prst="rect">
              <a:avLst/>
            </a:prstGeom>
            <a:noFill/>
            <a:ln>
              <a:solidFill>
                <a:schemeClr val="accent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0" y="1320801"/>
              <a:ext cx="4180114" cy="4180114"/>
            </a:xfrm>
            <a:prstGeom prst="rect">
              <a:avLst/>
            </a:prstGeom>
            <a:solidFill>
              <a:schemeClr val="accent3">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2" name="矩形 11"/>
          <p:cNvSpPr/>
          <p:nvPr/>
        </p:nvSpPr>
        <p:spPr>
          <a:xfrm>
            <a:off x="5715008" y="2285998"/>
            <a:ext cx="1563086" cy="523220"/>
          </a:xfrm>
          <a:prstGeom prst="rect">
            <a:avLst/>
          </a:prstGeom>
        </p:spPr>
        <p:txBody>
          <a:bodyPr wrap="square">
            <a:spAutoFit/>
          </a:bodyPr>
          <a:lstStyle/>
          <a:p>
            <a:r>
              <a:rPr lang="zh-CN" altLang="en-US" sz="28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rPr>
              <a:t>定义</a:t>
            </a:r>
            <a:endParaRPr lang="zh-CN" altLang="en-US" sz="105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TextBox 15"/>
          <p:cNvSpPr txBox="1"/>
          <p:nvPr/>
        </p:nvSpPr>
        <p:spPr>
          <a:xfrm>
            <a:off x="4355976" y="2103425"/>
            <a:ext cx="886781" cy="923330"/>
          </a:xfrm>
          <a:prstGeom prst="rect">
            <a:avLst/>
          </a:prstGeom>
          <a:noFill/>
        </p:spPr>
        <p:txBody>
          <a:bodyPr wrap="none" rtlCol="0">
            <a:spAutoFit/>
          </a:bodyPr>
          <a:lstStyle/>
          <a:p>
            <a:r>
              <a:rPr lang="en-US" altLang="zh-CN" sz="5400" dirty="0" smtClean="0">
                <a:solidFill>
                  <a:schemeClr val="bg1"/>
                </a:solidFill>
              </a:rPr>
              <a:t>01</a:t>
            </a:r>
            <a:endParaRPr lang="zh-CN" altLang="en-US" sz="5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3"/>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par>
                                <p:cTn id="10" presetID="53" presetClass="entr" presetSubtype="16"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1250" fill="hold"/>
                                        <p:tgtEl>
                                          <p:spTgt spid="9"/>
                                        </p:tgtEl>
                                        <p:attrNameLst>
                                          <p:attrName>ppt_w</p:attrName>
                                        </p:attrNameLst>
                                      </p:cBhvr>
                                      <p:tavLst>
                                        <p:tav tm="0">
                                          <p:val>
                                            <p:fltVal val="0"/>
                                          </p:val>
                                        </p:tav>
                                        <p:tav tm="100000">
                                          <p:val>
                                            <p:strVal val="#ppt_w"/>
                                          </p:val>
                                        </p:tav>
                                      </p:tavLst>
                                    </p:anim>
                                    <p:anim calcmode="lin" valueType="num">
                                      <p:cBhvr>
                                        <p:cTn id="13" dur="1250" fill="hold"/>
                                        <p:tgtEl>
                                          <p:spTgt spid="9"/>
                                        </p:tgtEl>
                                        <p:attrNameLst>
                                          <p:attrName>ppt_h</p:attrName>
                                        </p:attrNameLst>
                                      </p:cBhvr>
                                      <p:tavLst>
                                        <p:tav tm="0">
                                          <p:val>
                                            <p:fltVal val="0"/>
                                          </p:val>
                                        </p:tav>
                                        <p:tav tm="100000">
                                          <p:val>
                                            <p:strVal val="#ppt_h"/>
                                          </p:val>
                                        </p:tav>
                                      </p:tavLst>
                                    </p:anim>
                                    <p:animEffect transition="in" filter="fade">
                                      <p:cBhvr>
                                        <p:cTn id="14" dur="125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3" presetClass="entr" presetSubtype="32"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strVal val="4*#ppt_w"/>
                                          </p:val>
                                        </p:tav>
                                        <p:tav tm="100000">
                                          <p:val>
                                            <p:strVal val="#ppt_w"/>
                                          </p:val>
                                        </p:tav>
                                      </p:tavLst>
                                    </p:anim>
                                    <p:anim calcmode="lin" valueType="num">
                                      <p:cBhvr>
                                        <p:cTn id="27" dur="500" fill="hold"/>
                                        <p:tgtEl>
                                          <p:spTgt spid="12"/>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10"/>
          <p:cNvGrpSpPr/>
          <p:nvPr/>
        </p:nvGrpSpPr>
        <p:grpSpPr>
          <a:xfrm>
            <a:off x="3477370" y="1698281"/>
            <a:ext cx="2178637" cy="2632076"/>
            <a:chOff x="3477368" y="1809631"/>
            <a:chExt cx="2178637" cy="2632076"/>
          </a:xfrm>
          <a:solidFill>
            <a:schemeClr val="accent1"/>
          </a:solidFill>
        </p:grpSpPr>
        <p:sp>
          <p:nvSpPr>
            <p:cNvPr id="59" name="chenying0907 5"/>
            <p:cNvSpPr/>
            <p:nvPr/>
          </p:nvSpPr>
          <p:spPr bwMode="auto">
            <a:xfrm>
              <a:off x="4433843" y="2367574"/>
              <a:ext cx="777579" cy="1381574"/>
            </a:xfrm>
            <a:custGeom>
              <a:avLst/>
              <a:gdLst>
                <a:gd name="T0" fmla="*/ 35 w 360"/>
                <a:gd name="T1" fmla="*/ 640 h 640"/>
                <a:gd name="T2" fmla="*/ 4 w 360"/>
                <a:gd name="T3" fmla="*/ 614 h 640"/>
                <a:gd name="T4" fmla="*/ 29 w 360"/>
                <a:gd name="T5" fmla="*/ 576 h 640"/>
                <a:gd name="T6" fmla="*/ 260 w 360"/>
                <a:gd name="T7" fmla="*/ 237 h 640"/>
                <a:gd name="T8" fmla="*/ 154 w 360"/>
                <a:gd name="T9" fmla="*/ 62 h 640"/>
                <a:gd name="T10" fmla="*/ 148 w 360"/>
                <a:gd name="T11" fmla="*/ 17 h 640"/>
                <a:gd name="T12" fmla="*/ 193 w 360"/>
                <a:gd name="T13" fmla="*/ 11 h 640"/>
                <a:gd name="T14" fmla="*/ 323 w 360"/>
                <a:gd name="T15" fmla="*/ 225 h 640"/>
                <a:gd name="T16" fmla="*/ 41 w 360"/>
                <a:gd name="T17" fmla="*/ 639 h 640"/>
                <a:gd name="T18" fmla="*/ 35 w 360"/>
                <a:gd name="T19" fmla="*/ 640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0" h="640">
                  <a:moveTo>
                    <a:pt x="35" y="640"/>
                  </a:moveTo>
                  <a:cubicBezTo>
                    <a:pt x="20" y="640"/>
                    <a:pt x="7" y="629"/>
                    <a:pt x="4" y="614"/>
                  </a:cubicBezTo>
                  <a:cubicBezTo>
                    <a:pt x="0" y="596"/>
                    <a:pt x="12" y="580"/>
                    <a:pt x="29" y="576"/>
                  </a:cubicBezTo>
                  <a:cubicBezTo>
                    <a:pt x="187" y="547"/>
                    <a:pt x="290" y="394"/>
                    <a:pt x="260" y="237"/>
                  </a:cubicBezTo>
                  <a:cubicBezTo>
                    <a:pt x="247" y="167"/>
                    <a:pt x="209" y="105"/>
                    <a:pt x="154" y="62"/>
                  </a:cubicBezTo>
                  <a:cubicBezTo>
                    <a:pt x="140" y="51"/>
                    <a:pt x="137" y="31"/>
                    <a:pt x="148" y="17"/>
                  </a:cubicBezTo>
                  <a:cubicBezTo>
                    <a:pt x="159" y="3"/>
                    <a:pt x="179" y="0"/>
                    <a:pt x="193" y="11"/>
                  </a:cubicBezTo>
                  <a:cubicBezTo>
                    <a:pt x="261" y="64"/>
                    <a:pt x="307" y="140"/>
                    <a:pt x="323" y="225"/>
                  </a:cubicBezTo>
                  <a:cubicBezTo>
                    <a:pt x="360" y="417"/>
                    <a:pt x="233" y="603"/>
                    <a:pt x="41" y="639"/>
                  </a:cubicBezTo>
                  <a:cubicBezTo>
                    <a:pt x="39" y="640"/>
                    <a:pt x="37" y="640"/>
                    <a:pt x="35" y="640"/>
                  </a:cubicBezTo>
                  <a:close/>
                </a:path>
              </a:pathLst>
            </a:custGeom>
            <a:grpFill/>
            <a:ln>
              <a:noFill/>
            </a:ln>
          </p:spPr>
          <p:txBody>
            <a:bodyPr vert="horz" wrap="square" lIns="91440" tIns="45720" rIns="91440" bIns="45720" numCol="1" anchor="t" anchorCtr="0" compatLnSpc="1"/>
            <a:lstStyle/>
            <a:p>
              <a:endParaRPr lang="zh-CN" altLang="en-US"/>
            </a:p>
          </p:txBody>
        </p:sp>
        <p:sp>
          <p:nvSpPr>
            <p:cNvPr id="60" name="chenying0907 6"/>
            <p:cNvSpPr/>
            <p:nvPr/>
          </p:nvSpPr>
          <p:spPr bwMode="auto">
            <a:xfrm>
              <a:off x="4304542" y="2489791"/>
              <a:ext cx="759867" cy="1392202"/>
            </a:xfrm>
            <a:custGeom>
              <a:avLst/>
              <a:gdLst>
                <a:gd name="T0" fmla="*/ 35 w 352"/>
                <a:gd name="T1" fmla="*/ 645 h 645"/>
                <a:gd name="T2" fmla="*/ 4 w 352"/>
                <a:gd name="T3" fmla="*/ 620 h 645"/>
                <a:gd name="T4" fmla="*/ 28 w 352"/>
                <a:gd name="T5" fmla="*/ 581 h 645"/>
                <a:gd name="T6" fmla="*/ 246 w 352"/>
                <a:gd name="T7" fmla="*/ 233 h 645"/>
                <a:gd name="T8" fmla="*/ 132 w 352"/>
                <a:gd name="T9" fmla="*/ 62 h 645"/>
                <a:gd name="T10" fmla="*/ 125 w 352"/>
                <a:gd name="T11" fmla="*/ 17 h 645"/>
                <a:gd name="T12" fmla="*/ 169 w 352"/>
                <a:gd name="T13" fmla="*/ 10 h 645"/>
                <a:gd name="T14" fmla="*/ 308 w 352"/>
                <a:gd name="T15" fmla="*/ 218 h 645"/>
                <a:gd name="T16" fmla="*/ 43 w 352"/>
                <a:gd name="T17" fmla="*/ 644 h 645"/>
                <a:gd name="T18" fmla="*/ 35 w 352"/>
                <a:gd name="T19" fmla="*/ 645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2" h="645">
                  <a:moveTo>
                    <a:pt x="35" y="645"/>
                  </a:moveTo>
                  <a:cubicBezTo>
                    <a:pt x="21" y="645"/>
                    <a:pt x="8" y="635"/>
                    <a:pt x="4" y="620"/>
                  </a:cubicBezTo>
                  <a:cubicBezTo>
                    <a:pt x="0" y="603"/>
                    <a:pt x="11" y="585"/>
                    <a:pt x="28" y="581"/>
                  </a:cubicBezTo>
                  <a:cubicBezTo>
                    <a:pt x="184" y="545"/>
                    <a:pt x="282" y="389"/>
                    <a:pt x="246" y="233"/>
                  </a:cubicBezTo>
                  <a:cubicBezTo>
                    <a:pt x="230" y="164"/>
                    <a:pt x="189" y="103"/>
                    <a:pt x="132" y="62"/>
                  </a:cubicBezTo>
                  <a:cubicBezTo>
                    <a:pt x="118" y="52"/>
                    <a:pt x="114" y="32"/>
                    <a:pt x="125" y="17"/>
                  </a:cubicBezTo>
                  <a:cubicBezTo>
                    <a:pt x="135" y="3"/>
                    <a:pt x="155" y="0"/>
                    <a:pt x="169" y="10"/>
                  </a:cubicBezTo>
                  <a:cubicBezTo>
                    <a:pt x="239" y="60"/>
                    <a:pt x="289" y="134"/>
                    <a:pt x="308" y="218"/>
                  </a:cubicBezTo>
                  <a:cubicBezTo>
                    <a:pt x="352" y="409"/>
                    <a:pt x="233" y="600"/>
                    <a:pt x="43" y="644"/>
                  </a:cubicBezTo>
                  <a:cubicBezTo>
                    <a:pt x="40" y="644"/>
                    <a:pt x="38" y="645"/>
                    <a:pt x="35" y="645"/>
                  </a:cubicBezTo>
                  <a:close/>
                </a:path>
              </a:pathLst>
            </a:custGeom>
            <a:grpFill/>
            <a:ln>
              <a:noFill/>
            </a:ln>
          </p:spPr>
          <p:txBody>
            <a:bodyPr vert="horz" wrap="square" lIns="91440" tIns="45720" rIns="91440" bIns="45720" numCol="1" anchor="t" anchorCtr="0" compatLnSpc="1"/>
            <a:lstStyle/>
            <a:p>
              <a:endParaRPr lang="zh-CN" altLang="en-US"/>
            </a:p>
          </p:txBody>
        </p:sp>
        <p:sp>
          <p:nvSpPr>
            <p:cNvPr id="61" name="chenying0907 7"/>
            <p:cNvSpPr/>
            <p:nvPr/>
          </p:nvSpPr>
          <p:spPr bwMode="auto">
            <a:xfrm>
              <a:off x="3805050" y="2146168"/>
              <a:ext cx="1188509" cy="1367404"/>
            </a:xfrm>
            <a:custGeom>
              <a:avLst/>
              <a:gdLst>
                <a:gd name="T0" fmla="*/ 146 w 550"/>
                <a:gd name="T1" fmla="*/ 633 h 633"/>
                <a:gd name="T2" fmla="*/ 125 w 550"/>
                <a:gd name="T3" fmla="*/ 625 h 633"/>
                <a:gd name="T4" fmla="*/ 0 w 550"/>
                <a:gd name="T5" fmla="*/ 355 h 633"/>
                <a:gd name="T6" fmla="*/ 355 w 550"/>
                <a:gd name="T7" fmla="*/ 0 h 633"/>
                <a:gd name="T8" fmla="*/ 529 w 550"/>
                <a:gd name="T9" fmla="*/ 46 h 633"/>
                <a:gd name="T10" fmla="*/ 541 w 550"/>
                <a:gd name="T11" fmla="*/ 90 h 633"/>
                <a:gd name="T12" fmla="*/ 498 w 550"/>
                <a:gd name="T13" fmla="*/ 102 h 633"/>
                <a:gd name="T14" fmla="*/ 355 w 550"/>
                <a:gd name="T15" fmla="*/ 64 h 633"/>
                <a:gd name="T16" fmla="*/ 64 w 550"/>
                <a:gd name="T17" fmla="*/ 355 h 633"/>
                <a:gd name="T18" fmla="*/ 166 w 550"/>
                <a:gd name="T19" fmla="*/ 576 h 633"/>
                <a:gd name="T20" fmla="*/ 170 w 550"/>
                <a:gd name="T21" fmla="*/ 621 h 633"/>
                <a:gd name="T22" fmla="*/ 146 w 550"/>
                <a:gd name="T23" fmla="*/ 633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50" h="633">
                  <a:moveTo>
                    <a:pt x="146" y="633"/>
                  </a:moveTo>
                  <a:cubicBezTo>
                    <a:pt x="138" y="633"/>
                    <a:pt x="131" y="630"/>
                    <a:pt x="125" y="625"/>
                  </a:cubicBezTo>
                  <a:cubicBezTo>
                    <a:pt x="46" y="557"/>
                    <a:pt x="0" y="459"/>
                    <a:pt x="0" y="355"/>
                  </a:cubicBezTo>
                  <a:cubicBezTo>
                    <a:pt x="0" y="160"/>
                    <a:pt x="159" y="0"/>
                    <a:pt x="355" y="0"/>
                  </a:cubicBezTo>
                  <a:cubicBezTo>
                    <a:pt x="416" y="0"/>
                    <a:pt x="476" y="16"/>
                    <a:pt x="529" y="46"/>
                  </a:cubicBezTo>
                  <a:cubicBezTo>
                    <a:pt x="545" y="55"/>
                    <a:pt x="550" y="74"/>
                    <a:pt x="541" y="90"/>
                  </a:cubicBezTo>
                  <a:cubicBezTo>
                    <a:pt x="533" y="105"/>
                    <a:pt x="513" y="111"/>
                    <a:pt x="498" y="102"/>
                  </a:cubicBezTo>
                  <a:cubicBezTo>
                    <a:pt x="454" y="77"/>
                    <a:pt x="405" y="64"/>
                    <a:pt x="355" y="64"/>
                  </a:cubicBezTo>
                  <a:cubicBezTo>
                    <a:pt x="195" y="64"/>
                    <a:pt x="64" y="195"/>
                    <a:pt x="64" y="355"/>
                  </a:cubicBezTo>
                  <a:cubicBezTo>
                    <a:pt x="64" y="440"/>
                    <a:pt x="102" y="521"/>
                    <a:pt x="166" y="576"/>
                  </a:cubicBezTo>
                  <a:cubicBezTo>
                    <a:pt x="180" y="588"/>
                    <a:pt x="181" y="608"/>
                    <a:pt x="170" y="621"/>
                  </a:cubicBezTo>
                  <a:cubicBezTo>
                    <a:pt x="164" y="629"/>
                    <a:pt x="155" y="633"/>
                    <a:pt x="146" y="633"/>
                  </a:cubicBezTo>
                  <a:close/>
                </a:path>
              </a:pathLst>
            </a:custGeom>
            <a:grpFill/>
            <a:ln>
              <a:noFill/>
            </a:ln>
          </p:spPr>
          <p:txBody>
            <a:bodyPr vert="horz" wrap="square" lIns="91440" tIns="45720" rIns="91440" bIns="45720" numCol="1" anchor="t" anchorCtr="0" compatLnSpc="1"/>
            <a:lstStyle/>
            <a:p>
              <a:endParaRPr lang="zh-CN" altLang="en-US"/>
            </a:p>
          </p:txBody>
        </p:sp>
        <p:sp>
          <p:nvSpPr>
            <p:cNvPr id="62" name="chenying0907 8"/>
            <p:cNvSpPr/>
            <p:nvPr/>
          </p:nvSpPr>
          <p:spPr bwMode="auto">
            <a:xfrm>
              <a:off x="4355908" y="2688170"/>
              <a:ext cx="485322" cy="1140684"/>
            </a:xfrm>
            <a:custGeom>
              <a:avLst/>
              <a:gdLst>
                <a:gd name="T0" fmla="*/ 212 w 225"/>
                <a:gd name="T1" fmla="*/ 235 h 528"/>
                <a:gd name="T2" fmla="*/ 99 w 225"/>
                <a:gd name="T3" fmla="*/ 12 h 528"/>
                <a:gd name="T4" fmla="*/ 54 w 225"/>
                <a:gd name="T5" fmla="*/ 14 h 528"/>
                <a:gd name="T6" fmla="*/ 56 w 225"/>
                <a:gd name="T7" fmla="*/ 59 h 528"/>
                <a:gd name="T8" fmla="*/ 110 w 225"/>
                <a:gd name="T9" fmla="*/ 126 h 528"/>
                <a:gd name="T10" fmla="*/ 117 w 225"/>
                <a:gd name="T11" fmla="*/ 212 h 528"/>
                <a:gd name="T12" fmla="*/ 62 w 225"/>
                <a:gd name="T13" fmla="*/ 309 h 528"/>
                <a:gd name="T14" fmla="*/ 0 w 225"/>
                <a:gd name="T15" fmla="*/ 528 h 528"/>
                <a:gd name="T16" fmla="*/ 52 w 225"/>
                <a:gd name="T17" fmla="*/ 528 h 528"/>
                <a:gd name="T18" fmla="*/ 107 w 225"/>
                <a:gd name="T19" fmla="*/ 528 h 528"/>
                <a:gd name="T20" fmla="*/ 212 w 225"/>
                <a:gd name="T21" fmla="*/ 23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 h="528">
                  <a:moveTo>
                    <a:pt x="212" y="235"/>
                  </a:moveTo>
                  <a:cubicBezTo>
                    <a:pt x="203" y="149"/>
                    <a:pt x="163" y="70"/>
                    <a:pt x="99" y="12"/>
                  </a:cubicBezTo>
                  <a:cubicBezTo>
                    <a:pt x="86" y="0"/>
                    <a:pt x="66" y="1"/>
                    <a:pt x="54" y="14"/>
                  </a:cubicBezTo>
                  <a:cubicBezTo>
                    <a:pt x="42" y="27"/>
                    <a:pt x="43" y="47"/>
                    <a:pt x="56" y="59"/>
                  </a:cubicBezTo>
                  <a:cubicBezTo>
                    <a:pt x="77" y="79"/>
                    <a:pt x="96" y="101"/>
                    <a:pt x="110" y="126"/>
                  </a:cubicBezTo>
                  <a:cubicBezTo>
                    <a:pt x="115" y="136"/>
                    <a:pt x="126" y="163"/>
                    <a:pt x="117" y="212"/>
                  </a:cubicBezTo>
                  <a:cubicBezTo>
                    <a:pt x="107" y="265"/>
                    <a:pt x="62" y="309"/>
                    <a:pt x="62" y="309"/>
                  </a:cubicBezTo>
                  <a:cubicBezTo>
                    <a:pt x="0" y="528"/>
                    <a:pt x="0" y="528"/>
                    <a:pt x="0" y="528"/>
                  </a:cubicBezTo>
                  <a:cubicBezTo>
                    <a:pt x="52" y="528"/>
                    <a:pt x="52" y="528"/>
                    <a:pt x="52" y="528"/>
                  </a:cubicBezTo>
                  <a:cubicBezTo>
                    <a:pt x="107" y="528"/>
                    <a:pt x="107" y="528"/>
                    <a:pt x="107" y="528"/>
                  </a:cubicBezTo>
                  <a:cubicBezTo>
                    <a:pt x="182" y="455"/>
                    <a:pt x="225" y="348"/>
                    <a:pt x="212" y="235"/>
                  </a:cubicBezTo>
                  <a:close/>
                </a:path>
              </a:pathLst>
            </a:custGeom>
            <a:grpFill/>
            <a:ln>
              <a:noFill/>
            </a:ln>
          </p:spPr>
          <p:txBody>
            <a:bodyPr vert="horz" wrap="square" lIns="91440" tIns="45720" rIns="91440" bIns="45720" numCol="1" anchor="t" anchorCtr="0" compatLnSpc="1"/>
            <a:lstStyle/>
            <a:p>
              <a:endParaRPr lang="zh-CN" altLang="en-US"/>
            </a:p>
          </p:txBody>
        </p:sp>
        <p:sp>
          <p:nvSpPr>
            <p:cNvPr id="63" name="chenying0907 9"/>
            <p:cNvSpPr/>
            <p:nvPr/>
          </p:nvSpPr>
          <p:spPr bwMode="auto">
            <a:xfrm>
              <a:off x="4247862" y="2374659"/>
              <a:ext cx="1091090" cy="1546301"/>
            </a:xfrm>
            <a:custGeom>
              <a:avLst/>
              <a:gdLst>
                <a:gd name="T0" fmla="*/ 505 w 505"/>
                <a:gd name="T1" fmla="*/ 249 h 716"/>
                <a:gd name="T2" fmla="*/ 416 w 505"/>
                <a:gd name="T3" fmla="*/ 15 h 716"/>
                <a:gd name="T4" fmla="*/ 371 w 505"/>
                <a:gd name="T5" fmla="*/ 12 h 716"/>
                <a:gd name="T6" fmla="*/ 368 w 505"/>
                <a:gd name="T7" fmla="*/ 57 h 716"/>
                <a:gd name="T8" fmla="*/ 440 w 505"/>
                <a:gd name="T9" fmla="*/ 234 h 716"/>
                <a:gd name="T10" fmla="*/ 356 w 505"/>
                <a:gd name="T11" fmla="*/ 386 h 716"/>
                <a:gd name="T12" fmla="*/ 288 w 505"/>
                <a:gd name="T13" fmla="*/ 361 h 716"/>
                <a:gd name="T14" fmla="*/ 318 w 505"/>
                <a:gd name="T15" fmla="*/ 205 h 716"/>
                <a:gd name="T16" fmla="*/ 311 w 505"/>
                <a:gd name="T17" fmla="*/ 139 h 716"/>
                <a:gd name="T18" fmla="*/ 247 w 505"/>
                <a:gd name="T19" fmla="*/ 171 h 716"/>
                <a:gd name="T20" fmla="*/ 186 w 505"/>
                <a:gd name="T21" fmla="*/ 351 h 716"/>
                <a:gd name="T22" fmla="*/ 53 w 505"/>
                <a:gd name="T23" fmla="*/ 479 h 716"/>
                <a:gd name="T24" fmla="*/ 0 w 505"/>
                <a:gd name="T25" fmla="*/ 618 h 716"/>
                <a:gd name="T26" fmla="*/ 0 w 505"/>
                <a:gd name="T27" fmla="*/ 716 h 716"/>
                <a:gd name="T28" fmla="*/ 299 w 505"/>
                <a:gd name="T29" fmla="*/ 716 h 716"/>
                <a:gd name="T30" fmla="*/ 306 w 505"/>
                <a:gd name="T31" fmla="*/ 617 h 716"/>
                <a:gd name="T32" fmla="*/ 384 w 505"/>
                <a:gd name="T33" fmla="*/ 515 h 716"/>
                <a:gd name="T34" fmla="*/ 389 w 505"/>
                <a:gd name="T35" fmla="*/ 511 h 716"/>
                <a:gd name="T36" fmla="*/ 390 w 505"/>
                <a:gd name="T37" fmla="*/ 511 h 716"/>
                <a:gd name="T38" fmla="*/ 390 w 505"/>
                <a:gd name="T39" fmla="*/ 510 h 716"/>
                <a:gd name="T40" fmla="*/ 505 w 505"/>
                <a:gd name="T41" fmla="*/ 249 h 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5" h="716">
                  <a:moveTo>
                    <a:pt x="505" y="249"/>
                  </a:moveTo>
                  <a:cubicBezTo>
                    <a:pt x="505" y="163"/>
                    <a:pt x="473" y="80"/>
                    <a:pt x="416" y="15"/>
                  </a:cubicBezTo>
                  <a:cubicBezTo>
                    <a:pt x="405" y="2"/>
                    <a:pt x="384" y="0"/>
                    <a:pt x="371" y="12"/>
                  </a:cubicBezTo>
                  <a:cubicBezTo>
                    <a:pt x="358" y="24"/>
                    <a:pt x="357" y="44"/>
                    <a:pt x="368" y="57"/>
                  </a:cubicBezTo>
                  <a:cubicBezTo>
                    <a:pt x="412" y="106"/>
                    <a:pt x="437" y="169"/>
                    <a:pt x="440" y="234"/>
                  </a:cubicBezTo>
                  <a:cubicBezTo>
                    <a:pt x="441" y="289"/>
                    <a:pt x="402" y="347"/>
                    <a:pt x="356" y="386"/>
                  </a:cubicBezTo>
                  <a:cubicBezTo>
                    <a:pt x="310" y="425"/>
                    <a:pt x="293" y="391"/>
                    <a:pt x="288" y="361"/>
                  </a:cubicBezTo>
                  <a:cubicBezTo>
                    <a:pt x="283" y="331"/>
                    <a:pt x="304" y="244"/>
                    <a:pt x="318" y="205"/>
                  </a:cubicBezTo>
                  <a:cubicBezTo>
                    <a:pt x="333" y="165"/>
                    <a:pt x="327" y="150"/>
                    <a:pt x="311" y="139"/>
                  </a:cubicBezTo>
                  <a:cubicBezTo>
                    <a:pt x="296" y="129"/>
                    <a:pt x="268" y="133"/>
                    <a:pt x="247" y="171"/>
                  </a:cubicBezTo>
                  <a:cubicBezTo>
                    <a:pt x="226" y="210"/>
                    <a:pt x="216" y="287"/>
                    <a:pt x="186" y="351"/>
                  </a:cubicBezTo>
                  <a:cubicBezTo>
                    <a:pt x="157" y="415"/>
                    <a:pt x="95" y="438"/>
                    <a:pt x="53" y="479"/>
                  </a:cubicBezTo>
                  <a:cubicBezTo>
                    <a:pt x="11" y="520"/>
                    <a:pt x="0" y="580"/>
                    <a:pt x="0" y="618"/>
                  </a:cubicBezTo>
                  <a:cubicBezTo>
                    <a:pt x="0" y="656"/>
                    <a:pt x="0" y="716"/>
                    <a:pt x="0" y="716"/>
                  </a:cubicBezTo>
                  <a:cubicBezTo>
                    <a:pt x="299" y="716"/>
                    <a:pt x="299" y="716"/>
                    <a:pt x="299" y="716"/>
                  </a:cubicBezTo>
                  <a:cubicBezTo>
                    <a:pt x="299" y="716"/>
                    <a:pt x="289" y="654"/>
                    <a:pt x="306" y="617"/>
                  </a:cubicBezTo>
                  <a:cubicBezTo>
                    <a:pt x="321" y="582"/>
                    <a:pt x="362" y="536"/>
                    <a:pt x="384" y="515"/>
                  </a:cubicBezTo>
                  <a:cubicBezTo>
                    <a:pt x="386" y="514"/>
                    <a:pt x="388" y="512"/>
                    <a:pt x="389" y="511"/>
                  </a:cubicBezTo>
                  <a:cubicBezTo>
                    <a:pt x="389" y="511"/>
                    <a:pt x="389" y="511"/>
                    <a:pt x="390" y="511"/>
                  </a:cubicBezTo>
                  <a:cubicBezTo>
                    <a:pt x="390" y="510"/>
                    <a:pt x="390" y="510"/>
                    <a:pt x="390" y="510"/>
                  </a:cubicBezTo>
                  <a:cubicBezTo>
                    <a:pt x="460" y="445"/>
                    <a:pt x="505" y="352"/>
                    <a:pt x="505" y="249"/>
                  </a:cubicBezTo>
                  <a:close/>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64" name="chenying0907 10"/>
            <p:cNvSpPr/>
            <p:nvPr/>
          </p:nvSpPr>
          <p:spPr bwMode="auto">
            <a:xfrm>
              <a:off x="4219522" y="3995352"/>
              <a:ext cx="704957" cy="100962"/>
            </a:xfrm>
            <a:custGeom>
              <a:avLst/>
              <a:gdLst>
                <a:gd name="T0" fmla="*/ 326 w 326"/>
                <a:gd name="T1" fmla="*/ 24 h 47"/>
                <a:gd name="T2" fmla="*/ 302 w 326"/>
                <a:gd name="T3" fmla="*/ 47 h 47"/>
                <a:gd name="T4" fmla="*/ 24 w 326"/>
                <a:gd name="T5" fmla="*/ 47 h 47"/>
                <a:gd name="T6" fmla="*/ 0 w 326"/>
                <a:gd name="T7" fmla="*/ 24 h 47"/>
                <a:gd name="T8" fmla="*/ 0 w 326"/>
                <a:gd name="T9" fmla="*/ 24 h 47"/>
                <a:gd name="T10" fmla="*/ 24 w 326"/>
                <a:gd name="T11" fmla="*/ 0 h 47"/>
                <a:gd name="T12" fmla="*/ 302 w 326"/>
                <a:gd name="T13" fmla="*/ 0 h 47"/>
                <a:gd name="T14" fmla="*/ 326 w 326"/>
                <a:gd name="T15" fmla="*/ 24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6" h="47">
                  <a:moveTo>
                    <a:pt x="326" y="24"/>
                  </a:moveTo>
                  <a:cubicBezTo>
                    <a:pt x="326" y="37"/>
                    <a:pt x="315" y="47"/>
                    <a:pt x="302" y="47"/>
                  </a:cubicBezTo>
                  <a:cubicBezTo>
                    <a:pt x="24" y="47"/>
                    <a:pt x="24" y="47"/>
                    <a:pt x="24" y="47"/>
                  </a:cubicBezTo>
                  <a:cubicBezTo>
                    <a:pt x="11" y="47"/>
                    <a:pt x="0" y="37"/>
                    <a:pt x="0" y="24"/>
                  </a:cubicBezTo>
                  <a:cubicBezTo>
                    <a:pt x="0" y="24"/>
                    <a:pt x="0" y="24"/>
                    <a:pt x="0" y="24"/>
                  </a:cubicBezTo>
                  <a:cubicBezTo>
                    <a:pt x="0" y="11"/>
                    <a:pt x="11" y="0"/>
                    <a:pt x="24" y="0"/>
                  </a:cubicBezTo>
                  <a:cubicBezTo>
                    <a:pt x="302" y="0"/>
                    <a:pt x="302" y="0"/>
                    <a:pt x="302" y="0"/>
                  </a:cubicBezTo>
                  <a:cubicBezTo>
                    <a:pt x="315" y="0"/>
                    <a:pt x="326" y="11"/>
                    <a:pt x="326" y="24"/>
                  </a:cubicBezTo>
                  <a:close/>
                </a:path>
              </a:pathLst>
            </a:custGeom>
            <a:grpFill/>
            <a:ln>
              <a:noFill/>
            </a:ln>
          </p:spPr>
          <p:txBody>
            <a:bodyPr vert="horz" wrap="square" lIns="91440" tIns="45720" rIns="91440" bIns="45720" numCol="1" anchor="t" anchorCtr="0" compatLnSpc="1"/>
            <a:lstStyle/>
            <a:p>
              <a:endParaRPr lang="zh-CN" altLang="en-US"/>
            </a:p>
          </p:txBody>
        </p:sp>
        <p:sp>
          <p:nvSpPr>
            <p:cNvPr id="65" name="chenying0907 11"/>
            <p:cNvSpPr/>
            <p:nvPr/>
          </p:nvSpPr>
          <p:spPr bwMode="auto">
            <a:xfrm>
              <a:off x="4219522" y="4167163"/>
              <a:ext cx="704957" cy="100962"/>
            </a:xfrm>
            <a:custGeom>
              <a:avLst/>
              <a:gdLst>
                <a:gd name="T0" fmla="*/ 326 w 326"/>
                <a:gd name="T1" fmla="*/ 24 h 47"/>
                <a:gd name="T2" fmla="*/ 302 w 326"/>
                <a:gd name="T3" fmla="*/ 47 h 47"/>
                <a:gd name="T4" fmla="*/ 24 w 326"/>
                <a:gd name="T5" fmla="*/ 47 h 47"/>
                <a:gd name="T6" fmla="*/ 0 w 326"/>
                <a:gd name="T7" fmla="*/ 24 h 47"/>
                <a:gd name="T8" fmla="*/ 0 w 326"/>
                <a:gd name="T9" fmla="*/ 24 h 47"/>
                <a:gd name="T10" fmla="*/ 24 w 326"/>
                <a:gd name="T11" fmla="*/ 0 h 47"/>
                <a:gd name="T12" fmla="*/ 302 w 326"/>
                <a:gd name="T13" fmla="*/ 0 h 47"/>
                <a:gd name="T14" fmla="*/ 326 w 326"/>
                <a:gd name="T15" fmla="*/ 24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6" h="47">
                  <a:moveTo>
                    <a:pt x="326" y="24"/>
                  </a:moveTo>
                  <a:cubicBezTo>
                    <a:pt x="326" y="37"/>
                    <a:pt x="315" y="47"/>
                    <a:pt x="302" y="47"/>
                  </a:cubicBezTo>
                  <a:cubicBezTo>
                    <a:pt x="24" y="47"/>
                    <a:pt x="24" y="47"/>
                    <a:pt x="24" y="47"/>
                  </a:cubicBezTo>
                  <a:cubicBezTo>
                    <a:pt x="11" y="47"/>
                    <a:pt x="0" y="37"/>
                    <a:pt x="0" y="24"/>
                  </a:cubicBezTo>
                  <a:cubicBezTo>
                    <a:pt x="0" y="24"/>
                    <a:pt x="0" y="24"/>
                    <a:pt x="0" y="24"/>
                  </a:cubicBezTo>
                  <a:cubicBezTo>
                    <a:pt x="0" y="11"/>
                    <a:pt x="11" y="0"/>
                    <a:pt x="24" y="0"/>
                  </a:cubicBezTo>
                  <a:cubicBezTo>
                    <a:pt x="302" y="0"/>
                    <a:pt x="302" y="0"/>
                    <a:pt x="302" y="0"/>
                  </a:cubicBezTo>
                  <a:cubicBezTo>
                    <a:pt x="315" y="0"/>
                    <a:pt x="326" y="11"/>
                    <a:pt x="326" y="24"/>
                  </a:cubicBezTo>
                  <a:close/>
                </a:path>
              </a:pathLst>
            </a:custGeom>
            <a:grpFill/>
            <a:ln>
              <a:noFill/>
            </a:ln>
          </p:spPr>
          <p:txBody>
            <a:bodyPr vert="horz" wrap="square" lIns="91440" tIns="45720" rIns="91440" bIns="45720" numCol="1" anchor="t" anchorCtr="0" compatLnSpc="1"/>
            <a:lstStyle/>
            <a:p>
              <a:endParaRPr lang="zh-CN" altLang="en-US"/>
            </a:p>
          </p:txBody>
        </p:sp>
        <p:sp>
          <p:nvSpPr>
            <p:cNvPr id="66" name="chenying0907 12"/>
            <p:cNvSpPr/>
            <p:nvPr/>
          </p:nvSpPr>
          <p:spPr bwMode="auto">
            <a:xfrm>
              <a:off x="4375392" y="4340745"/>
              <a:ext cx="393217" cy="100962"/>
            </a:xfrm>
            <a:custGeom>
              <a:avLst/>
              <a:gdLst>
                <a:gd name="T0" fmla="*/ 182 w 182"/>
                <a:gd name="T1" fmla="*/ 24 h 47"/>
                <a:gd name="T2" fmla="*/ 159 w 182"/>
                <a:gd name="T3" fmla="*/ 47 h 47"/>
                <a:gd name="T4" fmla="*/ 24 w 182"/>
                <a:gd name="T5" fmla="*/ 47 h 47"/>
                <a:gd name="T6" fmla="*/ 0 w 182"/>
                <a:gd name="T7" fmla="*/ 24 h 47"/>
                <a:gd name="T8" fmla="*/ 0 w 182"/>
                <a:gd name="T9" fmla="*/ 24 h 47"/>
                <a:gd name="T10" fmla="*/ 24 w 182"/>
                <a:gd name="T11" fmla="*/ 0 h 47"/>
                <a:gd name="T12" fmla="*/ 159 w 182"/>
                <a:gd name="T13" fmla="*/ 0 h 47"/>
                <a:gd name="T14" fmla="*/ 182 w 182"/>
                <a:gd name="T15" fmla="*/ 24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2" h="47">
                  <a:moveTo>
                    <a:pt x="182" y="24"/>
                  </a:moveTo>
                  <a:cubicBezTo>
                    <a:pt x="182" y="37"/>
                    <a:pt x="171" y="47"/>
                    <a:pt x="159" y="47"/>
                  </a:cubicBezTo>
                  <a:cubicBezTo>
                    <a:pt x="24" y="47"/>
                    <a:pt x="24" y="47"/>
                    <a:pt x="24" y="47"/>
                  </a:cubicBezTo>
                  <a:cubicBezTo>
                    <a:pt x="11" y="47"/>
                    <a:pt x="0" y="37"/>
                    <a:pt x="0" y="24"/>
                  </a:cubicBezTo>
                  <a:cubicBezTo>
                    <a:pt x="0" y="24"/>
                    <a:pt x="0" y="24"/>
                    <a:pt x="0" y="24"/>
                  </a:cubicBezTo>
                  <a:cubicBezTo>
                    <a:pt x="0" y="11"/>
                    <a:pt x="11" y="0"/>
                    <a:pt x="24" y="0"/>
                  </a:cubicBezTo>
                  <a:cubicBezTo>
                    <a:pt x="159" y="0"/>
                    <a:pt x="159" y="0"/>
                    <a:pt x="159" y="0"/>
                  </a:cubicBezTo>
                  <a:cubicBezTo>
                    <a:pt x="171" y="0"/>
                    <a:pt x="182" y="11"/>
                    <a:pt x="182" y="24"/>
                  </a:cubicBezTo>
                  <a:close/>
                </a:path>
              </a:pathLst>
            </a:custGeom>
            <a:grpFill/>
            <a:ln>
              <a:noFill/>
            </a:ln>
          </p:spPr>
          <p:txBody>
            <a:bodyPr vert="horz" wrap="square" lIns="91440" tIns="45720" rIns="91440" bIns="45720" numCol="1" anchor="t" anchorCtr="0" compatLnSpc="1"/>
            <a:lstStyle/>
            <a:p>
              <a:endParaRPr lang="zh-CN" altLang="en-US"/>
            </a:p>
          </p:txBody>
        </p:sp>
        <p:sp>
          <p:nvSpPr>
            <p:cNvPr id="67" name="chenying0907 13"/>
            <p:cNvSpPr/>
            <p:nvPr/>
          </p:nvSpPr>
          <p:spPr bwMode="auto">
            <a:xfrm>
              <a:off x="4550745" y="1809631"/>
              <a:ext cx="42510" cy="216092"/>
            </a:xfrm>
            <a:custGeom>
              <a:avLst/>
              <a:gdLst>
                <a:gd name="T0" fmla="*/ 20 w 20"/>
                <a:gd name="T1" fmla="*/ 90 h 100"/>
                <a:gd name="T2" fmla="*/ 10 w 20"/>
                <a:gd name="T3" fmla="*/ 100 h 100"/>
                <a:gd name="T4" fmla="*/ 10 w 20"/>
                <a:gd name="T5" fmla="*/ 100 h 100"/>
                <a:gd name="T6" fmla="*/ 0 w 20"/>
                <a:gd name="T7" fmla="*/ 90 h 100"/>
                <a:gd name="T8" fmla="*/ 0 w 20"/>
                <a:gd name="T9" fmla="*/ 10 h 100"/>
                <a:gd name="T10" fmla="*/ 10 w 20"/>
                <a:gd name="T11" fmla="*/ 0 h 100"/>
                <a:gd name="T12" fmla="*/ 10 w 20"/>
                <a:gd name="T13" fmla="*/ 0 h 100"/>
                <a:gd name="T14" fmla="*/ 20 w 20"/>
                <a:gd name="T15" fmla="*/ 10 h 100"/>
                <a:gd name="T16" fmla="*/ 20 w 20"/>
                <a:gd name="T17" fmla="*/ 9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00">
                  <a:moveTo>
                    <a:pt x="20" y="90"/>
                  </a:moveTo>
                  <a:cubicBezTo>
                    <a:pt x="20" y="95"/>
                    <a:pt x="16" y="100"/>
                    <a:pt x="10" y="100"/>
                  </a:cubicBezTo>
                  <a:cubicBezTo>
                    <a:pt x="10" y="100"/>
                    <a:pt x="10" y="100"/>
                    <a:pt x="10" y="100"/>
                  </a:cubicBezTo>
                  <a:cubicBezTo>
                    <a:pt x="4" y="100"/>
                    <a:pt x="0" y="95"/>
                    <a:pt x="0" y="90"/>
                  </a:cubicBezTo>
                  <a:cubicBezTo>
                    <a:pt x="0" y="10"/>
                    <a:pt x="0" y="10"/>
                    <a:pt x="0" y="10"/>
                  </a:cubicBezTo>
                  <a:cubicBezTo>
                    <a:pt x="0" y="4"/>
                    <a:pt x="4" y="0"/>
                    <a:pt x="10" y="0"/>
                  </a:cubicBezTo>
                  <a:cubicBezTo>
                    <a:pt x="10" y="0"/>
                    <a:pt x="10" y="0"/>
                    <a:pt x="10" y="0"/>
                  </a:cubicBezTo>
                  <a:cubicBezTo>
                    <a:pt x="16" y="0"/>
                    <a:pt x="20" y="4"/>
                    <a:pt x="20" y="10"/>
                  </a:cubicBezTo>
                  <a:lnTo>
                    <a:pt x="20" y="90"/>
                  </a:lnTo>
                  <a:close/>
                </a:path>
              </a:pathLst>
            </a:custGeom>
            <a:grpFill/>
            <a:ln>
              <a:noFill/>
            </a:ln>
          </p:spPr>
          <p:txBody>
            <a:bodyPr vert="horz" wrap="square" lIns="91440" tIns="45720" rIns="91440" bIns="45720" numCol="1" anchor="t" anchorCtr="0" compatLnSpc="1"/>
            <a:lstStyle/>
            <a:p>
              <a:endParaRPr lang="zh-CN" altLang="en-US"/>
            </a:p>
          </p:txBody>
        </p:sp>
        <p:sp>
          <p:nvSpPr>
            <p:cNvPr id="68" name="chenying0907 14"/>
            <p:cNvSpPr/>
            <p:nvPr/>
          </p:nvSpPr>
          <p:spPr bwMode="auto">
            <a:xfrm>
              <a:off x="4362993" y="1822029"/>
              <a:ext cx="77935" cy="216092"/>
            </a:xfrm>
            <a:custGeom>
              <a:avLst/>
              <a:gdLst>
                <a:gd name="T0" fmla="*/ 35 w 36"/>
                <a:gd name="T1" fmla="*/ 88 h 100"/>
                <a:gd name="T2" fmla="*/ 27 w 36"/>
                <a:gd name="T3" fmla="*/ 100 h 100"/>
                <a:gd name="T4" fmla="*/ 27 w 36"/>
                <a:gd name="T5" fmla="*/ 100 h 100"/>
                <a:gd name="T6" fmla="*/ 15 w 36"/>
                <a:gd name="T7" fmla="*/ 91 h 100"/>
                <a:gd name="T8" fmla="*/ 1 w 36"/>
                <a:gd name="T9" fmla="*/ 13 h 100"/>
                <a:gd name="T10" fmla="*/ 9 w 36"/>
                <a:gd name="T11" fmla="*/ 1 h 100"/>
                <a:gd name="T12" fmla="*/ 9 w 36"/>
                <a:gd name="T13" fmla="*/ 1 h 100"/>
                <a:gd name="T14" fmla="*/ 21 w 36"/>
                <a:gd name="T15" fmla="*/ 9 h 100"/>
                <a:gd name="T16" fmla="*/ 35 w 36"/>
                <a:gd name="T17" fmla="*/ 8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00">
                  <a:moveTo>
                    <a:pt x="35" y="88"/>
                  </a:moveTo>
                  <a:cubicBezTo>
                    <a:pt x="36" y="93"/>
                    <a:pt x="32" y="99"/>
                    <a:pt x="27" y="100"/>
                  </a:cubicBezTo>
                  <a:cubicBezTo>
                    <a:pt x="27" y="100"/>
                    <a:pt x="27" y="100"/>
                    <a:pt x="27" y="100"/>
                  </a:cubicBezTo>
                  <a:cubicBezTo>
                    <a:pt x="21" y="100"/>
                    <a:pt x="16" y="97"/>
                    <a:pt x="15" y="91"/>
                  </a:cubicBezTo>
                  <a:cubicBezTo>
                    <a:pt x="1" y="13"/>
                    <a:pt x="1" y="13"/>
                    <a:pt x="1" y="13"/>
                  </a:cubicBezTo>
                  <a:cubicBezTo>
                    <a:pt x="0" y="7"/>
                    <a:pt x="4" y="2"/>
                    <a:pt x="9" y="1"/>
                  </a:cubicBezTo>
                  <a:cubicBezTo>
                    <a:pt x="9" y="1"/>
                    <a:pt x="9" y="1"/>
                    <a:pt x="9" y="1"/>
                  </a:cubicBezTo>
                  <a:cubicBezTo>
                    <a:pt x="15" y="0"/>
                    <a:pt x="20" y="4"/>
                    <a:pt x="21" y="9"/>
                  </a:cubicBezTo>
                  <a:lnTo>
                    <a:pt x="35" y="88"/>
                  </a:lnTo>
                  <a:close/>
                </a:path>
              </a:pathLst>
            </a:custGeom>
            <a:grpFill/>
            <a:ln>
              <a:noFill/>
            </a:ln>
          </p:spPr>
          <p:txBody>
            <a:bodyPr vert="horz" wrap="square" lIns="91440" tIns="45720" rIns="91440" bIns="45720" numCol="1" anchor="t" anchorCtr="0" compatLnSpc="1"/>
            <a:lstStyle/>
            <a:p>
              <a:endParaRPr lang="zh-CN" altLang="en-US"/>
            </a:p>
          </p:txBody>
        </p:sp>
        <p:sp>
          <p:nvSpPr>
            <p:cNvPr id="69" name="chenying0907 15"/>
            <p:cNvSpPr/>
            <p:nvPr/>
          </p:nvSpPr>
          <p:spPr bwMode="auto">
            <a:xfrm>
              <a:off x="4180555" y="1868082"/>
              <a:ext cx="108047" cy="210779"/>
            </a:xfrm>
            <a:custGeom>
              <a:avLst/>
              <a:gdLst>
                <a:gd name="T0" fmla="*/ 48 w 50"/>
                <a:gd name="T1" fmla="*/ 83 h 98"/>
                <a:gd name="T2" fmla="*/ 42 w 50"/>
                <a:gd name="T3" fmla="*/ 96 h 98"/>
                <a:gd name="T4" fmla="*/ 42 w 50"/>
                <a:gd name="T5" fmla="*/ 96 h 98"/>
                <a:gd name="T6" fmla="*/ 29 w 50"/>
                <a:gd name="T7" fmla="*/ 90 h 98"/>
                <a:gd name="T8" fmla="*/ 2 w 50"/>
                <a:gd name="T9" fmla="*/ 15 h 98"/>
                <a:gd name="T10" fmla="*/ 8 w 50"/>
                <a:gd name="T11" fmla="*/ 2 h 98"/>
                <a:gd name="T12" fmla="*/ 8 w 50"/>
                <a:gd name="T13" fmla="*/ 2 h 98"/>
                <a:gd name="T14" fmla="*/ 21 w 50"/>
                <a:gd name="T15" fmla="*/ 8 h 98"/>
                <a:gd name="T16" fmla="*/ 48 w 50"/>
                <a:gd name="T17" fmla="*/ 8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98">
                  <a:moveTo>
                    <a:pt x="48" y="83"/>
                  </a:moveTo>
                  <a:cubicBezTo>
                    <a:pt x="50" y="89"/>
                    <a:pt x="48" y="94"/>
                    <a:pt x="42" y="96"/>
                  </a:cubicBezTo>
                  <a:cubicBezTo>
                    <a:pt x="42" y="96"/>
                    <a:pt x="42" y="96"/>
                    <a:pt x="42" y="96"/>
                  </a:cubicBezTo>
                  <a:cubicBezTo>
                    <a:pt x="37" y="98"/>
                    <a:pt x="31" y="96"/>
                    <a:pt x="29" y="90"/>
                  </a:cubicBezTo>
                  <a:cubicBezTo>
                    <a:pt x="2" y="15"/>
                    <a:pt x="2" y="15"/>
                    <a:pt x="2" y="15"/>
                  </a:cubicBezTo>
                  <a:cubicBezTo>
                    <a:pt x="0" y="10"/>
                    <a:pt x="3" y="4"/>
                    <a:pt x="8" y="2"/>
                  </a:cubicBezTo>
                  <a:cubicBezTo>
                    <a:pt x="8" y="2"/>
                    <a:pt x="8" y="2"/>
                    <a:pt x="8" y="2"/>
                  </a:cubicBezTo>
                  <a:cubicBezTo>
                    <a:pt x="13" y="0"/>
                    <a:pt x="19" y="3"/>
                    <a:pt x="21" y="8"/>
                  </a:cubicBezTo>
                  <a:lnTo>
                    <a:pt x="48" y="83"/>
                  </a:lnTo>
                  <a:close/>
                </a:path>
              </a:pathLst>
            </a:custGeom>
            <a:grpFill/>
            <a:ln>
              <a:noFill/>
            </a:ln>
          </p:spPr>
          <p:txBody>
            <a:bodyPr vert="horz" wrap="square" lIns="91440" tIns="45720" rIns="91440" bIns="45720" numCol="1" anchor="t" anchorCtr="0" compatLnSpc="1"/>
            <a:lstStyle/>
            <a:p>
              <a:endParaRPr lang="zh-CN" altLang="en-US"/>
            </a:p>
          </p:txBody>
        </p:sp>
        <p:sp>
          <p:nvSpPr>
            <p:cNvPr id="70" name="chenying0907 16"/>
            <p:cNvSpPr/>
            <p:nvPr/>
          </p:nvSpPr>
          <p:spPr bwMode="auto">
            <a:xfrm>
              <a:off x="3727115" y="2183364"/>
              <a:ext cx="182439" cy="159412"/>
            </a:xfrm>
            <a:custGeom>
              <a:avLst/>
              <a:gdLst>
                <a:gd name="T0" fmla="*/ 79 w 84"/>
                <a:gd name="T1" fmla="*/ 55 h 74"/>
                <a:gd name="T2" fmla="*/ 80 w 84"/>
                <a:gd name="T3" fmla="*/ 69 h 74"/>
                <a:gd name="T4" fmla="*/ 80 w 84"/>
                <a:gd name="T5" fmla="*/ 69 h 74"/>
                <a:gd name="T6" fmla="*/ 66 w 84"/>
                <a:gd name="T7" fmla="*/ 71 h 74"/>
                <a:gd name="T8" fmla="*/ 5 w 84"/>
                <a:gd name="T9" fmla="*/ 19 h 74"/>
                <a:gd name="T10" fmla="*/ 3 w 84"/>
                <a:gd name="T11" fmla="*/ 5 h 74"/>
                <a:gd name="T12" fmla="*/ 3 w 84"/>
                <a:gd name="T13" fmla="*/ 5 h 74"/>
                <a:gd name="T14" fmla="*/ 18 w 84"/>
                <a:gd name="T15" fmla="*/ 4 h 74"/>
                <a:gd name="T16" fmla="*/ 79 w 84"/>
                <a:gd name="T17" fmla="*/ 5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 h="74">
                  <a:moveTo>
                    <a:pt x="79" y="55"/>
                  </a:moveTo>
                  <a:cubicBezTo>
                    <a:pt x="83" y="59"/>
                    <a:pt x="84" y="65"/>
                    <a:pt x="80" y="69"/>
                  </a:cubicBezTo>
                  <a:cubicBezTo>
                    <a:pt x="80" y="69"/>
                    <a:pt x="80" y="69"/>
                    <a:pt x="80" y="69"/>
                  </a:cubicBezTo>
                  <a:cubicBezTo>
                    <a:pt x="76" y="74"/>
                    <a:pt x="70" y="74"/>
                    <a:pt x="66" y="71"/>
                  </a:cubicBezTo>
                  <a:cubicBezTo>
                    <a:pt x="5" y="19"/>
                    <a:pt x="5" y="19"/>
                    <a:pt x="5" y="19"/>
                  </a:cubicBezTo>
                  <a:cubicBezTo>
                    <a:pt x="0" y="16"/>
                    <a:pt x="0" y="9"/>
                    <a:pt x="3" y="5"/>
                  </a:cubicBezTo>
                  <a:cubicBezTo>
                    <a:pt x="3" y="5"/>
                    <a:pt x="3" y="5"/>
                    <a:pt x="3" y="5"/>
                  </a:cubicBezTo>
                  <a:cubicBezTo>
                    <a:pt x="7" y="1"/>
                    <a:pt x="13" y="0"/>
                    <a:pt x="18" y="4"/>
                  </a:cubicBezTo>
                  <a:lnTo>
                    <a:pt x="79" y="55"/>
                  </a:lnTo>
                  <a:close/>
                </a:path>
              </a:pathLst>
            </a:custGeom>
            <a:grpFill/>
            <a:ln>
              <a:noFill/>
            </a:ln>
          </p:spPr>
          <p:txBody>
            <a:bodyPr vert="horz" wrap="square" lIns="91440" tIns="45720" rIns="91440" bIns="45720" numCol="1" anchor="t" anchorCtr="0" compatLnSpc="1"/>
            <a:lstStyle/>
            <a:p>
              <a:endParaRPr lang="zh-CN" altLang="en-US"/>
            </a:p>
          </p:txBody>
        </p:sp>
        <p:sp>
          <p:nvSpPr>
            <p:cNvPr id="71" name="chenying0907 17"/>
            <p:cNvSpPr/>
            <p:nvPr/>
          </p:nvSpPr>
          <p:spPr bwMode="auto">
            <a:xfrm>
              <a:off x="3619068" y="2333921"/>
              <a:ext cx="198380" cy="136387"/>
            </a:xfrm>
            <a:custGeom>
              <a:avLst/>
              <a:gdLst>
                <a:gd name="T0" fmla="*/ 85 w 92"/>
                <a:gd name="T1" fmla="*/ 43 h 63"/>
                <a:gd name="T2" fmla="*/ 89 w 92"/>
                <a:gd name="T3" fmla="*/ 57 h 63"/>
                <a:gd name="T4" fmla="*/ 89 w 92"/>
                <a:gd name="T5" fmla="*/ 57 h 63"/>
                <a:gd name="T6" fmla="*/ 75 w 92"/>
                <a:gd name="T7" fmla="*/ 61 h 63"/>
                <a:gd name="T8" fmla="*/ 6 w 92"/>
                <a:gd name="T9" fmla="*/ 21 h 63"/>
                <a:gd name="T10" fmla="*/ 2 w 92"/>
                <a:gd name="T11" fmla="*/ 7 h 63"/>
                <a:gd name="T12" fmla="*/ 2 w 92"/>
                <a:gd name="T13" fmla="*/ 7 h 63"/>
                <a:gd name="T14" fmla="*/ 16 w 92"/>
                <a:gd name="T15" fmla="*/ 3 h 63"/>
                <a:gd name="T16" fmla="*/ 85 w 92"/>
                <a:gd name="T17" fmla="*/ 4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63">
                  <a:moveTo>
                    <a:pt x="85" y="43"/>
                  </a:moveTo>
                  <a:cubicBezTo>
                    <a:pt x="90" y="46"/>
                    <a:pt x="92" y="52"/>
                    <a:pt x="89" y="57"/>
                  </a:cubicBezTo>
                  <a:cubicBezTo>
                    <a:pt x="89" y="57"/>
                    <a:pt x="89" y="57"/>
                    <a:pt x="89" y="57"/>
                  </a:cubicBezTo>
                  <a:cubicBezTo>
                    <a:pt x="86" y="62"/>
                    <a:pt x="80" y="63"/>
                    <a:pt x="75" y="61"/>
                  </a:cubicBezTo>
                  <a:cubicBezTo>
                    <a:pt x="6" y="21"/>
                    <a:pt x="6" y="21"/>
                    <a:pt x="6" y="21"/>
                  </a:cubicBezTo>
                  <a:cubicBezTo>
                    <a:pt x="1" y="18"/>
                    <a:pt x="0" y="12"/>
                    <a:pt x="2" y="7"/>
                  </a:cubicBezTo>
                  <a:cubicBezTo>
                    <a:pt x="2" y="7"/>
                    <a:pt x="2" y="7"/>
                    <a:pt x="2" y="7"/>
                  </a:cubicBezTo>
                  <a:cubicBezTo>
                    <a:pt x="5" y="2"/>
                    <a:pt x="11" y="0"/>
                    <a:pt x="16" y="3"/>
                  </a:cubicBezTo>
                  <a:lnTo>
                    <a:pt x="85" y="43"/>
                  </a:lnTo>
                  <a:close/>
                </a:path>
              </a:pathLst>
            </a:custGeom>
            <a:grpFill/>
            <a:ln>
              <a:noFill/>
            </a:ln>
          </p:spPr>
          <p:txBody>
            <a:bodyPr vert="horz" wrap="square" lIns="91440" tIns="45720" rIns="91440" bIns="45720" numCol="1" anchor="t" anchorCtr="0" compatLnSpc="1"/>
            <a:lstStyle/>
            <a:p>
              <a:endParaRPr lang="zh-CN" altLang="en-US"/>
            </a:p>
          </p:txBody>
        </p:sp>
        <p:sp>
          <p:nvSpPr>
            <p:cNvPr id="72" name="chenying0907 18"/>
            <p:cNvSpPr/>
            <p:nvPr/>
          </p:nvSpPr>
          <p:spPr bwMode="auto">
            <a:xfrm>
              <a:off x="3539362" y="2502189"/>
              <a:ext cx="212550" cy="111589"/>
            </a:xfrm>
            <a:custGeom>
              <a:avLst/>
              <a:gdLst>
                <a:gd name="T0" fmla="*/ 90 w 98"/>
                <a:gd name="T1" fmla="*/ 30 h 51"/>
                <a:gd name="T2" fmla="*/ 96 w 98"/>
                <a:gd name="T3" fmla="*/ 43 h 51"/>
                <a:gd name="T4" fmla="*/ 96 w 98"/>
                <a:gd name="T5" fmla="*/ 43 h 51"/>
                <a:gd name="T6" fmla="*/ 83 w 98"/>
                <a:gd name="T7" fmla="*/ 49 h 51"/>
                <a:gd name="T8" fmla="*/ 8 w 98"/>
                <a:gd name="T9" fmla="*/ 22 h 51"/>
                <a:gd name="T10" fmla="*/ 2 w 98"/>
                <a:gd name="T11" fmla="*/ 8 h 51"/>
                <a:gd name="T12" fmla="*/ 2 w 98"/>
                <a:gd name="T13" fmla="*/ 8 h 51"/>
                <a:gd name="T14" fmla="*/ 15 w 98"/>
                <a:gd name="T15" fmla="*/ 2 h 51"/>
                <a:gd name="T16" fmla="*/ 90 w 98"/>
                <a:gd name="T17" fmla="*/ 3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51">
                  <a:moveTo>
                    <a:pt x="90" y="30"/>
                  </a:moveTo>
                  <a:cubicBezTo>
                    <a:pt x="95" y="32"/>
                    <a:pt x="98" y="37"/>
                    <a:pt x="96" y="43"/>
                  </a:cubicBezTo>
                  <a:cubicBezTo>
                    <a:pt x="96" y="43"/>
                    <a:pt x="96" y="43"/>
                    <a:pt x="96" y="43"/>
                  </a:cubicBezTo>
                  <a:cubicBezTo>
                    <a:pt x="94" y="48"/>
                    <a:pt x="88" y="51"/>
                    <a:pt x="83" y="49"/>
                  </a:cubicBezTo>
                  <a:cubicBezTo>
                    <a:pt x="8" y="22"/>
                    <a:pt x="8" y="22"/>
                    <a:pt x="8" y="22"/>
                  </a:cubicBezTo>
                  <a:cubicBezTo>
                    <a:pt x="3" y="20"/>
                    <a:pt x="0" y="14"/>
                    <a:pt x="2" y="8"/>
                  </a:cubicBezTo>
                  <a:cubicBezTo>
                    <a:pt x="2" y="8"/>
                    <a:pt x="2" y="8"/>
                    <a:pt x="2" y="8"/>
                  </a:cubicBezTo>
                  <a:cubicBezTo>
                    <a:pt x="4" y="3"/>
                    <a:pt x="10" y="0"/>
                    <a:pt x="15" y="2"/>
                  </a:cubicBezTo>
                  <a:lnTo>
                    <a:pt x="90" y="30"/>
                  </a:lnTo>
                  <a:close/>
                </a:path>
              </a:pathLst>
            </a:custGeom>
            <a:grpFill/>
            <a:ln>
              <a:noFill/>
            </a:ln>
          </p:spPr>
          <p:txBody>
            <a:bodyPr vert="horz" wrap="square" lIns="91440" tIns="45720" rIns="91440" bIns="45720" numCol="1" anchor="t" anchorCtr="0" compatLnSpc="1"/>
            <a:lstStyle/>
            <a:p>
              <a:endParaRPr lang="zh-CN" altLang="en-US"/>
            </a:p>
          </p:txBody>
        </p:sp>
        <p:sp>
          <p:nvSpPr>
            <p:cNvPr id="73" name="chenying0907 19"/>
            <p:cNvSpPr/>
            <p:nvPr/>
          </p:nvSpPr>
          <p:spPr bwMode="auto">
            <a:xfrm>
              <a:off x="3491538" y="2684628"/>
              <a:ext cx="216092" cy="77935"/>
            </a:xfrm>
            <a:custGeom>
              <a:avLst/>
              <a:gdLst>
                <a:gd name="T0" fmla="*/ 91 w 100"/>
                <a:gd name="T1" fmla="*/ 15 h 36"/>
                <a:gd name="T2" fmla="*/ 99 w 100"/>
                <a:gd name="T3" fmla="*/ 27 h 36"/>
                <a:gd name="T4" fmla="*/ 99 w 100"/>
                <a:gd name="T5" fmla="*/ 27 h 36"/>
                <a:gd name="T6" fmla="*/ 87 w 100"/>
                <a:gd name="T7" fmla="*/ 35 h 36"/>
                <a:gd name="T8" fmla="*/ 9 w 100"/>
                <a:gd name="T9" fmla="*/ 21 h 36"/>
                <a:gd name="T10" fmla="*/ 1 w 100"/>
                <a:gd name="T11" fmla="*/ 9 h 36"/>
                <a:gd name="T12" fmla="*/ 1 w 100"/>
                <a:gd name="T13" fmla="*/ 9 h 36"/>
                <a:gd name="T14" fmla="*/ 12 w 100"/>
                <a:gd name="T15" fmla="*/ 1 h 36"/>
                <a:gd name="T16" fmla="*/ 91 w 100"/>
                <a:gd name="T17" fmla="*/ 1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36">
                  <a:moveTo>
                    <a:pt x="91" y="15"/>
                  </a:moveTo>
                  <a:cubicBezTo>
                    <a:pt x="96" y="16"/>
                    <a:pt x="100" y="21"/>
                    <a:pt x="99" y="27"/>
                  </a:cubicBezTo>
                  <a:cubicBezTo>
                    <a:pt x="99" y="27"/>
                    <a:pt x="99" y="27"/>
                    <a:pt x="99" y="27"/>
                  </a:cubicBezTo>
                  <a:cubicBezTo>
                    <a:pt x="98" y="32"/>
                    <a:pt x="93" y="36"/>
                    <a:pt x="87" y="35"/>
                  </a:cubicBezTo>
                  <a:cubicBezTo>
                    <a:pt x="9" y="21"/>
                    <a:pt x="9" y="21"/>
                    <a:pt x="9" y="21"/>
                  </a:cubicBezTo>
                  <a:cubicBezTo>
                    <a:pt x="3" y="20"/>
                    <a:pt x="0" y="15"/>
                    <a:pt x="1" y="9"/>
                  </a:cubicBezTo>
                  <a:cubicBezTo>
                    <a:pt x="1" y="9"/>
                    <a:pt x="1" y="9"/>
                    <a:pt x="1" y="9"/>
                  </a:cubicBezTo>
                  <a:cubicBezTo>
                    <a:pt x="2" y="4"/>
                    <a:pt x="7" y="0"/>
                    <a:pt x="12" y="1"/>
                  </a:cubicBezTo>
                  <a:lnTo>
                    <a:pt x="91" y="15"/>
                  </a:lnTo>
                  <a:close/>
                </a:path>
              </a:pathLst>
            </a:custGeom>
            <a:grpFill/>
            <a:ln>
              <a:noFill/>
            </a:ln>
          </p:spPr>
          <p:txBody>
            <a:bodyPr vert="horz" wrap="square" lIns="91440" tIns="45720" rIns="91440" bIns="45720" numCol="1" anchor="t" anchorCtr="0" compatLnSpc="1"/>
            <a:lstStyle/>
            <a:p>
              <a:endParaRPr lang="zh-CN" altLang="en-US"/>
            </a:p>
          </p:txBody>
        </p:sp>
        <p:sp>
          <p:nvSpPr>
            <p:cNvPr id="74" name="chenying0907 20"/>
            <p:cNvSpPr/>
            <p:nvPr/>
          </p:nvSpPr>
          <p:spPr bwMode="auto">
            <a:xfrm>
              <a:off x="3477368" y="2872380"/>
              <a:ext cx="216092" cy="42510"/>
            </a:xfrm>
            <a:custGeom>
              <a:avLst/>
              <a:gdLst>
                <a:gd name="T0" fmla="*/ 89 w 100"/>
                <a:gd name="T1" fmla="*/ 0 h 20"/>
                <a:gd name="T2" fmla="*/ 99 w 100"/>
                <a:gd name="T3" fmla="*/ 10 h 20"/>
                <a:gd name="T4" fmla="*/ 99 w 100"/>
                <a:gd name="T5" fmla="*/ 10 h 20"/>
                <a:gd name="T6" fmla="*/ 89 w 100"/>
                <a:gd name="T7" fmla="*/ 20 h 20"/>
                <a:gd name="T8" fmla="*/ 10 w 100"/>
                <a:gd name="T9" fmla="*/ 20 h 20"/>
                <a:gd name="T10" fmla="*/ 0 w 100"/>
                <a:gd name="T11" fmla="*/ 10 h 20"/>
                <a:gd name="T12" fmla="*/ 0 w 100"/>
                <a:gd name="T13" fmla="*/ 10 h 20"/>
                <a:gd name="T14" fmla="*/ 10 w 100"/>
                <a:gd name="T15" fmla="*/ 0 h 20"/>
                <a:gd name="T16" fmla="*/ 89 w 100"/>
                <a:gd name="T1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20">
                  <a:moveTo>
                    <a:pt x="89" y="0"/>
                  </a:moveTo>
                  <a:cubicBezTo>
                    <a:pt x="95" y="0"/>
                    <a:pt x="100" y="4"/>
                    <a:pt x="99" y="10"/>
                  </a:cubicBezTo>
                  <a:cubicBezTo>
                    <a:pt x="99" y="10"/>
                    <a:pt x="99" y="10"/>
                    <a:pt x="99" y="10"/>
                  </a:cubicBezTo>
                  <a:cubicBezTo>
                    <a:pt x="100" y="16"/>
                    <a:pt x="95" y="20"/>
                    <a:pt x="89" y="20"/>
                  </a:cubicBezTo>
                  <a:cubicBezTo>
                    <a:pt x="10" y="20"/>
                    <a:pt x="10" y="20"/>
                    <a:pt x="10" y="20"/>
                  </a:cubicBezTo>
                  <a:cubicBezTo>
                    <a:pt x="4" y="20"/>
                    <a:pt x="0" y="16"/>
                    <a:pt x="0" y="10"/>
                  </a:cubicBezTo>
                  <a:cubicBezTo>
                    <a:pt x="0" y="10"/>
                    <a:pt x="0" y="10"/>
                    <a:pt x="0" y="10"/>
                  </a:cubicBezTo>
                  <a:cubicBezTo>
                    <a:pt x="0" y="4"/>
                    <a:pt x="4" y="0"/>
                    <a:pt x="10" y="0"/>
                  </a:cubicBezTo>
                  <a:lnTo>
                    <a:pt x="89" y="0"/>
                  </a:lnTo>
                  <a:close/>
                </a:path>
              </a:pathLst>
            </a:custGeom>
            <a:grpFill/>
            <a:ln>
              <a:noFill/>
            </a:ln>
          </p:spPr>
          <p:txBody>
            <a:bodyPr vert="horz" wrap="square" lIns="91440" tIns="45720" rIns="91440" bIns="45720" numCol="1" anchor="t" anchorCtr="0" compatLnSpc="1"/>
            <a:lstStyle/>
            <a:p>
              <a:endParaRPr lang="zh-CN" altLang="en-US"/>
            </a:p>
          </p:txBody>
        </p:sp>
        <p:sp>
          <p:nvSpPr>
            <p:cNvPr id="75" name="chenying0907 21"/>
            <p:cNvSpPr/>
            <p:nvPr/>
          </p:nvSpPr>
          <p:spPr bwMode="auto">
            <a:xfrm>
              <a:off x="3489767" y="3024708"/>
              <a:ext cx="216092" cy="77935"/>
            </a:xfrm>
            <a:custGeom>
              <a:avLst/>
              <a:gdLst>
                <a:gd name="T0" fmla="*/ 87 w 100"/>
                <a:gd name="T1" fmla="*/ 1 h 36"/>
                <a:gd name="T2" fmla="*/ 99 w 100"/>
                <a:gd name="T3" fmla="*/ 9 h 36"/>
                <a:gd name="T4" fmla="*/ 99 w 100"/>
                <a:gd name="T5" fmla="*/ 9 h 36"/>
                <a:gd name="T6" fmla="*/ 91 w 100"/>
                <a:gd name="T7" fmla="*/ 21 h 36"/>
                <a:gd name="T8" fmla="*/ 12 w 100"/>
                <a:gd name="T9" fmla="*/ 35 h 36"/>
                <a:gd name="T10" fmla="*/ 1 w 100"/>
                <a:gd name="T11" fmla="*/ 27 h 36"/>
                <a:gd name="T12" fmla="*/ 1 w 100"/>
                <a:gd name="T13" fmla="*/ 27 h 36"/>
                <a:gd name="T14" fmla="*/ 9 w 100"/>
                <a:gd name="T15" fmla="*/ 15 h 36"/>
                <a:gd name="T16" fmla="*/ 87 w 100"/>
                <a:gd name="T17"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36">
                  <a:moveTo>
                    <a:pt x="87" y="1"/>
                  </a:moveTo>
                  <a:cubicBezTo>
                    <a:pt x="93" y="0"/>
                    <a:pt x="98" y="4"/>
                    <a:pt x="99" y="9"/>
                  </a:cubicBezTo>
                  <a:cubicBezTo>
                    <a:pt x="99" y="9"/>
                    <a:pt x="99" y="9"/>
                    <a:pt x="99" y="9"/>
                  </a:cubicBezTo>
                  <a:cubicBezTo>
                    <a:pt x="100" y="15"/>
                    <a:pt x="96" y="20"/>
                    <a:pt x="91" y="21"/>
                  </a:cubicBezTo>
                  <a:cubicBezTo>
                    <a:pt x="12" y="35"/>
                    <a:pt x="12" y="35"/>
                    <a:pt x="12" y="35"/>
                  </a:cubicBezTo>
                  <a:cubicBezTo>
                    <a:pt x="7" y="36"/>
                    <a:pt x="2" y="32"/>
                    <a:pt x="1" y="27"/>
                  </a:cubicBezTo>
                  <a:cubicBezTo>
                    <a:pt x="1" y="27"/>
                    <a:pt x="1" y="27"/>
                    <a:pt x="1" y="27"/>
                  </a:cubicBezTo>
                  <a:cubicBezTo>
                    <a:pt x="0" y="21"/>
                    <a:pt x="3" y="16"/>
                    <a:pt x="9" y="15"/>
                  </a:cubicBezTo>
                  <a:lnTo>
                    <a:pt x="87" y="1"/>
                  </a:lnTo>
                  <a:close/>
                </a:path>
              </a:pathLst>
            </a:custGeom>
            <a:grpFill/>
            <a:ln>
              <a:noFill/>
            </a:ln>
          </p:spPr>
          <p:txBody>
            <a:bodyPr vert="horz" wrap="square" lIns="91440" tIns="45720" rIns="91440" bIns="45720" numCol="1" anchor="t" anchorCtr="0" compatLnSpc="1"/>
            <a:lstStyle/>
            <a:p>
              <a:endParaRPr lang="zh-CN" altLang="en-US"/>
            </a:p>
          </p:txBody>
        </p:sp>
        <p:sp>
          <p:nvSpPr>
            <p:cNvPr id="76" name="chenying0907 22"/>
            <p:cNvSpPr/>
            <p:nvPr/>
          </p:nvSpPr>
          <p:spPr bwMode="auto">
            <a:xfrm>
              <a:off x="3535820" y="3177035"/>
              <a:ext cx="210779" cy="108047"/>
            </a:xfrm>
            <a:custGeom>
              <a:avLst/>
              <a:gdLst>
                <a:gd name="T0" fmla="*/ 83 w 98"/>
                <a:gd name="T1" fmla="*/ 2 h 50"/>
                <a:gd name="T2" fmla="*/ 96 w 98"/>
                <a:gd name="T3" fmla="*/ 8 h 50"/>
                <a:gd name="T4" fmla="*/ 96 w 98"/>
                <a:gd name="T5" fmla="*/ 8 h 50"/>
                <a:gd name="T6" fmla="*/ 90 w 98"/>
                <a:gd name="T7" fmla="*/ 21 h 50"/>
                <a:gd name="T8" fmla="*/ 15 w 98"/>
                <a:gd name="T9" fmla="*/ 48 h 50"/>
                <a:gd name="T10" fmla="*/ 2 w 98"/>
                <a:gd name="T11" fmla="*/ 42 h 50"/>
                <a:gd name="T12" fmla="*/ 2 w 98"/>
                <a:gd name="T13" fmla="*/ 42 h 50"/>
                <a:gd name="T14" fmla="*/ 8 w 98"/>
                <a:gd name="T15" fmla="*/ 29 h 50"/>
                <a:gd name="T16" fmla="*/ 83 w 98"/>
                <a:gd name="T17" fmla="*/ 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50">
                  <a:moveTo>
                    <a:pt x="83" y="2"/>
                  </a:moveTo>
                  <a:cubicBezTo>
                    <a:pt x="88" y="0"/>
                    <a:pt x="94" y="2"/>
                    <a:pt x="96" y="8"/>
                  </a:cubicBezTo>
                  <a:cubicBezTo>
                    <a:pt x="96" y="8"/>
                    <a:pt x="96" y="8"/>
                    <a:pt x="96" y="8"/>
                  </a:cubicBezTo>
                  <a:cubicBezTo>
                    <a:pt x="98" y="13"/>
                    <a:pt x="95" y="19"/>
                    <a:pt x="90" y="21"/>
                  </a:cubicBezTo>
                  <a:cubicBezTo>
                    <a:pt x="15" y="48"/>
                    <a:pt x="15" y="48"/>
                    <a:pt x="15" y="48"/>
                  </a:cubicBezTo>
                  <a:cubicBezTo>
                    <a:pt x="10" y="50"/>
                    <a:pt x="4" y="47"/>
                    <a:pt x="2" y="42"/>
                  </a:cubicBezTo>
                  <a:cubicBezTo>
                    <a:pt x="2" y="42"/>
                    <a:pt x="2" y="42"/>
                    <a:pt x="2" y="42"/>
                  </a:cubicBezTo>
                  <a:cubicBezTo>
                    <a:pt x="0" y="37"/>
                    <a:pt x="3" y="31"/>
                    <a:pt x="8" y="29"/>
                  </a:cubicBezTo>
                  <a:lnTo>
                    <a:pt x="83" y="2"/>
                  </a:lnTo>
                  <a:close/>
                </a:path>
              </a:pathLst>
            </a:custGeom>
            <a:grpFill/>
            <a:ln>
              <a:noFill/>
            </a:ln>
          </p:spPr>
          <p:txBody>
            <a:bodyPr vert="horz" wrap="square" lIns="91440" tIns="45720" rIns="91440" bIns="45720" numCol="1" anchor="t" anchorCtr="0" compatLnSpc="1"/>
            <a:lstStyle/>
            <a:p>
              <a:endParaRPr lang="zh-CN" altLang="en-US"/>
            </a:p>
          </p:txBody>
        </p:sp>
        <p:sp>
          <p:nvSpPr>
            <p:cNvPr id="77" name="chenying0907 23"/>
            <p:cNvSpPr/>
            <p:nvPr/>
          </p:nvSpPr>
          <p:spPr bwMode="auto">
            <a:xfrm>
              <a:off x="3851102" y="3556083"/>
              <a:ext cx="159412" cy="180667"/>
            </a:xfrm>
            <a:custGeom>
              <a:avLst/>
              <a:gdLst>
                <a:gd name="T0" fmla="*/ 55 w 74"/>
                <a:gd name="T1" fmla="*/ 5 h 84"/>
                <a:gd name="T2" fmla="*/ 69 w 74"/>
                <a:gd name="T3" fmla="*/ 4 h 84"/>
                <a:gd name="T4" fmla="*/ 69 w 74"/>
                <a:gd name="T5" fmla="*/ 4 h 84"/>
                <a:gd name="T6" fmla="*/ 70 w 74"/>
                <a:gd name="T7" fmla="*/ 18 h 84"/>
                <a:gd name="T8" fmla="*/ 19 w 74"/>
                <a:gd name="T9" fmla="*/ 79 h 84"/>
                <a:gd name="T10" fmla="*/ 5 w 74"/>
                <a:gd name="T11" fmla="*/ 81 h 84"/>
                <a:gd name="T12" fmla="*/ 5 w 74"/>
                <a:gd name="T13" fmla="*/ 81 h 84"/>
                <a:gd name="T14" fmla="*/ 4 w 74"/>
                <a:gd name="T15" fmla="*/ 66 h 84"/>
                <a:gd name="T16" fmla="*/ 55 w 74"/>
                <a:gd name="T17" fmla="*/ 5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84">
                  <a:moveTo>
                    <a:pt x="55" y="5"/>
                  </a:moveTo>
                  <a:cubicBezTo>
                    <a:pt x="58" y="1"/>
                    <a:pt x="65" y="0"/>
                    <a:pt x="69" y="4"/>
                  </a:cubicBezTo>
                  <a:cubicBezTo>
                    <a:pt x="69" y="4"/>
                    <a:pt x="69" y="4"/>
                    <a:pt x="69" y="4"/>
                  </a:cubicBezTo>
                  <a:cubicBezTo>
                    <a:pt x="73" y="8"/>
                    <a:pt x="74" y="14"/>
                    <a:pt x="70" y="18"/>
                  </a:cubicBezTo>
                  <a:cubicBezTo>
                    <a:pt x="19" y="79"/>
                    <a:pt x="19" y="79"/>
                    <a:pt x="19" y="79"/>
                  </a:cubicBezTo>
                  <a:cubicBezTo>
                    <a:pt x="16" y="84"/>
                    <a:pt x="9" y="84"/>
                    <a:pt x="5" y="81"/>
                  </a:cubicBezTo>
                  <a:cubicBezTo>
                    <a:pt x="5" y="81"/>
                    <a:pt x="5" y="81"/>
                    <a:pt x="5" y="81"/>
                  </a:cubicBezTo>
                  <a:cubicBezTo>
                    <a:pt x="1" y="77"/>
                    <a:pt x="0" y="71"/>
                    <a:pt x="4" y="66"/>
                  </a:cubicBezTo>
                  <a:lnTo>
                    <a:pt x="55" y="5"/>
                  </a:lnTo>
                  <a:close/>
                </a:path>
              </a:pathLst>
            </a:custGeom>
            <a:grpFill/>
            <a:ln>
              <a:noFill/>
            </a:ln>
          </p:spPr>
          <p:txBody>
            <a:bodyPr vert="horz" wrap="square" lIns="91440" tIns="45720" rIns="91440" bIns="45720" numCol="1" anchor="t" anchorCtr="0" compatLnSpc="1"/>
            <a:lstStyle/>
            <a:p>
              <a:endParaRPr lang="zh-CN" altLang="en-US"/>
            </a:p>
          </p:txBody>
        </p:sp>
        <p:sp>
          <p:nvSpPr>
            <p:cNvPr id="78" name="chenying0907 24"/>
            <p:cNvSpPr/>
            <p:nvPr/>
          </p:nvSpPr>
          <p:spPr bwMode="auto">
            <a:xfrm>
              <a:off x="4001658" y="3646416"/>
              <a:ext cx="136387" cy="198380"/>
            </a:xfrm>
            <a:custGeom>
              <a:avLst/>
              <a:gdLst>
                <a:gd name="T0" fmla="*/ 43 w 63"/>
                <a:gd name="T1" fmla="*/ 7 h 92"/>
                <a:gd name="T2" fmla="*/ 57 w 63"/>
                <a:gd name="T3" fmla="*/ 3 h 92"/>
                <a:gd name="T4" fmla="*/ 57 w 63"/>
                <a:gd name="T5" fmla="*/ 3 h 92"/>
                <a:gd name="T6" fmla="*/ 60 w 63"/>
                <a:gd name="T7" fmla="*/ 17 h 92"/>
                <a:gd name="T8" fmla="*/ 20 w 63"/>
                <a:gd name="T9" fmla="*/ 86 h 92"/>
                <a:gd name="T10" fmla="*/ 7 w 63"/>
                <a:gd name="T11" fmla="*/ 90 h 92"/>
                <a:gd name="T12" fmla="*/ 7 w 63"/>
                <a:gd name="T13" fmla="*/ 90 h 92"/>
                <a:gd name="T14" fmla="*/ 3 w 63"/>
                <a:gd name="T15" fmla="*/ 76 h 92"/>
                <a:gd name="T16" fmla="*/ 43 w 63"/>
                <a:gd name="T17" fmla="*/ 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92">
                  <a:moveTo>
                    <a:pt x="43" y="7"/>
                  </a:moveTo>
                  <a:cubicBezTo>
                    <a:pt x="46" y="2"/>
                    <a:pt x="52" y="0"/>
                    <a:pt x="57" y="3"/>
                  </a:cubicBezTo>
                  <a:cubicBezTo>
                    <a:pt x="57" y="3"/>
                    <a:pt x="57" y="3"/>
                    <a:pt x="57" y="3"/>
                  </a:cubicBezTo>
                  <a:cubicBezTo>
                    <a:pt x="61" y="6"/>
                    <a:pt x="63" y="12"/>
                    <a:pt x="60" y="17"/>
                  </a:cubicBezTo>
                  <a:cubicBezTo>
                    <a:pt x="20" y="86"/>
                    <a:pt x="20" y="86"/>
                    <a:pt x="20" y="86"/>
                  </a:cubicBezTo>
                  <a:cubicBezTo>
                    <a:pt x="18" y="91"/>
                    <a:pt x="11" y="92"/>
                    <a:pt x="7" y="90"/>
                  </a:cubicBezTo>
                  <a:cubicBezTo>
                    <a:pt x="7" y="90"/>
                    <a:pt x="7" y="90"/>
                    <a:pt x="7" y="90"/>
                  </a:cubicBezTo>
                  <a:cubicBezTo>
                    <a:pt x="2" y="87"/>
                    <a:pt x="0" y="81"/>
                    <a:pt x="3" y="76"/>
                  </a:cubicBezTo>
                  <a:lnTo>
                    <a:pt x="43" y="7"/>
                  </a:lnTo>
                  <a:close/>
                </a:path>
              </a:pathLst>
            </a:custGeom>
            <a:grpFill/>
            <a:ln>
              <a:noFill/>
            </a:ln>
          </p:spPr>
          <p:txBody>
            <a:bodyPr vert="horz" wrap="square" lIns="91440" tIns="45720" rIns="91440" bIns="45720" numCol="1" anchor="t" anchorCtr="0" compatLnSpc="1"/>
            <a:lstStyle/>
            <a:p>
              <a:endParaRPr lang="zh-CN" altLang="en-US"/>
            </a:p>
          </p:txBody>
        </p:sp>
        <p:sp>
          <p:nvSpPr>
            <p:cNvPr id="79" name="chenying0907 25"/>
            <p:cNvSpPr/>
            <p:nvPr/>
          </p:nvSpPr>
          <p:spPr bwMode="auto">
            <a:xfrm>
              <a:off x="4984702" y="3653501"/>
              <a:ext cx="136387" cy="198380"/>
            </a:xfrm>
            <a:custGeom>
              <a:avLst/>
              <a:gdLst>
                <a:gd name="T0" fmla="*/ 3 w 63"/>
                <a:gd name="T1" fmla="*/ 16 h 92"/>
                <a:gd name="T2" fmla="*/ 6 w 63"/>
                <a:gd name="T3" fmla="*/ 3 h 92"/>
                <a:gd name="T4" fmla="*/ 6 w 63"/>
                <a:gd name="T5" fmla="*/ 3 h 92"/>
                <a:gd name="T6" fmla="*/ 20 w 63"/>
                <a:gd name="T7" fmla="*/ 6 h 92"/>
                <a:gd name="T8" fmla="*/ 60 w 63"/>
                <a:gd name="T9" fmla="*/ 75 h 92"/>
                <a:gd name="T10" fmla="*/ 56 w 63"/>
                <a:gd name="T11" fmla="*/ 89 h 92"/>
                <a:gd name="T12" fmla="*/ 56 w 63"/>
                <a:gd name="T13" fmla="*/ 89 h 92"/>
                <a:gd name="T14" fmla="*/ 43 w 63"/>
                <a:gd name="T15" fmla="*/ 85 h 92"/>
                <a:gd name="T16" fmla="*/ 3 w 63"/>
                <a:gd name="T17" fmla="*/ 1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92">
                  <a:moveTo>
                    <a:pt x="3" y="16"/>
                  </a:moveTo>
                  <a:cubicBezTo>
                    <a:pt x="0" y="12"/>
                    <a:pt x="2" y="5"/>
                    <a:pt x="6" y="3"/>
                  </a:cubicBezTo>
                  <a:cubicBezTo>
                    <a:pt x="6" y="3"/>
                    <a:pt x="6" y="3"/>
                    <a:pt x="6" y="3"/>
                  </a:cubicBezTo>
                  <a:cubicBezTo>
                    <a:pt x="11" y="0"/>
                    <a:pt x="18" y="1"/>
                    <a:pt x="20" y="6"/>
                  </a:cubicBezTo>
                  <a:cubicBezTo>
                    <a:pt x="60" y="75"/>
                    <a:pt x="60" y="75"/>
                    <a:pt x="60" y="75"/>
                  </a:cubicBezTo>
                  <a:cubicBezTo>
                    <a:pt x="63" y="80"/>
                    <a:pt x="61" y="86"/>
                    <a:pt x="56" y="89"/>
                  </a:cubicBezTo>
                  <a:cubicBezTo>
                    <a:pt x="56" y="89"/>
                    <a:pt x="56" y="89"/>
                    <a:pt x="56" y="89"/>
                  </a:cubicBezTo>
                  <a:cubicBezTo>
                    <a:pt x="52" y="92"/>
                    <a:pt x="45" y="90"/>
                    <a:pt x="43" y="85"/>
                  </a:cubicBezTo>
                  <a:lnTo>
                    <a:pt x="3" y="16"/>
                  </a:lnTo>
                  <a:close/>
                </a:path>
              </a:pathLst>
            </a:custGeom>
            <a:grpFill/>
            <a:ln>
              <a:noFill/>
            </a:ln>
          </p:spPr>
          <p:txBody>
            <a:bodyPr vert="horz" wrap="square" lIns="91440" tIns="45720" rIns="91440" bIns="45720" numCol="1" anchor="t" anchorCtr="0" compatLnSpc="1"/>
            <a:lstStyle/>
            <a:p>
              <a:endParaRPr lang="zh-CN" altLang="en-US"/>
            </a:p>
          </p:txBody>
        </p:sp>
        <p:sp>
          <p:nvSpPr>
            <p:cNvPr id="80" name="chenying0907 26"/>
            <p:cNvSpPr/>
            <p:nvPr/>
          </p:nvSpPr>
          <p:spPr bwMode="auto">
            <a:xfrm>
              <a:off x="5114003" y="3564938"/>
              <a:ext cx="159412" cy="180667"/>
            </a:xfrm>
            <a:custGeom>
              <a:avLst/>
              <a:gdLst>
                <a:gd name="T0" fmla="*/ 3 w 74"/>
                <a:gd name="T1" fmla="*/ 18 h 84"/>
                <a:gd name="T2" fmla="*/ 5 w 74"/>
                <a:gd name="T3" fmla="*/ 3 h 84"/>
                <a:gd name="T4" fmla="*/ 5 w 74"/>
                <a:gd name="T5" fmla="*/ 3 h 84"/>
                <a:gd name="T6" fmla="*/ 19 w 74"/>
                <a:gd name="T7" fmla="*/ 5 h 84"/>
                <a:gd name="T8" fmla="*/ 70 w 74"/>
                <a:gd name="T9" fmla="*/ 66 h 84"/>
                <a:gd name="T10" fmla="*/ 69 w 74"/>
                <a:gd name="T11" fmla="*/ 80 h 84"/>
                <a:gd name="T12" fmla="*/ 69 w 74"/>
                <a:gd name="T13" fmla="*/ 80 h 84"/>
                <a:gd name="T14" fmla="*/ 54 w 74"/>
                <a:gd name="T15" fmla="*/ 79 h 84"/>
                <a:gd name="T16" fmla="*/ 3 w 74"/>
                <a:gd name="T17" fmla="*/ 1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84">
                  <a:moveTo>
                    <a:pt x="3" y="18"/>
                  </a:moveTo>
                  <a:cubicBezTo>
                    <a:pt x="0" y="14"/>
                    <a:pt x="0" y="7"/>
                    <a:pt x="5" y="3"/>
                  </a:cubicBezTo>
                  <a:cubicBezTo>
                    <a:pt x="5" y="3"/>
                    <a:pt x="5" y="3"/>
                    <a:pt x="5" y="3"/>
                  </a:cubicBezTo>
                  <a:cubicBezTo>
                    <a:pt x="9" y="0"/>
                    <a:pt x="15" y="0"/>
                    <a:pt x="19" y="5"/>
                  </a:cubicBezTo>
                  <a:cubicBezTo>
                    <a:pt x="70" y="66"/>
                    <a:pt x="70" y="66"/>
                    <a:pt x="70" y="66"/>
                  </a:cubicBezTo>
                  <a:cubicBezTo>
                    <a:pt x="74" y="70"/>
                    <a:pt x="73" y="76"/>
                    <a:pt x="69" y="80"/>
                  </a:cubicBezTo>
                  <a:cubicBezTo>
                    <a:pt x="69" y="80"/>
                    <a:pt x="69" y="80"/>
                    <a:pt x="69" y="80"/>
                  </a:cubicBezTo>
                  <a:cubicBezTo>
                    <a:pt x="65" y="84"/>
                    <a:pt x="58" y="83"/>
                    <a:pt x="54" y="79"/>
                  </a:cubicBezTo>
                  <a:lnTo>
                    <a:pt x="3" y="18"/>
                  </a:lnTo>
                  <a:close/>
                </a:path>
              </a:pathLst>
            </a:custGeom>
            <a:grpFill/>
            <a:ln>
              <a:noFill/>
            </a:ln>
          </p:spPr>
          <p:txBody>
            <a:bodyPr vert="horz" wrap="square" lIns="91440" tIns="45720" rIns="91440" bIns="45720" numCol="1" anchor="t" anchorCtr="0" compatLnSpc="1"/>
            <a:lstStyle/>
            <a:p>
              <a:endParaRPr lang="zh-CN" altLang="en-US"/>
            </a:p>
          </p:txBody>
        </p:sp>
        <p:sp>
          <p:nvSpPr>
            <p:cNvPr id="81" name="chenying0907 27"/>
            <p:cNvSpPr/>
            <p:nvPr/>
          </p:nvSpPr>
          <p:spPr bwMode="auto">
            <a:xfrm>
              <a:off x="5381462" y="3187663"/>
              <a:ext cx="212550" cy="108047"/>
            </a:xfrm>
            <a:custGeom>
              <a:avLst/>
              <a:gdLst>
                <a:gd name="T0" fmla="*/ 8 w 98"/>
                <a:gd name="T1" fmla="*/ 21 h 50"/>
                <a:gd name="T2" fmla="*/ 2 w 98"/>
                <a:gd name="T3" fmla="*/ 8 h 50"/>
                <a:gd name="T4" fmla="*/ 2 w 98"/>
                <a:gd name="T5" fmla="*/ 8 h 50"/>
                <a:gd name="T6" fmla="*/ 15 w 98"/>
                <a:gd name="T7" fmla="*/ 2 h 50"/>
                <a:gd name="T8" fmla="*/ 90 w 98"/>
                <a:gd name="T9" fmla="*/ 29 h 50"/>
                <a:gd name="T10" fmla="*/ 96 w 98"/>
                <a:gd name="T11" fmla="*/ 42 h 50"/>
                <a:gd name="T12" fmla="*/ 96 w 98"/>
                <a:gd name="T13" fmla="*/ 42 h 50"/>
                <a:gd name="T14" fmla="*/ 83 w 98"/>
                <a:gd name="T15" fmla="*/ 48 h 50"/>
                <a:gd name="T16" fmla="*/ 8 w 98"/>
                <a:gd name="T17" fmla="*/ 2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50">
                  <a:moveTo>
                    <a:pt x="8" y="21"/>
                  </a:moveTo>
                  <a:cubicBezTo>
                    <a:pt x="3" y="19"/>
                    <a:pt x="0" y="13"/>
                    <a:pt x="2" y="8"/>
                  </a:cubicBezTo>
                  <a:cubicBezTo>
                    <a:pt x="2" y="8"/>
                    <a:pt x="2" y="8"/>
                    <a:pt x="2" y="8"/>
                  </a:cubicBezTo>
                  <a:cubicBezTo>
                    <a:pt x="4" y="2"/>
                    <a:pt x="10" y="0"/>
                    <a:pt x="15" y="2"/>
                  </a:cubicBezTo>
                  <a:cubicBezTo>
                    <a:pt x="90" y="29"/>
                    <a:pt x="90" y="29"/>
                    <a:pt x="90" y="29"/>
                  </a:cubicBezTo>
                  <a:cubicBezTo>
                    <a:pt x="95" y="31"/>
                    <a:pt x="98" y="37"/>
                    <a:pt x="96" y="42"/>
                  </a:cubicBezTo>
                  <a:cubicBezTo>
                    <a:pt x="96" y="42"/>
                    <a:pt x="96" y="42"/>
                    <a:pt x="96" y="42"/>
                  </a:cubicBezTo>
                  <a:cubicBezTo>
                    <a:pt x="94" y="47"/>
                    <a:pt x="88" y="50"/>
                    <a:pt x="83" y="48"/>
                  </a:cubicBezTo>
                  <a:lnTo>
                    <a:pt x="8" y="21"/>
                  </a:lnTo>
                  <a:close/>
                </a:path>
              </a:pathLst>
            </a:custGeom>
            <a:grpFill/>
            <a:ln>
              <a:noFill/>
            </a:ln>
          </p:spPr>
          <p:txBody>
            <a:bodyPr vert="horz" wrap="square" lIns="91440" tIns="45720" rIns="91440" bIns="45720" numCol="1" anchor="t" anchorCtr="0" compatLnSpc="1"/>
            <a:lstStyle/>
            <a:p>
              <a:endParaRPr lang="zh-CN" altLang="en-US"/>
            </a:p>
          </p:txBody>
        </p:sp>
        <p:sp>
          <p:nvSpPr>
            <p:cNvPr id="82" name="chenying0907 28"/>
            <p:cNvSpPr/>
            <p:nvPr/>
          </p:nvSpPr>
          <p:spPr bwMode="auto">
            <a:xfrm>
              <a:off x="5425743" y="3035335"/>
              <a:ext cx="216092" cy="77935"/>
            </a:xfrm>
            <a:custGeom>
              <a:avLst/>
              <a:gdLst>
                <a:gd name="T0" fmla="*/ 9 w 100"/>
                <a:gd name="T1" fmla="*/ 21 h 36"/>
                <a:gd name="T2" fmla="*/ 1 w 100"/>
                <a:gd name="T3" fmla="*/ 10 h 36"/>
                <a:gd name="T4" fmla="*/ 1 w 100"/>
                <a:gd name="T5" fmla="*/ 10 h 36"/>
                <a:gd name="T6" fmla="*/ 12 w 100"/>
                <a:gd name="T7" fmla="*/ 1 h 36"/>
                <a:gd name="T8" fmla="*/ 91 w 100"/>
                <a:gd name="T9" fmla="*/ 15 h 36"/>
                <a:gd name="T10" fmla="*/ 99 w 100"/>
                <a:gd name="T11" fmla="*/ 27 h 36"/>
                <a:gd name="T12" fmla="*/ 99 w 100"/>
                <a:gd name="T13" fmla="*/ 27 h 36"/>
                <a:gd name="T14" fmla="*/ 87 w 100"/>
                <a:gd name="T15" fmla="*/ 35 h 36"/>
                <a:gd name="T16" fmla="*/ 9 w 100"/>
                <a:gd name="T17"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36">
                  <a:moveTo>
                    <a:pt x="9" y="21"/>
                  </a:moveTo>
                  <a:cubicBezTo>
                    <a:pt x="3" y="20"/>
                    <a:pt x="0" y="15"/>
                    <a:pt x="1" y="10"/>
                  </a:cubicBezTo>
                  <a:cubicBezTo>
                    <a:pt x="1" y="10"/>
                    <a:pt x="1" y="10"/>
                    <a:pt x="1" y="10"/>
                  </a:cubicBezTo>
                  <a:cubicBezTo>
                    <a:pt x="2" y="4"/>
                    <a:pt x="7" y="0"/>
                    <a:pt x="12" y="1"/>
                  </a:cubicBezTo>
                  <a:cubicBezTo>
                    <a:pt x="91" y="15"/>
                    <a:pt x="91" y="15"/>
                    <a:pt x="91" y="15"/>
                  </a:cubicBezTo>
                  <a:cubicBezTo>
                    <a:pt x="96" y="16"/>
                    <a:pt x="100" y="21"/>
                    <a:pt x="99" y="27"/>
                  </a:cubicBezTo>
                  <a:cubicBezTo>
                    <a:pt x="99" y="27"/>
                    <a:pt x="99" y="27"/>
                    <a:pt x="99" y="27"/>
                  </a:cubicBezTo>
                  <a:cubicBezTo>
                    <a:pt x="98" y="32"/>
                    <a:pt x="93" y="36"/>
                    <a:pt x="87" y="35"/>
                  </a:cubicBezTo>
                  <a:lnTo>
                    <a:pt x="9" y="21"/>
                  </a:lnTo>
                  <a:close/>
                </a:path>
              </a:pathLst>
            </a:custGeom>
            <a:grpFill/>
            <a:ln>
              <a:noFill/>
            </a:ln>
          </p:spPr>
          <p:txBody>
            <a:bodyPr vert="horz" wrap="square" lIns="91440" tIns="45720" rIns="91440" bIns="45720" numCol="1" anchor="t" anchorCtr="0" compatLnSpc="1"/>
            <a:lstStyle/>
            <a:p>
              <a:endParaRPr lang="zh-CN" altLang="en-US"/>
            </a:p>
          </p:txBody>
        </p:sp>
        <p:sp>
          <p:nvSpPr>
            <p:cNvPr id="83" name="chenying0907 29"/>
            <p:cNvSpPr/>
            <p:nvPr/>
          </p:nvSpPr>
          <p:spPr bwMode="auto">
            <a:xfrm>
              <a:off x="5439913" y="2883008"/>
              <a:ext cx="216092" cy="42510"/>
            </a:xfrm>
            <a:custGeom>
              <a:avLst/>
              <a:gdLst>
                <a:gd name="T0" fmla="*/ 10 w 100"/>
                <a:gd name="T1" fmla="*/ 20 h 20"/>
                <a:gd name="T2" fmla="*/ 0 w 100"/>
                <a:gd name="T3" fmla="*/ 10 h 20"/>
                <a:gd name="T4" fmla="*/ 0 w 100"/>
                <a:gd name="T5" fmla="*/ 10 h 20"/>
                <a:gd name="T6" fmla="*/ 10 w 100"/>
                <a:gd name="T7" fmla="*/ 0 h 20"/>
                <a:gd name="T8" fmla="*/ 90 w 100"/>
                <a:gd name="T9" fmla="*/ 0 h 20"/>
                <a:gd name="T10" fmla="*/ 100 w 100"/>
                <a:gd name="T11" fmla="*/ 10 h 20"/>
                <a:gd name="T12" fmla="*/ 100 w 100"/>
                <a:gd name="T13" fmla="*/ 10 h 20"/>
                <a:gd name="T14" fmla="*/ 90 w 100"/>
                <a:gd name="T15" fmla="*/ 20 h 20"/>
                <a:gd name="T16" fmla="*/ 10 w 100"/>
                <a:gd name="T1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20">
                  <a:moveTo>
                    <a:pt x="10" y="20"/>
                  </a:moveTo>
                  <a:cubicBezTo>
                    <a:pt x="5" y="20"/>
                    <a:pt x="0" y="16"/>
                    <a:pt x="0" y="10"/>
                  </a:cubicBezTo>
                  <a:cubicBezTo>
                    <a:pt x="0" y="10"/>
                    <a:pt x="0" y="10"/>
                    <a:pt x="0" y="10"/>
                  </a:cubicBezTo>
                  <a:cubicBezTo>
                    <a:pt x="0" y="5"/>
                    <a:pt x="5" y="0"/>
                    <a:pt x="10" y="0"/>
                  </a:cubicBezTo>
                  <a:cubicBezTo>
                    <a:pt x="90" y="0"/>
                    <a:pt x="90" y="0"/>
                    <a:pt x="90" y="0"/>
                  </a:cubicBezTo>
                  <a:cubicBezTo>
                    <a:pt x="96" y="0"/>
                    <a:pt x="100" y="5"/>
                    <a:pt x="100" y="10"/>
                  </a:cubicBezTo>
                  <a:cubicBezTo>
                    <a:pt x="100" y="10"/>
                    <a:pt x="100" y="10"/>
                    <a:pt x="100" y="10"/>
                  </a:cubicBezTo>
                  <a:cubicBezTo>
                    <a:pt x="100" y="16"/>
                    <a:pt x="96" y="20"/>
                    <a:pt x="90" y="20"/>
                  </a:cubicBezTo>
                  <a:lnTo>
                    <a:pt x="10" y="20"/>
                  </a:lnTo>
                  <a:close/>
                </a:path>
              </a:pathLst>
            </a:custGeom>
            <a:grpFill/>
            <a:ln>
              <a:noFill/>
            </a:ln>
          </p:spPr>
          <p:txBody>
            <a:bodyPr vert="horz" wrap="square" lIns="91440" tIns="45720" rIns="91440" bIns="45720" numCol="1" anchor="t" anchorCtr="0" compatLnSpc="1"/>
            <a:lstStyle/>
            <a:p>
              <a:endParaRPr lang="zh-CN" altLang="en-US"/>
            </a:p>
          </p:txBody>
        </p:sp>
        <p:sp>
          <p:nvSpPr>
            <p:cNvPr id="84" name="chenying0907 30"/>
            <p:cNvSpPr/>
            <p:nvPr/>
          </p:nvSpPr>
          <p:spPr bwMode="auto">
            <a:xfrm>
              <a:off x="5427515" y="2695255"/>
              <a:ext cx="216092" cy="77935"/>
            </a:xfrm>
            <a:custGeom>
              <a:avLst/>
              <a:gdLst>
                <a:gd name="T0" fmla="*/ 12 w 100"/>
                <a:gd name="T1" fmla="*/ 35 h 36"/>
                <a:gd name="T2" fmla="*/ 1 w 100"/>
                <a:gd name="T3" fmla="*/ 27 h 36"/>
                <a:gd name="T4" fmla="*/ 1 w 100"/>
                <a:gd name="T5" fmla="*/ 27 h 36"/>
                <a:gd name="T6" fmla="*/ 9 w 100"/>
                <a:gd name="T7" fmla="*/ 15 h 36"/>
                <a:gd name="T8" fmla="*/ 87 w 100"/>
                <a:gd name="T9" fmla="*/ 1 h 36"/>
                <a:gd name="T10" fmla="*/ 99 w 100"/>
                <a:gd name="T11" fmla="*/ 10 h 36"/>
                <a:gd name="T12" fmla="*/ 99 w 100"/>
                <a:gd name="T13" fmla="*/ 10 h 36"/>
                <a:gd name="T14" fmla="*/ 91 w 100"/>
                <a:gd name="T15" fmla="*/ 21 h 36"/>
                <a:gd name="T16" fmla="*/ 12 w 100"/>
                <a:gd name="T1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36">
                  <a:moveTo>
                    <a:pt x="12" y="35"/>
                  </a:moveTo>
                  <a:cubicBezTo>
                    <a:pt x="7" y="36"/>
                    <a:pt x="1" y="33"/>
                    <a:pt x="1" y="27"/>
                  </a:cubicBezTo>
                  <a:cubicBezTo>
                    <a:pt x="1" y="27"/>
                    <a:pt x="1" y="27"/>
                    <a:pt x="1" y="27"/>
                  </a:cubicBezTo>
                  <a:cubicBezTo>
                    <a:pt x="0" y="21"/>
                    <a:pt x="3" y="16"/>
                    <a:pt x="9" y="15"/>
                  </a:cubicBezTo>
                  <a:cubicBezTo>
                    <a:pt x="87" y="1"/>
                    <a:pt x="87" y="1"/>
                    <a:pt x="87" y="1"/>
                  </a:cubicBezTo>
                  <a:cubicBezTo>
                    <a:pt x="93" y="0"/>
                    <a:pt x="98" y="4"/>
                    <a:pt x="99" y="10"/>
                  </a:cubicBezTo>
                  <a:cubicBezTo>
                    <a:pt x="99" y="10"/>
                    <a:pt x="99" y="10"/>
                    <a:pt x="99" y="10"/>
                  </a:cubicBezTo>
                  <a:cubicBezTo>
                    <a:pt x="100" y="15"/>
                    <a:pt x="96" y="20"/>
                    <a:pt x="91" y="21"/>
                  </a:cubicBezTo>
                  <a:lnTo>
                    <a:pt x="12" y="35"/>
                  </a:lnTo>
                  <a:close/>
                </a:path>
              </a:pathLst>
            </a:custGeom>
            <a:grpFill/>
            <a:ln>
              <a:noFill/>
            </a:ln>
          </p:spPr>
          <p:txBody>
            <a:bodyPr vert="horz" wrap="square" lIns="91440" tIns="45720" rIns="91440" bIns="45720" numCol="1" anchor="t" anchorCtr="0" compatLnSpc="1"/>
            <a:lstStyle/>
            <a:p>
              <a:endParaRPr lang="zh-CN" altLang="en-US"/>
            </a:p>
          </p:txBody>
        </p:sp>
        <p:sp>
          <p:nvSpPr>
            <p:cNvPr id="85" name="chenying0907 31"/>
            <p:cNvSpPr/>
            <p:nvPr/>
          </p:nvSpPr>
          <p:spPr bwMode="auto">
            <a:xfrm>
              <a:off x="5386775" y="2512816"/>
              <a:ext cx="210779" cy="111589"/>
            </a:xfrm>
            <a:custGeom>
              <a:avLst/>
              <a:gdLst>
                <a:gd name="T0" fmla="*/ 15 w 98"/>
                <a:gd name="T1" fmla="*/ 49 h 51"/>
                <a:gd name="T2" fmla="*/ 2 w 98"/>
                <a:gd name="T3" fmla="*/ 43 h 51"/>
                <a:gd name="T4" fmla="*/ 2 w 98"/>
                <a:gd name="T5" fmla="*/ 43 h 51"/>
                <a:gd name="T6" fmla="*/ 8 w 98"/>
                <a:gd name="T7" fmla="*/ 30 h 51"/>
                <a:gd name="T8" fmla="*/ 83 w 98"/>
                <a:gd name="T9" fmla="*/ 2 h 51"/>
                <a:gd name="T10" fmla="*/ 96 w 98"/>
                <a:gd name="T11" fmla="*/ 8 h 51"/>
                <a:gd name="T12" fmla="*/ 96 w 98"/>
                <a:gd name="T13" fmla="*/ 8 h 51"/>
                <a:gd name="T14" fmla="*/ 90 w 98"/>
                <a:gd name="T15" fmla="*/ 22 h 51"/>
                <a:gd name="T16" fmla="*/ 15 w 98"/>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51">
                  <a:moveTo>
                    <a:pt x="15" y="49"/>
                  </a:moveTo>
                  <a:cubicBezTo>
                    <a:pt x="9" y="51"/>
                    <a:pt x="4" y="48"/>
                    <a:pt x="2" y="43"/>
                  </a:cubicBezTo>
                  <a:cubicBezTo>
                    <a:pt x="2" y="43"/>
                    <a:pt x="2" y="43"/>
                    <a:pt x="2" y="43"/>
                  </a:cubicBezTo>
                  <a:cubicBezTo>
                    <a:pt x="0" y="37"/>
                    <a:pt x="3" y="32"/>
                    <a:pt x="8" y="30"/>
                  </a:cubicBezTo>
                  <a:cubicBezTo>
                    <a:pt x="83" y="2"/>
                    <a:pt x="83" y="2"/>
                    <a:pt x="83" y="2"/>
                  </a:cubicBezTo>
                  <a:cubicBezTo>
                    <a:pt x="88" y="0"/>
                    <a:pt x="94" y="3"/>
                    <a:pt x="96" y="8"/>
                  </a:cubicBezTo>
                  <a:cubicBezTo>
                    <a:pt x="96" y="8"/>
                    <a:pt x="96" y="8"/>
                    <a:pt x="96" y="8"/>
                  </a:cubicBezTo>
                  <a:cubicBezTo>
                    <a:pt x="98" y="14"/>
                    <a:pt x="95" y="20"/>
                    <a:pt x="90" y="22"/>
                  </a:cubicBezTo>
                  <a:lnTo>
                    <a:pt x="15" y="49"/>
                  </a:lnTo>
                  <a:close/>
                </a:path>
              </a:pathLst>
            </a:custGeom>
            <a:grpFill/>
            <a:ln>
              <a:noFill/>
            </a:ln>
          </p:spPr>
          <p:txBody>
            <a:bodyPr vert="horz" wrap="square" lIns="91440" tIns="45720" rIns="91440" bIns="45720" numCol="1" anchor="t" anchorCtr="0" compatLnSpc="1"/>
            <a:lstStyle/>
            <a:p>
              <a:endParaRPr lang="zh-CN" altLang="en-US"/>
            </a:p>
          </p:txBody>
        </p:sp>
        <p:sp>
          <p:nvSpPr>
            <p:cNvPr id="86" name="chenying0907 32"/>
            <p:cNvSpPr/>
            <p:nvPr/>
          </p:nvSpPr>
          <p:spPr bwMode="auto">
            <a:xfrm>
              <a:off x="5319468" y="2344548"/>
              <a:ext cx="200152" cy="136387"/>
            </a:xfrm>
            <a:custGeom>
              <a:avLst/>
              <a:gdLst>
                <a:gd name="T0" fmla="*/ 17 w 93"/>
                <a:gd name="T1" fmla="*/ 60 h 63"/>
                <a:gd name="T2" fmla="*/ 3 w 93"/>
                <a:gd name="T3" fmla="*/ 57 h 63"/>
                <a:gd name="T4" fmla="*/ 3 w 93"/>
                <a:gd name="T5" fmla="*/ 57 h 63"/>
                <a:gd name="T6" fmla="*/ 7 w 93"/>
                <a:gd name="T7" fmla="*/ 43 h 63"/>
                <a:gd name="T8" fmla="*/ 76 w 93"/>
                <a:gd name="T9" fmla="*/ 3 h 63"/>
                <a:gd name="T10" fmla="*/ 90 w 93"/>
                <a:gd name="T11" fmla="*/ 7 h 63"/>
                <a:gd name="T12" fmla="*/ 90 w 93"/>
                <a:gd name="T13" fmla="*/ 7 h 63"/>
                <a:gd name="T14" fmla="*/ 86 w 93"/>
                <a:gd name="T15" fmla="*/ 20 h 63"/>
                <a:gd name="T16" fmla="*/ 17 w 93"/>
                <a:gd name="T17"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63">
                  <a:moveTo>
                    <a:pt x="17" y="60"/>
                  </a:moveTo>
                  <a:cubicBezTo>
                    <a:pt x="12" y="63"/>
                    <a:pt x="6" y="61"/>
                    <a:pt x="3" y="57"/>
                  </a:cubicBezTo>
                  <a:cubicBezTo>
                    <a:pt x="3" y="57"/>
                    <a:pt x="3" y="57"/>
                    <a:pt x="3" y="57"/>
                  </a:cubicBezTo>
                  <a:cubicBezTo>
                    <a:pt x="0" y="52"/>
                    <a:pt x="2" y="45"/>
                    <a:pt x="7" y="43"/>
                  </a:cubicBezTo>
                  <a:cubicBezTo>
                    <a:pt x="76" y="3"/>
                    <a:pt x="76" y="3"/>
                    <a:pt x="76" y="3"/>
                  </a:cubicBezTo>
                  <a:cubicBezTo>
                    <a:pt x="81" y="0"/>
                    <a:pt x="87" y="2"/>
                    <a:pt x="90" y="7"/>
                  </a:cubicBezTo>
                  <a:cubicBezTo>
                    <a:pt x="90" y="7"/>
                    <a:pt x="90" y="7"/>
                    <a:pt x="90" y="7"/>
                  </a:cubicBezTo>
                  <a:cubicBezTo>
                    <a:pt x="93" y="11"/>
                    <a:pt x="91" y="18"/>
                    <a:pt x="86" y="20"/>
                  </a:cubicBezTo>
                  <a:lnTo>
                    <a:pt x="17" y="60"/>
                  </a:lnTo>
                  <a:close/>
                </a:path>
              </a:pathLst>
            </a:custGeom>
            <a:grpFill/>
            <a:ln>
              <a:noFill/>
            </a:ln>
          </p:spPr>
          <p:txBody>
            <a:bodyPr vert="horz" wrap="square" lIns="91440" tIns="45720" rIns="91440" bIns="45720" numCol="1" anchor="t" anchorCtr="0" compatLnSpc="1"/>
            <a:lstStyle/>
            <a:p>
              <a:endParaRPr lang="zh-CN" altLang="en-US"/>
            </a:p>
          </p:txBody>
        </p:sp>
        <p:sp>
          <p:nvSpPr>
            <p:cNvPr id="87" name="chenying0907 33"/>
            <p:cNvSpPr/>
            <p:nvPr/>
          </p:nvSpPr>
          <p:spPr bwMode="auto">
            <a:xfrm>
              <a:off x="5232677" y="2192221"/>
              <a:ext cx="178897" cy="159412"/>
            </a:xfrm>
            <a:custGeom>
              <a:avLst/>
              <a:gdLst>
                <a:gd name="T0" fmla="*/ 17 w 83"/>
                <a:gd name="T1" fmla="*/ 71 h 74"/>
                <a:gd name="T2" fmla="*/ 3 w 83"/>
                <a:gd name="T3" fmla="*/ 69 h 74"/>
                <a:gd name="T4" fmla="*/ 3 w 83"/>
                <a:gd name="T5" fmla="*/ 69 h 74"/>
                <a:gd name="T6" fmla="*/ 4 w 83"/>
                <a:gd name="T7" fmla="*/ 55 h 74"/>
                <a:gd name="T8" fmla="*/ 65 w 83"/>
                <a:gd name="T9" fmla="*/ 4 h 74"/>
                <a:gd name="T10" fmla="*/ 80 w 83"/>
                <a:gd name="T11" fmla="*/ 5 h 74"/>
                <a:gd name="T12" fmla="*/ 80 w 83"/>
                <a:gd name="T13" fmla="*/ 5 h 74"/>
                <a:gd name="T14" fmla="*/ 79 w 83"/>
                <a:gd name="T15" fmla="*/ 20 h 74"/>
                <a:gd name="T16" fmla="*/ 17 w 83"/>
                <a:gd name="T17" fmla="*/ 7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3" h="74">
                  <a:moveTo>
                    <a:pt x="17" y="71"/>
                  </a:moveTo>
                  <a:cubicBezTo>
                    <a:pt x="13" y="74"/>
                    <a:pt x="7" y="74"/>
                    <a:pt x="3" y="69"/>
                  </a:cubicBezTo>
                  <a:cubicBezTo>
                    <a:pt x="3" y="69"/>
                    <a:pt x="3" y="69"/>
                    <a:pt x="3" y="69"/>
                  </a:cubicBezTo>
                  <a:cubicBezTo>
                    <a:pt x="0" y="65"/>
                    <a:pt x="0" y="59"/>
                    <a:pt x="4" y="55"/>
                  </a:cubicBezTo>
                  <a:cubicBezTo>
                    <a:pt x="65" y="4"/>
                    <a:pt x="65" y="4"/>
                    <a:pt x="65" y="4"/>
                  </a:cubicBezTo>
                  <a:cubicBezTo>
                    <a:pt x="70" y="0"/>
                    <a:pt x="76" y="1"/>
                    <a:pt x="80" y="5"/>
                  </a:cubicBezTo>
                  <a:cubicBezTo>
                    <a:pt x="80" y="5"/>
                    <a:pt x="80" y="5"/>
                    <a:pt x="80" y="5"/>
                  </a:cubicBezTo>
                  <a:cubicBezTo>
                    <a:pt x="83" y="9"/>
                    <a:pt x="83" y="16"/>
                    <a:pt x="79" y="20"/>
                  </a:cubicBezTo>
                  <a:lnTo>
                    <a:pt x="17" y="71"/>
                  </a:lnTo>
                  <a:close/>
                </a:path>
              </a:pathLst>
            </a:custGeom>
            <a:grpFill/>
            <a:ln>
              <a:noFill/>
            </a:ln>
          </p:spPr>
          <p:txBody>
            <a:bodyPr vert="horz" wrap="square" lIns="91440" tIns="45720" rIns="91440" bIns="45720" numCol="1" anchor="t" anchorCtr="0" compatLnSpc="1"/>
            <a:lstStyle/>
            <a:p>
              <a:endParaRPr lang="zh-CN" altLang="en-US"/>
            </a:p>
          </p:txBody>
        </p:sp>
        <p:sp>
          <p:nvSpPr>
            <p:cNvPr id="88" name="chenying0907 34"/>
            <p:cNvSpPr/>
            <p:nvPr/>
          </p:nvSpPr>
          <p:spPr bwMode="auto">
            <a:xfrm>
              <a:off x="4853630" y="1871624"/>
              <a:ext cx="106275" cy="212550"/>
            </a:xfrm>
            <a:custGeom>
              <a:avLst/>
              <a:gdLst>
                <a:gd name="T0" fmla="*/ 21 w 50"/>
                <a:gd name="T1" fmla="*/ 90 h 98"/>
                <a:gd name="T2" fmla="*/ 8 w 50"/>
                <a:gd name="T3" fmla="*/ 96 h 98"/>
                <a:gd name="T4" fmla="*/ 8 w 50"/>
                <a:gd name="T5" fmla="*/ 96 h 98"/>
                <a:gd name="T6" fmla="*/ 2 w 50"/>
                <a:gd name="T7" fmla="*/ 83 h 98"/>
                <a:gd name="T8" fmla="*/ 29 w 50"/>
                <a:gd name="T9" fmla="*/ 8 h 98"/>
                <a:gd name="T10" fmla="*/ 42 w 50"/>
                <a:gd name="T11" fmla="*/ 2 h 98"/>
                <a:gd name="T12" fmla="*/ 42 w 50"/>
                <a:gd name="T13" fmla="*/ 2 h 98"/>
                <a:gd name="T14" fmla="*/ 49 w 50"/>
                <a:gd name="T15" fmla="*/ 15 h 98"/>
                <a:gd name="T16" fmla="*/ 21 w 50"/>
                <a:gd name="T17" fmla="*/ 9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98">
                  <a:moveTo>
                    <a:pt x="21" y="90"/>
                  </a:moveTo>
                  <a:cubicBezTo>
                    <a:pt x="19" y="95"/>
                    <a:pt x="14" y="98"/>
                    <a:pt x="8" y="96"/>
                  </a:cubicBezTo>
                  <a:cubicBezTo>
                    <a:pt x="8" y="96"/>
                    <a:pt x="8" y="96"/>
                    <a:pt x="8" y="96"/>
                  </a:cubicBezTo>
                  <a:cubicBezTo>
                    <a:pt x="3" y="94"/>
                    <a:pt x="0" y="88"/>
                    <a:pt x="2" y="83"/>
                  </a:cubicBezTo>
                  <a:cubicBezTo>
                    <a:pt x="29" y="8"/>
                    <a:pt x="29" y="8"/>
                    <a:pt x="29" y="8"/>
                  </a:cubicBezTo>
                  <a:cubicBezTo>
                    <a:pt x="31" y="3"/>
                    <a:pt x="37" y="0"/>
                    <a:pt x="42" y="2"/>
                  </a:cubicBezTo>
                  <a:cubicBezTo>
                    <a:pt x="42" y="2"/>
                    <a:pt x="42" y="2"/>
                    <a:pt x="42" y="2"/>
                  </a:cubicBezTo>
                  <a:cubicBezTo>
                    <a:pt x="48" y="4"/>
                    <a:pt x="50" y="10"/>
                    <a:pt x="49" y="15"/>
                  </a:cubicBezTo>
                  <a:lnTo>
                    <a:pt x="21" y="90"/>
                  </a:lnTo>
                  <a:close/>
                </a:path>
              </a:pathLst>
            </a:custGeom>
            <a:grpFill/>
            <a:ln>
              <a:noFill/>
            </a:ln>
          </p:spPr>
          <p:txBody>
            <a:bodyPr vert="horz" wrap="square" lIns="91440" tIns="45720" rIns="91440" bIns="45720" numCol="1" anchor="t" anchorCtr="0" compatLnSpc="1"/>
            <a:lstStyle/>
            <a:p>
              <a:endParaRPr lang="zh-CN" altLang="en-US"/>
            </a:p>
          </p:txBody>
        </p:sp>
        <p:sp>
          <p:nvSpPr>
            <p:cNvPr id="89" name="chenying0907 35"/>
            <p:cNvSpPr/>
            <p:nvPr/>
          </p:nvSpPr>
          <p:spPr bwMode="auto">
            <a:xfrm>
              <a:off x="4703073" y="1825572"/>
              <a:ext cx="77935" cy="216092"/>
            </a:xfrm>
            <a:custGeom>
              <a:avLst/>
              <a:gdLst>
                <a:gd name="T0" fmla="*/ 21 w 36"/>
                <a:gd name="T1" fmla="*/ 91 h 100"/>
                <a:gd name="T2" fmla="*/ 9 w 36"/>
                <a:gd name="T3" fmla="*/ 99 h 100"/>
                <a:gd name="T4" fmla="*/ 9 w 36"/>
                <a:gd name="T5" fmla="*/ 99 h 100"/>
                <a:gd name="T6" fmla="*/ 1 w 36"/>
                <a:gd name="T7" fmla="*/ 88 h 100"/>
                <a:gd name="T8" fmla="*/ 15 w 36"/>
                <a:gd name="T9" fmla="*/ 9 h 100"/>
                <a:gd name="T10" fmla="*/ 27 w 36"/>
                <a:gd name="T11" fmla="*/ 1 h 100"/>
                <a:gd name="T12" fmla="*/ 27 w 36"/>
                <a:gd name="T13" fmla="*/ 1 h 100"/>
                <a:gd name="T14" fmla="*/ 35 w 36"/>
                <a:gd name="T15" fmla="*/ 13 h 100"/>
                <a:gd name="T16" fmla="*/ 21 w 36"/>
                <a:gd name="T17" fmla="*/ 9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00">
                  <a:moveTo>
                    <a:pt x="21" y="91"/>
                  </a:moveTo>
                  <a:cubicBezTo>
                    <a:pt x="20" y="97"/>
                    <a:pt x="15" y="100"/>
                    <a:pt x="9" y="99"/>
                  </a:cubicBezTo>
                  <a:cubicBezTo>
                    <a:pt x="9" y="99"/>
                    <a:pt x="9" y="99"/>
                    <a:pt x="9" y="99"/>
                  </a:cubicBezTo>
                  <a:cubicBezTo>
                    <a:pt x="4" y="98"/>
                    <a:pt x="0" y="93"/>
                    <a:pt x="1" y="88"/>
                  </a:cubicBezTo>
                  <a:cubicBezTo>
                    <a:pt x="15" y="9"/>
                    <a:pt x="15" y="9"/>
                    <a:pt x="15" y="9"/>
                  </a:cubicBezTo>
                  <a:cubicBezTo>
                    <a:pt x="16" y="4"/>
                    <a:pt x="21" y="0"/>
                    <a:pt x="27" y="1"/>
                  </a:cubicBezTo>
                  <a:cubicBezTo>
                    <a:pt x="27" y="1"/>
                    <a:pt x="27" y="1"/>
                    <a:pt x="27" y="1"/>
                  </a:cubicBezTo>
                  <a:cubicBezTo>
                    <a:pt x="32" y="2"/>
                    <a:pt x="36" y="7"/>
                    <a:pt x="35" y="13"/>
                  </a:cubicBezTo>
                  <a:lnTo>
                    <a:pt x="21" y="91"/>
                  </a:lnTo>
                  <a:close/>
                </a:path>
              </a:pathLst>
            </a:custGeom>
            <a:grpFill/>
            <a:ln>
              <a:noFill/>
            </a:ln>
          </p:spPr>
          <p:txBody>
            <a:bodyPr vert="horz" wrap="square" lIns="91440" tIns="45720" rIns="91440" bIns="45720" numCol="1" anchor="t" anchorCtr="0" compatLnSpc="1"/>
            <a:lstStyle/>
            <a:p>
              <a:endParaRPr lang="zh-CN" altLang="en-US"/>
            </a:p>
          </p:txBody>
        </p:sp>
      </p:grpSp>
      <p:sp>
        <p:nvSpPr>
          <p:cNvPr id="90" name="Oval 36"/>
          <p:cNvSpPr>
            <a:spLocks noChangeArrowheads="1"/>
          </p:cNvSpPr>
          <p:nvPr/>
        </p:nvSpPr>
        <p:spPr bwMode="auto">
          <a:xfrm>
            <a:off x="3827500" y="1789810"/>
            <a:ext cx="360716" cy="360716"/>
          </a:xfrm>
          <a:prstGeom prst="ellipse">
            <a:avLst/>
          </a:prstGeom>
          <a:solidFill>
            <a:schemeClr val="accent1"/>
          </a:solidFill>
          <a:ln>
            <a:noFill/>
          </a:ln>
        </p:spPr>
        <p:txBody>
          <a:bodyPr vert="horz" wrap="square" lIns="91423" tIns="45711" rIns="91423" bIns="45711" numCol="1" anchor="t" anchorCtr="0" compatLnSpc="1"/>
          <a:lstStyle/>
          <a:p>
            <a:endParaRPr lang="zh-CN" altLang="en-US"/>
          </a:p>
        </p:txBody>
      </p:sp>
      <p:sp>
        <p:nvSpPr>
          <p:cNvPr id="91" name="Oval 37"/>
          <p:cNvSpPr>
            <a:spLocks noChangeArrowheads="1"/>
          </p:cNvSpPr>
          <p:nvPr/>
        </p:nvSpPr>
        <p:spPr bwMode="auto">
          <a:xfrm>
            <a:off x="3563584" y="3176819"/>
            <a:ext cx="360716" cy="358701"/>
          </a:xfrm>
          <a:prstGeom prst="ellipse">
            <a:avLst/>
          </a:prstGeom>
          <a:solidFill>
            <a:schemeClr val="accent3"/>
          </a:solidFill>
          <a:ln>
            <a:noFill/>
          </a:ln>
        </p:spPr>
        <p:txBody>
          <a:bodyPr vert="horz" wrap="square" lIns="91423" tIns="45711" rIns="91423" bIns="45711" numCol="1" anchor="t" anchorCtr="0" compatLnSpc="1"/>
          <a:lstStyle/>
          <a:p>
            <a:endParaRPr lang="zh-CN" altLang="en-US"/>
          </a:p>
        </p:txBody>
      </p:sp>
      <p:sp>
        <p:nvSpPr>
          <p:cNvPr id="92" name="Oval 38"/>
          <p:cNvSpPr>
            <a:spLocks noChangeArrowheads="1"/>
          </p:cNvSpPr>
          <p:nvPr/>
        </p:nvSpPr>
        <p:spPr bwMode="auto">
          <a:xfrm>
            <a:off x="5219702" y="3176819"/>
            <a:ext cx="360716" cy="358701"/>
          </a:xfrm>
          <a:prstGeom prst="ellipse">
            <a:avLst/>
          </a:prstGeom>
          <a:solidFill>
            <a:schemeClr val="accent2"/>
          </a:solidFill>
          <a:ln>
            <a:noFill/>
          </a:ln>
        </p:spPr>
        <p:txBody>
          <a:bodyPr vert="horz" wrap="square" lIns="91423" tIns="45711" rIns="91423" bIns="45711" numCol="1" anchor="t" anchorCtr="0" compatLnSpc="1"/>
          <a:lstStyle/>
          <a:p>
            <a:endParaRPr lang="zh-CN" altLang="en-US"/>
          </a:p>
        </p:txBody>
      </p:sp>
      <p:sp>
        <p:nvSpPr>
          <p:cNvPr id="93" name="Oval 39"/>
          <p:cNvSpPr>
            <a:spLocks noChangeArrowheads="1"/>
          </p:cNvSpPr>
          <p:nvPr/>
        </p:nvSpPr>
        <p:spPr bwMode="auto">
          <a:xfrm>
            <a:off x="4955786" y="1789810"/>
            <a:ext cx="360716" cy="360716"/>
          </a:xfrm>
          <a:prstGeom prst="ellipse">
            <a:avLst/>
          </a:prstGeom>
          <a:solidFill>
            <a:schemeClr val="accent2"/>
          </a:solidFill>
          <a:ln>
            <a:noFill/>
          </a:ln>
        </p:spPr>
        <p:txBody>
          <a:bodyPr vert="horz" wrap="square" lIns="91423" tIns="45711" rIns="91423" bIns="45711" numCol="1" anchor="t" anchorCtr="0" compatLnSpc="1"/>
          <a:lstStyle/>
          <a:p>
            <a:endParaRPr lang="zh-CN" altLang="en-US"/>
          </a:p>
        </p:txBody>
      </p:sp>
      <p:sp>
        <p:nvSpPr>
          <p:cNvPr id="94" name="Line 40"/>
          <p:cNvSpPr>
            <a:spLocks noChangeShapeType="1"/>
          </p:cNvSpPr>
          <p:nvPr/>
        </p:nvSpPr>
        <p:spPr bwMode="auto">
          <a:xfrm flipH="1">
            <a:off x="1842506" y="1971052"/>
            <a:ext cx="1984995" cy="0"/>
          </a:xfrm>
          <a:prstGeom prst="line">
            <a:avLst/>
          </a:prstGeom>
          <a:noFill/>
          <a:ln w="6350" cap="flat">
            <a:solidFill>
              <a:schemeClr val="bg1">
                <a:lumMod val="50000"/>
              </a:schemeClr>
            </a:solidFill>
            <a:prstDash val="solid"/>
            <a:miter lim="800000"/>
          </a:ln>
          <a:extLst>
            <a:ext uri="{909E8E84-426E-40DD-AFC4-6F175D3DCCD1}">
              <a14:hiddenFill xmlns:a14="http://schemas.microsoft.com/office/drawing/2010/main">
                <a:noFill/>
              </a14:hiddenFill>
            </a:ext>
          </a:extLst>
        </p:spPr>
        <p:txBody>
          <a:bodyPr vert="horz" wrap="square" lIns="91423" tIns="45711" rIns="91423" bIns="45711" numCol="1" anchor="t" anchorCtr="0" compatLnSpc="1"/>
          <a:lstStyle/>
          <a:p>
            <a:endParaRPr lang="zh-CN" altLang="en-US"/>
          </a:p>
        </p:txBody>
      </p:sp>
      <p:sp>
        <p:nvSpPr>
          <p:cNvPr id="95" name="Line 41"/>
          <p:cNvSpPr>
            <a:spLocks noChangeShapeType="1"/>
          </p:cNvSpPr>
          <p:nvPr/>
        </p:nvSpPr>
        <p:spPr bwMode="auto">
          <a:xfrm flipH="1">
            <a:off x="5316502" y="1971052"/>
            <a:ext cx="1984994" cy="0"/>
          </a:xfrm>
          <a:prstGeom prst="line">
            <a:avLst/>
          </a:prstGeom>
          <a:noFill/>
          <a:ln w="6350" cap="flat">
            <a:solidFill>
              <a:schemeClr val="bg1">
                <a:lumMod val="50000"/>
              </a:schemeClr>
            </a:solidFill>
            <a:prstDash val="solid"/>
            <a:miter lim="800000"/>
          </a:ln>
          <a:extLst>
            <a:ext uri="{909E8E84-426E-40DD-AFC4-6F175D3DCCD1}">
              <a14:hiddenFill xmlns:a14="http://schemas.microsoft.com/office/drawing/2010/main">
                <a:noFill/>
              </a14:hiddenFill>
            </a:ext>
          </a:extLst>
        </p:spPr>
        <p:txBody>
          <a:bodyPr vert="horz" wrap="square" lIns="91423" tIns="45711" rIns="91423" bIns="45711" numCol="1" anchor="t" anchorCtr="0" compatLnSpc="1"/>
          <a:lstStyle/>
          <a:p>
            <a:endParaRPr lang="zh-CN" altLang="en-US"/>
          </a:p>
        </p:txBody>
      </p:sp>
      <p:sp>
        <p:nvSpPr>
          <p:cNvPr id="96" name="chenying0907 42"/>
          <p:cNvSpPr/>
          <p:nvPr/>
        </p:nvSpPr>
        <p:spPr bwMode="auto">
          <a:xfrm>
            <a:off x="1842505" y="3535066"/>
            <a:ext cx="1902322" cy="345394"/>
          </a:xfrm>
          <a:custGeom>
            <a:avLst/>
            <a:gdLst>
              <a:gd name="T0" fmla="*/ 881 w 881"/>
              <a:gd name="T1" fmla="*/ 0 h 160"/>
              <a:gd name="T2" fmla="*/ 881 w 881"/>
              <a:gd name="T3" fmla="*/ 110 h 160"/>
              <a:gd name="T4" fmla="*/ 830 w 881"/>
              <a:gd name="T5" fmla="*/ 160 h 160"/>
              <a:gd name="T6" fmla="*/ 0 w 881"/>
              <a:gd name="T7" fmla="*/ 160 h 160"/>
            </a:gdLst>
            <a:ahLst/>
            <a:cxnLst>
              <a:cxn ang="0">
                <a:pos x="T0" y="T1"/>
              </a:cxn>
              <a:cxn ang="0">
                <a:pos x="T2" y="T3"/>
              </a:cxn>
              <a:cxn ang="0">
                <a:pos x="T4" y="T5"/>
              </a:cxn>
              <a:cxn ang="0">
                <a:pos x="T6" y="T7"/>
              </a:cxn>
            </a:cxnLst>
            <a:rect l="0" t="0" r="r" b="b"/>
            <a:pathLst>
              <a:path w="881" h="160">
                <a:moveTo>
                  <a:pt x="881" y="0"/>
                </a:moveTo>
                <a:cubicBezTo>
                  <a:pt x="881" y="110"/>
                  <a:pt x="881" y="110"/>
                  <a:pt x="881" y="110"/>
                </a:cubicBezTo>
                <a:cubicBezTo>
                  <a:pt x="881" y="138"/>
                  <a:pt x="858" y="160"/>
                  <a:pt x="830" y="160"/>
                </a:cubicBezTo>
                <a:cubicBezTo>
                  <a:pt x="0" y="160"/>
                  <a:pt x="0" y="160"/>
                  <a:pt x="0" y="160"/>
                </a:cubicBezTo>
              </a:path>
            </a:pathLst>
          </a:custGeom>
          <a:noFill/>
          <a:ln w="6350" cap="flat">
            <a:solidFill>
              <a:schemeClr val="bg1">
                <a:lumMod val="50000"/>
              </a:scheme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23" tIns="45711" rIns="91423" bIns="45711" numCol="1" anchor="t" anchorCtr="0" compatLnSpc="1"/>
          <a:lstStyle/>
          <a:p>
            <a:endParaRPr lang="zh-CN" altLang="en-US"/>
          </a:p>
        </p:txBody>
      </p:sp>
      <p:sp>
        <p:nvSpPr>
          <p:cNvPr id="97" name="chenying0907 43"/>
          <p:cNvSpPr/>
          <p:nvPr/>
        </p:nvSpPr>
        <p:spPr bwMode="auto">
          <a:xfrm>
            <a:off x="5399175" y="3535066"/>
            <a:ext cx="1902322" cy="345394"/>
          </a:xfrm>
          <a:custGeom>
            <a:avLst/>
            <a:gdLst>
              <a:gd name="T0" fmla="*/ 0 w 881"/>
              <a:gd name="T1" fmla="*/ 0 h 160"/>
              <a:gd name="T2" fmla="*/ 0 w 881"/>
              <a:gd name="T3" fmla="*/ 110 h 160"/>
              <a:gd name="T4" fmla="*/ 51 w 881"/>
              <a:gd name="T5" fmla="*/ 160 h 160"/>
              <a:gd name="T6" fmla="*/ 881 w 881"/>
              <a:gd name="T7" fmla="*/ 160 h 160"/>
            </a:gdLst>
            <a:ahLst/>
            <a:cxnLst>
              <a:cxn ang="0">
                <a:pos x="T0" y="T1"/>
              </a:cxn>
              <a:cxn ang="0">
                <a:pos x="T2" y="T3"/>
              </a:cxn>
              <a:cxn ang="0">
                <a:pos x="T4" y="T5"/>
              </a:cxn>
              <a:cxn ang="0">
                <a:pos x="T6" y="T7"/>
              </a:cxn>
            </a:cxnLst>
            <a:rect l="0" t="0" r="r" b="b"/>
            <a:pathLst>
              <a:path w="881" h="160">
                <a:moveTo>
                  <a:pt x="0" y="0"/>
                </a:moveTo>
                <a:cubicBezTo>
                  <a:pt x="0" y="110"/>
                  <a:pt x="0" y="110"/>
                  <a:pt x="0" y="110"/>
                </a:cubicBezTo>
                <a:cubicBezTo>
                  <a:pt x="0" y="138"/>
                  <a:pt x="23" y="160"/>
                  <a:pt x="51" y="160"/>
                </a:cubicBezTo>
                <a:cubicBezTo>
                  <a:pt x="881" y="160"/>
                  <a:pt x="881" y="160"/>
                  <a:pt x="881" y="160"/>
                </a:cubicBezTo>
              </a:path>
            </a:pathLst>
          </a:custGeom>
          <a:noFill/>
          <a:ln w="6350" cap="flat">
            <a:solidFill>
              <a:schemeClr val="bg1">
                <a:lumMod val="50000"/>
              </a:scheme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23" tIns="45711" rIns="91423" bIns="45711" numCol="1" anchor="t" anchorCtr="0" compatLnSpc="1"/>
          <a:lstStyle/>
          <a:p>
            <a:endParaRPr lang="zh-CN" altLang="en-US"/>
          </a:p>
        </p:txBody>
      </p:sp>
      <p:sp>
        <p:nvSpPr>
          <p:cNvPr id="99" name="Rectangle 49"/>
          <p:cNvSpPr>
            <a:spLocks noChangeArrowheads="1"/>
          </p:cNvSpPr>
          <p:nvPr/>
        </p:nvSpPr>
        <p:spPr bwMode="auto">
          <a:xfrm>
            <a:off x="6084170" y="2035532"/>
            <a:ext cx="121732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1200" dirty="0" smtClean="0">
                <a:solidFill>
                  <a:schemeClr val="bg1">
                    <a:lumMod val="75000"/>
                  </a:schemeClr>
                </a:solidFill>
              </a:rPr>
              <a:t>制造智能的机器，更特指制作人工智能的程序</a:t>
            </a:r>
            <a:endParaRPr lang="zh-CN" altLang="en-US" sz="1200" dirty="0">
              <a:solidFill>
                <a:schemeClr val="bg1">
                  <a:lumMod val="75000"/>
                </a:schemeClr>
              </a:solidFill>
            </a:endParaRPr>
          </a:p>
        </p:txBody>
      </p:sp>
      <p:sp>
        <p:nvSpPr>
          <p:cNvPr id="100" name="Rectangle 49"/>
          <p:cNvSpPr>
            <a:spLocks noChangeArrowheads="1"/>
          </p:cNvSpPr>
          <p:nvPr/>
        </p:nvSpPr>
        <p:spPr bwMode="auto">
          <a:xfrm>
            <a:off x="5572132" y="1714494"/>
            <a:ext cx="292895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r>
              <a:rPr lang="zh-CN" altLang="en-US" sz="1600" dirty="0" smtClean="0">
                <a:solidFill>
                  <a:schemeClr val="bg1">
                    <a:lumMod val="75000"/>
                  </a:schemeClr>
                </a:solidFill>
                <a:latin typeface="微软雅黑" panose="020B0503020204020204" pitchFamily="34" charset="-122"/>
                <a:ea typeface="微软雅黑" panose="020B0503020204020204" pitchFamily="34" charset="-122"/>
              </a:rPr>
              <a:t>人工智能之父约翰</a:t>
            </a:r>
            <a:r>
              <a:rPr lang="en-US" altLang="zh-CN" sz="1600" dirty="0" smtClean="0">
                <a:solidFill>
                  <a:schemeClr val="bg1">
                    <a:lumMod val="75000"/>
                  </a:schemeClr>
                </a:solidFill>
                <a:latin typeface="微软雅黑" panose="020B0503020204020204" pitchFamily="34" charset="-122"/>
                <a:ea typeface="微软雅黑" panose="020B0503020204020204" pitchFamily="34" charset="-122"/>
              </a:rPr>
              <a:t>.</a:t>
            </a:r>
            <a:r>
              <a:rPr lang="zh-CN" altLang="en-US" sz="1600" dirty="0" smtClean="0">
                <a:solidFill>
                  <a:schemeClr val="bg1">
                    <a:lumMod val="75000"/>
                  </a:schemeClr>
                </a:solidFill>
                <a:latin typeface="微软雅黑" panose="020B0503020204020204" pitchFamily="34" charset="-122"/>
                <a:ea typeface="微软雅黑" panose="020B0503020204020204" pitchFamily="34" charset="-122"/>
              </a:rPr>
              <a:t>麦卡锡</a:t>
            </a:r>
            <a:endParaRPr lang="zh-CN" altLang="en-US" sz="160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101" name="Rectangle 49"/>
          <p:cNvSpPr>
            <a:spLocks noChangeArrowheads="1"/>
          </p:cNvSpPr>
          <p:nvPr/>
        </p:nvSpPr>
        <p:spPr bwMode="auto">
          <a:xfrm>
            <a:off x="6084170" y="3930037"/>
            <a:ext cx="121732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1200" dirty="0" smtClean="0">
                <a:solidFill>
                  <a:schemeClr val="bg1">
                    <a:lumMod val="75000"/>
                  </a:schemeClr>
                </a:solidFill>
              </a:rPr>
              <a:t>研究如何使计算机去做过去只有人才能做的智能工作</a:t>
            </a:r>
            <a:endParaRPr lang="zh-CN" altLang="en-US" sz="1200" dirty="0">
              <a:solidFill>
                <a:schemeClr val="bg1">
                  <a:lumMod val="75000"/>
                </a:schemeClr>
              </a:solidFill>
            </a:endParaRPr>
          </a:p>
        </p:txBody>
      </p:sp>
      <p:sp>
        <p:nvSpPr>
          <p:cNvPr id="102" name="Rectangle 49"/>
          <p:cNvSpPr>
            <a:spLocks noChangeArrowheads="1"/>
          </p:cNvSpPr>
          <p:nvPr/>
        </p:nvSpPr>
        <p:spPr bwMode="auto">
          <a:xfrm>
            <a:off x="6084170" y="3684108"/>
            <a:ext cx="13974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r>
              <a:rPr lang="zh-CN" altLang="en-US" sz="1600" dirty="0" smtClean="0">
                <a:solidFill>
                  <a:schemeClr val="bg1">
                    <a:lumMod val="75000"/>
                  </a:schemeClr>
                </a:solidFill>
                <a:latin typeface="微软雅黑" panose="020B0503020204020204" pitchFamily="34" charset="-122"/>
                <a:ea typeface="微软雅黑" panose="020B0503020204020204" pitchFamily="34" charset="-122"/>
              </a:rPr>
              <a:t>温斯顿教授</a:t>
            </a:r>
            <a:endParaRPr lang="zh-CN" altLang="en-US" sz="160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103" name="Rectangle 49"/>
          <p:cNvSpPr>
            <a:spLocks noChangeArrowheads="1"/>
          </p:cNvSpPr>
          <p:nvPr/>
        </p:nvSpPr>
        <p:spPr bwMode="auto">
          <a:xfrm>
            <a:off x="1842370" y="2035532"/>
            <a:ext cx="12173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zh-CN" sz="1200" dirty="0" smtClean="0">
                <a:solidFill>
                  <a:schemeClr val="bg1">
                    <a:lumMod val="75000"/>
                  </a:schemeClr>
                </a:solidFill>
              </a:rPr>
              <a:t>“人工”制造的“智能”</a:t>
            </a:r>
            <a:endParaRPr lang="zh-CN" altLang="en-US" sz="1200" dirty="0" smtClean="0">
              <a:solidFill>
                <a:schemeClr val="bg1">
                  <a:lumMod val="75000"/>
                </a:schemeClr>
              </a:solidFill>
            </a:endParaRPr>
          </a:p>
        </p:txBody>
      </p:sp>
      <p:sp>
        <p:nvSpPr>
          <p:cNvPr id="104" name="Rectangle 49"/>
          <p:cNvSpPr>
            <a:spLocks noChangeArrowheads="1"/>
          </p:cNvSpPr>
          <p:nvPr/>
        </p:nvSpPr>
        <p:spPr bwMode="auto">
          <a:xfrm>
            <a:off x="1842369" y="1714494"/>
            <a:ext cx="13974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r>
              <a:rPr lang="zh-CN" altLang="en-US" sz="1600" dirty="0" smtClean="0">
                <a:solidFill>
                  <a:schemeClr val="bg1">
                    <a:lumMod val="75000"/>
                  </a:schemeClr>
                </a:solidFill>
                <a:latin typeface="微软雅黑" panose="020B0503020204020204" pitchFamily="34" charset="-122"/>
                <a:ea typeface="微软雅黑" panose="020B0503020204020204" pitchFamily="34" charset="-122"/>
              </a:rPr>
              <a:t>字面理解</a:t>
            </a:r>
            <a:endParaRPr lang="zh-CN" altLang="en-US" sz="120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105" name="Rectangle 49"/>
          <p:cNvSpPr>
            <a:spLocks noChangeArrowheads="1"/>
          </p:cNvSpPr>
          <p:nvPr/>
        </p:nvSpPr>
        <p:spPr bwMode="auto">
          <a:xfrm>
            <a:off x="1842370" y="3930037"/>
            <a:ext cx="121732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anose="020B0604020202020204" pitchFamily="34" charset="0"/>
              <a:buNone/>
            </a:pPr>
            <a:r>
              <a:rPr lang="zh-CN" altLang="en-US" sz="1200" dirty="0" smtClean="0">
                <a:solidFill>
                  <a:schemeClr val="bg1">
                    <a:lumMod val="75000"/>
                  </a:schemeClr>
                </a:solidFill>
              </a:rPr>
              <a:t>关于知识的学科</a:t>
            </a:r>
            <a:r>
              <a:rPr lang="en-US" altLang="zh-CN" sz="1200" dirty="0" smtClean="0">
                <a:solidFill>
                  <a:schemeClr val="bg1">
                    <a:lumMod val="75000"/>
                  </a:schemeClr>
                </a:solidFill>
              </a:rPr>
              <a:t>―</a:t>
            </a:r>
            <a:r>
              <a:rPr lang="zh-CN" altLang="en-US" sz="1200" dirty="0" smtClean="0">
                <a:solidFill>
                  <a:schemeClr val="bg1">
                    <a:lumMod val="75000"/>
                  </a:schemeClr>
                </a:solidFill>
              </a:rPr>
              <a:t>怎样表示知识以及怎样获得知识并使用知识的科学</a:t>
            </a:r>
            <a:endParaRPr lang="zh-CN" altLang="en-US" sz="1200" dirty="0">
              <a:solidFill>
                <a:schemeClr val="bg1">
                  <a:lumMod val="75000"/>
                </a:schemeClr>
              </a:solidFill>
            </a:endParaRPr>
          </a:p>
        </p:txBody>
      </p:sp>
      <p:sp>
        <p:nvSpPr>
          <p:cNvPr id="106" name="Rectangle 49"/>
          <p:cNvSpPr>
            <a:spLocks noChangeArrowheads="1"/>
          </p:cNvSpPr>
          <p:nvPr/>
        </p:nvSpPr>
        <p:spPr bwMode="auto">
          <a:xfrm>
            <a:off x="1842369" y="3684108"/>
            <a:ext cx="139748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r>
              <a:rPr lang="zh-CN" altLang="en-US" sz="1200" dirty="0" smtClean="0">
                <a:solidFill>
                  <a:schemeClr val="bg1">
                    <a:lumMod val="75000"/>
                  </a:schemeClr>
                </a:solidFill>
                <a:latin typeface="微软雅黑" panose="020B0503020204020204" pitchFamily="34" charset="-122"/>
                <a:ea typeface="微软雅黑" panose="020B0503020204020204" pitchFamily="34" charset="-122"/>
              </a:rPr>
              <a:t>尼尔逊教授</a:t>
            </a:r>
            <a:endParaRPr lang="zh-CN" altLang="en-US" sz="120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107" name="chenying0907 106"/>
          <p:cNvSpPr/>
          <p:nvPr/>
        </p:nvSpPr>
        <p:spPr>
          <a:xfrm>
            <a:off x="1156288" y="1850032"/>
            <a:ext cx="655856" cy="523220"/>
          </a:xfrm>
          <a:prstGeom prst="rect">
            <a:avLst/>
          </a:prstGeom>
        </p:spPr>
        <p:txBody>
          <a:bodyPr wrap="square" lIns="91423" tIns="45711" rIns="91423" bIns="45711">
            <a:spAutoFit/>
          </a:bodyPr>
          <a:lstStyle/>
          <a:p>
            <a:pPr algn="ctr"/>
            <a:r>
              <a:rPr lang="en-US" altLang="zh-CN" sz="2800" dirty="0" smtClean="0">
                <a:ln w="6350">
                  <a:noFill/>
                </a:ln>
                <a:solidFill>
                  <a:schemeClr val="accent1"/>
                </a:solidFill>
                <a:latin typeface="微软雅黑" panose="020B0503020204020204" pitchFamily="34" charset="-122"/>
                <a:ea typeface="微软雅黑" panose="020B0503020204020204" pitchFamily="34" charset="-122"/>
              </a:rPr>
              <a:t>01</a:t>
            </a:r>
            <a:endParaRPr lang="zh-CN" altLang="en-US" sz="2800" dirty="0">
              <a:ln w="6350">
                <a:noFill/>
              </a:ln>
              <a:solidFill>
                <a:schemeClr val="accent1"/>
              </a:solidFill>
              <a:latin typeface="微软雅黑" panose="020B0503020204020204" pitchFamily="34" charset="-122"/>
              <a:ea typeface="微软雅黑" panose="020B0503020204020204" pitchFamily="34" charset="-122"/>
            </a:endParaRPr>
          </a:p>
        </p:txBody>
      </p:sp>
      <p:sp>
        <p:nvSpPr>
          <p:cNvPr id="108" name="chenying0907 107"/>
          <p:cNvSpPr/>
          <p:nvPr/>
        </p:nvSpPr>
        <p:spPr>
          <a:xfrm>
            <a:off x="1156288" y="3718589"/>
            <a:ext cx="655856" cy="523220"/>
          </a:xfrm>
          <a:prstGeom prst="rect">
            <a:avLst/>
          </a:prstGeom>
        </p:spPr>
        <p:txBody>
          <a:bodyPr wrap="square" lIns="91423" tIns="45711" rIns="91423" bIns="45711">
            <a:spAutoFit/>
          </a:bodyPr>
          <a:lstStyle/>
          <a:p>
            <a:pPr algn="ctr"/>
            <a:r>
              <a:rPr lang="en-US" altLang="zh-CN" sz="2800" dirty="0" smtClean="0">
                <a:ln w="6350">
                  <a:noFill/>
                </a:ln>
                <a:solidFill>
                  <a:schemeClr val="accent3"/>
                </a:solidFill>
                <a:latin typeface="微软雅黑" panose="020B0503020204020204" pitchFamily="34" charset="-122"/>
                <a:ea typeface="微软雅黑" panose="020B0503020204020204" pitchFamily="34" charset="-122"/>
              </a:rPr>
              <a:t>03</a:t>
            </a:r>
            <a:endParaRPr lang="zh-CN" altLang="en-US" sz="2800" dirty="0">
              <a:ln w="6350">
                <a:noFill/>
              </a:ln>
              <a:solidFill>
                <a:schemeClr val="accent3"/>
              </a:solidFill>
              <a:latin typeface="微软雅黑" panose="020B0503020204020204" pitchFamily="34" charset="-122"/>
              <a:ea typeface="微软雅黑" panose="020B0503020204020204" pitchFamily="34" charset="-122"/>
            </a:endParaRPr>
          </a:p>
        </p:txBody>
      </p:sp>
      <p:sp>
        <p:nvSpPr>
          <p:cNvPr id="109" name="chenying0907 108"/>
          <p:cNvSpPr/>
          <p:nvPr/>
        </p:nvSpPr>
        <p:spPr>
          <a:xfrm>
            <a:off x="7348963" y="1850032"/>
            <a:ext cx="655856" cy="523220"/>
          </a:xfrm>
          <a:prstGeom prst="rect">
            <a:avLst/>
          </a:prstGeom>
        </p:spPr>
        <p:txBody>
          <a:bodyPr wrap="square" lIns="91423" tIns="45711" rIns="91423" bIns="45711">
            <a:spAutoFit/>
          </a:bodyPr>
          <a:lstStyle/>
          <a:p>
            <a:pPr algn="ctr"/>
            <a:r>
              <a:rPr lang="en-US" altLang="zh-CN" sz="2800" dirty="0" smtClean="0">
                <a:ln w="6350">
                  <a:noFill/>
                </a:ln>
                <a:solidFill>
                  <a:schemeClr val="accent2"/>
                </a:solidFill>
                <a:latin typeface="微软雅黑" panose="020B0503020204020204" pitchFamily="34" charset="-122"/>
                <a:ea typeface="微软雅黑" panose="020B0503020204020204" pitchFamily="34" charset="-122"/>
              </a:rPr>
              <a:t>02</a:t>
            </a:r>
            <a:endParaRPr lang="zh-CN" altLang="en-US" sz="2800" dirty="0">
              <a:ln w="6350">
                <a:noFill/>
              </a:ln>
              <a:solidFill>
                <a:schemeClr val="accent2"/>
              </a:solidFill>
              <a:latin typeface="微软雅黑" panose="020B0503020204020204" pitchFamily="34" charset="-122"/>
              <a:ea typeface="微软雅黑" panose="020B0503020204020204" pitchFamily="34" charset="-122"/>
            </a:endParaRPr>
          </a:p>
        </p:txBody>
      </p:sp>
      <p:sp>
        <p:nvSpPr>
          <p:cNvPr id="110" name="chenying0907 109"/>
          <p:cNvSpPr/>
          <p:nvPr/>
        </p:nvSpPr>
        <p:spPr>
          <a:xfrm>
            <a:off x="7348963" y="3718589"/>
            <a:ext cx="655856" cy="523220"/>
          </a:xfrm>
          <a:prstGeom prst="rect">
            <a:avLst/>
          </a:prstGeom>
        </p:spPr>
        <p:txBody>
          <a:bodyPr wrap="square" lIns="91423" tIns="45711" rIns="91423" bIns="45711">
            <a:spAutoFit/>
          </a:bodyPr>
          <a:lstStyle/>
          <a:p>
            <a:pPr algn="ctr"/>
            <a:r>
              <a:rPr lang="en-US" altLang="zh-CN" sz="2800" dirty="0" smtClean="0">
                <a:ln w="6350">
                  <a:noFill/>
                </a:ln>
                <a:solidFill>
                  <a:schemeClr val="accent4"/>
                </a:solidFill>
                <a:latin typeface="微软雅黑" panose="020B0503020204020204" pitchFamily="34" charset="-122"/>
                <a:ea typeface="微软雅黑" panose="020B0503020204020204" pitchFamily="34" charset="-122"/>
              </a:rPr>
              <a:t>04</a:t>
            </a:r>
            <a:endParaRPr lang="zh-CN" altLang="en-US" sz="2800" dirty="0">
              <a:ln w="6350">
                <a:noFill/>
              </a:ln>
              <a:solidFill>
                <a:schemeClr val="accent4"/>
              </a:solidFill>
              <a:latin typeface="微软雅黑" panose="020B0503020204020204" pitchFamily="34" charset="-122"/>
              <a:ea typeface="微软雅黑" panose="020B0503020204020204" pitchFamily="34" charset="-122"/>
            </a:endParaRPr>
          </a:p>
        </p:txBody>
      </p:sp>
      <p:sp>
        <p:nvSpPr>
          <p:cNvPr id="112" name="chenying0907 21"/>
          <p:cNvSpPr>
            <a:spLocks noEditPoints="1"/>
          </p:cNvSpPr>
          <p:nvPr/>
        </p:nvSpPr>
        <p:spPr bwMode="auto">
          <a:xfrm>
            <a:off x="5318722" y="3273928"/>
            <a:ext cx="160906" cy="164482"/>
          </a:xfrm>
          <a:custGeom>
            <a:avLst/>
            <a:gdLst>
              <a:gd name="T0" fmla="*/ 26 w 90"/>
              <a:gd name="T1" fmla="*/ 19 h 91"/>
              <a:gd name="T2" fmla="*/ 19 w 90"/>
              <a:gd name="T3" fmla="*/ 26 h 91"/>
              <a:gd name="T4" fmla="*/ 18 w 90"/>
              <a:gd name="T5" fmla="*/ 34 h 91"/>
              <a:gd name="T6" fmla="*/ 22 w 90"/>
              <a:gd name="T7" fmla="*/ 29 h 91"/>
              <a:gd name="T8" fmla="*/ 29 w 90"/>
              <a:gd name="T9" fmla="*/ 23 h 91"/>
              <a:gd name="T10" fmla="*/ 33 w 90"/>
              <a:gd name="T11" fmla="*/ 18 h 91"/>
              <a:gd name="T12" fmla="*/ 89 w 90"/>
              <a:gd name="T13" fmla="*/ 84 h 91"/>
              <a:gd name="T14" fmla="*/ 73 w 90"/>
              <a:gd name="T15" fmla="*/ 67 h 91"/>
              <a:gd name="T16" fmla="*/ 82 w 90"/>
              <a:gd name="T17" fmla="*/ 41 h 91"/>
              <a:gd name="T18" fmla="*/ 79 w 90"/>
              <a:gd name="T19" fmla="*/ 25 h 91"/>
              <a:gd name="T20" fmla="*/ 70 w 90"/>
              <a:gd name="T21" fmla="*/ 12 h 91"/>
              <a:gd name="T22" fmla="*/ 41 w 90"/>
              <a:gd name="T23" fmla="*/ 0 h 91"/>
              <a:gd name="T24" fmla="*/ 3 w 90"/>
              <a:gd name="T25" fmla="*/ 25 h 91"/>
              <a:gd name="T26" fmla="*/ 3 w 90"/>
              <a:gd name="T27" fmla="*/ 57 h 91"/>
              <a:gd name="T28" fmla="*/ 12 w 90"/>
              <a:gd name="T29" fmla="*/ 70 h 91"/>
              <a:gd name="T30" fmla="*/ 25 w 90"/>
              <a:gd name="T31" fmla="*/ 79 h 91"/>
              <a:gd name="T32" fmla="*/ 25 w 90"/>
              <a:gd name="T33" fmla="*/ 79 h 91"/>
              <a:gd name="T34" fmla="*/ 57 w 90"/>
              <a:gd name="T35" fmla="*/ 79 h 91"/>
              <a:gd name="T36" fmla="*/ 84 w 90"/>
              <a:gd name="T37" fmla="*/ 89 h 91"/>
              <a:gd name="T38" fmla="*/ 89 w 90"/>
              <a:gd name="T39" fmla="*/ 84 h 91"/>
              <a:gd name="T40" fmla="*/ 65 w 90"/>
              <a:gd name="T41" fmla="*/ 65 h 91"/>
              <a:gd name="T42" fmla="*/ 54 w 90"/>
              <a:gd name="T43" fmla="*/ 72 h 91"/>
              <a:gd name="T44" fmla="*/ 28 w 90"/>
              <a:gd name="T45" fmla="*/ 72 h 91"/>
              <a:gd name="T46" fmla="*/ 17 w 90"/>
              <a:gd name="T47" fmla="*/ 65 h 91"/>
              <a:gd name="T48" fmla="*/ 17 w 90"/>
              <a:gd name="T49" fmla="*/ 65 h 91"/>
              <a:gd name="T50" fmla="*/ 10 w 90"/>
              <a:gd name="T51" fmla="*/ 54 h 91"/>
              <a:gd name="T52" fmla="*/ 10 w 90"/>
              <a:gd name="T53" fmla="*/ 28 h 91"/>
              <a:gd name="T54" fmla="*/ 41 w 90"/>
              <a:gd name="T55" fmla="*/ 7 h 91"/>
              <a:gd name="T56" fmla="*/ 65 w 90"/>
              <a:gd name="T57" fmla="*/ 17 h 91"/>
              <a:gd name="T58" fmla="*/ 72 w 90"/>
              <a:gd name="T59" fmla="*/ 28 h 91"/>
              <a:gd name="T60" fmla="*/ 75 w 90"/>
              <a:gd name="T61" fmla="*/ 41 h 91"/>
              <a:gd name="T62" fmla="*/ 65 w 90"/>
              <a:gd name="T63" fmla="*/ 65 h 91"/>
              <a:gd name="T64" fmla="*/ 65 w 90"/>
              <a:gd name="T65" fmla="*/ 39 h 91"/>
              <a:gd name="T66" fmla="*/ 61 w 90"/>
              <a:gd name="T67" fmla="*/ 50 h 91"/>
              <a:gd name="T68" fmla="*/ 57 w 90"/>
              <a:gd name="T69" fmla="*/ 57 h 91"/>
              <a:gd name="T70" fmla="*/ 41 w 90"/>
              <a:gd name="T71" fmla="*/ 63 h 91"/>
              <a:gd name="T72" fmla="*/ 41 w 90"/>
              <a:gd name="T73" fmla="*/ 68 h 91"/>
              <a:gd name="T74" fmla="*/ 60 w 90"/>
              <a:gd name="T75" fmla="*/ 60 h 91"/>
              <a:gd name="T76" fmla="*/ 66 w 90"/>
              <a:gd name="T77" fmla="*/ 51 h 91"/>
              <a:gd name="T78" fmla="*/ 65 w 90"/>
              <a:gd name="T79" fmla="*/ 39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0" h="91">
                <a:moveTo>
                  <a:pt x="30" y="16"/>
                </a:moveTo>
                <a:cubicBezTo>
                  <a:pt x="29" y="17"/>
                  <a:pt x="27" y="18"/>
                  <a:pt x="26" y="19"/>
                </a:cubicBezTo>
                <a:cubicBezTo>
                  <a:pt x="25" y="20"/>
                  <a:pt x="23" y="21"/>
                  <a:pt x="22" y="22"/>
                </a:cubicBezTo>
                <a:cubicBezTo>
                  <a:pt x="21" y="23"/>
                  <a:pt x="20" y="25"/>
                  <a:pt x="19" y="26"/>
                </a:cubicBezTo>
                <a:cubicBezTo>
                  <a:pt x="18" y="28"/>
                  <a:pt x="17" y="29"/>
                  <a:pt x="16" y="31"/>
                </a:cubicBezTo>
                <a:cubicBezTo>
                  <a:pt x="16" y="32"/>
                  <a:pt x="16" y="33"/>
                  <a:pt x="18" y="34"/>
                </a:cubicBezTo>
                <a:cubicBezTo>
                  <a:pt x="19" y="34"/>
                  <a:pt x="20" y="34"/>
                  <a:pt x="20" y="32"/>
                </a:cubicBezTo>
                <a:cubicBezTo>
                  <a:pt x="21" y="31"/>
                  <a:pt x="22" y="30"/>
                  <a:pt x="22" y="29"/>
                </a:cubicBezTo>
                <a:cubicBezTo>
                  <a:pt x="23" y="28"/>
                  <a:pt x="24" y="26"/>
                  <a:pt x="25" y="25"/>
                </a:cubicBezTo>
                <a:cubicBezTo>
                  <a:pt x="26" y="24"/>
                  <a:pt x="27" y="23"/>
                  <a:pt x="29" y="23"/>
                </a:cubicBezTo>
                <a:cubicBezTo>
                  <a:pt x="30" y="22"/>
                  <a:pt x="31" y="21"/>
                  <a:pt x="32" y="21"/>
                </a:cubicBezTo>
                <a:cubicBezTo>
                  <a:pt x="33" y="20"/>
                  <a:pt x="34" y="19"/>
                  <a:pt x="33" y="18"/>
                </a:cubicBezTo>
                <a:cubicBezTo>
                  <a:pt x="33" y="17"/>
                  <a:pt x="32" y="16"/>
                  <a:pt x="30" y="16"/>
                </a:cubicBezTo>
                <a:close/>
                <a:moveTo>
                  <a:pt x="89" y="84"/>
                </a:moveTo>
                <a:cubicBezTo>
                  <a:pt x="89" y="84"/>
                  <a:pt x="89" y="84"/>
                  <a:pt x="89" y="84"/>
                </a:cubicBezTo>
                <a:cubicBezTo>
                  <a:pt x="73" y="67"/>
                  <a:pt x="73" y="67"/>
                  <a:pt x="73" y="67"/>
                </a:cubicBezTo>
                <a:cubicBezTo>
                  <a:pt x="75" y="64"/>
                  <a:pt x="77" y="61"/>
                  <a:pt x="79" y="57"/>
                </a:cubicBezTo>
                <a:cubicBezTo>
                  <a:pt x="81" y="52"/>
                  <a:pt x="82" y="47"/>
                  <a:pt x="82" y="41"/>
                </a:cubicBezTo>
                <a:cubicBezTo>
                  <a:pt x="82" y="36"/>
                  <a:pt x="81" y="30"/>
                  <a:pt x="79" y="26"/>
                </a:cubicBezTo>
                <a:cubicBezTo>
                  <a:pt x="79" y="25"/>
                  <a:pt x="79" y="25"/>
                  <a:pt x="79" y="25"/>
                </a:cubicBezTo>
                <a:cubicBezTo>
                  <a:pt x="77" y="20"/>
                  <a:pt x="74" y="16"/>
                  <a:pt x="70" y="12"/>
                </a:cubicBezTo>
                <a:cubicBezTo>
                  <a:pt x="70" y="12"/>
                  <a:pt x="70" y="12"/>
                  <a:pt x="70" y="12"/>
                </a:cubicBezTo>
                <a:cubicBezTo>
                  <a:pt x="66" y="8"/>
                  <a:pt x="62" y="5"/>
                  <a:pt x="57" y="3"/>
                </a:cubicBezTo>
                <a:cubicBezTo>
                  <a:pt x="52" y="1"/>
                  <a:pt x="46" y="0"/>
                  <a:pt x="41" y="0"/>
                </a:cubicBezTo>
                <a:cubicBezTo>
                  <a:pt x="29" y="0"/>
                  <a:pt x="19" y="4"/>
                  <a:pt x="12" y="12"/>
                </a:cubicBezTo>
                <a:cubicBezTo>
                  <a:pt x="8" y="16"/>
                  <a:pt x="5" y="20"/>
                  <a:pt x="3" y="25"/>
                </a:cubicBezTo>
                <a:cubicBezTo>
                  <a:pt x="1" y="30"/>
                  <a:pt x="0" y="36"/>
                  <a:pt x="0" y="41"/>
                </a:cubicBezTo>
                <a:cubicBezTo>
                  <a:pt x="0" y="47"/>
                  <a:pt x="1" y="52"/>
                  <a:pt x="3" y="57"/>
                </a:cubicBezTo>
                <a:cubicBezTo>
                  <a:pt x="3" y="57"/>
                  <a:pt x="3" y="57"/>
                  <a:pt x="3" y="57"/>
                </a:cubicBezTo>
                <a:cubicBezTo>
                  <a:pt x="5" y="62"/>
                  <a:pt x="8" y="66"/>
                  <a:pt x="12" y="70"/>
                </a:cubicBezTo>
                <a:cubicBezTo>
                  <a:pt x="12" y="70"/>
                  <a:pt x="12" y="70"/>
                  <a:pt x="12" y="70"/>
                </a:cubicBezTo>
                <a:cubicBezTo>
                  <a:pt x="16" y="74"/>
                  <a:pt x="20" y="77"/>
                  <a:pt x="25" y="79"/>
                </a:cubicBezTo>
                <a:cubicBezTo>
                  <a:pt x="25" y="79"/>
                  <a:pt x="25" y="79"/>
                  <a:pt x="25" y="79"/>
                </a:cubicBezTo>
                <a:cubicBezTo>
                  <a:pt x="25" y="79"/>
                  <a:pt x="25" y="79"/>
                  <a:pt x="25" y="79"/>
                </a:cubicBezTo>
                <a:cubicBezTo>
                  <a:pt x="30" y="81"/>
                  <a:pt x="35" y="82"/>
                  <a:pt x="41" y="82"/>
                </a:cubicBezTo>
                <a:cubicBezTo>
                  <a:pt x="46" y="82"/>
                  <a:pt x="52" y="81"/>
                  <a:pt x="57" y="79"/>
                </a:cubicBezTo>
                <a:cubicBezTo>
                  <a:pt x="61" y="78"/>
                  <a:pt x="64" y="75"/>
                  <a:pt x="67" y="73"/>
                </a:cubicBezTo>
                <a:cubicBezTo>
                  <a:pt x="84" y="89"/>
                  <a:pt x="84" y="89"/>
                  <a:pt x="84" y="89"/>
                </a:cubicBezTo>
                <a:cubicBezTo>
                  <a:pt x="85" y="91"/>
                  <a:pt x="88" y="91"/>
                  <a:pt x="89" y="89"/>
                </a:cubicBezTo>
                <a:cubicBezTo>
                  <a:pt x="90" y="88"/>
                  <a:pt x="90" y="85"/>
                  <a:pt x="89" y="84"/>
                </a:cubicBezTo>
                <a:close/>
                <a:moveTo>
                  <a:pt x="65" y="65"/>
                </a:moveTo>
                <a:cubicBezTo>
                  <a:pt x="65" y="65"/>
                  <a:pt x="65" y="65"/>
                  <a:pt x="65" y="65"/>
                </a:cubicBezTo>
                <a:cubicBezTo>
                  <a:pt x="65" y="65"/>
                  <a:pt x="65" y="65"/>
                  <a:pt x="65" y="65"/>
                </a:cubicBezTo>
                <a:cubicBezTo>
                  <a:pt x="62" y="68"/>
                  <a:pt x="58" y="71"/>
                  <a:pt x="54" y="72"/>
                </a:cubicBezTo>
                <a:cubicBezTo>
                  <a:pt x="50" y="74"/>
                  <a:pt x="45" y="75"/>
                  <a:pt x="41" y="75"/>
                </a:cubicBezTo>
                <a:cubicBezTo>
                  <a:pt x="36" y="75"/>
                  <a:pt x="32" y="74"/>
                  <a:pt x="28" y="72"/>
                </a:cubicBezTo>
                <a:cubicBezTo>
                  <a:pt x="28" y="72"/>
                  <a:pt x="28" y="72"/>
                  <a:pt x="28" y="72"/>
                </a:cubicBezTo>
                <a:cubicBezTo>
                  <a:pt x="24" y="71"/>
                  <a:pt x="20" y="68"/>
                  <a:pt x="17" y="65"/>
                </a:cubicBezTo>
                <a:cubicBezTo>
                  <a:pt x="17" y="65"/>
                  <a:pt x="17" y="65"/>
                  <a:pt x="17" y="65"/>
                </a:cubicBezTo>
                <a:cubicBezTo>
                  <a:pt x="17" y="65"/>
                  <a:pt x="17" y="65"/>
                  <a:pt x="17" y="65"/>
                </a:cubicBezTo>
                <a:cubicBezTo>
                  <a:pt x="14" y="62"/>
                  <a:pt x="11" y="58"/>
                  <a:pt x="10" y="54"/>
                </a:cubicBezTo>
                <a:cubicBezTo>
                  <a:pt x="10" y="54"/>
                  <a:pt x="10" y="54"/>
                  <a:pt x="10" y="54"/>
                </a:cubicBezTo>
                <a:cubicBezTo>
                  <a:pt x="8" y="50"/>
                  <a:pt x="7" y="46"/>
                  <a:pt x="7" y="41"/>
                </a:cubicBezTo>
                <a:cubicBezTo>
                  <a:pt x="7" y="37"/>
                  <a:pt x="8" y="32"/>
                  <a:pt x="10" y="28"/>
                </a:cubicBezTo>
                <a:cubicBezTo>
                  <a:pt x="11" y="24"/>
                  <a:pt x="14" y="20"/>
                  <a:pt x="17" y="17"/>
                </a:cubicBezTo>
                <a:cubicBezTo>
                  <a:pt x="23" y="11"/>
                  <a:pt x="32" y="7"/>
                  <a:pt x="41" y="7"/>
                </a:cubicBezTo>
                <a:cubicBezTo>
                  <a:pt x="45" y="7"/>
                  <a:pt x="50" y="8"/>
                  <a:pt x="54" y="10"/>
                </a:cubicBezTo>
                <a:cubicBezTo>
                  <a:pt x="58" y="12"/>
                  <a:pt x="62" y="14"/>
                  <a:pt x="65" y="17"/>
                </a:cubicBezTo>
                <a:cubicBezTo>
                  <a:pt x="65" y="17"/>
                  <a:pt x="65" y="17"/>
                  <a:pt x="65" y="17"/>
                </a:cubicBezTo>
                <a:cubicBezTo>
                  <a:pt x="68" y="21"/>
                  <a:pt x="70" y="24"/>
                  <a:pt x="72" y="28"/>
                </a:cubicBezTo>
                <a:cubicBezTo>
                  <a:pt x="72" y="28"/>
                  <a:pt x="72" y="28"/>
                  <a:pt x="72" y="28"/>
                </a:cubicBezTo>
                <a:cubicBezTo>
                  <a:pt x="74" y="32"/>
                  <a:pt x="75" y="37"/>
                  <a:pt x="75" y="41"/>
                </a:cubicBezTo>
                <a:cubicBezTo>
                  <a:pt x="75" y="46"/>
                  <a:pt x="74" y="50"/>
                  <a:pt x="72" y="54"/>
                </a:cubicBezTo>
                <a:cubicBezTo>
                  <a:pt x="70" y="58"/>
                  <a:pt x="68" y="62"/>
                  <a:pt x="65" y="65"/>
                </a:cubicBezTo>
                <a:close/>
                <a:moveTo>
                  <a:pt x="65" y="39"/>
                </a:moveTo>
                <a:cubicBezTo>
                  <a:pt x="65" y="39"/>
                  <a:pt x="65" y="39"/>
                  <a:pt x="65" y="39"/>
                </a:cubicBezTo>
                <a:cubicBezTo>
                  <a:pt x="64" y="39"/>
                  <a:pt x="63" y="40"/>
                  <a:pt x="63" y="41"/>
                </a:cubicBezTo>
                <a:cubicBezTo>
                  <a:pt x="63" y="44"/>
                  <a:pt x="62" y="47"/>
                  <a:pt x="61" y="50"/>
                </a:cubicBezTo>
                <a:cubicBezTo>
                  <a:pt x="61" y="50"/>
                  <a:pt x="61" y="50"/>
                  <a:pt x="61" y="50"/>
                </a:cubicBezTo>
                <a:cubicBezTo>
                  <a:pt x="60" y="52"/>
                  <a:pt x="59" y="55"/>
                  <a:pt x="57" y="57"/>
                </a:cubicBezTo>
                <a:cubicBezTo>
                  <a:pt x="54" y="59"/>
                  <a:pt x="52" y="60"/>
                  <a:pt x="49" y="62"/>
                </a:cubicBezTo>
                <a:cubicBezTo>
                  <a:pt x="47" y="63"/>
                  <a:pt x="44" y="63"/>
                  <a:pt x="41" y="63"/>
                </a:cubicBezTo>
                <a:cubicBezTo>
                  <a:pt x="40" y="63"/>
                  <a:pt x="39" y="64"/>
                  <a:pt x="39" y="66"/>
                </a:cubicBezTo>
                <a:cubicBezTo>
                  <a:pt x="39" y="67"/>
                  <a:pt x="40" y="68"/>
                  <a:pt x="41" y="68"/>
                </a:cubicBezTo>
                <a:cubicBezTo>
                  <a:pt x="44" y="68"/>
                  <a:pt x="48" y="67"/>
                  <a:pt x="51" y="66"/>
                </a:cubicBezTo>
                <a:cubicBezTo>
                  <a:pt x="54" y="64"/>
                  <a:pt x="57" y="63"/>
                  <a:pt x="60" y="60"/>
                </a:cubicBezTo>
                <a:cubicBezTo>
                  <a:pt x="62" y="58"/>
                  <a:pt x="64" y="55"/>
                  <a:pt x="66" y="51"/>
                </a:cubicBezTo>
                <a:cubicBezTo>
                  <a:pt x="66" y="51"/>
                  <a:pt x="66" y="51"/>
                  <a:pt x="66" y="51"/>
                </a:cubicBezTo>
                <a:cubicBezTo>
                  <a:pt x="67" y="48"/>
                  <a:pt x="68" y="45"/>
                  <a:pt x="68" y="41"/>
                </a:cubicBezTo>
                <a:cubicBezTo>
                  <a:pt x="68" y="40"/>
                  <a:pt x="67" y="39"/>
                  <a:pt x="65" y="39"/>
                </a:cubicBezTo>
                <a:close/>
              </a:path>
            </a:pathLst>
          </a:custGeom>
          <a:solidFill>
            <a:schemeClr val="bg1"/>
          </a:solidFill>
          <a:ln>
            <a:noFill/>
          </a:ln>
        </p:spPr>
        <p:txBody>
          <a:bodyPr vert="horz" wrap="square" lIns="91423" tIns="45711" rIns="91423" bIns="45711" numCol="1" anchor="t" anchorCtr="0" compatLnSpc="1"/>
          <a:lstStyle/>
          <a:p>
            <a:endParaRPr lang="zh-CN" altLang="en-US"/>
          </a:p>
        </p:txBody>
      </p:sp>
      <p:sp>
        <p:nvSpPr>
          <p:cNvPr id="113" name="chenying0907 23"/>
          <p:cNvSpPr>
            <a:spLocks noEditPoints="1"/>
          </p:cNvSpPr>
          <p:nvPr/>
        </p:nvSpPr>
        <p:spPr bwMode="auto">
          <a:xfrm>
            <a:off x="3671534" y="3269457"/>
            <a:ext cx="144816" cy="173422"/>
          </a:xfrm>
          <a:custGeom>
            <a:avLst/>
            <a:gdLst>
              <a:gd name="T0" fmla="*/ 72 w 81"/>
              <a:gd name="T1" fmla="*/ 1 h 96"/>
              <a:gd name="T2" fmla="*/ 70 w 81"/>
              <a:gd name="T3" fmla="*/ 7 h 96"/>
              <a:gd name="T4" fmla="*/ 81 w 81"/>
              <a:gd name="T5" fmla="*/ 36 h 96"/>
              <a:gd name="T6" fmla="*/ 68 w 81"/>
              <a:gd name="T7" fmla="*/ 68 h 96"/>
              <a:gd name="T8" fmla="*/ 54 w 81"/>
              <a:gd name="T9" fmla="*/ 78 h 96"/>
              <a:gd name="T10" fmla="*/ 40 w 81"/>
              <a:gd name="T11" fmla="*/ 81 h 96"/>
              <a:gd name="T12" fmla="*/ 55 w 81"/>
              <a:gd name="T13" fmla="*/ 88 h 96"/>
              <a:gd name="T14" fmla="*/ 55 w 81"/>
              <a:gd name="T15" fmla="*/ 96 h 96"/>
              <a:gd name="T16" fmla="*/ 37 w 81"/>
              <a:gd name="T17" fmla="*/ 96 h 96"/>
              <a:gd name="T18" fmla="*/ 18 w 81"/>
              <a:gd name="T19" fmla="*/ 96 h 96"/>
              <a:gd name="T20" fmla="*/ 18 w 81"/>
              <a:gd name="T21" fmla="*/ 88 h 96"/>
              <a:gd name="T22" fmla="*/ 33 w 81"/>
              <a:gd name="T23" fmla="*/ 81 h 96"/>
              <a:gd name="T24" fmla="*/ 20 w 81"/>
              <a:gd name="T25" fmla="*/ 78 h 96"/>
              <a:gd name="T26" fmla="*/ 7 w 81"/>
              <a:gd name="T27" fmla="*/ 69 h 96"/>
              <a:gd name="T28" fmla="*/ 1 w 81"/>
              <a:gd name="T29" fmla="*/ 72 h 96"/>
              <a:gd name="T30" fmla="*/ 10 w 81"/>
              <a:gd name="T31" fmla="*/ 60 h 96"/>
              <a:gd name="T32" fmla="*/ 11 w 81"/>
              <a:gd name="T33" fmla="*/ 11 h 96"/>
              <a:gd name="T34" fmla="*/ 37 w 81"/>
              <a:gd name="T35" fmla="*/ 0 h 96"/>
              <a:gd name="T36" fmla="*/ 65 w 81"/>
              <a:gd name="T37" fmla="*/ 5 h 96"/>
              <a:gd name="T38" fmla="*/ 65 w 81"/>
              <a:gd name="T39" fmla="*/ 5 h 96"/>
              <a:gd name="T40" fmla="*/ 69 w 81"/>
              <a:gd name="T41" fmla="*/ 1 h 96"/>
              <a:gd name="T42" fmla="*/ 67 w 81"/>
              <a:gd name="T43" fmla="*/ 10 h 96"/>
              <a:gd name="T44" fmla="*/ 73 w 81"/>
              <a:gd name="T45" fmla="*/ 36 h 96"/>
              <a:gd name="T46" fmla="*/ 62 w 81"/>
              <a:gd name="T47" fmla="*/ 62 h 96"/>
              <a:gd name="T48" fmla="*/ 13 w 81"/>
              <a:gd name="T49" fmla="*/ 64 h 96"/>
              <a:gd name="T50" fmla="*/ 21 w 81"/>
              <a:gd name="T51" fmla="*/ 73 h 96"/>
              <a:gd name="T52" fmla="*/ 52 w 81"/>
              <a:gd name="T53" fmla="*/ 73 h 96"/>
              <a:gd name="T54" fmla="*/ 65 w 81"/>
              <a:gd name="T55" fmla="*/ 65 h 96"/>
              <a:gd name="T56" fmla="*/ 65 w 81"/>
              <a:gd name="T57" fmla="*/ 65 h 96"/>
              <a:gd name="T58" fmla="*/ 77 w 81"/>
              <a:gd name="T59" fmla="*/ 36 h 96"/>
              <a:gd name="T60" fmla="*/ 67 w 81"/>
              <a:gd name="T61" fmla="*/ 10 h 96"/>
              <a:gd name="T62" fmla="*/ 57 w 81"/>
              <a:gd name="T63" fmla="*/ 16 h 96"/>
              <a:gd name="T64" fmla="*/ 16 w 81"/>
              <a:gd name="T65" fmla="*/ 16 h 96"/>
              <a:gd name="T66" fmla="*/ 16 w 81"/>
              <a:gd name="T67" fmla="*/ 57 h 96"/>
              <a:gd name="T68" fmla="*/ 57 w 81"/>
              <a:gd name="T69" fmla="*/ 57 h 96"/>
              <a:gd name="T70" fmla="*/ 65 w 81"/>
              <a:gd name="T71" fmla="*/ 36 h 96"/>
              <a:gd name="T72" fmla="*/ 57 w 81"/>
              <a:gd name="T73" fmla="*/ 1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1" h="96">
                <a:moveTo>
                  <a:pt x="69" y="1"/>
                </a:moveTo>
                <a:cubicBezTo>
                  <a:pt x="70" y="0"/>
                  <a:pt x="71" y="0"/>
                  <a:pt x="72" y="1"/>
                </a:cubicBezTo>
                <a:cubicBezTo>
                  <a:pt x="73" y="2"/>
                  <a:pt x="73" y="3"/>
                  <a:pt x="72" y="4"/>
                </a:cubicBezTo>
                <a:cubicBezTo>
                  <a:pt x="70" y="7"/>
                  <a:pt x="70" y="7"/>
                  <a:pt x="70" y="7"/>
                </a:cubicBezTo>
                <a:cubicBezTo>
                  <a:pt x="73" y="10"/>
                  <a:pt x="76" y="15"/>
                  <a:pt x="78" y="19"/>
                </a:cubicBezTo>
                <a:cubicBezTo>
                  <a:pt x="80" y="25"/>
                  <a:pt x="81" y="30"/>
                  <a:pt x="81" y="36"/>
                </a:cubicBezTo>
                <a:cubicBezTo>
                  <a:pt x="81" y="42"/>
                  <a:pt x="80" y="48"/>
                  <a:pt x="78" y="53"/>
                </a:cubicBezTo>
                <a:cubicBezTo>
                  <a:pt x="76" y="59"/>
                  <a:pt x="72" y="64"/>
                  <a:pt x="68" y="68"/>
                </a:cubicBezTo>
                <a:cubicBezTo>
                  <a:pt x="64" y="72"/>
                  <a:pt x="59" y="75"/>
                  <a:pt x="54" y="78"/>
                </a:cubicBezTo>
                <a:cubicBezTo>
                  <a:pt x="54" y="78"/>
                  <a:pt x="54" y="78"/>
                  <a:pt x="54" y="78"/>
                </a:cubicBezTo>
                <a:cubicBezTo>
                  <a:pt x="49" y="79"/>
                  <a:pt x="45" y="80"/>
                  <a:pt x="40" y="81"/>
                </a:cubicBezTo>
                <a:cubicBezTo>
                  <a:pt x="40" y="81"/>
                  <a:pt x="40" y="81"/>
                  <a:pt x="40" y="81"/>
                </a:cubicBezTo>
                <a:cubicBezTo>
                  <a:pt x="40" y="88"/>
                  <a:pt x="40" y="88"/>
                  <a:pt x="40" y="88"/>
                </a:cubicBezTo>
                <a:cubicBezTo>
                  <a:pt x="55" y="88"/>
                  <a:pt x="55" y="88"/>
                  <a:pt x="55" y="88"/>
                </a:cubicBezTo>
                <a:cubicBezTo>
                  <a:pt x="57" y="88"/>
                  <a:pt x="59" y="90"/>
                  <a:pt x="59" y="92"/>
                </a:cubicBezTo>
                <a:cubicBezTo>
                  <a:pt x="59" y="94"/>
                  <a:pt x="57" y="96"/>
                  <a:pt x="55" y="96"/>
                </a:cubicBezTo>
                <a:cubicBezTo>
                  <a:pt x="37" y="96"/>
                  <a:pt x="37" y="96"/>
                  <a:pt x="37" y="96"/>
                </a:cubicBezTo>
                <a:cubicBezTo>
                  <a:pt x="37" y="96"/>
                  <a:pt x="37" y="96"/>
                  <a:pt x="37" y="96"/>
                </a:cubicBezTo>
                <a:cubicBezTo>
                  <a:pt x="37" y="96"/>
                  <a:pt x="37" y="96"/>
                  <a:pt x="37" y="96"/>
                </a:cubicBezTo>
                <a:cubicBezTo>
                  <a:pt x="18" y="96"/>
                  <a:pt x="18" y="96"/>
                  <a:pt x="18" y="96"/>
                </a:cubicBezTo>
                <a:cubicBezTo>
                  <a:pt x="16" y="96"/>
                  <a:pt x="15" y="94"/>
                  <a:pt x="15" y="92"/>
                </a:cubicBezTo>
                <a:cubicBezTo>
                  <a:pt x="15" y="90"/>
                  <a:pt x="16" y="88"/>
                  <a:pt x="18" y="88"/>
                </a:cubicBezTo>
                <a:cubicBezTo>
                  <a:pt x="33" y="88"/>
                  <a:pt x="33" y="88"/>
                  <a:pt x="33" y="88"/>
                </a:cubicBezTo>
                <a:cubicBezTo>
                  <a:pt x="33" y="81"/>
                  <a:pt x="33" y="81"/>
                  <a:pt x="33" y="81"/>
                </a:cubicBezTo>
                <a:cubicBezTo>
                  <a:pt x="33" y="81"/>
                  <a:pt x="33" y="81"/>
                  <a:pt x="33" y="81"/>
                </a:cubicBezTo>
                <a:cubicBezTo>
                  <a:pt x="28" y="80"/>
                  <a:pt x="24" y="79"/>
                  <a:pt x="20" y="78"/>
                </a:cubicBezTo>
                <a:cubicBezTo>
                  <a:pt x="20" y="78"/>
                  <a:pt x="20" y="78"/>
                  <a:pt x="20" y="78"/>
                </a:cubicBezTo>
                <a:cubicBezTo>
                  <a:pt x="15" y="76"/>
                  <a:pt x="11" y="73"/>
                  <a:pt x="7" y="69"/>
                </a:cubicBezTo>
                <a:cubicBezTo>
                  <a:pt x="5" y="72"/>
                  <a:pt x="5" y="72"/>
                  <a:pt x="5" y="72"/>
                </a:cubicBezTo>
                <a:cubicBezTo>
                  <a:pt x="4" y="73"/>
                  <a:pt x="2" y="73"/>
                  <a:pt x="1" y="72"/>
                </a:cubicBezTo>
                <a:cubicBezTo>
                  <a:pt x="0" y="71"/>
                  <a:pt x="0" y="69"/>
                  <a:pt x="1" y="69"/>
                </a:cubicBezTo>
                <a:cubicBezTo>
                  <a:pt x="10" y="60"/>
                  <a:pt x="10" y="60"/>
                  <a:pt x="10" y="60"/>
                </a:cubicBezTo>
                <a:cubicBezTo>
                  <a:pt x="4" y="54"/>
                  <a:pt x="1" y="46"/>
                  <a:pt x="1" y="36"/>
                </a:cubicBezTo>
                <a:cubicBezTo>
                  <a:pt x="1" y="26"/>
                  <a:pt x="5" y="17"/>
                  <a:pt x="11" y="11"/>
                </a:cubicBezTo>
                <a:cubicBezTo>
                  <a:pt x="11" y="11"/>
                  <a:pt x="11" y="11"/>
                  <a:pt x="11" y="11"/>
                </a:cubicBezTo>
                <a:cubicBezTo>
                  <a:pt x="18" y="4"/>
                  <a:pt x="27" y="0"/>
                  <a:pt x="37" y="0"/>
                </a:cubicBezTo>
                <a:cubicBezTo>
                  <a:pt x="46" y="0"/>
                  <a:pt x="54" y="4"/>
                  <a:pt x="61" y="9"/>
                </a:cubicBezTo>
                <a:cubicBezTo>
                  <a:pt x="65" y="5"/>
                  <a:pt x="65" y="5"/>
                  <a:pt x="65" y="5"/>
                </a:cubicBezTo>
                <a:cubicBezTo>
                  <a:pt x="65" y="5"/>
                  <a:pt x="65" y="5"/>
                  <a:pt x="65" y="5"/>
                </a:cubicBezTo>
                <a:cubicBezTo>
                  <a:pt x="65" y="5"/>
                  <a:pt x="65" y="5"/>
                  <a:pt x="65" y="5"/>
                </a:cubicBezTo>
                <a:cubicBezTo>
                  <a:pt x="65" y="5"/>
                  <a:pt x="65" y="5"/>
                  <a:pt x="65" y="5"/>
                </a:cubicBezTo>
                <a:cubicBezTo>
                  <a:pt x="69" y="1"/>
                  <a:pt x="69" y="1"/>
                  <a:pt x="69" y="1"/>
                </a:cubicBezTo>
                <a:close/>
                <a:moveTo>
                  <a:pt x="67" y="10"/>
                </a:moveTo>
                <a:cubicBezTo>
                  <a:pt x="67" y="10"/>
                  <a:pt x="67" y="10"/>
                  <a:pt x="67" y="10"/>
                </a:cubicBezTo>
                <a:cubicBezTo>
                  <a:pt x="64" y="12"/>
                  <a:pt x="64" y="12"/>
                  <a:pt x="64" y="12"/>
                </a:cubicBezTo>
                <a:cubicBezTo>
                  <a:pt x="69" y="19"/>
                  <a:pt x="73" y="27"/>
                  <a:pt x="73" y="36"/>
                </a:cubicBezTo>
                <a:cubicBezTo>
                  <a:pt x="73" y="46"/>
                  <a:pt x="69" y="55"/>
                  <a:pt x="62" y="62"/>
                </a:cubicBezTo>
                <a:cubicBezTo>
                  <a:pt x="62" y="62"/>
                  <a:pt x="62" y="62"/>
                  <a:pt x="62" y="62"/>
                </a:cubicBezTo>
                <a:cubicBezTo>
                  <a:pt x="56" y="69"/>
                  <a:pt x="47" y="73"/>
                  <a:pt x="37" y="73"/>
                </a:cubicBezTo>
                <a:cubicBezTo>
                  <a:pt x="28" y="73"/>
                  <a:pt x="19" y="69"/>
                  <a:pt x="13" y="64"/>
                </a:cubicBezTo>
                <a:cubicBezTo>
                  <a:pt x="10" y="66"/>
                  <a:pt x="10" y="66"/>
                  <a:pt x="10" y="66"/>
                </a:cubicBezTo>
                <a:cubicBezTo>
                  <a:pt x="13" y="69"/>
                  <a:pt x="17" y="72"/>
                  <a:pt x="21" y="73"/>
                </a:cubicBezTo>
                <a:cubicBezTo>
                  <a:pt x="26" y="75"/>
                  <a:pt x="31" y="76"/>
                  <a:pt x="37" y="76"/>
                </a:cubicBezTo>
                <a:cubicBezTo>
                  <a:pt x="42" y="76"/>
                  <a:pt x="47" y="75"/>
                  <a:pt x="52" y="73"/>
                </a:cubicBezTo>
                <a:cubicBezTo>
                  <a:pt x="52" y="73"/>
                  <a:pt x="52" y="73"/>
                  <a:pt x="52" y="73"/>
                </a:cubicBezTo>
                <a:cubicBezTo>
                  <a:pt x="57" y="71"/>
                  <a:pt x="61" y="68"/>
                  <a:pt x="65" y="65"/>
                </a:cubicBezTo>
                <a:cubicBezTo>
                  <a:pt x="65" y="65"/>
                  <a:pt x="65" y="65"/>
                  <a:pt x="65" y="65"/>
                </a:cubicBezTo>
                <a:cubicBezTo>
                  <a:pt x="65" y="65"/>
                  <a:pt x="65" y="65"/>
                  <a:pt x="65" y="65"/>
                </a:cubicBezTo>
                <a:cubicBezTo>
                  <a:pt x="69" y="61"/>
                  <a:pt x="72" y="57"/>
                  <a:pt x="74" y="52"/>
                </a:cubicBezTo>
                <a:cubicBezTo>
                  <a:pt x="76" y="47"/>
                  <a:pt x="77" y="42"/>
                  <a:pt x="77" y="36"/>
                </a:cubicBezTo>
                <a:cubicBezTo>
                  <a:pt x="77" y="31"/>
                  <a:pt x="76" y="26"/>
                  <a:pt x="74" y="21"/>
                </a:cubicBezTo>
                <a:cubicBezTo>
                  <a:pt x="72" y="17"/>
                  <a:pt x="69" y="13"/>
                  <a:pt x="67" y="10"/>
                </a:cubicBezTo>
                <a:close/>
                <a:moveTo>
                  <a:pt x="57" y="16"/>
                </a:moveTo>
                <a:cubicBezTo>
                  <a:pt x="57" y="16"/>
                  <a:pt x="57" y="16"/>
                  <a:pt x="57" y="16"/>
                </a:cubicBezTo>
                <a:cubicBezTo>
                  <a:pt x="52" y="11"/>
                  <a:pt x="45" y="8"/>
                  <a:pt x="37" y="8"/>
                </a:cubicBezTo>
                <a:cubicBezTo>
                  <a:pt x="29" y="8"/>
                  <a:pt x="22" y="11"/>
                  <a:pt x="16" y="16"/>
                </a:cubicBezTo>
                <a:cubicBezTo>
                  <a:pt x="11" y="21"/>
                  <a:pt x="8" y="28"/>
                  <a:pt x="8" y="36"/>
                </a:cubicBezTo>
                <a:cubicBezTo>
                  <a:pt x="8" y="44"/>
                  <a:pt x="11" y="51"/>
                  <a:pt x="16" y="57"/>
                </a:cubicBezTo>
                <a:cubicBezTo>
                  <a:pt x="22" y="62"/>
                  <a:pt x="29" y="65"/>
                  <a:pt x="37" y="65"/>
                </a:cubicBezTo>
                <a:cubicBezTo>
                  <a:pt x="44" y="65"/>
                  <a:pt x="52" y="62"/>
                  <a:pt x="57" y="57"/>
                </a:cubicBezTo>
                <a:cubicBezTo>
                  <a:pt x="57" y="57"/>
                  <a:pt x="57" y="57"/>
                  <a:pt x="57" y="57"/>
                </a:cubicBezTo>
                <a:cubicBezTo>
                  <a:pt x="62" y="51"/>
                  <a:pt x="65" y="44"/>
                  <a:pt x="65" y="36"/>
                </a:cubicBezTo>
                <a:cubicBezTo>
                  <a:pt x="65" y="28"/>
                  <a:pt x="62" y="21"/>
                  <a:pt x="57" y="16"/>
                </a:cubicBezTo>
                <a:cubicBezTo>
                  <a:pt x="57" y="16"/>
                  <a:pt x="57" y="16"/>
                  <a:pt x="57" y="16"/>
                </a:cubicBezTo>
                <a:cubicBezTo>
                  <a:pt x="57" y="16"/>
                  <a:pt x="57" y="16"/>
                  <a:pt x="57" y="16"/>
                </a:cubicBezTo>
                <a:close/>
              </a:path>
            </a:pathLst>
          </a:custGeom>
          <a:solidFill>
            <a:schemeClr val="bg1"/>
          </a:solidFill>
          <a:ln>
            <a:noFill/>
          </a:ln>
        </p:spPr>
        <p:txBody>
          <a:bodyPr vert="horz" wrap="square" lIns="91423" tIns="45711" rIns="91423" bIns="45711" numCol="1" anchor="t" anchorCtr="0" compatLnSpc="1"/>
          <a:lstStyle/>
          <a:p>
            <a:endParaRPr lang="zh-CN" altLang="en-US"/>
          </a:p>
        </p:txBody>
      </p:sp>
      <p:sp>
        <p:nvSpPr>
          <p:cNvPr id="114" name="chenying0907 24"/>
          <p:cNvSpPr>
            <a:spLocks noEditPoints="1"/>
          </p:cNvSpPr>
          <p:nvPr/>
        </p:nvSpPr>
        <p:spPr bwMode="auto">
          <a:xfrm>
            <a:off x="3923470" y="1901359"/>
            <a:ext cx="176104" cy="166270"/>
          </a:xfrm>
          <a:custGeom>
            <a:avLst/>
            <a:gdLst>
              <a:gd name="T0" fmla="*/ 48 w 98"/>
              <a:gd name="T1" fmla="*/ 24 h 92"/>
              <a:gd name="T2" fmla="*/ 50 w 98"/>
              <a:gd name="T3" fmla="*/ 53 h 92"/>
              <a:gd name="T4" fmla="*/ 52 w 98"/>
              <a:gd name="T5" fmla="*/ 17 h 92"/>
              <a:gd name="T6" fmla="*/ 48 w 98"/>
              <a:gd name="T7" fmla="*/ 16 h 92"/>
              <a:gd name="T8" fmla="*/ 41 w 98"/>
              <a:gd name="T9" fmla="*/ 28 h 92"/>
              <a:gd name="T10" fmla="*/ 94 w 98"/>
              <a:gd name="T11" fmla="*/ 12 h 92"/>
              <a:gd name="T12" fmla="*/ 84 w 98"/>
              <a:gd name="T13" fmla="*/ 12 h 92"/>
              <a:gd name="T14" fmla="*/ 80 w 98"/>
              <a:gd name="T15" fmla="*/ 0 h 92"/>
              <a:gd name="T16" fmla="*/ 14 w 98"/>
              <a:gd name="T17" fmla="*/ 4 h 92"/>
              <a:gd name="T18" fmla="*/ 3 w 98"/>
              <a:gd name="T19" fmla="*/ 12 h 92"/>
              <a:gd name="T20" fmla="*/ 0 w 98"/>
              <a:gd name="T21" fmla="*/ 37 h 92"/>
              <a:gd name="T22" fmla="*/ 6 w 98"/>
              <a:gd name="T23" fmla="*/ 52 h 92"/>
              <a:gd name="T24" fmla="*/ 45 w 98"/>
              <a:gd name="T25" fmla="*/ 75 h 92"/>
              <a:gd name="T26" fmla="*/ 29 w 98"/>
              <a:gd name="T27" fmla="*/ 84 h 92"/>
              <a:gd name="T28" fmla="*/ 29 w 98"/>
              <a:gd name="T29" fmla="*/ 92 h 92"/>
              <a:gd name="T30" fmla="*/ 73 w 98"/>
              <a:gd name="T31" fmla="*/ 88 h 92"/>
              <a:gd name="T32" fmla="*/ 53 w 98"/>
              <a:gd name="T33" fmla="*/ 84 h 92"/>
              <a:gd name="T34" fmla="*/ 78 w 98"/>
              <a:gd name="T35" fmla="*/ 59 h 92"/>
              <a:gd name="T36" fmla="*/ 92 w 98"/>
              <a:gd name="T37" fmla="*/ 52 h 92"/>
              <a:gd name="T38" fmla="*/ 98 w 98"/>
              <a:gd name="T39" fmla="*/ 16 h 92"/>
              <a:gd name="T40" fmla="*/ 11 w 98"/>
              <a:gd name="T41" fmla="*/ 47 h 92"/>
              <a:gd name="T42" fmla="*/ 7 w 98"/>
              <a:gd name="T43" fmla="*/ 37 h 92"/>
              <a:gd name="T44" fmla="*/ 14 w 98"/>
              <a:gd name="T45" fmla="*/ 20 h 92"/>
              <a:gd name="T46" fmla="*/ 15 w 98"/>
              <a:gd name="T47" fmla="*/ 50 h 92"/>
              <a:gd name="T48" fmla="*/ 76 w 98"/>
              <a:gd name="T49" fmla="*/ 40 h 92"/>
              <a:gd name="T50" fmla="*/ 73 w 98"/>
              <a:gd name="T51" fmla="*/ 53 h 92"/>
              <a:gd name="T52" fmla="*/ 49 w 98"/>
              <a:gd name="T53" fmla="*/ 67 h 92"/>
              <a:gd name="T54" fmla="*/ 24 w 98"/>
              <a:gd name="T55" fmla="*/ 53 h 92"/>
              <a:gd name="T56" fmla="*/ 21 w 98"/>
              <a:gd name="T57" fmla="*/ 40 h 92"/>
              <a:gd name="T58" fmla="*/ 76 w 98"/>
              <a:gd name="T59" fmla="*/ 8 h 92"/>
              <a:gd name="T60" fmla="*/ 91 w 98"/>
              <a:gd name="T61" fmla="*/ 37 h 92"/>
              <a:gd name="T62" fmla="*/ 86 w 98"/>
              <a:gd name="T63" fmla="*/ 47 h 92"/>
              <a:gd name="T64" fmla="*/ 83 w 98"/>
              <a:gd name="T65" fmla="*/ 50 h 92"/>
              <a:gd name="T66" fmla="*/ 84 w 98"/>
              <a:gd name="T67" fmla="*/ 40 h 92"/>
              <a:gd name="T68" fmla="*/ 91 w 98"/>
              <a:gd name="T69" fmla="*/ 2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8" h="92">
                <a:moveTo>
                  <a:pt x="44" y="28"/>
                </a:moveTo>
                <a:cubicBezTo>
                  <a:pt x="48" y="24"/>
                  <a:pt x="48" y="24"/>
                  <a:pt x="48" y="24"/>
                </a:cubicBezTo>
                <a:cubicBezTo>
                  <a:pt x="48" y="51"/>
                  <a:pt x="48" y="51"/>
                  <a:pt x="48" y="51"/>
                </a:cubicBezTo>
                <a:cubicBezTo>
                  <a:pt x="48" y="52"/>
                  <a:pt x="49" y="53"/>
                  <a:pt x="50" y="53"/>
                </a:cubicBezTo>
                <a:cubicBezTo>
                  <a:pt x="51" y="53"/>
                  <a:pt x="52" y="52"/>
                  <a:pt x="52" y="51"/>
                </a:cubicBezTo>
                <a:cubicBezTo>
                  <a:pt x="52" y="17"/>
                  <a:pt x="52" y="17"/>
                  <a:pt x="52" y="17"/>
                </a:cubicBezTo>
                <a:cubicBezTo>
                  <a:pt x="52" y="16"/>
                  <a:pt x="51" y="15"/>
                  <a:pt x="50" y="15"/>
                </a:cubicBezTo>
                <a:cubicBezTo>
                  <a:pt x="49" y="15"/>
                  <a:pt x="48" y="15"/>
                  <a:pt x="48" y="16"/>
                </a:cubicBezTo>
                <a:cubicBezTo>
                  <a:pt x="41" y="25"/>
                  <a:pt x="41" y="25"/>
                  <a:pt x="41" y="25"/>
                </a:cubicBezTo>
                <a:cubicBezTo>
                  <a:pt x="40" y="26"/>
                  <a:pt x="40" y="28"/>
                  <a:pt x="41" y="28"/>
                </a:cubicBezTo>
                <a:cubicBezTo>
                  <a:pt x="42" y="29"/>
                  <a:pt x="44" y="29"/>
                  <a:pt x="44" y="28"/>
                </a:cubicBezTo>
                <a:close/>
                <a:moveTo>
                  <a:pt x="94" y="12"/>
                </a:moveTo>
                <a:cubicBezTo>
                  <a:pt x="94" y="12"/>
                  <a:pt x="94" y="12"/>
                  <a:pt x="94" y="12"/>
                </a:cubicBezTo>
                <a:cubicBezTo>
                  <a:pt x="84" y="12"/>
                  <a:pt x="84" y="12"/>
                  <a:pt x="84" y="12"/>
                </a:cubicBezTo>
                <a:cubicBezTo>
                  <a:pt x="84" y="4"/>
                  <a:pt x="84" y="4"/>
                  <a:pt x="84" y="4"/>
                </a:cubicBezTo>
                <a:cubicBezTo>
                  <a:pt x="84" y="2"/>
                  <a:pt x="82" y="0"/>
                  <a:pt x="80" y="0"/>
                </a:cubicBezTo>
                <a:cubicBezTo>
                  <a:pt x="17" y="0"/>
                  <a:pt x="17" y="0"/>
                  <a:pt x="17" y="0"/>
                </a:cubicBezTo>
                <a:cubicBezTo>
                  <a:pt x="15" y="0"/>
                  <a:pt x="14" y="2"/>
                  <a:pt x="14" y="4"/>
                </a:cubicBezTo>
                <a:cubicBezTo>
                  <a:pt x="14" y="12"/>
                  <a:pt x="14" y="12"/>
                  <a:pt x="14" y="12"/>
                </a:cubicBezTo>
                <a:cubicBezTo>
                  <a:pt x="3" y="12"/>
                  <a:pt x="3" y="12"/>
                  <a:pt x="3" y="12"/>
                </a:cubicBezTo>
                <a:cubicBezTo>
                  <a:pt x="1" y="12"/>
                  <a:pt x="0" y="14"/>
                  <a:pt x="0" y="16"/>
                </a:cubicBezTo>
                <a:cubicBezTo>
                  <a:pt x="0" y="37"/>
                  <a:pt x="0" y="37"/>
                  <a:pt x="0" y="37"/>
                </a:cubicBezTo>
                <a:cubicBezTo>
                  <a:pt x="0" y="43"/>
                  <a:pt x="2" y="48"/>
                  <a:pt x="6" y="52"/>
                </a:cubicBezTo>
                <a:cubicBezTo>
                  <a:pt x="6" y="52"/>
                  <a:pt x="6" y="52"/>
                  <a:pt x="6" y="52"/>
                </a:cubicBezTo>
                <a:cubicBezTo>
                  <a:pt x="9" y="56"/>
                  <a:pt x="14" y="58"/>
                  <a:pt x="19" y="59"/>
                </a:cubicBezTo>
                <a:cubicBezTo>
                  <a:pt x="25" y="68"/>
                  <a:pt x="35" y="74"/>
                  <a:pt x="45" y="75"/>
                </a:cubicBezTo>
                <a:cubicBezTo>
                  <a:pt x="45" y="84"/>
                  <a:pt x="45" y="84"/>
                  <a:pt x="45" y="84"/>
                </a:cubicBezTo>
                <a:cubicBezTo>
                  <a:pt x="29" y="84"/>
                  <a:pt x="29" y="84"/>
                  <a:pt x="29" y="84"/>
                </a:cubicBezTo>
                <a:cubicBezTo>
                  <a:pt x="27" y="84"/>
                  <a:pt x="25" y="86"/>
                  <a:pt x="25" y="88"/>
                </a:cubicBezTo>
                <a:cubicBezTo>
                  <a:pt x="25" y="90"/>
                  <a:pt x="27" y="92"/>
                  <a:pt x="29" y="92"/>
                </a:cubicBezTo>
                <a:cubicBezTo>
                  <a:pt x="69" y="92"/>
                  <a:pt x="69" y="92"/>
                  <a:pt x="69" y="92"/>
                </a:cubicBezTo>
                <a:cubicBezTo>
                  <a:pt x="71" y="92"/>
                  <a:pt x="73" y="90"/>
                  <a:pt x="73" y="88"/>
                </a:cubicBezTo>
                <a:cubicBezTo>
                  <a:pt x="73" y="86"/>
                  <a:pt x="71" y="84"/>
                  <a:pt x="69" y="84"/>
                </a:cubicBezTo>
                <a:cubicBezTo>
                  <a:pt x="53" y="84"/>
                  <a:pt x="53" y="84"/>
                  <a:pt x="53" y="84"/>
                </a:cubicBezTo>
                <a:cubicBezTo>
                  <a:pt x="53" y="75"/>
                  <a:pt x="53" y="75"/>
                  <a:pt x="53" y="75"/>
                </a:cubicBezTo>
                <a:cubicBezTo>
                  <a:pt x="63" y="74"/>
                  <a:pt x="73" y="68"/>
                  <a:pt x="78" y="59"/>
                </a:cubicBezTo>
                <a:cubicBezTo>
                  <a:pt x="84" y="58"/>
                  <a:pt x="88" y="56"/>
                  <a:pt x="92" y="53"/>
                </a:cubicBezTo>
                <a:cubicBezTo>
                  <a:pt x="92" y="52"/>
                  <a:pt x="92" y="52"/>
                  <a:pt x="92" y="52"/>
                </a:cubicBezTo>
                <a:cubicBezTo>
                  <a:pt x="96" y="48"/>
                  <a:pt x="98" y="43"/>
                  <a:pt x="98" y="37"/>
                </a:cubicBezTo>
                <a:cubicBezTo>
                  <a:pt x="98" y="16"/>
                  <a:pt x="98" y="16"/>
                  <a:pt x="98" y="16"/>
                </a:cubicBezTo>
                <a:cubicBezTo>
                  <a:pt x="98" y="14"/>
                  <a:pt x="96" y="12"/>
                  <a:pt x="94" y="12"/>
                </a:cubicBezTo>
                <a:close/>
                <a:moveTo>
                  <a:pt x="11" y="47"/>
                </a:moveTo>
                <a:cubicBezTo>
                  <a:pt x="11" y="47"/>
                  <a:pt x="11" y="47"/>
                  <a:pt x="11" y="47"/>
                </a:cubicBezTo>
                <a:cubicBezTo>
                  <a:pt x="9" y="44"/>
                  <a:pt x="7" y="41"/>
                  <a:pt x="7" y="37"/>
                </a:cubicBezTo>
                <a:cubicBezTo>
                  <a:pt x="7" y="20"/>
                  <a:pt x="7" y="20"/>
                  <a:pt x="7" y="20"/>
                </a:cubicBezTo>
                <a:cubicBezTo>
                  <a:pt x="14" y="20"/>
                  <a:pt x="14" y="20"/>
                  <a:pt x="14" y="20"/>
                </a:cubicBezTo>
                <a:cubicBezTo>
                  <a:pt x="14" y="40"/>
                  <a:pt x="14" y="40"/>
                  <a:pt x="14" y="40"/>
                </a:cubicBezTo>
                <a:cubicBezTo>
                  <a:pt x="14" y="44"/>
                  <a:pt x="14" y="47"/>
                  <a:pt x="15" y="50"/>
                </a:cubicBezTo>
                <a:cubicBezTo>
                  <a:pt x="14" y="49"/>
                  <a:pt x="12" y="48"/>
                  <a:pt x="11" y="47"/>
                </a:cubicBezTo>
                <a:close/>
                <a:moveTo>
                  <a:pt x="76" y="40"/>
                </a:moveTo>
                <a:cubicBezTo>
                  <a:pt x="76" y="40"/>
                  <a:pt x="76" y="40"/>
                  <a:pt x="76" y="40"/>
                </a:cubicBezTo>
                <a:cubicBezTo>
                  <a:pt x="76" y="45"/>
                  <a:pt x="75" y="49"/>
                  <a:pt x="73" y="53"/>
                </a:cubicBezTo>
                <a:cubicBezTo>
                  <a:pt x="73" y="53"/>
                  <a:pt x="73" y="53"/>
                  <a:pt x="73" y="53"/>
                </a:cubicBezTo>
                <a:cubicBezTo>
                  <a:pt x="69" y="62"/>
                  <a:pt x="59" y="67"/>
                  <a:pt x="49" y="67"/>
                </a:cubicBezTo>
                <a:cubicBezTo>
                  <a:pt x="39" y="67"/>
                  <a:pt x="29" y="62"/>
                  <a:pt x="24" y="53"/>
                </a:cubicBezTo>
                <a:cubicBezTo>
                  <a:pt x="24" y="53"/>
                  <a:pt x="24" y="53"/>
                  <a:pt x="24" y="53"/>
                </a:cubicBezTo>
                <a:cubicBezTo>
                  <a:pt x="22" y="49"/>
                  <a:pt x="21" y="45"/>
                  <a:pt x="21" y="40"/>
                </a:cubicBezTo>
                <a:cubicBezTo>
                  <a:pt x="21" y="40"/>
                  <a:pt x="21" y="40"/>
                  <a:pt x="21" y="40"/>
                </a:cubicBezTo>
                <a:cubicBezTo>
                  <a:pt x="21" y="8"/>
                  <a:pt x="21" y="8"/>
                  <a:pt x="21" y="8"/>
                </a:cubicBezTo>
                <a:cubicBezTo>
                  <a:pt x="76" y="8"/>
                  <a:pt x="76" y="8"/>
                  <a:pt x="76" y="8"/>
                </a:cubicBezTo>
                <a:cubicBezTo>
                  <a:pt x="76" y="40"/>
                  <a:pt x="76" y="40"/>
                  <a:pt x="76" y="40"/>
                </a:cubicBezTo>
                <a:close/>
                <a:moveTo>
                  <a:pt x="91" y="37"/>
                </a:moveTo>
                <a:cubicBezTo>
                  <a:pt x="91" y="37"/>
                  <a:pt x="91" y="37"/>
                  <a:pt x="91" y="37"/>
                </a:cubicBezTo>
                <a:cubicBezTo>
                  <a:pt x="91" y="41"/>
                  <a:pt x="89" y="44"/>
                  <a:pt x="86" y="47"/>
                </a:cubicBezTo>
                <a:cubicBezTo>
                  <a:pt x="86" y="47"/>
                  <a:pt x="86" y="47"/>
                  <a:pt x="86" y="47"/>
                </a:cubicBezTo>
                <a:cubicBezTo>
                  <a:pt x="85" y="48"/>
                  <a:pt x="84" y="49"/>
                  <a:pt x="83" y="50"/>
                </a:cubicBezTo>
                <a:cubicBezTo>
                  <a:pt x="84" y="47"/>
                  <a:pt x="84" y="44"/>
                  <a:pt x="84" y="40"/>
                </a:cubicBezTo>
                <a:cubicBezTo>
                  <a:pt x="84" y="40"/>
                  <a:pt x="84" y="40"/>
                  <a:pt x="84" y="40"/>
                </a:cubicBezTo>
                <a:cubicBezTo>
                  <a:pt x="84" y="20"/>
                  <a:pt x="84" y="20"/>
                  <a:pt x="84" y="20"/>
                </a:cubicBezTo>
                <a:cubicBezTo>
                  <a:pt x="91" y="20"/>
                  <a:pt x="91" y="20"/>
                  <a:pt x="91" y="20"/>
                </a:cubicBezTo>
                <a:cubicBezTo>
                  <a:pt x="91" y="37"/>
                  <a:pt x="91" y="37"/>
                  <a:pt x="91" y="37"/>
                </a:cubicBezTo>
                <a:close/>
              </a:path>
            </a:pathLst>
          </a:custGeom>
          <a:solidFill>
            <a:schemeClr val="bg1"/>
          </a:solidFill>
          <a:ln>
            <a:noFill/>
          </a:ln>
        </p:spPr>
        <p:txBody>
          <a:bodyPr vert="horz" wrap="square" lIns="91423" tIns="45711" rIns="91423" bIns="45711" numCol="1" anchor="t" anchorCtr="0" compatLnSpc="1"/>
          <a:lstStyle/>
          <a:p>
            <a:endParaRPr lang="zh-CN" altLang="en-US"/>
          </a:p>
        </p:txBody>
      </p:sp>
      <p:sp>
        <p:nvSpPr>
          <p:cNvPr id="115" name="chenying0907 26"/>
          <p:cNvSpPr>
            <a:spLocks noEditPoints="1"/>
          </p:cNvSpPr>
          <p:nvPr/>
        </p:nvSpPr>
        <p:spPr bwMode="auto">
          <a:xfrm>
            <a:off x="5055763" y="1886501"/>
            <a:ext cx="160762" cy="161516"/>
          </a:xfrm>
          <a:custGeom>
            <a:avLst/>
            <a:gdLst>
              <a:gd name="T0" fmla="*/ 83 w 106"/>
              <a:gd name="T1" fmla="*/ 53 h 106"/>
              <a:gd name="T2" fmla="*/ 104 w 106"/>
              <a:gd name="T3" fmla="*/ 22 h 106"/>
              <a:gd name="T4" fmla="*/ 72 w 106"/>
              <a:gd name="T5" fmla="*/ 4 h 106"/>
              <a:gd name="T6" fmla="*/ 31 w 106"/>
              <a:gd name="T7" fmla="*/ 2 h 106"/>
              <a:gd name="T8" fmla="*/ 2 w 106"/>
              <a:gd name="T9" fmla="*/ 26 h 106"/>
              <a:gd name="T10" fmla="*/ 23 w 106"/>
              <a:gd name="T11" fmla="*/ 53 h 106"/>
              <a:gd name="T12" fmla="*/ 1 w 106"/>
              <a:gd name="T13" fmla="*/ 77 h 106"/>
              <a:gd name="T14" fmla="*/ 5 w 106"/>
              <a:gd name="T15" fmla="*/ 105 h 106"/>
              <a:gd name="T16" fmla="*/ 32 w 106"/>
              <a:gd name="T17" fmla="*/ 104 h 106"/>
              <a:gd name="T18" fmla="*/ 74 w 106"/>
              <a:gd name="T19" fmla="*/ 104 h 106"/>
              <a:gd name="T20" fmla="*/ 80 w 106"/>
              <a:gd name="T21" fmla="*/ 104 h 106"/>
              <a:gd name="T22" fmla="*/ 104 w 106"/>
              <a:gd name="T23" fmla="*/ 75 h 106"/>
              <a:gd name="T24" fmla="*/ 77 w 106"/>
              <a:gd name="T25" fmla="*/ 9 h 106"/>
              <a:gd name="T26" fmla="*/ 96 w 106"/>
              <a:gd name="T27" fmla="*/ 24 h 106"/>
              <a:gd name="T28" fmla="*/ 90 w 106"/>
              <a:gd name="T29" fmla="*/ 36 h 106"/>
              <a:gd name="T30" fmla="*/ 85 w 106"/>
              <a:gd name="T31" fmla="*/ 31 h 106"/>
              <a:gd name="T32" fmla="*/ 85 w 106"/>
              <a:gd name="T33" fmla="*/ 31 h 106"/>
              <a:gd name="T34" fmla="*/ 75 w 106"/>
              <a:gd name="T35" fmla="*/ 21 h 106"/>
              <a:gd name="T36" fmla="*/ 75 w 106"/>
              <a:gd name="T37" fmla="*/ 21 h 106"/>
              <a:gd name="T38" fmla="*/ 75 w 106"/>
              <a:gd name="T39" fmla="*/ 21 h 106"/>
              <a:gd name="T40" fmla="*/ 75 w 106"/>
              <a:gd name="T41" fmla="*/ 20 h 106"/>
              <a:gd name="T42" fmla="*/ 77 w 106"/>
              <a:gd name="T43" fmla="*/ 9 h 106"/>
              <a:gd name="T44" fmla="*/ 80 w 106"/>
              <a:gd name="T45" fmla="*/ 33 h 106"/>
              <a:gd name="T46" fmla="*/ 15 w 106"/>
              <a:gd name="T47" fmla="*/ 84 h 106"/>
              <a:gd name="T48" fmla="*/ 80 w 106"/>
              <a:gd name="T49" fmla="*/ 33 h 106"/>
              <a:gd name="T50" fmla="*/ 10 w 106"/>
              <a:gd name="T51" fmla="*/ 29 h 106"/>
              <a:gd name="T52" fmla="*/ 32 w 106"/>
              <a:gd name="T53" fmla="*/ 14 h 106"/>
              <a:gd name="T54" fmla="*/ 25 w 106"/>
              <a:gd name="T55" fmla="*/ 24 h 106"/>
              <a:gd name="T56" fmla="*/ 35 w 106"/>
              <a:gd name="T57" fmla="*/ 17 h 106"/>
              <a:gd name="T58" fmla="*/ 37 w 106"/>
              <a:gd name="T59" fmla="*/ 26 h 106"/>
              <a:gd name="T60" fmla="*/ 41 w 106"/>
              <a:gd name="T61" fmla="*/ 29 h 106"/>
              <a:gd name="T62" fmla="*/ 47 w 106"/>
              <a:gd name="T63" fmla="*/ 29 h 106"/>
              <a:gd name="T64" fmla="*/ 10 w 106"/>
              <a:gd name="T65" fmla="*/ 29 h 106"/>
              <a:gd name="T66" fmla="*/ 67 w 106"/>
              <a:gd name="T67" fmla="*/ 19 h 106"/>
              <a:gd name="T68" fmla="*/ 12 w 106"/>
              <a:gd name="T69" fmla="*/ 80 h 106"/>
              <a:gd name="T70" fmla="*/ 67 w 106"/>
              <a:gd name="T71" fmla="*/ 19 h 106"/>
              <a:gd name="T72" fmla="*/ 8 w 106"/>
              <a:gd name="T73" fmla="*/ 98 h 106"/>
              <a:gd name="T74" fmla="*/ 22 w 106"/>
              <a:gd name="T75" fmla="*/ 98 h 106"/>
              <a:gd name="T76" fmla="*/ 28 w 106"/>
              <a:gd name="T77" fmla="*/ 97 h 106"/>
              <a:gd name="T78" fmla="*/ 25 w 106"/>
              <a:gd name="T79" fmla="*/ 94 h 106"/>
              <a:gd name="T80" fmla="*/ 86 w 106"/>
              <a:gd name="T81" fmla="*/ 39 h 106"/>
              <a:gd name="T82" fmla="*/ 77 w 106"/>
              <a:gd name="T83" fmla="*/ 96 h 106"/>
              <a:gd name="T84" fmla="*/ 59 w 106"/>
              <a:gd name="T85" fmla="*/ 77 h 106"/>
              <a:gd name="T86" fmla="*/ 81 w 106"/>
              <a:gd name="T87" fmla="*/ 62 h 106"/>
              <a:gd name="T88" fmla="*/ 77 w 106"/>
              <a:gd name="T89" fmla="*/ 69 h 106"/>
              <a:gd name="T90" fmla="*/ 84 w 106"/>
              <a:gd name="T91" fmla="*/ 66 h 106"/>
              <a:gd name="T92" fmla="*/ 83 w 106"/>
              <a:gd name="T93" fmla="*/ 78 h 106"/>
              <a:gd name="T94" fmla="*/ 86 w 106"/>
              <a:gd name="T95" fmla="*/ 81 h 106"/>
              <a:gd name="T96" fmla="*/ 96 w 106"/>
              <a:gd name="T97" fmla="*/ 77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6" h="106">
                <a:moveTo>
                  <a:pt x="104" y="75"/>
                </a:moveTo>
                <a:cubicBezTo>
                  <a:pt x="83" y="53"/>
                  <a:pt x="83" y="53"/>
                  <a:pt x="83" y="53"/>
                </a:cubicBezTo>
                <a:cubicBezTo>
                  <a:pt x="102" y="34"/>
                  <a:pt x="102" y="34"/>
                  <a:pt x="102" y="34"/>
                </a:cubicBezTo>
                <a:cubicBezTo>
                  <a:pt x="105" y="31"/>
                  <a:pt x="106" y="27"/>
                  <a:pt x="104" y="22"/>
                </a:cubicBezTo>
                <a:cubicBezTo>
                  <a:pt x="102" y="17"/>
                  <a:pt x="92" y="9"/>
                  <a:pt x="87" y="4"/>
                </a:cubicBezTo>
                <a:cubicBezTo>
                  <a:pt x="83" y="0"/>
                  <a:pt x="76" y="0"/>
                  <a:pt x="72" y="4"/>
                </a:cubicBezTo>
                <a:cubicBezTo>
                  <a:pt x="52" y="23"/>
                  <a:pt x="52" y="23"/>
                  <a:pt x="52" y="23"/>
                </a:cubicBezTo>
                <a:cubicBezTo>
                  <a:pt x="31" y="2"/>
                  <a:pt x="31" y="2"/>
                  <a:pt x="31" y="2"/>
                </a:cubicBezTo>
                <a:cubicBezTo>
                  <a:pt x="30" y="1"/>
                  <a:pt x="27" y="1"/>
                  <a:pt x="26" y="2"/>
                </a:cubicBezTo>
                <a:cubicBezTo>
                  <a:pt x="2" y="26"/>
                  <a:pt x="2" y="26"/>
                  <a:pt x="2" y="26"/>
                </a:cubicBezTo>
                <a:cubicBezTo>
                  <a:pt x="0" y="28"/>
                  <a:pt x="0" y="30"/>
                  <a:pt x="2" y="31"/>
                </a:cubicBezTo>
                <a:cubicBezTo>
                  <a:pt x="23" y="53"/>
                  <a:pt x="23" y="53"/>
                  <a:pt x="23" y="53"/>
                </a:cubicBezTo>
                <a:cubicBezTo>
                  <a:pt x="2" y="74"/>
                  <a:pt x="2" y="74"/>
                  <a:pt x="2" y="74"/>
                </a:cubicBezTo>
                <a:cubicBezTo>
                  <a:pt x="1" y="75"/>
                  <a:pt x="1" y="76"/>
                  <a:pt x="1" y="77"/>
                </a:cubicBezTo>
                <a:cubicBezTo>
                  <a:pt x="1" y="85"/>
                  <a:pt x="1" y="93"/>
                  <a:pt x="1" y="101"/>
                </a:cubicBezTo>
                <a:cubicBezTo>
                  <a:pt x="1" y="103"/>
                  <a:pt x="2" y="105"/>
                  <a:pt x="5" y="105"/>
                </a:cubicBezTo>
                <a:cubicBezTo>
                  <a:pt x="29" y="105"/>
                  <a:pt x="29" y="105"/>
                  <a:pt x="29" y="105"/>
                </a:cubicBezTo>
                <a:cubicBezTo>
                  <a:pt x="30" y="105"/>
                  <a:pt x="31" y="105"/>
                  <a:pt x="32" y="104"/>
                </a:cubicBezTo>
                <a:cubicBezTo>
                  <a:pt x="53" y="83"/>
                  <a:pt x="53" y="83"/>
                  <a:pt x="53" y="83"/>
                </a:cubicBezTo>
                <a:cubicBezTo>
                  <a:pt x="74" y="104"/>
                  <a:pt x="74" y="104"/>
                  <a:pt x="74" y="104"/>
                </a:cubicBezTo>
                <a:cubicBezTo>
                  <a:pt x="75" y="104"/>
                  <a:pt x="75" y="104"/>
                  <a:pt x="75" y="104"/>
                </a:cubicBezTo>
                <a:cubicBezTo>
                  <a:pt x="76" y="106"/>
                  <a:pt x="78" y="106"/>
                  <a:pt x="80" y="104"/>
                </a:cubicBezTo>
                <a:cubicBezTo>
                  <a:pt x="104" y="80"/>
                  <a:pt x="104" y="80"/>
                  <a:pt x="104" y="80"/>
                </a:cubicBezTo>
                <a:cubicBezTo>
                  <a:pt x="105" y="79"/>
                  <a:pt x="105" y="76"/>
                  <a:pt x="104" y="75"/>
                </a:cubicBezTo>
                <a:close/>
                <a:moveTo>
                  <a:pt x="77" y="9"/>
                </a:moveTo>
                <a:cubicBezTo>
                  <a:pt x="77" y="9"/>
                  <a:pt x="77" y="9"/>
                  <a:pt x="77" y="9"/>
                </a:cubicBezTo>
                <a:cubicBezTo>
                  <a:pt x="78" y="8"/>
                  <a:pt x="80" y="8"/>
                  <a:pt x="82" y="9"/>
                </a:cubicBezTo>
                <a:cubicBezTo>
                  <a:pt x="87" y="14"/>
                  <a:pt x="92" y="19"/>
                  <a:pt x="96" y="24"/>
                </a:cubicBezTo>
                <a:cubicBezTo>
                  <a:pt x="98" y="26"/>
                  <a:pt x="98" y="28"/>
                  <a:pt x="96" y="29"/>
                </a:cubicBezTo>
                <a:cubicBezTo>
                  <a:pt x="90" y="36"/>
                  <a:pt x="90" y="36"/>
                  <a:pt x="90" y="36"/>
                </a:cubicBezTo>
                <a:cubicBezTo>
                  <a:pt x="85" y="31"/>
                  <a:pt x="85" y="31"/>
                  <a:pt x="85" y="31"/>
                </a:cubicBezTo>
                <a:cubicBezTo>
                  <a:pt x="85" y="31"/>
                  <a:pt x="85" y="31"/>
                  <a:pt x="85" y="31"/>
                </a:cubicBezTo>
                <a:cubicBezTo>
                  <a:pt x="85" y="31"/>
                  <a:pt x="85" y="31"/>
                  <a:pt x="85" y="31"/>
                </a:cubicBezTo>
                <a:cubicBezTo>
                  <a:pt x="85" y="31"/>
                  <a:pt x="85" y="31"/>
                  <a:pt x="85" y="31"/>
                </a:cubicBezTo>
                <a:cubicBezTo>
                  <a:pt x="85" y="31"/>
                  <a:pt x="85" y="31"/>
                  <a:pt x="85" y="31"/>
                </a:cubicBezTo>
                <a:cubicBezTo>
                  <a:pt x="75" y="21"/>
                  <a:pt x="75" y="21"/>
                  <a:pt x="75" y="21"/>
                </a:cubicBezTo>
                <a:cubicBezTo>
                  <a:pt x="75" y="21"/>
                  <a:pt x="75" y="21"/>
                  <a:pt x="75" y="21"/>
                </a:cubicBezTo>
                <a:cubicBezTo>
                  <a:pt x="75" y="21"/>
                  <a:pt x="75" y="21"/>
                  <a:pt x="75" y="21"/>
                </a:cubicBezTo>
                <a:cubicBezTo>
                  <a:pt x="75" y="21"/>
                  <a:pt x="75" y="21"/>
                  <a:pt x="75" y="21"/>
                </a:cubicBezTo>
                <a:cubicBezTo>
                  <a:pt x="75" y="21"/>
                  <a:pt x="75" y="21"/>
                  <a:pt x="75" y="21"/>
                </a:cubicBezTo>
                <a:cubicBezTo>
                  <a:pt x="75" y="21"/>
                  <a:pt x="75" y="21"/>
                  <a:pt x="75" y="21"/>
                </a:cubicBezTo>
                <a:cubicBezTo>
                  <a:pt x="75" y="20"/>
                  <a:pt x="75" y="20"/>
                  <a:pt x="75" y="20"/>
                </a:cubicBezTo>
                <a:cubicBezTo>
                  <a:pt x="70" y="16"/>
                  <a:pt x="70" y="16"/>
                  <a:pt x="70" y="16"/>
                </a:cubicBezTo>
                <a:cubicBezTo>
                  <a:pt x="77" y="9"/>
                  <a:pt x="77" y="9"/>
                  <a:pt x="77" y="9"/>
                </a:cubicBezTo>
                <a:close/>
                <a:moveTo>
                  <a:pt x="80" y="33"/>
                </a:moveTo>
                <a:cubicBezTo>
                  <a:pt x="80" y="33"/>
                  <a:pt x="80" y="33"/>
                  <a:pt x="80" y="33"/>
                </a:cubicBezTo>
                <a:cubicBezTo>
                  <a:pt x="61" y="52"/>
                  <a:pt x="42" y="72"/>
                  <a:pt x="22" y="91"/>
                </a:cubicBezTo>
                <a:cubicBezTo>
                  <a:pt x="15" y="84"/>
                  <a:pt x="15" y="84"/>
                  <a:pt x="15" y="84"/>
                </a:cubicBezTo>
                <a:cubicBezTo>
                  <a:pt x="73" y="25"/>
                  <a:pt x="73" y="25"/>
                  <a:pt x="73" y="25"/>
                </a:cubicBezTo>
                <a:cubicBezTo>
                  <a:pt x="76" y="28"/>
                  <a:pt x="78" y="30"/>
                  <a:pt x="80" y="33"/>
                </a:cubicBezTo>
                <a:close/>
                <a:moveTo>
                  <a:pt x="10" y="29"/>
                </a:moveTo>
                <a:cubicBezTo>
                  <a:pt x="10" y="29"/>
                  <a:pt x="10" y="29"/>
                  <a:pt x="10" y="29"/>
                </a:cubicBezTo>
                <a:cubicBezTo>
                  <a:pt x="29" y="10"/>
                  <a:pt x="29" y="10"/>
                  <a:pt x="29" y="10"/>
                </a:cubicBezTo>
                <a:cubicBezTo>
                  <a:pt x="32" y="14"/>
                  <a:pt x="32" y="14"/>
                  <a:pt x="32" y="14"/>
                </a:cubicBezTo>
                <a:cubicBezTo>
                  <a:pt x="25" y="20"/>
                  <a:pt x="25" y="20"/>
                  <a:pt x="25" y="20"/>
                </a:cubicBezTo>
                <a:cubicBezTo>
                  <a:pt x="25" y="21"/>
                  <a:pt x="25" y="23"/>
                  <a:pt x="25" y="24"/>
                </a:cubicBezTo>
                <a:cubicBezTo>
                  <a:pt x="26" y="24"/>
                  <a:pt x="28" y="24"/>
                  <a:pt x="29" y="24"/>
                </a:cubicBezTo>
                <a:cubicBezTo>
                  <a:pt x="35" y="17"/>
                  <a:pt x="35" y="17"/>
                  <a:pt x="35" y="17"/>
                </a:cubicBezTo>
                <a:cubicBezTo>
                  <a:pt x="41" y="22"/>
                  <a:pt x="41" y="22"/>
                  <a:pt x="41" y="22"/>
                </a:cubicBezTo>
                <a:cubicBezTo>
                  <a:pt x="37" y="26"/>
                  <a:pt x="37" y="26"/>
                  <a:pt x="37" y="26"/>
                </a:cubicBezTo>
                <a:cubicBezTo>
                  <a:pt x="36" y="27"/>
                  <a:pt x="36" y="28"/>
                  <a:pt x="37" y="29"/>
                </a:cubicBezTo>
                <a:cubicBezTo>
                  <a:pt x="38" y="30"/>
                  <a:pt x="40" y="30"/>
                  <a:pt x="41" y="29"/>
                </a:cubicBezTo>
                <a:cubicBezTo>
                  <a:pt x="44" y="26"/>
                  <a:pt x="44" y="26"/>
                  <a:pt x="44" y="26"/>
                </a:cubicBezTo>
                <a:cubicBezTo>
                  <a:pt x="47" y="29"/>
                  <a:pt x="47" y="29"/>
                  <a:pt x="47" y="29"/>
                </a:cubicBezTo>
                <a:cubicBezTo>
                  <a:pt x="29" y="47"/>
                  <a:pt x="29" y="47"/>
                  <a:pt x="29" y="47"/>
                </a:cubicBezTo>
                <a:cubicBezTo>
                  <a:pt x="10" y="29"/>
                  <a:pt x="10" y="29"/>
                  <a:pt x="10" y="29"/>
                </a:cubicBezTo>
                <a:close/>
                <a:moveTo>
                  <a:pt x="67" y="19"/>
                </a:moveTo>
                <a:cubicBezTo>
                  <a:pt x="67" y="19"/>
                  <a:pt x="67" y="19"/>
                  <a:pt x="67" y="19"/>
                </a:cubicBezTo>
                <a:cubicBezTo>
                  <a:pt x="70" y="22"/>
                  <a:pt x="70" y="22"/>
                  <a:pt x="70" y="22"/>
                </a:cubicBezTo>
                <a:cubicBezTo>
                  <a:pt x="12" y="80"/>
                  <a:pt x="12" y="80"/>
                  <a:pt x="12" y="80"/>
                </a:cubicBezTo>
                <a:cubicBezTo>
                  <a:pt x="9" y="78"/>
                  <a:pt x="9" y="78"/>
                  <a:pt x="9" y="78"/>
                </a:cubicBezTo>
                <a:cubicBezTo>
                  <a:pt x="67" y="19"/>
                  <a:pt x="67" y="19"/>
                  <a:pt x="67" y="19"/>
                </a:cubicBezTo>
                <a:close/>
                <a:moveTo>
                  <a:pt x="8" y="98"/>
                </a:moveTo>
                <a:cubicBezTo>
                  <a:pt x="8" y="98"/>
                  <a:pt x="8" y="98"/>
                  <a:pt x="8" y="98"/>
                </a:cubicBezTo>
                <a:cubicBezTo>
                  <a:pt x="8" y="84"/>
                  <a:pt x="8" y="84"/>
                  <a:pt x="8" y="84"/>
                </a:cubicBezTo>
                <a:cubicBezTo>
                  <a:pt x="22" y="98"/>
                  <a:pt x="22" y="98"/>
                  <a:pt x="22" y="98"/>
                </a:cubicBezTo>
                <a:cubicBezTo>
                  <a:pt x="8" y="98"/>
                  <a:pt x="8" y="98"/>
                  <a:pt x="8" y="98"/>
                </a:cubicBezTo>
                <a:close/>
                <a:moveTo>
                  <a:pt x="28" y="97"/>
                </a:moveTo>
                <a:cubicBezTo>
                  <a:pt x="28" y="97"/>
                  <a:pt x="28" y="97"/>
                  <a:pt x="28" y="97"/>
                </a:cubicBezTo>
                <a:cubicBezTo>
                  <a:pt x="25" y="94"/>
                  <a:pt x="25" y="94"/>
                  <a:pt x="25" y="94"/>
                </a:cubicBezTo>
                <a:cubicBezTo>
                  <a:pt x="45" y="75"/>
                  <a:pt x="64" y="55"/>
                  <a:pt x="84" y="36"/>
                </a:cubicBezTo>
                <a:cubicBezTo>
                  <a:pt x="86" y="39"/>
                  <a:pt x="86" y="39"/>
                  <a:pt x="86" y="39"/>
                </a:cubicBezTo>
                <a:cubicBezTo>
                  <a:pt x="28" y="97"/>
                  <a:pt x="28" y="97"/>
                  <a:pt x="28" y="97"/>
                </a:cubicBezTo>
                <a:close/>
                <a:moveTo>
                  <a:pt x="77" y="96"/>
                </a:moveTo>
                <a:cubicBezTo>
                  <a:pt x="77" y="96"/>
                  <a:pt x="77" y="96"/>
                  <a:pt x="77" y="96"/>
                </a:cubicBezTo>
                <a:cubicBezTo>
                  <a:pt x="59" y="77"/>
                  <a:pt x="59" y="77"/>
                  <a:pt x="59" y="77"/>
                </a:cubicBezTo>
                <a:cubicBezTo>
                  <a:pt x="77" y="59"/>
                  <a:pt x="77" y="59"/>
                  <a:pt x="77" y="59"/>
                </a:cubicBezTo>
                <a:cubicBezTo>
                  <a:pt x="81" y="62"/>
                  <a:pt x="81" y="62"/>
                  <a:pt x="81" y="62"/>
                </a:cubicBezTo>
                <a:cubicBezTo>
                  <a:pt x="77" y="66"/>
                  <a:pt x="77" y="66"/>
                  <a:pt x="77" y="66"/>
                </a:cubicBezTo>
                <a:cubicBezTo>
                  <a:pt x="77" y="67"/>
                  <a:pt x="77" y="68"/>
                  <a:pt x="77" y="69"/>
                </a:cubicBezTo>
                <a:cubicBezTo>
                  <a:pt x="78" y="70"/>
                  <a:pt x="80" y="70"/>
                  <a:pt x="81" y="69"/>
                </a:cubicBezTo>
                <a:cubicBezTo>
                  <a:pt x="84" y="66"/>
                  <a:pt x="84" y="66"/>
                  <a:pt x="84" y="66"/>
                </a:cubicBezTo>
                <a:cubicBezTo>
                  <a:pt x="89" y="71"/>
                  <a:pt x="89" y="71"/>
                  <a:pt x="89" y="71"/>
                </a:cubicBezTo>
                <a:cubicBezTo>
                  <a:pt x="83" y="78"/>
                  <a:pt x="83" y="78"/>
                  <a:pt x="83" y="78"/>
                </a:cubicBezTo>
                <a:cubicBezTo>
                  <a:pt x="82" y="78"/>
                  <a:pt x="82" y="80"/>
                  <a:pt x="83" y="81"/>
                </a:cubicBezTo>
                <a:cubicBezTo>
                  <a:pt x="84" y="82"/>
                  <a:pt x="85" y="82"/>
                  <a:pt x="86" y="81"/>
                </a:cubicBezTo>
                <a:cubicBezTo>
                  <a:pt x="93" y="74"/>
                  <a:pt x="93" y="74"/>
                  <a:pt x="93" y="74"/>
                </a:cubicBezTo>
                <a:cubicBezTo>
                  <a:pt x="96" y="77"/>
                  <a:pt x="96" y="77"/>
                  <a:pt x="96" y="77"/>
                </a:cubicBezTo>
                <a:cubicBezTo>
                  <a:pt x="77" y="96"/>
                  <a:pt x="77" y="96"/>
                  <a:pt x="77" y="96"/>
                </a:cubicBezTo>
                <a:close/>
              </a:path>
            </a:pathLst>
          </a:custGeom>
          <a:solidFill>
            <a:schemeClr val="bg1"/>
          </a:solidFill>
          <a:ln>
            <a:noFill/>
          </a:ln>
        </p:spPr>
        <p:txBody>
          <a:bodyPr vert="horz" wrap="square" lIns="91423" tIns="45711" rIns="91423" bIns="45711" numCol="1" anchor="t" anchorCtr="0" compatLnSpc="1"/>
          <a:lstStyle/>
          <a:p>
            <a:endParaRPr lang="zh-CN" altLang="en-US"/>
          </a:p>
        </p:txBody>
      </p:sp>
      <p:sp>
        <p:nvSpPr>
          <p:cNvPr id="98" name="TextBox 97"/>
          <p:cNvSpPr txBox="1"/>
          <p:nvPr/>
        </p:nvSpPr>
        <p:spPr>
          <a:xfrm>
            <a:off x="1071538" y="181259"/>
            <a:ext cx="1285884" cy="461665"/>
          </a:xfrm>
          <a:prstGeom prst="rect">
            <a:avLst/>
          </a:prstGeom>
          <a:noFill/>
        </p:spPr>
        <p:txBody>
          <a:bodyPr wrap="square" rtlCol="0">
            <a:spAutoFit/>
          </a:bodyPr>
          <a:lstStyle/>
          <a:p>
            <a:r>
              <a:rPr lang="zh-CN" altLang="en-US" sz="2400" dirty="0" smtClean="0">
                <a:solidFill>
                  <a:schemeClr val="bg1"/>
                </a:solidFill>
              </a:rPr>
              <a:t>定义</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ppt_x"/>
                                          </p:val>
                                        </p:tav>
                                        <p:tav tm="100000">
                                          <p:val>
                                            <p:strVal val="#ppt_x"/>
                                          </p:val>
                                        </p:tav>
                                      </p:tavLst>
                                    </p:anim>
                                    <p:anim calcmode="lin" valueType="num">
                                      <p:cBhvr additive="base">
                                        <p:cTn id="8" dur="75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53" presetClass="entr" presetSubtype="528" fill="hold" grpId="0" nodeType="afterEffect">
                                  <p:stCondLst>
                                    <p:cond delay="0"/>
                                  </p:stCondLst>
                                  <p:childTnLst>
                                    <p:set>
                                      <p:cBhvr>
                                        <p:cTn id="11" dur="1" fill="hold">
                                          <p:stCondLst>
                                            <p:cond delay="0"/>
                                          </p:stCondLst>
                                        </p:cTn>
                                        <p:tgtEl>
                                          <p:spTgt spid="90"/>
                                        </p:tgtEl>
                                        <p:attrNameLst>
                                          <p:attrName>style.visibility</p:attrName>
                                        </p:attrNameLst>
                                      </p:cBhvr>
                                      <p:to>
                                        <p:strVal val="visible"/>
                                      </p:to>
                                    </p:set>
                                    <p:anim calcmode="lin" valueType="num">
                                      <p:cBhvr>
                                        <p:cTn id="12" dur="500" fill="hold"/>
                                        <p:tgtEl>
                                          <p:spTgt spid="90"/>
                                        </p:tgtEl>
                                        <p:attrNameLst>
                                          <p:attrName>ppt_w</p:attrName>
                                        </p:attrNameLst>
                                      </p:cBhvr>
                                      <p:tavLst>
                                        <p:tav tm="0">
                                          <p:val>
                                            <p:fltVal val="0"/>
                                          </p:val>
                                        </p:tav>
                                        <p:tav tm="100000">
                                          <p:val>
                                            <p:strVal val="#ppt_w"/>
                                          </p:val>
                                        </p:tav>
                                      </p:tavLst>
                                    </p:anim>
                                    <p:anim calcmode="lin" valueType="num">
                                      <p:cBhvr>
                                        <p:cTn id="13" dur="500" fill="hold"/>
                                        <p:tgtEl>
                                          <p:spTgt spid="90"/>
                                        </p:tgtEl>
                                        <p:attrNameLst>
                                          <p:attrName>ppt_h</p:attrName>
                                        </p:attrNameLst>
                                      </p:cBhvr>
                                      <p:tavLst>
                                        <p:tav tm="0">
                                          <p:val>
                                            <p:fltVal val="0"/>
                                          </p:val>
                                        </p:tav>
                                        <p:tav tm="100000">
                                          <p:val>
                                            <p:strVal val="#ppt_h"/>
                                          </p:val>
                                        </p:tav>
                                      </p:tavLst>
                                    </p:anim>
                                    <p:animEffect transition="in" filter="fade">
                                      <p:cBhvr>
                                        <p:cTn id="14" dur="500"/>
                                        <p:tgtEl>
                                          <p:spTgt spid="90"/>
                                        </p:tgtEl>
                                      </p:cBhvr>
                                    </p:animEffect>
                                    <p:anim calcmode="lin" valueType="num">
                                      <p:cBhvr>
                                        <p:cTn id="15" dur="500" fill="hold"/>
                                        <p:tgtEl>
                                          <p:spTgt spid="90"/>
                                        </p:tgtEl>
                                        <p:attrNameLst>
                                          <p:attrName>ppt_x</p:attrName>
                                        </p:attrNameLst>
                                      </p:cBhvr>
                                      <p:tavLst>
                                        <p:tav tm="0">
                                          <p:val>
                                            <p:fltVal val="0.5"/>
                                          </p:val>
                                        </p:tav>
                                        <p:tav tm="100000">
                                          <p:val>
                                            <p:strVal val="#ppt_x"/>
                                          </p:val>
                                        </p:tav>
                                      </p:tavLst>
                                    </p:anim>
                                    <p:anim calcmode="lin" valueType="num">
                                      <p:cBhvr>
                                        <p:cTn id="16" dur="500" fill="hold"/>
                                        <p:tgtEl>
                                          <p:spTgt spid="90"/>
                                        </p:tgtEl>
                                        <p:attrNameLst>
                                          <p:attrName>ppt_y</p:attrName>
                                        </p:attrNameLst>
                                      </p:cBhvr>
                                      <p:tavLst>
                                        <p:tav tm="0">
                                          <p:val>
                                            <p:fltVal val="0.5"/>
                                          </p:val>
                                        </p:tav>
                                        <p:tav tm="100000">
                                          <p:val>
                                            <p:strVal val="#ppt_y"/>
                                          </p:val>
                                        </p:tav>
                                      </p:tavLst>
                                    </p:anim>
                                  </p:childTnLst>
                                </p:cTn>
                              </p:par>
                              <p:par>
                                <p:cTn id="17" presetID="53" presetClass="entr" presetSubtype="528" fill="hold" grpId="0" nodeType="withEffect">
                                  <p:stCondLst>
                                    <p:cond delay="0"/>
                                  </p:stCondLst>
                                  <p:childTnLst>
                                    <p:set>
                                      <p:cBhvr>
                                        <p:cTn id="18" dur="1" fill="hold">
                                          <p:stCondLst>
                                            <p:cond delay="0"/>
                                          </p:stCondLst>
                                        </p:cTn>
                                        <p:tgtEl>
                                          <p:spTgt spid="114"/>
                                        </p:tgtEl>
                                        <p:attrNameLst>
                                          <p:attrName>style.visibility</p:attrName>
                                        </p:attrNameLst>
                                      </p:cBhvr>
                                      <p:to>
                                        <p:strVal val="visible"/>
                                      </p:to>
                                    </p:set>
                                    <p:anim calcmode="lin" valueType="num">
                                      <p:cBhvr>
                                        <p:cTn id="19" dur="500" fill="hold"/>
                                        <p:tgtEl>
                                          <p:spTgt spid="114"/>
                                        </p:tgtEl>
                                        <p:attrNameLst>
                                          <p:attrName>ppt_w</p:attrName>
                                        </p:attrNameLst>
                                      </p:cBhvr>
                                      <p:tavLst>
                                        <p:tav tm="0">
                                          <p:val>
                                            <p:fltVal val="0"/>
                                          </p:val>
                                        </p:tav>
                                        <p:tav tm="100000">
                                          <p:val>
                                            <p:strVal val="#ppt_w"/>
                                          </p:val>
                                        </p:tav>
                                      </p:tavLst>
                                    </p:anim>
                                    <p:anim calcmode="lin" valueType="num">
                                      <p:cBhvr>
                                        <p:cTn id="20" dur="500" fill="hold"/>
                                        <p:tgtEl>
                                          <p:spTgt spid="114"/>
                                        </p:tgtEl>
                                        <p:attrNameLst>
                                          <p:attrName>ppt_h</p:attrName>
                                        </p:attrNameLst>
                                      </p:cBhvr>
                                      <p:tavLst>
                                        <p:tav tm="0">
                                          <p:val>
                                            <p:fltVal val="0"/>
                                          </p:val>
                                        </p:tav>
                                        <p:tav tm="100000">
                                          <p:val>
                                            <p:strVal val="#ppt_h"/>
                                          </p:val>
                                        </p:tav>
                                      </p:tavLst>
                                    </p:anim>
                                    <p:animEffect transition="in" filter="fade">
                                      <p:cBhvr>
                                        <p:cTn id="21" dur="500"/>
                                        <p:tgtEl>
                                          <p:spTgt spid="114"/>
                                        </p:tgtEl>
                                      </p:cBhvr>
                                    </p:animEffect>
                                    <p:anim calcmode="lin" valueType="num">
                                      <p:cBhvr>
                                        <p:cTn id="22" dur="500" fill="hold"/>
                                        <p:tgtEl>
                                          <p:spTgt spid="114"/>
                                        </p:tgtEl>
                                        <p:attrNameLst>
                                          <p:attrName>ppt_x</p:attrName>
                                        </p:attrNameLst>
                                      </p:cBhvr>
                                      <p:tavLst>
                                        <p:tav tm="0">
                                          <p:val>
                                            <p:fltVal val="0.5"/>
                                          </p:val>
                                        </p:tav>
                                        <p:tav tm="100000">
                                          <p:val>
                                            <p:strVal val="#ppt_x"/>
                                          </p:val>
                                        </p:tav>
                                      </p:tavLst>
                                    </p:anim>
                                    <p:anim calcmode="lin" valueType="num">
                                      <p:cBhvr>
                                        <p:cTn id="23" dur="500" fill="hold"/>
                                        <p:tgtEl>
                                          <p:spTgt spid="114"/>
                                        </p:tgtEl>
                                        <p:attrNameLst>
                                          <p:attrName>ppt_y</p:attrName>
                                        </p:attrNameLst>
                                      </p:cBhvr>
                                      <p:tavLst>
                                        <p:tav tm="0">
                                          <p:val>
                                            <p:fltVal val="0.5"/>
                                          </p:val>
                                        </p:tav>
                                        <p:tav tm="100000">
                                          <p:val>
                                            <p:strVal val="#ppt_y"/>
                                          </p:val>
                                        </p:tav>
                                      </p:tavLst>
                                    </p:anim>
                                  </p:childTnLst>
                                </p:cTn>
                              </p:par>
                              <p:par>
                                <p:cTn id="24" presetID="53" presetClass="entr" presetSubtype="528" fill="hold" grpId="0" nodeType="withEffect">
                                  <p:stCondLst>
                                    <p:cond delay="0"/>
                                  </p:stCondLst>
                                  <p:childTnLst>
                                    <p:set>
                                      <p:cBhvr>
                                        <p:cTn id="25" dur="1" fill="hold">
                                          <p:stCondLst>
                                            <p:cond delay="0"/>
                                          </p:stCondLst>
                                        </p:cTn>
                                        <p:tgtEl>
                                          <p:spTgt spid="93"/>
                                        </p:tgtEl>
                                        <p:attrNameLst>
                                          <p:attrName>style.visibility</p:attrName>
                                        </p:attrNameLst>
                                      </p:cBhvr>
                                      <p:to>
                                        <p:strVal val="visible"/>
                                      </p:to>
                                    </p:set>
                                    <p:anim calcmode="lin" valueType="num">
                                      <p:cBhvr>
                                        <p:cTn id="26" dur="500" fill="hold"/>
                                        <p:tgtEl>
                                          <p:spTgt spid="93"/>
                                        </p:tgtEl>
                                        <p:attrNameLst>
                                          <p:attrName>ppt_w</p:attrName>
                                        </p:attrNameLst>
                                      </p:cBhvr>
                                      <p:tavLst>
                                        <p:tav tm="0">
                                          <p:val>
                                            <p:fltVal val="0"/>
                                          </p:val>
                                        </p:tav>
                                        <p:tav tm="100000">
                                          <p:val>
                                            <p:strVal val="#ppt_w"/>
                                          </p:val>
                                        </p:tav>
                                      </p:tavLst>
                                    </p:anim>
                                    <p:anim calcmode="lin" valueType="num">
                                      <p:cBhvr>
                                        <p:cTn id="27" dur="500" fill="hold"/>
                                        <p:tgtEl>
                                          <p:spTgt spid="93"/>
                                        </p:tgtEl>
                                        <p:attrNameLst>
                                          <p:attrName>ppt_h</p:attrName>
                                        </p:attrNameLst>
                                      </p:cBhvr>
                                      <p:tavLst>
                                        <p:tav tm="0">
                                          <p:val>
                                            <p:fltVal val="0"/>
                                          </p:val>
                                        </p:tav>
                                        <p:tav tm="100000">
                                          <p:val>
                                            <p:strVal val="#ppt_h"/>
                                          </p:val>
                                        </p:tav>
                                      </p:tavLst>
                                    </p:anim>
                                    <p:animEffect transition="in" filter="fade">
                                      <p:cBhvr>
                                        <p:cTn id="28" dur="500"/>
                                        <p:tgtEl>
                                          <p:spTgt spid="93"/>
                                        </p:tgtEl>
                                      </p:cBhvr>
                                    </p:animEffect>
                                    <p:anim calcmode="lin" valueType="num">
                                      <p:cBhvr>
                                        <p:cTn id="29" dur="500" fill="hold"/>
                                        <p:tgtEl>
                                          <p:spTgt spid="93"/>
                                        </p:tgtEl>
                                        <p:attrNameLst>
                                          <p:attrName>ppt_x</p:attrName>
                                        </p:attrNameLst>
                                      </p:cBhvr>
                                      <p:tavLst>
                                        <p:tav tm="0">
                                          <p:val>
                                            <p:fltVal val="0.5"/>
                                          </p:val>
                                        </p:tav>
                                        <p:tav tm="100000">
                                          <p:val>
                                            <p:strVal val="#ppt_x"/>
                                          </p:val>
                                        </p:tav>
                                      </p:tavLst>
                                    </p:anim>
                                    <p:anim calcmode="lin" valueType="num">
                                      <p:cBhvr>
                                        <p:cTn id="30" dur="500" fill="hold"/>
                                        <p:tgtEl>
                                          <p:spTgt spid="93"/>
                                        </p:tgtEl>
                                        <p:attrNameLst>
                                          <p:attrName>ppt_y</p:attrName>
                                        </p:attrNameLst>
                                      </p:cBhvr>
                                      <p:tavLst>
                                        <p:tav tm="0">
                                          <p:val>
                                            <p:fltVal val="0.5"/>
                                          </p:val>
                                        </p:tav>
                                        <p:tav tm="100000">
                                          <p:val>
                                            <p:strVal val="#ppt_y"/>
                                          </p:val>
                                        </p:tav>
                                      </p:tavLst>
                                    </p:anim>
                                  </p:childTnLst>
                                </p:cTn>
                              </p:par>
                              <p:par>
                                <p:cTn id="31" presetID="53" presetClass="entr" presetSubtype="528" fill="hold" grpId="0" nodeType="withEffect">
                                  <p:stCondLst>
                                    <p:cond delay="0"/>
                                  </p:stCondLst>
                                  <p:childTnLst>
                                    <p:set>
                                      <p:cBhvr>
                                        <p:cTn id="32" dur="1" fill="hold">
                                          <p:stCondLst>
                                            <p:cond delay="0"/>
                                          </p:stCondLst>
                                        </p:cTn>
                                        <p:tgtEl>
                                          <p:spTgt spid="115"/>
                                        </p:tgtEl>
                                        <p:attrNameLst>
                                          <p:attrName>style.visibility</p:attrName>
                                        </p:attrNameLst>
                                      </p:cBhvr>
                                      <p:to>
                                        <p:strVal val="visible"/>
                                      </p:to>
                                    </p:set>
                                    <p:anim calcmode="lin" valueType="num">
                                      <p:cBhvr>
                                        <p:cTn id="33" dur="500" fill="hold"/>
                                        <p:tgtEl>
                                          <p:spTgt spid="115"/>
                                        </p:tgtEl>
                                        <p:attrNameLst>
                                          <p:attrName>ppt_w</p:attrName>
                                        </p:attrNameLst>
                                      </p:cBhvr>
                                      <p:tavLst>
                                        <p:tav tm="0">
                                          <p:val>
                                            <p:fltVal val="0"/>
                                          </p:val>
                                        </p:tav>
                                        <p:tav tm="100000">
                                          <p:val>
                                            <p:strVal val="#ppt_w"/>
                                          </p:val>
                                        </p:tav>
                                      </p:tavLst>
                                    </p:anim>
                                    <p:anim calcmode="lin" valueType="num">
                                      <p:cBhvr>
                                        <p:cTn id="34" dur="500" fill="hold"/>
                                        <p:tgtEl>
                                          <p:spTgt spid="115"/>
                                        </p:tgtEl>
                                        <p:attrNameLst>
                                          <p:attrName>ppt_h</p:attrName>
                                        </p:attrNameLst>
                                      </p:cBhvr>
                                      <p:tavLst>
                                        <p:tav tm="0">
                                          <p:val>
                                            <p:fltVal val="0"/>
                                          </p:val>
                                        </p:tav>
                                        <p:tav tm="100000">
                                          <p:val>
                                            <p:strVal val="#ppt_h"/>
                                          </p:val>
                                        </p:tav>
                                      </p:tavLst>
                                    </p:anim>
                                    <p:animEffect transition="in" filter="fade">
                                      <p:cBhvr>
                                        <p:cTn id="35" dur="500"/>
                                        <p:tgtEl>
                                          <p:spTgt spid="115"/>
                                        </p:tgtEl>
                                      </p:cBhvr>
                                    </p:animEffect>
                                    <p:anim calcmode="lin" valueType="num">
                                      <p:cBhvr>
                                        <p:cTn id="36" dur="500" fill="hold"/>
                                        <p:tgtEl>
                                          <p:spTgt spid="115"/>
                                        </p:tgtEl>
                                        <p:attrNameLst>
                                          <p:attrName>ppt_x</p:attrName>
                                        </p:attrNameLst>
                                      </p:cBhvr>
                                      <p:tavLst>
                                        <p:tav tm="0">
                                          <p:val>
                                            <p:fltVal val="0.5"/>
                                          </p:val>
                                        </p:tav>
                                        <p:tav tm="100000">
                                          <p:val>
                                            <p:strVal val="#ppt_x"/>
                                          </p:val>
                                        </p:tav>
                                      </p:tavLst>
                                    </p:anim>
                                    <p:anim calcmode="lin" valueType="num">
                                      <p:cBhvr>
                                        <p:cTn id="37" dur="500" fill="hold"/>
                                        <p:tgtEl>
                                          <p:spTgt spid="115"/>
                                        </p:tgtEl>
                                        <p:attrNameLst>
                                          <p:attrName>ppt_y</p:attrName>
                                        </p:attrNameLst>
                                      </p:cBhvr>
                                      <p:tavLst>
                                        <p:tav tm="0">
                                          <p:val>
                                            <p:fltVal val="0.5"/>
                                          </p:val>
                                        </p:tav>
                                        <p:tav tm="100000">
                                          <p:val>
                                            <p:strVal val="#ppt_y"/>
                                          </p:val>
                                        </p:tav>
                                      </p:tavLst>
                                    </p:anim>
                                  </p:childTnLst>
                                </p:cTn>
                              </p:par>
                              <p:par>
                                <p:cTn id="38" presetID="53" presetClass="entr" presetSubtype="528" fill="hold" grpId="0" nodeType="withEffect">
                                  <p:stCondLst>
                                    <p:cond delay="0"/>
                                  </p:stCondLst>
                                  <p:childTnLst>
                                    <p:set>
                                      <p:cBhvr>
                                        <p:cTn id="39" dur="1" fill="hold">
                                          <p:stCondLst>
                                            <p:cond delay="0"/>
                                          </p:stCondLst>
                                        </p:cTn>
                                        <p:tgtEl>
                                          <p:spTgt spid="91"/>
                                        </p:tgtEl>
                                        <p:attrNameLst>
                                          <p:attrName>style.visibility</p:attrName>
                                        </p:attrNameLst>
                                      </p:cBhvr>
                                      <p:to>
                                        <p:strVal val="visible"/>
                                      </p:to>
                                    </p:set>
                                    <p:anim calcmode="lin" valueType="num">
                                      <p:cBhvr>
                                        <p:cTn id="40" dur="500" fill="hold"/>
                                        <p:tgtEl>
                                          <p:spTgt spid="91"/>
                                        </p:tgtEl>
                                        <p:attrNameLst>
                                          <p:attrName>ppt_w</p:attrName>
                                        </p:attrNameLst>
                                      </p:cBhvr>
                                      <p:tavLst>
                                        <p:tav tm="0">
                                          <p:val>
                                            <p:fltVal val="0"/>
                                          </p:val>
                                        </p:tav>
                                        <p:tav tm="100000">
                                          <p:val>
                                            <p:strVal val="#ppt_w"/>
                                          </p:val>
                                        </p:tav>
                                      </p:tavLst>
                                    </p:anim>
                                    <p:anim calcmode="lin" valueType="num">
                                      <p:cBhvr>
                                        <p:cTn id="41" dur="500" fill="hold"/>
                                        <p:tgtEl>
                                          <p:spTgt spid="91"/>
                                        </p:tgtEl>
                                        <p:attrNameLst>
                                          <p:attrName>ppt_h</p:attrName>
                                        </p:attrNameLst>
                                      </p:cBhvr>
                                      <p:tavLst>
                                        <p:tav tm="0">
                                          <p:val>
                                            <p:fltVal val="0"/>
                                          </p:val>
                                        </p:tav>
                                        <p:tav tm="100000">
                                          <p:val>
                                            <p:strVal val="#ppt_h"/>
                                          </p:val>
                                        </p:tav>
                                      </p:tavLst>
                                    </p:anim>
                                    <p:animEffect transition="in" filter="fade">
                                      <p:cBhvr>
                                        <p:cTn id="42" dur="500"/>
                                        <p:tgtEl>
                                          <p:spTgt spid="91"/>
                                        </p:tgtEl>
                                      </p:cBhvr>
                                    </p:animEffect>
                                    <p:anim calcmode="lin" valueType="num">
                                      <p:cBhvr>
                                        <p:cTn id="43" dur="500" fill="hold"/>
                                        <p:tgtEl>
                                          <p:spTgt spid="91"/>
                                        </p:tgtEl>
                                        <p:attrNameLst>
                                          <p:attrName>ppt_x</p:attrName>
                                        </p:attrNameLst>
                                      </p:cBhvr>
                                      <p:tavLst>
                                        <p:tav tm="0">
                                          <p:val>
                                            <p:fltVal val="0.5"/>
                                          </p:val>
                                        </p:tav>
                                        <p:tav tm="100000">
                                          <p:val>
                                            <p:strVal val="#ppt_x"/>
                                          </p:val>
                                        </p:tav>
                                      </p:tavLst>
                                    </p:anim>
                                    <p:anim calcmode="lin" valueType="num">
                                      <p:cBhvr>
                                        <p:cTn id="44" dur="500" fill="hold"/>
                                        <p:tgtEl>
                                          <p:spTgt spid="91"/>
                                        </p:tgtEl>
                                        <p:attrNameLst>
                                          <p:attrName>ppt_y</p:attrName>
                                        </p:attrNameLst>
                                      </p:cBhvr>
                                      <p:tavLst>
                                        <p:tav tm="0">
                                          <p:val>
                                            <p:fltVal val="0.5"/>
                                          </p:val>
                                        </p:tav>
                                        <p:tav tm="100000">
                                          <p:val>
                                            <p:strVal val="#ppt_y"/>
                                          </p:val>
                                        </p:tav>
                                      </p:tavLst>
                                    </p:anim>
                                  </p:childTnLst>
                                </p:cTn>
                              </p:par>
                              <p:par>
                                <p:cTn id="45" presetID="53" presetClass="entr" presetSubtype="528" fill="hold" grpId="0" nodeType="withEffect">
                                  <p:stCondLst>
                                    <p:cond delay="0"/>
                                  </p:stCondLst>
                                  <p:childTnLst>
                                    <p:set>
                                      <p:cBhvr>
                                        <p:cTn id="46" dur="1" fill="hold">
                                          <p:stCondLst>
                                            <p:cond delay="0"/>
                                          </p:stCondLst>
                                        </p:cTn>
                                        <p:tgtEl>
                                          <p:spTgt spid="113"/>
                                        </p:tgtEl>
                                        <p:attrNameLst>
                                          <p:attrName>style.visibility</p:attrName>
                                        </p:attrNameLst>
                                      </p:cBhvr>
                                      <p:to>
                                        <p:strVal val="visible"/>
                                      </p:to>
                                    </p:set>
                                    <p:anim calcmode="lin" valueType="num">
                                      <p:cBhvr>
                                        <p:cTn id="47" dur="500" fill="hold"/>
                                        <p:tgtEl>
                                          <p:spTgt spid="113"/>
                                        </p:tgtEl>
                                        <p:attrNameLst>
                                          <p:attrName>ppt_w</p:attrName>
                                        </p:attrNameLst>
                                      </p:cBhvr>
                                      <p:tavLst>
                                        <p:tav tm="0">
                                          <p:val>
                                            <p:fltVal val="0"/>
                                          </p:val>
                                        </p:tav>
                                        <p:tav tm="100000">
                                          <p:val>
                                            <p:strVal val="#ppt_w"/>
                                          </p:val>
                                        </p:tav>
                                      </p:tavLst>
                                    </p:anim>
                                    <p:anim calcmode="lin" valueType="num">
                                      <p:cBhvr>
                                        <p:cTn id="48" dur="500" fill="hold"/>
                                        <p:tgtEl>
                                          <p:spTgt spid="113"/>
                                        </p:tgtEl>
                                        <p:attrNameLst>
                                          <p:attrName>ppt_h</p:attrName>
                                        </p:attrNameLst>
                                      </p:cBhvr>
                                      <p:tavLst>
                                        <p:tav tm="0">
                                          <p:val>
                                            <p:fltVal val="0"/>
                                          </p:val>
                                        </p:tav>
                                        <p:tav tm="100000">
                                          <p:val>
                                            <p:strVal val="#ppt_h"/>
                                          </p:val>
                                        </p:tav>
                                      </p:tavLst>
                                    </p:anim>
                                    <p:animEffect transition="in" filter="fade">
                                      <p:cBhvr>
                                        <p:cTn id="49" dur="500"/>
                                        <p:tgtEl>
                                          <p:spTgt spid="113"/>
                                        </p:tgtEl>
                                      </p:cBhvr>
                                    </p:animEffect>
                                    <p:anim calcmode="lin" valueType="num">
                                      <p:cBhvr>
                                        <p:cTn id="50" dur="500" fill="hold"/>
                                        <p:tgtEl>
                                          <p:spTgt spid="113"/>
                                        </p:tgtEl>
                                        <p:attrNameLst>
                                          <p:attrName>ppt_x</p:attrName>
                                        </p:attrNameLst>
                                      </p:cBhvr>
                                      <p:tavLst>
                                        <p:tav tm="0">
                                          <p:val>
                                            <p:fltVal val="0.5"/>
                                          </p:val>
                                        </p:tav>
                                        <p:tav tm="100000">
                                          <p:val>
                                            <p:strVal val="#ppt_x"/>
                                          </p:val>
                                        </p:tav>
                                      </p:tavLst>
                                    </p:anim>
                                    <p:anim calcmode="lin" valueType="num">
                                      <p:cBhvr>
                                        <p:cTn id="51" dur="500" fill="hold"/>
                                        <p:tgtEl>
                                          <p:spTgt spid="113"/>
                                        </p:tgtEl>
                                        <p:attrNameLst>
                                          <p:attrName>ppt_y</p:attrName>
                                        </p:attrNameLst>
                                      </p:cBhvr>
                                      <p:tavLst>
                                        <p:tav tm="0">
                                          <p:val>
                                            <p:fltVal val="0.5"/>
                                          </p:val>
                                        </p:tav>
                                        <p:tav tm="100000">
                                          <p:val>
                                            <p:strVal val="#ppt_y"/>
                                          </p:val>
                                        </p:tav>
                                      </p:tavLst>
                                    </p:anim>
                                  </p:childTnLst>
                                </p:cTn>
                              </p:par>
                              <p:par>
                                <p:cTn id="52" presetID="53" presetClass="entr" presetSubtype="528" fill="hold" grpId="0" nodeType="withEffect">
                                  <p:stCondLst>
                                    <p:cond delay="0"/>
                                  </p:stCondLst>
                                  <p:childTnLst>
                                    <p:set>
                                      <p:cBhvr>
                                        <p:cTn id="53" dur="1" fill="hold">
                                          <p:stCondLst>
                                            <p:cond delay="0"/>
                                          </p:stCondLst>
                                        </p:cTn>
                                        <p:tgtEl>
                                          <p:spTgt spid="92"/>
                                        </p:tgtEl>
                                        <p:attrNameLst>
                                          <p:attrName>style.visibility</p:attrName>
                                        </p:attrNameLst>
                                      </p:cBhvr>
                                      <p:to>
                                        <p:strVal val="visible"/>
                                      </p:to>
                                    </p:set>
                                    <p:anim calcmode="lin" valueType="num">
                                      <p:cBhvr>
                                        <p:cTn id="54" dur="500" fill="hold"/>
                                        <p:tgtEl>
                                          <p:spTgt spid="92"/>
                                        </p:tgtEl>
                                        <p:attrNameLst>
                                          <p:attrName>ppt_w</p:attrName>
                                        </p:attrNameLst>
                                      </p:cBhvr>
                                      <p:tavLst>
                                        <p:tav tm="0">
                                          <p:val>
                                            <p:fltVal val="0"/>
                                          </p:val>
                                        </p:tav>
                                        <p:tav tm="100000">
                                          <p:val>
                                            <p:strVal val="#ppt_w"/>
                                          </p:val>
                                        </p:tav>
                                      </p:tavLst>
                                    </p:anim>
                                    <p:anim calcmode="lin" valueType="num">
                                      <p:cBhvr>
                                        <p:cTn id="55" dur="500" fill="hold"/>
                                        <p:tgtEl>
                                          <p:spTgt spid="92"/>
                                        </p:tgtEl>
                                        <p:attrNameLst>
                                          <p:attrName>ppt_h</p:attrName>
                                        </p:attrNameLst>
                                      </p:cBhvr>
                                      <p:tavLst>
                                        <p:tav tm="0">
                                          <p:val>
                                            <p:fltVal val="0"/>
                                          </p:val>
                                        </p:tav>
                                        <p:tav tm="100000">
                                          <p:val>
                                            <p:strVal val="#ppt_h"/>
                                          </p:val>
                                        </p:tav>
                                      </p:tavLst>
                                    </p:anim>
                                    <p:animEffect transition="in" filter="fade">
                                      <p:cBhvr>
                                        <p:cTn id="56" dur="500"/>
                                        <p:tgtEl>
                                          <p:spTgt spid="92"/>
                                        </p:tgtEl>
                                      </p:cBhvr>
                                    </p:animEffect>
                                    <p:anim calcmode="lin" valueType="num">
                                      <p:cBhvr>
                                        <p:cTn id="57" dur="500" fill="hold"/>
                                        <p:tgtEl>
                                          <p:spTgt spid="92"/>
                                        </p:tgtEl>
                                        <p:attrNameLst>
                                          <p:attrName>ppt_x</p:attrName>
                                        </p:attrNameLst>
                                      </p:cBhvr>
                                      <p:tavLst>
                                        <p:tav tm="0">
                                          <p:val>
                                            <p:fltVal val="0.5"/>
                                          </p:val>
                                        </p:tav>
                                        <p:tav tm="100000">
                                          <p:val>
                                            <p:strVal val="#ppt_x"/>
                                          </p:val>
                                        </p:tav>
                                      </p:tavLst>
                                    </p:anim>
                                    <p:anim calcmode="lin" valueType="num">
                                      <p:cBhvr>
                                        <p:cTn id="58" dur="500" fill="hold"/>
                                        <p:tgtEl>
                                          <p:spTgt spid="92"/>
                                        </p:tgtEl>
                                        <p:attrNameLst>
                                          <p:attrName>ppt_y</p:attrName>
                                        </p:attrNameLst>
                                      </p:cBhvr>
                                      <p:tavLst>
                                        <p:tav tm="0">
                                          <p:val>
                                            <p:fltVal val="0.5"/>
                                          </p:val>
                                        </p:tav>
                                        <p:tav tm="100000">
                                          <p:val>
                                            <p:strVal val="#ppt_y"/>
                                          </p:val>
                                        </p:tav>
                                      </p:tavLst>
                                    </p:anim>
                                  </p:childTnLst>
                                </p:cTn>
                              </p:par>
                              <p:par>
                                <p:cTn id="59" presetID="53" presetClass="entr" presetSubtype="528" fill="hold" grpId="0" nodeType="withEffect">
                                  <p:stCondLst>
                                    <p:cond delay="0"/>
                                  </p:stCondLst>
                                  <p:childTnLst>
                                    <p:set>
                                      <p:cBhvr>
                                        <p:cTn id="60" dur="1" fill="hold">
                                          <p:stCondLst>
                                            <p:cond delay="0"/>
                                          </p:stCondLst>
                                        </p:cTn>
                                        <p:tgtEl>
                                          <p:spTgt spid="112"/>
                                        </p:tgtEl>
                                        <p:attrNameLst>
                                          <p:attrName>style.visibility</p:attrName>
                                        </p:attrNameLst>
                                      </p:cBhvr>
                                      <p:to>
                                        <p:strVal val="visible"/>
                                      </p:to>
                                    </p:set>
                                    <p:anim calcmode="lin" valueType="num">
                                      <p:cBhvr>
                                        <p:cTn id="61" dur="500" fill="hold"/>
                                        <p:tgtEl>
                                          <p:spTgt spid="112"/>
                                        </p:tgtEl>
                                        <p:attrNameLst>
                                          <p:attrName>ppt_w</p:attrName>
                                        </p:attrNameLst>
                                      </p:cBhvr>
                                      <p:tavLst>
                                        <p:tav tm="0">
                                          <p:val>
                                            <p:fltVal val="0"/>
                                          </p:val>
                                        </p:tav>
                                        <p:tav tm="100000">
                                          <p:val>
                                            <p:strVal val="#ppt_w"/>
                                          </p:val>
                                        </p:tav>
                                      </p:tavLst>
                                    </p:anim>
                                    <p:anim calcmode="lin" valueType="num">
                                      <p:cBhvr>
                                        <p:cTn id="62" dur="500" fill="hold"/>
                                        <p:tgtEl>
                                          <p:spTgt spid="112"/>
                                        </p:tgtEl>
                                        <p:attrNameLst>
                                          <p:attrName>ppt_h</p:attrName>
                                        </p:attrNameLst>
                                      </p:cBhvr>
                                      <p:tavLst>
                                        <p:tav tm="0">
                                          <p:val>
                                            <p:fltVal val="0"/>
                                          </p:val>
                                        </p:tav>
                                        <p:tav tm="100000">
                                          <p:val>
                                            <p:strVal val="#ppt_h"/>
                                          </p:val>
                                        </p:tav>
                                      </p:tavLst>
                                    </p:anim>
                                    <p:animEffect transition="in" filter="fade">
                                      <p:cBhvr>
                                        <p:cTn id="63" dur="500"/>
                                        <p:tgtEl>
                                          <p:spTgt spid="112"/>
                                        </p:tgtEl>
                                      </p:cBhvr>
                                    </p:animEffect>
                                    <p:anim calcmode="lin" valueType="num">
                                      <p:cBhvr>
                                        <p:cTn id="64" dur="500" fill="hold"/>
                                        <p:tgtEl>
                                          <p:spTgt spid="112"/>
                                        </p:tgtEl>
                                        <p:attrNameLst>
                                          <p:attrName>ppt_x</p:attrName>
                                        </p:attrNameLst>
                                      </p:cBhvr>
                                      <p:tavLst>
                                        <p:tav tm="0">
                                          <p:val>
                                            <p:fltVal val="0.5"/>
                                          </p:val>
                                        </p:tav>
                                        <p:tav tm="100000">
                                          <p:val>
                                            <p:strVal val="#ppt_x"/>
                                          </p:val>
                                        </p:tav>
                                      </p:tavLst>
                                    </p:anim>
                                    <p:anim calcmode="lin" valueType="num">
                                      <p:cBhvr>
                                        <p:cTn id="65" dur="500" fill="hold"/>
                                        <p:tgtEl>
                                          <p:spTgt spid="112"/>
                                        </p:tgtEl>
                                        <p:attrNameLst>
                                          <p:attrName>ppt_y</p:attrName>
                                        </p:attrNameLst>
                                      </p:cBhvr>
                                      <p:tavLst>
                                        <p:tav tm="0">
                                          <p:val>
                                            <p:fltVal val="0.5"/>
                                          </p:val>
                                        </p:tav>
                                        <p:tav tm="100000">
                                          <p:val>
                                            <p:strVal val="#ppt_y"/>
                                          </p:val>
                                        </p:tav>
                                      </p:tavLst>
                                    </p:anim>
                                  </p:childTnLst>
                                </p:cTn>
                              </p:par>
                            </p:childTnLst>
                          </p:cTn>
                        </p:par>
                        <p:par>
                          <p:cTn id="66" fill="hold">
                            <p:stCondLst>
                              <p:cond delay="1500"/>
                            </p:stCondLst>
                            <p:childTnLst>
                              <p:par>
                                <p:cTn id="67" presetID="22" presetClass="entr" presetSubtype="8" fill="hold" grpId="0" nodeType="afterEffect">
                                  <p:stCondLst>
                                    <p:cond delay="0"/>
                                  </p:stCondLst>
                                  <p:childTnLst>
                                    <p:set>
                                      <p:cBhvr>
                                        <p:cTn id="68" dur="1" fill="hold">
                                          <p:stCondLst>
                                            <p:cond delay="0"/>
                                          </p:stCondLst>
                                        </p:cTn>
                                        <p:tgtEl>
                                          <p:spTgt spid="95"/>
                                        </p:tgtEl>
                                        <p:attrNameLst>
                                          <p:attrName>style.visibility</p:attrName>
                                        </p:attrNameLst>
                                      </p:cBhvr>
                                      <p:to>
                                        <p:strVal val="visible"/>
                                      </p:to>
                                    </p:set>
                                    <p:animEffect transition="in" filter="wipe(left)">
                                      <p:cBhvr>
                                        <p:cTn id="69" dur="500"/>
                                        <p:tgtEl>
                                          <p:spTgt spid="95"/>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97"/>
                                        </p:tgtEl>
                                        <p:attrNameLst>
                                          <p:attrName>style.visibility</p:attrName>
                                        </p:attrNameLst>
                                      </p:cBhvr>
                                      <p:to>
                                        <p:strVal val="visible"/>
                                      </p:to>
                                    </p:set>
                                    <p:animEffect transition="in" filter="wipe(left)">
                                      <p:cBhvr>
                                        <p:cTn id="72" dur="500"/>
                                        <p:tgtEl>
                                          <p:spTgt spid="97"/>
                                        </p:tgtEl>
                                      </p:cBhvr>
                                    </p:animEffect>
                                  </p:childTnLst>
                                </p:cTn>
                              </p:par>
                              <p:par>
                                <p:cTn id="73" presetID="22" presetClass="entr" presetSubtype="2" fill="hold" grpId="0" nodeType="withEffect">
                                  <p:stCondLst>
                                    <p:cond delay="0"/>
                                  </p:stCondLst>
                                  <p:childTnLst>
                                    <p:set>
                                      <p:cBhvr>
                                        <p:cTn id="74" dur="1" fill="hold">
                                          <p:stCondLst>
                                            <p:cond delay="0"/>
                                          </p:stCondLst>
                                        </p:cTn>
                                        <p:tgtEl>
                                          <p:spTgt spid="94"/>
                                        </p:tgtEl>
                                        <p:attrNameLst>
                                          <p:attrName>style.visibility</p:attrName>
                                        </p:attrNameLst>
                                      </p:cBhvr>
                                      <p:to>
                                        <p:strVal val="visible"/>
                                      </p:to>
                                    </p:set>
                                    <p:animEffect transition="in" filter="wipe(right)">
                                      <p:cBhvr>
                                        <p:cTn id="75" dur="500"/>
                                        <p:tgtEl>
                                          <p:spTgt spid="94"/>
                                        </p:tgtEl>
                                      </p:cBhvr>
                                    </p:animEffect>
                                  </p:childTnLst>
                                </p:cTn>
                              </p:par>
                              <p:par>
                                <p:cTn id="76" presetID="22" presetClass="entr" presetSubtype="2" fill="hold" grpId="0" nodeType="withEffect">
                                  <p:stCondLst>
                                    <p:cond delay="0"/>
                                  </p:stCondLst>
                                  <p:childTnLst>
                                    <p:set>
                                      <p:cBhvr>
                                        <p:cTn id="77" dur="1" fill="hold">
                                          <p:stCondLst>
                                            <p:cond delay="0"/>
                                          </p:stCondLst>
                                        </p:cTn>
                                        <p:tgtEl>
                                          <p:spTgt spid="96"/>
                                        </p:tgtEl>
                                        <p:attrNameLst>
                                          <p:attrName>style.visibility</p:attrName>
                                        </p:attrNameLst>
                                      </p:cBhvr>
                                      <p:to>
                                        <p:strVal val="visible"/>
                                      </p:to>
                                    </p:set>
                                    <p:animEffect transition="in" filter="wipe(right)">
                                      <p:cBhvr>
                                        <p:cTn id="78" dur="500"/>
                                        <p:tgtEl>
                                          <p:spTgt spid="96"/>
                                        </p:tgtEl>
                                      </p:cBhvr>
                                    </p:animEffect>
                                  </p:childTnLst>
                                </p:cTn>
                              </p:par>
                            </p:childTnLst>
                          </p:cTn>
                        </p:par>
                        <p:par>
                          <p:cTn id="79" fill="hold">
                            <p:stCondLst>
                              <p:cond delay="2000"/>
                            </p:stCondLst>
                            <p:childTnLst>
                              <p:par>
                                <p:cTn id="80" presetID="47" presetClass="entr" presetSubtype="0" fill="hold" grpId="0" nodeType="afterEffect">
                                  <p:stCondLst>
                                    <p:cond delay="0"/>
                                  </p:stCondLst>
                                  <p:childTnLst>
                                    <p:set>
                                      <p:cBhvr>
                                        <p:cTn id="81" dur="1" fill="hold">
                                          <p:stCondLst>
                                            <p:cond delay="0"/>
                                          </p:stCondLst>
                                        </p:cTn>
                                        <p:tgtEl>
                                          <p:spTgt spid="100"/>
                                        </p:tgtEl>
                                        <p:attrNameLst>
                                          <p:attrName>style.visibility</p:attrName>
                                        </p:attrNameLst>
                                      </p:cBhvr>
                                      <p:to>
                                        <p:strVal val="visible"/>
                                      </p:to>
                                    </p:set>
                                    <p:animEffect transition="in" filter="fade">
                                      <p:cBhvr>
                                        <p:cTn id="82" dur="500"/>
                                        <p:tgtEl>
                                          <p:spTgt spid="100"/>
                                        </p:tgtEl>
                                      </p:cBhvr>
                                    </p:animEffect>
                                    <p:anim calcmode="lin" valueType="num">
                                      <p:cBhvr>
                                        <p:cTn id="83" dur="500" fill="hold"/>
                                        <p:tgtEl>
                                          <p:spTgt spid="100"/>
                                        </p:tgtEl>
                                        <p:attrNameLst>
                                          <p:attrName>ppt_x</p:attrName>
                                        </p:attrNameLst>
                                      </p:cBhvr>
                                      <p:tavLst>
                                        <p:tav tm="0">
                                          <p:val>
                                            <p:strVal val="#ppt_x"/>
                                          </p:val>
                                        </p:tav>
                                        <p:tav tm="100000">
                                          <p:val>
                                            <p:strVal val="#ppt_x"/>
                                          </p:val>
                                        </p:tav>
                                      </p:tavLst>
                                    </p:anim>
                                    <p:anim calcmode="lin" valueType="num">
                                      <p:cBhvr>
                                        <p:cTn id="84" dur="500" fill="hold"/>
                                        <p:tgtEl>
                                          <p:spTgt spid="100"/>
                                        </p:tgtEl>
                                        <p:attrNameLst>
                                          <p:attrName>ppt_y</p:attrName>
                                        </p:attrNameLst>
                                      </p:cBhvr>
                                      <p:tavLst>
                                        <p:tav tm="0">
                                          <p:val>
                                            <p:strVal val="#ppt_y-.1"/>
                                          </p:val>
                                        </p:tav>
                                        <p:tav tm="100000">
                                          <p:val>
                                            <p:strVal val="#ppt_y"/>
                                          </p:val>
                                        </p:tav>
                                      </p:tavLst>
                                    </p:anim>
                                  </p:childTnLst>
                                </p:cTn>
                              </p:par>
                              <p:par>
                                <p:cTn id="85" presetID="47" presetClass="entr" presetSubtype="0" fill="hold" grpId="0" nodeType="withEffect">
                                  <p:stCondLst>
                                    <p:cond delay="0"/>
                                  </p:stCondLst>
                                  <p:childTnLst>
                                    <p:set>
                                      <p:cBhvr>
                                        <p:cTn id="86" dur="1" fill="hold">
                                          <p:stCondLst>
                                            <p:cond delay="0"/>
                                          </p:stCondLst>
                                        </p:cTn>
                                        <p:tgtEl>
                                          <p:spTgt spid="104"/>
                                        </p:tgtEl>
                                        <p:attrNameLst>
                                          <p:attrName>style.visibility</p:attrName>
                                        </p:attrNameLst>
                                      </p:cBhvr>
                                      <p:to>
                                        <p:strVal val="visible"/>
                                      </p:to>
                                    </p:set>
                                    <p:animEffect transition="in" filter="fade">
                                      <p:cBhvr>
                                        <p:cTn id="87" dur="500"/>
                                        <p:tgtEl>
                                          <p:spTgt spid="104"/>
                                        </p:tgtEl>
                                      </p:cBhvr>
                                    </p:animEffect>
                                    <p:anim calcmode="lin" valueType="num">
                                      <p:cBhvr>
                                        <p:cTn id="88" dur="500" fill="hold"/>
                                        <p:tgtEl>
                                          <p:spTgt spid="104"/>
                                        </p:tgtEl>
                                        <p:attrNameLst>
                                          <p:attrName>ppt_x</p:attrName>
                                        </p:attrNameLst>
                                      </p:cBhvr>
                                      <p:tavLst>
                                        <p:tav tm="0">
                                          <p:val>
                                            <p:strVal val="#ppt_x"/>
                                          </p:val>
                                        </p:tav>
                                        <p:tav tm="100000">
                                          <p:val>
                                            <p:strVal val="#ppt_x"/>
                                          </p:val>
                                        </p:tav>
                                      </p:tavLst>
                                    </p:anim>
                                    <p:anim calcmode="lin" valueType="num">
                                      <p:cBhvr>
                                        <p:cTn id="89" dur="500" fill="hold"/>
                                        <p:tgtEl>
                                          <p:spTgt spid="104"/>
                                        </p:tgtEl>
                                        <p:attrNameLst>
                                          <p:attrName>ppt_y</p:attrName>
                                        </p:attrNameLst>
                                      </p:cBhvr>
                                      <p:tavLst>
                                        <p:tav tm="0">
                                          <p:val>
                                            <p:strVal val="#ppt_y-.1"/>
                                          </p:val>
                                        </p:tav>
                                        <p:tav tm="100000">
                                          <p:val>
                                            <p:strVal val="#ppt_y"/>
                                          </p:val>
                                        </p:tav>
                                      </p:tavLst>
                                    </p:anim>
                                  </p:childTnLst>
                                </p:cTn>
                              </p:par>
                              <p:par>
                                <p:cTn id="90" presetID="47" presetClass="entr" presetSubtype="0" fill="hold" grpId="0" nodeType="withEffect">
                                  <p:stCondLst>
                                    <p:cond delay="0"/>
                                  </p:stCondLst>
                                  <p:childTnLst>
                                    <p:set>
                                      <p:cBhvr>
                                        <p:cTn id="91" dur="1" fill="hold">
                                          <p:stCondLst>
                                            <p:cond delay="0"/>
                                          </p:stCondLst>
                                        </p:cTn>
                                        <p:tgtEl>
                                          <p:spTgt spid="106"/>
                                        </p:tgtEl>
                                        <p:attrNameLst>
                                          <p:attrName>style.visibility</p:attrName>
                                        </p:attrNameLst>
                                      </p:cBhvr>
                                      <p:to>
                                        <p:strVal val="visible"/>
                                      </p:to>
                                    </p:set>
                                    <p:animEffect transition="in" filter="fade">
                                      <p:cBhvr>
                                        <p:cTn id="92" dur="500"/>
                                        <p:tgtEl>
                                          <p:spTgt spid="106"/>
                                        </p:tgtEl>
                                      </p:cBhvr>
                                    </p:animEffect>
                                    <p:anim calcmode="lin" valueType="num">
                                      <p:cBhvr>
                                        <p:cTn id="93" dur="500" fill="hold"/>
                                        <p:tgtEl>
                                          <p:spTgt spid="106"/>
                                        </p:tgtEl>
                                        <p:attrNameLst>
                                          <p:attrName>ppt_x</p:attrName>
                                        </p:attrNameLst>
                                      </p:cBhvr>
                                      <p:tavLst>
                                        <p:tav tm="0">
                                          <p:val>
                                            <p:strVal val="#ppt_x"/>
                                          </p:val>
                                        </p:tav>
                                        <p:tav tm="100000">
                                          <p:val>
                                            <p:strVal val="#ppt_x"/>
                                          </p:val>
                                        </p:tav>
                                      </p:tavLst>
                                    </p:anim>
                                    <p:anim calcmode="lin" valueType="num">
                                      <p:cBhvr>
                                        <p:cTn id="94" dur="500" fill="hold"/>
                                        <p:tgtEl>
                                          <p:spTgt spid="106"/>
                                        </p:tgtEl>
                                        <p:attrNameLst>
                                          <p:attrName>ppt_y</p:attrName>
                                        </p:attrNameLst>
                                      </p:cBhvr>
                                      <p:tavLst>
                                        <p:tav tm="0">
                                          <p:val>
                                            <p:strVal val="#ppt_y-.1"/>
                                          </p:val>
                                        </p:tav>
                                        <p:tav tm="100000">
                                          <p:val>
                                            <p:strVal val="#ppt_y"/>
                                          </p:val>
                                        </p:tav>
                                      </p:tavLst>
                                    </p:anim>
                                  </p:childTnLst>
                                </p:cTn>
                              </p:par>
                              <p:par>
                                <p:cTn id="95" presetID="47" presetClass="entr" presetSubtype="0" fill="hold" grpId="0" nodeType="withEffect">
                                  <p:stCondLst>
                                    <p:cond delay="0"/>
                                  </p:stCondLst>
                                  <p:childTnLst>
                                    <p:set>
                                      <p:cBhvr>
                                        <p:cTn id="96" dur="1" fill="hold">
                                          <p:stCondLst>
                                            <p:cond delay="0"/>
                                          </p:stCondLst>
                                        </p:cTn>
                                        <p:tgtEl>
                                          <p:spTgt spid="102"/>
                                        </p:tgtEl>
                                        <p:attrNameLst>
                                          <p:attrName>style.visibility</p:attrName>
                                        </p:attrNameLst>
                                      </p:cBhvr>
                                      <p:to>
                                        <p:strVal val="visible"/>
                                      </p:to>
                                    </p:set>
                                    <p:animEffect transition="in" filter="fade">
                                      <p:cBhvr>
                                        <p:cTn id="97" dur="500"/>
                                        <p:tgtEl>
                                          <p:spTgt spid="102"/>
                                        </p:tgtEl>
                                      </p:cBhvr>
                                    </p:animEffect>
                                    <p:anim calcmode="lin" valueType="num">
                                      <p:cBhvr>
                                        <p:cTn id="98" dur="500" fill="hold"/>
                                        <p:tgtEl>
                                          <p:spTgt spid="102"/>
                                        </p:tgtEl>
                                        <p:attrNameLst>
                                          <p:attrName>ppt_x</p:attrName>
                                        </p:attrNameLst>
                                      </p:cBhvr>
                                      <p:tavLst>
                                        <p:tav tm="0">
                                          <p:val>
                                            <p:strVal val="#ppt_x"/>
                                          </p:val>
                                        </p:tav>
                                        <p:tav tm="100000">
                                          <p:val>
                                            <p:strVal val="#ppt_x"/>
                                          </p:val>
                                        </p:tav>
                                      </p:tavLst>
                                    </p:anim>
                                    <p:anim calcmode="lin" valueType="num">
                                      <p:cBhvr>
                                        <p:cTn id="99" dur="500" fill="hold"/>
                                        <p:tgtEl>
                                          <p:spTgt spid="102"/>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99"/>
                                        </p:tgtEl>
                                        <p:attrNameLst>
                                          <p:attrName>style.visibility</p:attrName>
                                        </p:attrNameLst>
                                      </p:cBhvr>
                                      <p:to>
                                        <p:strVal val="visible"/>
                                      </p:to>
                                    </p:set>
                                    <p:animEffect transition="in" filter="fade">
                                      <p:cBhvr>
                                        <p:cTn id="102" dur="500"/>
                                        <p:tgtEl>
                                          <p:spTgt spid="99"/>
                                        </p:tgtEl>
                                      </p:cBhvr>
                                    </p:animEffect>
                                    <p:anim calcmode="lin" valueType="num">
                                      <p:cBhvr>
                                        <p:cTn id="103" dur="500" fill="hold"/>
                                        <p:tgtEl>
                                          <p:spTgt spid="99"/>
                                        </p:tgtEl>
                                        <p:attrNameLst>
                                          <p:attrName>ppt_x</p:attrName>
                                        </p:attrNameLst>
                                      </p:cBhvr>
                                      <p:tavLst>
                                        <p:tav tm="0">
                                          <p:val>
                                            <p:strVal val="#ppt_x"/>
                                          </p:val>
                                        </p:tav>
                                        <p:tav tm="100000">
                                          <p:val>
                                            <p:strVal val="#ppt_x"/>
                                          </p:val>
                                        </p:tav>
                                      </p:tavLst>
                                    </p:anim>
                                    <p:anim calcmode="lin" valueType="num">
                                      <p:cBhvr>
                                        <p:cTn id="104" dur="500" fill="hold"/>
                                        <p:tgtEl>
                                          <p:spTgt spid="99"/>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101"/>
                                        </p:tgtEl>
                                        <p:attrNameLst>
                                          <p:attrName>style.visibility</p:attrName>
                                        </p:attrNameLst>
                                      </p:cBhvr>
                                      <p:to>
                                        <p:strVal val="visible"/>
                                      </p:to>
                                    </p:set>
                                    <p:animEffect transition="in" filter="fade">
                                      <p:cBhvr>
                                        <p:cTn id="107" dur="500"/>
                                        <p:tgtEl>
                                          <p:spTgt spid="101"/>
                                        </p:tgtEl>
                                      </p:cBhvr>
                                    </p:animEffect>
                                    <p:anim calcmode="lin" valueType="num">
                                      <p:cBhvr>
                                        <p:cTn id="108" dur="500" fill="hold"/>
                                        <p:tgtEl>
                                          <p:spTgt spid="101"/>
                                        </p:tgtEl>
                                        <p:attrNameLst>
                                          <p:attrName>ppt_x</p:attrName>
                                        </p:attrNameLst>
                                      </p:cBhvr>
                                      <p:tavLst>
                                        <p:tav tm="0">
                                          <p:val>
                                            <p:strVal val="#ppt_x"/>
                                          </p:val>
                                        </p:tav>
                                        <p:tav tm="100000">
                                          <p:val>
                                            <p:strVal val="#ppt_x"/>
                                          </p:val>
                                        </p:tav>
                                      </p:tavLst>
                                    </p:anim>
                                    <p:anim calcmode="lin" valueType="num">
                                      <p:cBhvr>
                                        <p:cTn id="109" dur="500" fill="hold"/>
                                        <p:tgtEl>
                                          <p:spTgt spid="101"/>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103"/>
                                        </p:tgtEl>
                                        <p:attrNameLst>
                                          <p:attrName>style.visibility</p:attrName>
                                        </p:attrNameLst>
                                      </p:cBhvr>
                                      <p:to>
                                        <p:strVal val="visible"/>
                                      </p:to>
                                    </p:set>
                                    <p:animEffect transition="in" filter="fade">
                                      <p:cBhvr>
                                        <p:cTn id="112" dur="500"/>
                                        <p:tgtEl>
                                          <p:spTgt spid="103"/>
                                        </p:tgtEl>
                                      </p:cBhvr>
                                    </p:animEffect>
                                    <p:anim calcmode="lin" valueType="num">
                                      <p:cBhvr>
                                        <p:cTn id="113" dur="500" fill="hold"/>
                                        <p:tgtEl>
                                          <p:spTgt spid="103"/>
                                        </p:tgtEl>
                                        <p:attrNameLst>
                                          <p:attrName>ppt_x</p:attrName>
                                        </p:attrNameLst>
                                      </p:cBhvr>
                                      <p:tavLst>
                                        <p:tav tm="0">
                                          <p:val>
                                            <p:strVal val="#ppt_x"/>
                                          </p:val>
                                        </p:tav>
                                        <p:tav tm="100000">
                                          <p:val>
                                            <p:strVal val="#ppt_x"/>
                                          </p:val>
                                        </p:tav>
                                      </p:tavLst>
                                    </p:anim>
                                    <p:anim calcmode="lin" valueType="num">
                                      <p:cBhvr>
                                        <p:cTn id="114" dur="500" fill="hold"/>
                                        <p:tgtEl>
                                          <p:spTgt spid="103"/>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105"/>
                                        </p:tgtEl>
                                        <p:attrNameLst>
                                          <p:attrName>style.visibility</p:attrName>
                                        </p:attrNameLst>
                                      </p:cBhvr>
                                      <p:to>
                                        <p:strVal val="visible"/>
                                      </p:to>
                                    </p:set>
                                    <p:animEffect transition="in" filter="fade">
                                      <p:cBhvr>
                                        <p:cTn id="117" dur="500"/>
                                        <p:tgtEl>
                                          <p:spTgt spid="105"/>
                                        </p:tgtEl>
                                      </p:cBhvr>
                                    </p:animEffect>
                                    <p:anim calcmode="lin" valueType="num">
                                      <p:cBhvr>
                                        <p:cTn id="118" dur="500" fill="hold"/>
                                        <p:tgtEl>
                                          <p:spTgt spid="105"/>
                                        </p:tgtEl>
                                        <p:attrNameLst>
                                          <p:attrName>ppt_x</p:attrName>
                                        </p:attrNameLst>
                                      </p:cBhvr>
                                      <p:tavLst>
                                        <p:tav tm="0">
                                          <p:val>
                                            <p:strVal val="#ppt_x"/>
                                          </p:val>
                                        </p:tav>
                                        <p:tav tm="100000">
                                          <p:val>
                                            <p:strVal val="#ppt_x"/>
                                          </p:val>
                                        </p:tav>
                                      </p:tavLst>
                                    </p:anim>
                                    <p:anim calcmode="lin" valueType="num">
                                      <p:cBhvr>
                                        <p:cTn id="119" dur="500" fill="hold"/>
                                        <p:tgtEl>
                                          <p:spTgt spid="105"/>
                                        </p:tgtEl>
                                        <p:attrNameLst>
                                          <p:attrName>ppt_y</p:attrName>
                                        </p:attrNameLst>
                                      </p:cBhvr>
                                      <p:tavLst>
                                        <p:tav tm="0">
                                          <p:val>
                                            <p:strVal val="#ppt_y+.1"/>
                                          </p:val>
                                        </p:tav>
                                        <p:tav tm="100000">
                                          <p:val>
                                            <p:strVal val="#ppt_y"/>
                                          </p:val>
                                        </p:tav>
                                      </p:tavLst>
                                    </p:anim>
                                  </p:childTnLst>
                                </p:cTn>
                              </p:par>
                            </p:childTnLst>
                          </p:cTn>
                        </p:par>
                        <p:par>
                          <p:cTn id="120" fill="hold">
                            <p:stCondLst>
                              <p:cond delay="2500"/>
                            </p:stCondLst>
                            <p:childTnLst>
                              <p:par>
                                <p:cTn id="121" presetID="2" presetClass="entr" presetSubtype="2" fill="hold" grpId="0" nodeType="afterEffect">
                                  <p:stCondLst>
                                    <p:cond delay="0"/>
                                  </p:stCondLst>
                                  <p:childTnLst>
                                    <p:set>
                                      <p:cBhvr>
                                        <p:cTn id="122" dur="1" fill="hold">
                                          <p:stCondLst>
                                            <p:cond delay="0"/>
                                          </p:stCondLst>
                                        </p:cTn>
                                        <p:tgtEl>
                                          <p:spTgt spid="109"/>
                                        </p:tgtEl>
                                        <p:attrNameLst>
                                          <p:attrName>style.visibility</p:attrName>
                                        </p:attrNameLst>
                                      </p:cBhvr>
                                      <p:to>
                                        <p:strVal val="visible"/>
                                      </p:to>
                                    </p:set>
                                    <p:anim calcmode="lin" valueType="num">
                                      <p:cBhvr additive="base">
                                        <p:cTn id="123" dur="500" fill="hold"/>
                                        <p:tgtEl>
                                          <p:spTgt spid="109"/>
                                        </p:tgtEl>
                                        <p:attrNameLst>
                                          <p:attrName>ppt_x</p:attrName>
                                        </p:attrNameLst>
                                      </p:cBhvr>
                                      <p:tavLst>
                                        <p:tav tm="0">
                                          <p:val>
                                            <p:strVal val="1+#ppt_w/2"/>
                                          </p:val>
                                        </p:tav>
                                        <p:tav tm="100000">
                                          <p:val>
                                            <p:strVal val="#ppt_x"/>
                                          </p:val>
                                        </p:tav>
                                      </p:tavLst>
                                    </p:anim>
                                    <p:anim calcmode="lin" valueType="num">
                                      <p:cBhvr additive="base">
                                        <p:cTn id="124" dur="500" fill="hold"/>
                                        <p:tgtEl>
                                          <p:spTgt spid="109"/>
                                        </p:tgtEl>
                                        <p:attrNameLst>
                                          <p:attrName>ppt_y</p:attrName>
                                        </p:attrNameLst>
                                      </p:cBhvr>
                                      <p:tavLst>
                                        <p:tav tm="0">
                                          <p:val>
                                            <p:strVal val="#ppt_y"/>
                                          </p:val>
                                        </p:tav>
                                        <p:tav tm="100000">
                                          <p:val>
                                            <p:strVal val="#ppt_y"/>
                                          </p:val>
                                        </p:tav>
                                      </p:tavLst>
                                    </p:anim>
                                  </p:childTnLst>
                                </p:cTn>
                              </p:par>
                              <p:par>
                                <p:cTn id="125" presetID="2" presetClass="entr" presetSubtype="2" fill="hold" grpId="0" nodeType="withEffect">
                                  <p:stCondLst>
                                    <p:cond delay="0"/>
                                  </p:stCondLst>
                                  <p:childTnLst>
                                    <p:set>
                                      <p:cBhvr>
                                        <p:cTn id="126" dur="1" fill="hold">
                                          <p:stCondLst>
                                            <p:cond delay="0"/>
                                          </p:stCondLst>
                                        </p:cTn>
                                        <p:tgtEl>
                                          <p:spTgt spid="110"/>
                                        </p:tgtEl>
                                        <p:attrNameLst>
                                          <p:attrName>style.visibility</p:attrName>
                                        </p:attrNameLst>
                                      </p:cBhvr>
                                      <p:to>
                                        <p:strVal val="visible"/>
                                      </p:to>
                                    </p:set>
                                    <p:anim calcmode="lin" valueType="num">
                                      <p:cBhvr additive="base">
                                        <p:cTn id="127" dur="500" fill="hold"/>
                                        <p:tgtEl>
                                          <p:spTgt spid="110"/>
                                        </p:tgtEl>
                                        <p:attrNameLst>
                                          <p:attrName>ppt_x</p:attrName>
                                        </p:attrNameLst>
                                      </p:cBhvr>
                                      <p:tavLst>
                                        <p:tav tm="0">
                                          <p:val>
                                            <p:strVal val="1+#ppt_w/2"/>
                                          </p:val>
                                        </p:tav>
                                        <p:tav tm="100000">
                                          <p:val>
                                            <p:strVal val="#ppt_x"/>
                                          </p:val>
                                        </p:tav>
                                      </p:tavLst>
                                    </p:anim>
                                    <p:anim calcmode="lin" valueType="num">
                                      <p:cBhvr additive="base">
                                        <p:cTn id="128" dur="500" fill="hold"/>
                                        <p:tgtEl>
                                          <p:spTgt spid="110"/>
                                        </p:tgtEl>
                                        <p:attrNameLst>
                                          <p:attrName>ppt_y</p:attrName>
                                        </p:attrNameLst>
                                      </p:cBhvr>
                                      <p:tavLst>
                                        <p:tav tm="0">
                                          <p:val>
                                            <p:strVal val="#ppt_y"/>
                                          </p:val>
                                        </p:tav>
                                        <p:tav tm="100000">
                                          <p:val>
                                            <p:strVal val="#ppt_y"/>
                                          </p:val>
                                        </p:tav>
                                      </p:tavLst>
                                    </p:anim>
                                  </p:childTnLst>
                                </p:cTn>
                              </p:par>
                              <p:par>
                                <p:cTn id="129" presetID="2" presetClass="entr" presetSubtype="8" fill="hold" grpId="0" nodeType="withEffect">
                                  <p:stCondLst>
                                    <p:cond delay="0"/>
                                  </p:stCondLst>
                                  <p:childTnLst>
                                    <p:set>
                                      <p:cBhvr>
                                        <p:cTn id="130" dur="1" fill="hold">
                                          <p:stCondLst>
                                            <p:cond delay="0"/>
                                          </p:stCondLst>
                                        </p:cTn>
                                        <p:tgtEl>
                                          <p:spTgt spid="107"/>
                                        </p:tgtEl>
                                        <p:attrNameLst>
                                          <p:attrName>style.visibility</p:attrName>
                                        </p:attrNameLst>
                                      </p:cBhvr>
                                      <p:to>
                                        <p:strVal val="visible"/>
                                      </p:to>
                                    </p:set>
                                    <p:anim calcmode="lin" valueType="num">
                                      <p:cBhvr additive="base">
                                        <p:cTn id="131" dur="500" fill="hold"/>
                                        <p:tgtEl>
                                          <p:spTgt spid="107"/>
                                        </p:tgtEl>
                                        <p:attrNameLst>
                                          <p:attrName>ppt_x</p:attrName>
                                        </p:attrNameLst>
                                      </p:cBhvr>
                                      <p:tavLst>
                                        <p:tav tm="0">
                                          <p:val>
                                            <p:strVal val="0-#ppt_w/2"/>
                                          </p:val>
                                        </p:tav>
                                        <p:tav tm="100000">
                                          <p:val>
                                            <p:strVal val="#ppt_x"/>
                                          </p:val>
                                        </p:tav>
                                      </p:tavLst>
                                    </p:anim>
                                    <p:anim calcmode="lin" valueType="num">
                                      <p:cBhvr additive="base">
                                        <p:cTn id="132" dur="500" fill="hold"/>
                                        <p:tgtEl>
                                          <p:spTgt spid="107"/>
                                        </p:tgtEl>
                                        <p:attrNameLst>
                                          <p:attrName>ppt_y</p:attrName>
                                        </p:attrNameLst>
                                      </p:cBhvr>
                                      <p:tavLst>
                                        <p:tav tm="0">
                                          <p:val>
                                            <p:strVal val="#ppt_y"/>
                                          </p:val>
                                        </p:tav>
                                        <p:tav tm="100000">
                                          <p:val>
                                            <p:strVal val="#ppt_y"/>
                                          </p:val>
                                        </p:tav>
                                      </p:tavLst>
                                    </p:anim>
                                  </p:childTnLst>
                                </p:cTn>
                              </p:par>
                              <p:par>
                                <p:cTn id="133" presetID="2" presetClass="entr" presetSubtype="8" fill="hold" grpId="0" nodeType="withEffect">
                                  <p:stCondLst>
                                    <p:cond delay="0"/>
                                  </p:stCondLst>
                                  <p:childTnLst>
                                    <p:set>
                                      <p:cBhvr>
                                        <p:cTn id="134" dur="1" fill="hold">
                                          <p:stCondLst>
                                            <p:cond delay="0"/>
                                          </p:stCondLst>
                                        </p:cTn>
                                        <p:tgtEl>
                                          <p:spTgt spid="108"/>
                                        </p:tgtEl>
                                        <p:attrNameLst>
                                          <p:attrName>style.visibility</p:attrName>
                                        </p:attrNameLst>
                                      </p:cBhvr>
                                      <p:to>
                                        <p:strVal val="visible"/>
                                      </p:to>
                                    </p:set>
                                    <p:anim calcmode="lin" valueType="num">
                                      <p:cBhvr additive="base">
                                        <p:cTn id="135" dur="500" fill="hold"/>
                                        <p:tgtEl>
                                          <p:spTgt spid="108"/>
                                        </p:tgtEl>
                                        <p:attrNameLst>
                                          <p:attrName>ppt_x</p:attrName>
                                        </p:attrNameLst>
                                      </p:cBhvr>
                                      <p:tavLst>
                                        <p:tav tm="0">
                                          <p:val>
                                            <p:strVal val="0-#ppt_w/2"/>
                                          </p:val>
                                        </p:tav>
                                        <p:tav tm="100000">
                                          <p:val>
                                            <p:strVal val="#ppt_x"/>
                                          </p:val>
                                        </p:tav>
                                      </p:tavLst>
                                    </p:anim>
                                    <p:anim calcmode="lin" valueType="num">
                                      <p:cBhvr additive="base">
                                        <p:cTn id="136" dur="500" fill="hold"/>
                                        <p:tgtEl>
                                          <p:spTgt spid="1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1" grpId="0" animBg="1"/>
      <p:bldP spid="92" grpId="0" animBg="1"/>
      <p:bldP spid="93" grpId="0" animBg="1"/>
      <p:bldP spid="94" grpId="0" animBg="1"/>
      <p:bldP spid="95" grpId="0" animBg="1"/>
      <p:bldP spid="96" grpId="0" animBg="1"/>
      <p:bldP spid="97" grpId="0" animBg="1"/>
      <p:bldP spid="99" grpId="0"/>
      <p:bldP spid="100" grpId="0"/>
      <p:bldP spid="101" grpId="0"/>
      <p:bldP spid="102" grpId="0"/>
      <p:bldP spid="103" grpId="0"/>
      <p:bldP spid="104" grpId="0"/>
      <p:bldP spid="105" grpId="0"/>
      <p:bldP spid="106" grpId="0"/>
      <p:bldP spid="107" grpId="0"/>
      <p:bldP spid="108" grpId="0"/>
      <p:bldP spid="109" grpId="0"/>
      <p:bldP spid="110" grpId="0"/>
      <p:bldP spid="112" grpId="0" animBg="1"/>
      <p:bldP spid="113" grpId="0" animBg="1"/>
      <p:bldP spid="114" grpId="0" animBg="1"/>
      <p:bldP spid="1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19"/>
          <p:cNvSpPr/>
          <p:nvPr/>
        </p:nvSpPr>
        <p:spPr>
          <a:xfrm>
            <a:off x="3900094" y="1328491"/>
            <a:ext cx="3840258" cy="1747315"/>
          </a:xfrm>
          <a:prstGeom prst="rect">
            <a:avLst/>
          </a:prstGeom>
          <a:blipFill dpi="0" rotWithShape="1">
            <a:blip r:embed="rId1"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5023" tIns="32511" rIns="65023" bIns="32511" rtlCol="0" anchor="ctr"/>
          <a:lstStyle/>
          <a:p>
            <a:pPr algn="ctr"/>
            <a:endParaRPr lang="en-US"/>
          </a:p>
        </p:txBody>
      </p:sp>
      <p:sp>
        <p:nvSpPr>
          <p:cNvPr id="23" name="TextBox 47"/>
          <p:cNvSpPr txBox="1"/>
          <p:nvPr/>
        </p:nvSpPr>
        <p:spPr>
          <a:xfrm>
            <a:off x="968640" y="3507854"/>
            <a:ext cx="7200001" cy="996938"/>
          </a:xfrm>
          <a:prstGeom prst="rect">
            <a:avLst/>
          </a:prstGeom>
          <a:noFill/>
        </p:spPr>
        <p:txBody>
          <a:bodyPr wrap="square" lIns="65023" tIns="32511" rIns="65023" bIns="32511" rtlCol="0">
            <a:spAutoFit/>
          </a:bodyPr>
          <a:lstStyle/>
          <a:p>
            <a:pPr>
              <a:lnSpc>
                <a:spcPct val="150000"/>
              </a:lnSpc>
            </a:pPr>
            <a:r>
              <a:rPr lang="zh-CN" altLang="en-US" sz="1400" dirty="0" smtClean="0">
                <a:solidFill>
                  <a:schemeClr val="bg1">
                    <a:lumMod val="75000"/>
                  </a:schemeClr>
                </a:solidFill>
                <a:latin typeface="Times New Roman" panose="02020603050405020304" pitchFamily="18" charset="0"/>
                <a:ea typeface="微软雅黑" panose="020B0503020204020204" pitchFamily="34" charset="-122"/>
                <a:cs typeface="Clear Sans Light" panose="020B0303030202020304" pitchFamily="34" charset="0"/>
                <a:sym typeface="Times New Roman" panose="02020603050405020304" pitchFamily="18" charset="0"/>
              </a:rPr>
              <a:t>一般认为，人工智能是研究、开发用于模拟、延伸和扩展人的智能的理论、方法、技术及应用系统的一门新的技术科学。它涵盖计算机科学，心理学，神经生理学，数学、哲学、社会学等诸多学科，是一门交叉学科。</a:t>
            </a:r>
            <a:endParaRPr lang="id-ID" altLang="zh-CN" sz="1400" dirty="0">
              <a:solidFill>
                <a:schemeClr val="bg1">
                  <a:lumMod val="75000"/>
                </a:schemeClr>
              </a:solidFill>
              <a:latin typeface="Times New Roman" panose="02020603050405020304" pitchFamily="18" charset="0"/>
              <a:ea typeface="微软雅黑" panose="020B0503020204020204" pitchFamily="34" charset="-122"/>
              <a:cs typeface="Clear Sans Light" panose="020B0303030202020304" pitchFamily="34" charset="0"/>
              <a:sym typeface="Times New Roman" panose="02020603050405020304" pitchFamily="18" charset="0"/>
            </a:endParaRPr>
          </a:p>
        </p:txBody>
      </p:sp>
      <p:pic>
        <p:nvPicPr>
          <p:cNvPr id="7" name="图片 6"/>
          <p:cNvPicPr/>
          <p:nvPr/>
        </p:nvPicPr>
        <p:blipFill>
          <a:blip r:embed="rId2" cstate="print"/>
          <a:srcRect/>
          <a:stretch>
            <a:fillRect/>
          </a:stretch>
        </p:blipFill>
        <p:spPr bwMode="auto">
          <a:xfrm>
            <a:off x="714348" y="1428742"/>
            <a:ext cx="2882716" cy="1659662"/>
          </a:xfrm>
          <a:prstGeom prst="rect">
            <a:avLst/>
          </a:prstGeom>
          <a:noFill/>
          <a:ln w="9525">
            <a:noFill/>
            <a:miter lim="800000"/>
            <a:headEnd/>
            <a:tailEnd/>
          </a:ln>
        </p:spPr>
      </p:pic>
      <p:sp>
        <p:nvSpPr>
          <p:cNvPr id="8" name="TextBox 7"/>
          <p:cNvSpPr txBox="1"/>
          <p:nvPr/>
        </p:nvSpPr>
        <p:spPr>
          <a:xfrm>
            <a:off x="1071538" y="181259"/>
            <a:ext cx="1285884" cy="461665"/>
          </a:xfrm>
          <a:prstGeom prst="rect">
            <a:avLst/>
          </a:prstGeom>
          <a:noFill/>
        </p:spPr>
        <p:txBody>
          <a:bodyPr wrap="square" rtlCol="0">
            <a:spAutoFit/>
          </a:bodyPr>
          <a:lstStyle/>
          <a:p>
            <a:r>
              <a:rPr lang="zh-CN" altLang="en-US" sz="2400" dirty="0" smtClean="0">
                <a:solidFill>
                  <a:schemeClr val="bg1"/>
                </a:solidFill>
              </a:rPr>
              <a:t>定义</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0-#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7"/>
          <p:cNvSpPr>
            <a:spLocks noChangeShapeType="1"/>
          </p:cNvSpPr>
          <p:nvPr/>
        </p:nvSpPr>
        <p:spPr bwMode="auto">
          <a:xfrm>
            <a:off x="4533596" y="2468257"/>
            <a:ext cx="23413" cy="460684"/>
          </a:xfrm>
          <a:prstGeom prst="line">
            <a:avLst/>
          </a:prstGeom>
          <a:noFill/>
          <a:ln w="9525" cap="flat">
            <a:solidFill>
              <a:schemeClr val="bg1">
                <a:lumMod val="75000"/>
              </a:schemeClr>
            </a:solidFill>
            <a:prstDash val="solid"/>
            <a:miter lim="800000"/>
          </a:ln>
          <a:extLst>
            <a:ext uri="{909E8E84-426E-40DD-AFC4-6F175D3DCCD1}">
              <a14:hiddenFill xmlns:a14="http://schemas.microsoft.com/office/drawing/2010/main">
                <a:noFill/>
              </a14:hiddenFill>
            </a:ext>
          </a:extLst>
        </p:spPr>
        <p:txBody>
          <a:bodyPr vert="horz" wrap="square" lIns="68866" tIns="34434" rIns="68866" bIns="34434" numCol="1" anchor="t" anchorCtr="0" compatLnSpc="1"/>
          <a:lstStyle/>
          <a:p>
            <a:endParaRPr lang="zh-CN" altLang="en-US"/>
          </a:p>
        </p:txBody>
      </p:sp>
      <p:sp>
        <p:nvSpPr>
          <p:cNvPr id="4" name="Oval 9"/>
          <p:cNvSpPr>
            <a:spLocks noChangeArrowheads="1"/>
          </p:cNvSpPr>
          <p:nvPr/>
        </p:nvSpPr>
        <p:spPr bwMode="auto">
          <a:xfrm>
            <a:off x="6210925" y="3332691"/>
            <a:ext cx="216608" cy="214767"/>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66" tIns="34284" rIns="68566" bIns="34284" rtlCol="0" anchor="ctr"/>
          <a:lstStyle/>
          <a:p>
            <a:pPr algn="ctr"/>
            <a:endParaRPr lang="zh-CN" altLang="en-US">
              <a:solidFill>
                <a:schemeClr val="bg1">
                  <a:lumMod val="75000"/>
                </a:schemeClr>
              </a:solidFill>
              <a:latin typeface="微软雅黑" panose="020B0503020204020204" pitchFamily="34" charset="-122"/>
              <a:ea typeface="微软雅黑" panose="020B0503020204020204" pitchFamily="34" charset="-122"/>
            </a:endParaRPr>
          </a:p>
        </p:txBody>
      </p:sp>
      <p:sp>
        <p:nvSpPr>
          <p:cNvPr id="5" name="Oval 10"/>
          <p:cNvSpPr>
            <a:spLocks noChangeArrowheads="1"/>
          </p:cNvSpPr>
          <p:nvPr/>
        </p:nvSpPr>
        <p:spPr bwMode="auto">
          <a:xfrm>
            <a:off x="7984664" y="3332691"/>
            <a:ext cx="213587" cy="214767"/>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66" tIns="34284" rIns="68566" bIns="34284" rtlCol="0" anchor="ctr"/>
          <a:lstStyle/>
          <a:p>
            <a:pPr algn="ctr"/>
            <a:endParaRPr lang="zh-CN" altLang="en-US">
              <a:solidFill>
                <a:schemeClr val="bg1">
                  <a:lumMod val="75000"/>
                </a:schemeClr>
              </a:solidFill>
              <a:latin typeface="微软雅黑" panose="020B0503020204020204" pitchFamily="34" charset="-122"/>
              <a:ea typeface="微软雅黑" panose="020B0503020204020204" pitchFamily="34" charset="-122"/>
            </a:endParaRPr>
          </a:p>
        </p:txBody>
      </p:sp>
      <p:sp>
        <p:nvSpPr>
          <p:cNvPr id="6" name="Oval 11"/>
          <p:cNvSpPr>
            <a:spLocks noChangeArrowheads="1"/>
          </p:cNvSpPr>
          <p:nvPr/>
        </p:nvSpPr>
        <p:spPr bwMode="auto">
          <a:xfrm>
            <a:off x="2665895" y="3332691"/>
            <a:ext cx="214593" cy="214767"/>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66" tIns="34284" rIns="68566" bIns="34284" rtlCol="0" anchor="ctr"/>
          <a:lstStyle/>
          <a:p>
            <a:pPr algn="ctr"/>
            <a:endParaRPr lang="zh-CN" altLang="en-US">
              <a:solidFill>
                <a:schemeClr val="bg1">
                  <a:lumMod val="75000"/>
                </a:schemeClr>
              </a:solidFill>
              <a:latin typeface="微软雅黑" panose="020B0503020204020204" pitchFamily="34" charset="-122"/>
              <a:ea typeface="微软雅黑" panose="020B0503020204020204" pitchFamily="34" charset="-122"/>
            </a:endParaRPr>
          </a:p>
        </p:txBody>
      </p:sp>
      <p:sp>
        <p:nvSpPr>
          <p:cNvPr id="7" name="Oval 12"/>
          <p:cNvSpPr>
            <a:spLocks noChangeArrowheads="1"/>
          </p:cNvSpPr>
          <p:nvPr/>
        </p:nvSpPr>
        <p:spPr bwMode="auto">
          <a:xfrm>
            <a:off x="892479" y="3332691"/>
            <a:ext cx="214593" cy="214767"/>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7172" tIns="38586" rIns="77172" bIns="38586" rtlCol="0" anchor="ctr"/>
          <a:lstStyle/>
          <a:p>
            <a:pPr algn="ctr"/>
            <a:endParaRPr lang="zh-CN" altLang="en-US">
              <a:solidFill>
                <a:schemeClr val="bg1">
                  <a:lumMod val="75000"/>
                </a:schemeClr>
              </a:solidFill>
            </a:endParaRPr>
          </a:p>
        </p:txBody>
      </p:sp>
      <p:sp>
        <p:nvSpPr>
          <p:cNvPr id="8" name="Freeform 13"/>
          <p:cNvSpPr/>
          <p:nvPr/>
        </p:nvSpPr>
        <p:spPr bwMode="auto">
          <a:xfrm>
            <a:off x="999380" y="2673751"/>
            <a:ext cx="3549209" cy="665671"/>
          </a:xfrm>
          <a:custGeom>
            <a:avLst/>
            <a:gdLst>
              <a:gd name="T0" fmla="*/ 0 w 1895"/>
              <a:gd name="T1" fmla="*/ 355 h 355"/>
              <a:gd name="T2" fmla="*/ 0 w 1895"/>
              <a:gd name="T3" fmla="*/ 119 h 355"/>
              <a:gd name="T4" fmla="*/ 67 w 1895"/>
              <a:gd name="T5" fmla="*/ 54 h 355"/>
              <a:gd name="T6" fmla="*/ 1826 w 1895"/>
              <a:gd name="T7" fmla="*/ 54 h 355"/>
              <a:gd name="T8" fmla="*/ 1895 w 1895"/>
              <a:gd name="T9" fmla="*/ 0 h 355"/>
            </a:gdLst>
            <a:ahLst/>
            <a:cxnLst>
              <a:cxn ang="0">
                <a:pos x="T0" y="T1"/>
              </a:cxn>
              <a:cxn ang="0">
                <a:pos x="T2" y="T3"/>
              </a:cxn>
              <a:cxn ang="0">
                <a:pos x="T4" y="T5"/>
              </a:cxn>
              <a:cxn ang="0">
                <a:pos x="T6" y="T7"/>
              </a:cxn>
              <a:cxn ang="0">
                <a:pos x="T8" y="T9"/>
              </a:cxn>
            </a:cxnLst>
            <a:rect l="0" t="0" r="r" b="b"/>
            <a:pathLst>
              <a:path w="1895" h="355">
                <a:moveTo>
                  <a:pt x="0" y="355"/>
                </a:moveTo>
                <a:cubicBezTo>
                  <a:pt x="0" y="119"/>
                  <a:pt x="0" y="119"/>
                  <a:pt x="0" y="119"/>
                </a:cubicBezTo>
                <a:cubicBezTo>
                  <a:pt x="0" y="119"/>
                  <a:pt x="1" y="55"/>
                  <a:pt x="67" y="54"/>
                </a:cubicBezTo>
                <a:cubicBezTo>
                  <a:pt x="1826" y="54"/>
                  <a:pt x="1826" y="54"/>
                  <a:pt x="1826" y="54"/>
                </a:cubicBezTo>
                <a:cubicBezTo>
                  <a:pt x="1856" y="54"/>
                  <a:pt x="1884" y="26"/>
                  <a:pt x="1895" y="0"/>
                </a:cubicBezTo>
              </a:path>
            </a:pathLst>
          </a:custGeom>
          <a:noFill/>
          <a:ln w="9525" cap="flat">
            <a:solidFill>
              <a:schemeClr val="bg1">
                <a:lumMod val="75000"/>
              </a:scheme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866" tIns="34434" rIns="68866" bIns="34434" numCol="1" anchor="t" anchorCtr="0" compatLnSpc="1"/>
          <a:lstStyle/>
          <a:p>
            <a:endParaRPr lang="zh-CN" altLang="en-US"/>
          </a:p>
        </p:txBody>
      </p:sp>
      <p:sp>
        <p:nvSpPr>
          <p:cNvPr id="9" name="Freeform 14"/>
          <p:cNvSpPr/>
          <p:nvPr/>
        </p:nvSpPr>
        <p:spPr bwMode="auto">
          <a:xfrm>
            <a:off x="2772796" y="2895109"/>
            <a:ext cx="1775794" cy="444311"/>
          </a:xfrm>
          <a:custGeom>
            <a:avLst/>
            <a:gdLst>
              <a:gd name="T0" fmla="*/ 0 w 948"/>
              <a:gd name="T1" fmla="*/ 237 h 237"/>
              <a:gd name="T2" fmla="*/ 0 w 948"/>
              <a:gd name="T3" fmla="*/ 119 h 237"/>
              <a:gd name="T4" fmla="*/ 66 w 948"/>
              <a:gd name="T5" fmla="*/ 54 h 237"/>
              <a:gd name="T6" fmla="*/ 877 w 948"/>
              <a:gd name="T7" fmla="*/ 54 h 237"/>
              <a:gd name="T8" fmla="*/ 948 w 948"/>
              <a:gd name="T9" fmla="*/ 0 h 237"/>
            </a:gdLst>
            <a:ahLst/>
            <a:cxnLst>
              <a:cxn ang="0">
                <a:pos x="T0" y="T1"/>
              </a:cxn>
              <a:cxn ang="0">
                <a:pos x="T2" y="T3"/>
              </a:cxn>
              <a:cxn ang="0">
                <a:pos x="T4" y="T5"/>
              </a:cxn>
              <a:cxn ang="0">
                <a:pos x="T6" y="T7"/>
              </a:cxn>
              <a:cxn ang="0">
                <a:pos x="T8" y="T9"/>
              </a:cxn>
            </a:cxnLst>
            <a:rect l="0" t="0" r="r" b="b"/>
            <a:pathLst>
              <a:path w="948" h="237">
                <a:moveTo>
                  <a:pt x="0" y="237"/>
                </a:moveTo>
                <a:cubicBezTo>
                  <a:pt x="0" y="119"/>
                  <a:pt x="0" y="119"/>
                  <a:pt x="0" y="119"/>
                </a:cubicBezTo>
                <a:cubicBezTo>
                  <a:pt x="0" y="119"/>
                  <a:pt x="1" y="55"/>
                  <a:pt x="66" y="54"/>
                </a:cubicBezTo>
                <a:cubicBezTo>
                  <a:pt x="877" y="54"/>
                  <a:pt x="877" y="54"/>
                  <a:pt x="877" y="54"/>
                </a:cubicBezTo>
                <a:cubicBezTo>
                  <a:pt x="909" y="54"/>
                  <a:pt x="937" y="28"/>
                  <a:pt x="948" y="0"/>
                </a:cubicBezTo>
              </a:path>
            </a:pathLst>
          </a:custGeom>
          <a:noFill/>
          <a:ln w="9525" cap="flat">
            <a:solidFill>
              <a:schemeClr val="bg1">
                <a:lumMod val="75000"/>
              </a:scheme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866" tIns="34434" rIns="68866" bIns="34434" numCol="1" anchor="t" anchorCtr="0" compatLnSpc="1"/>
          <a:lstStyle/>
          <a:p>
            <a:endParaRPr lang="zh-CN" altLang="en-US"/>
          </a:p>
        </p:txBody>
      </p:sp>
      <p:sp>
        <p:nvSpPr>
          <p:cNvPr id="10" name="Freeform 15"/>
          <p:cNvSpPr/>
          <p:nvPr/>
        </p:nvSpPr>
        <p:spPr bwMode="auto">
          <a:xfrm>
            <a:off x="4548589" y="2673751"/>
            <a:ext cx="3546831" cy="665671"/>
          </a:xfrm>
          <a:custGeom>
            <a:avLst/>
            <a:gdLst>
              <a:gd name="T0" fmla="*/ 1894 w 1894"/>
              <a:gd name="T1" fmla="*/ 355 h 355"/>
              <a:gd name="T2" fmla="*/ 1894 w 1894"/>
              <a:gd name="T3" fmla="*/ 119 h 355"/>
              <a:gd name="T4" fmla="*/ 1828 w 1894"/>
              <a:gd name="T5" fmla="*/ 54 h 355"/>
              <a:gd name="T6" fmla="*/ 68 w 1894"/>
              <a:gd name="T7" fmla="*/ 54 h 355"/>
              <a:gd name="T8" fmla="*/ 0 w 1894"/>
              <a:gd name="T9" fmla="*/ 0 h 355"/>
            </a:gdLst>
            <a:ahLst/>
            <a:cxnLst>
              <a:cxn ang="0">
                <a:pos x="T0" y="T1"/>
              </a:cxn>
              <a:cxn ang="0">
                <a:pos x="T2" y="T3"/>
              </a:cxn>
              <a:cxn ang="0">
                <a:pos x="T4" y="T5"/>
              </a:cxn>
              <a:cxn ang="0">
                <a:pos x="T6" y="T7"/>
              </a:cxn>
              <a:cxn ang="0">
                <a:pos x="T8" y="T9"/>
              </a:cxn>
            </a:cxnLst>
            <a:rect l="0" t="0" r="r" b="b"/>
            <a:pathLst>
              <a:path w="1894" h="355">
                <a:moveTo>
                  <a:pt x="1894" y="355"/>
                </a:moveTo>
                <a:cubicBezTo>
                  <a:pt x="1894" y="119"/>
                  <a:pt x="1894" y="119"/>
                  <a:pt x="1894" y="119"/>
                </a:cubicBezTo>
                <a:cubicBezTo>
                  <a:pt x="1894" y="119"/>
                  <a:pt x="1893" y="55"/>
                  <a:pt x="1828" y="54"/>
                </a:cubicBezTo>
                <a:cubicBezTo>
                  <a:pt x="68" y="54"/>
                  <a:pt x="68" y="54"/>
                  <a:pt x="68" y="54"/>
                </a:cubicBezTo>
                <a:cubicBezTo>
                  <a:pt x="38" y="54"/>
                  <a:pt x="10" y="26"/>
                  <a:pt x="0" y="0"/>
                </a:cubicBezTo>
              </a:path>
            </a:pathLst>
          </a:custGeom>
          <a:noFill/>
          <a:ln w="9525" cap="flat">
            <a:solidFill>
              <a:schemeClr val="bg1">
                <a:lumMod val="75000"/>
              </a:scheme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866" tIns="34434" rIns="68866" bIns="34434" numCol="1" anchor="t" anchorCtr="0" compatLnSpc="1"/>
          <a:lstStyle/>
          <a:p>
            <a:endParaRPr lang="zh-CN" altLang="en-US"/>
          </a:p>
        </p:txBody>
      </p:sp>
      <p:sp>
        <p:nvSpPr>
          <p:cNvPr id="11" name="Freeform 16"/>
          <p:cNvSpPr/>
          <p:nvPr/>
        </p:nvSpPr>
        <p:spPr bwMode="auto">
          <a:xfrm>
            <a:off x="4548589" y="2895109"/>
            <a:ext cx="1773416" cy="444311"/>
          </a:xfrm>
          <a:custGeom>
            <a:avLst/>
            <a:gdLst>
              <a:gd name="T0" fmla="*/ 947 w 947"/>
              <a:gd name="T1" fmla="*/ 237 h 237"/>
              <a:gd name="T2" fmla="*/ 947 w 947"/>
              <a:gd name="T3" fmla="*/ 119 h 237"/>
              <a:gd name="T4" fmla="*/ 881 w 947"/>
              <a:gd name="T5" fmla="*/ 54 h 237"/>
              <a:gd name="T6" fmla="*/ 70 w 947"/>
              <a:gd name="T7" fmla="*/ 54 h 237"/>
              <a:gd name="T8" fmla="*/ 0 w 947"/>
              <a:gd name="T9" fmla="*/ 0 h 237"/>
            </a:gdLst>
            <a:ahLst/>
            <a:cxnLst>
              <a:cxn ang="0">
                <a:pos x="T0" y="T1"/>
              </a:cxn>
              <a:cxn ang="0">
                <a:pos x="T2" y="T3"/>
              </a:cxn>
              <a:cxn ang="0">
                <a:pos x="T4" y="T5"/>
              </a:cxn>
              <a:cxn ang="0">
                <a:pos x="T6" y="T7"/>
              </a:cxn>
              <a:cxn ang="0">
                <a:pos x="T8" y="T9"/>
              </a:cxn>
            </a:cxnLst>
            <a:rect l="0" t="0" r="r" b="b"/>
            <a:pathLst>
              <a:path w="947" h="237">
                <a:moveTo>
                  <a:pt x="947" y="237"/>
                </a:moveTo>
                <a:cubicBezTo>
                  <a:pt x="947" y="119"/>
                  <a:pt x="947" y="119"/>
                  <a:pt x="947" y="119"/>
                </a:cubicBezTo>
                <a:cubicBezTo>
                  <a:pt x="947" y="119"/>
                  <a:pt x="946" y="55"/>
                  <a:pt x="881" y="54"/>
                </a:cubicBezTo>
                <a:cubicBezTo>
                  <a:pt x="70" y="54"/>
                  <a:pt x="70" y="54"/>
                  <a:pt x="70" y="54"/>
                </a:cubicBezTo>
                <a:cubicBezTo>
                  <a:pt x="38" y="54"/>
                  <a:pt x="11" y="28"/>
                  <a:pt x="0" y="0"/>
                </a:cubicBezTo>
              </a:path>
            </a:pathLst>
          </a:custGeom>
          <a:noFill/>
          <a:ln w="9525" cap="flat">
            <a:solidFill>
              <a:schemeClr val="bg1">
                <a:lumMod val="75000"/>
              </a:scheme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866" tIns="34434" rIns="68866" bIns="34434" numCol="1" anchor="t" anchorCtr="0" compatLnSpc="1"/>
          <a:lstStyle/>
          <a:p>
            <a:endParaRPr lang="zh-CN" altLang="en-US"/>
          </a:p>
        </p:txBody>
      </p:sp>
      <p:sp>
        <p:nvSpPr>
          <p:cNvPr id="12" name="Freeform 6"/>
          <p:cNvSpPr/>
          <p:nvPr/>
        </p:nvSpPr>
        <p:spPr bwMode="auto">
          <a:xfrm>
            <a:off x="4050192" y="1214428"/>
            <a:ext cx="990451" cy="1260439"/>
          </a:xfrm>
          <a:custGeom>
            <a:avLst/>
            <a:gdLst>
              <a:gd name="T0" fmla="*/ 214 w 427"/>
              <a:gd name="T1" fmla="*/ 0 h 543"/>
              <a:gd name="T2" fmla="*/ 427 w 427"/>
              <a:gd name="T3" fmla="*/ 213 h 543"/>
              <a:gd name="T4" fmla="*/ 326 w 427"/>
              <a:gd name="T5" fmla="*/ 394 h 543"/>
              <a:gd name="T6" fmla="*/ 268 w 427"/>
              <a:gd name="T7" fmla="*/ 444 h 543"/>
              <a:gd name="T8" fmla="*/ 214 w 427"/>
              <a:gd name="T9" fmla="*/ 543 h 543"/>
              <a:gd name="T10" fmla="*/ 159 w 427"/>
              <a:gd name="T11" fmla="*/ 444 h 543"/>
              <a:gd name="T12" fmla="*/ 100 w 427"/>
              <a:gd name="T13" fmla="*/ 393 h 543"/>
              <a:gd name="T14" fmla="*/ 88 w 427"/>
              <a:gd name="T15" fmla="*/ 385 h 543"/>
              <a:gd name="T16" fmla="*/ 88 w 427"/>
              <a:gd name="T17" fmla="*/ 385 h 543"/>
              <a:gd name="T18" fmla="*/ 88 w 427"/>
              <a:gd name="T19" fmla="*/ 385 h 543"/>
              <a:gd name="T20" fmla="*/ 0 w 427"/>
              <a:gd name="T21" fmla="*/ 213 h 543"/>
              <a:gd name="T22" fmla="*/ 214 w 427"/>
              <a:gd name="T23"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7" h="543">
                <a:moveTo>
                  <a:pt x="214" y="0"/>
                </a:moveTo>
                <a:cubicBezTo>
                  <a:pt x="331" y="0"/>
                  <a:pt x="427" y="95"/>
                  <a:pt x="427" y="213"/>
                </a:cubicBezTo>
                <a:cubicBezTo>
                  <a:pt x="427" y="290"/>
                  <a:pt x="386" y="357"/>
                  <a:pt x="326" y="394"/>
                </a:cubicBezTo>
                <a:cubicBezTo>
                  <a:pt x="312" y="404"/>
                  <a:pt x="289" y="422"/>
                  <a:pt x="268" y="444"/>
                </a:cubicBezTo>
                <a:cubicBezTo>
                  <a:pt x="234" y="479"/>
                  <a:pt x="214" y="543"/>
                  <a:pt x="214" y="543"/>
                </a:cubicBezTo>
                <a:cubicBezTo>
                  <a:pt x="214" y="543"/>
                  <a:pt x="193" y="479"/>
                  <a:pt x="159" y="444"/>
                </a:cubicBezTo>
                <a:cubicBezTo>
                  <a:pt x="137" y="421"/>
                  <a:pt x="114" y="403"/>
                  <a:pt x="100" y="393"/>
                </a:cubicBezTo>
                <a:cubicBezTo>
                  <a:pt x="96" y="391"/>
                  <a:pt x="92" y="388"/>
                  <a:pt x="88" y="385"/>
                </a:cubicBezTo>
                <a:cubicBezTo>
                  <a:pt x="88" y="385"/>
                  <a:pt x="88" y="385"/>
                  <a:pt x="88" y="385"/>
                </a:cubicBezTo>
                <a:cubicBezTo>
                  <a:pt x="88" y="385"/>
                  <a:pt x="88" y="385"/>
                  <a:pt x="88" y="385"/>
                </a:cubicBezTo>
                <a:cubicBezTo>
                  <a:pt x="35" y="346"/>
                  <a:pt x="0" y="284"/>
                  <a:pt x="0" y="213"/>
                </a:cubicBezTo>
                <a:cubicBezTo>
                  <a:pt x="0" y="95"/>
                  <a:pt x="96" y="0"/>
                  <a:pt x="214" y="0"/>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7172" tIns="215717" rIns="77172" bIns="38586" rtlCol="0" anchor="t"/>
          <a:lstStyle/>
          <a:p>
            <a:pPr algn="ctr"/>
            <a:r>
              <a:rPr lang="zh-CN" altLang="en-US" sz="1600" dirty="0" smtClean="0">
                <a:latin typeface="微软雅黑" panose="020B0503020204020204" pitchFamily="34" charset="-122"/>
                <a:ea typeface="微软雅黑" panose="020B0503020204020204" pitchFamily="34" charset="-122"/>
              </a:rPr>
              <a:t>结构化</a:t>
            </a:r>
            <a:endParaRPr lang="en-US" altLang="zh-CN" sz="1600" dirty="0" smtClean="0">
              <a:latin typeface="微软雅黑" panose="020B0503020204020204" pitchFamily="34" charset="-122"/>
              <a:ea typeface="微软雅黑" panose="020B0503020204020204" pitchFamily="34" charset="-122"/>
            </a:endParaRPr>
          </a:p>
          <a:p>
            <a:pPr algn="ctr"/>
            <a:r>
              <a:rPr lang="zh-CN" altLang="en-US" sz="1600" dirty="0" smtClean="0">
                <a:latin typeface="微软雅黑" panose="020B0503020204020204" pitchFamily="34" charset="-122"/>
                <a:ea typeface="微软雅黑" panose="020B0503020204020204" pitchFamily="34" charset="-122"/>
              </a:rPr>
              <a:t>表示</a:t>
            </a:r>
            <a:endParaRPr lang="zh-CN" altLang="en-US" sz="1600" dirty="0">
              <a:latin typeface="微软雅黑" panose="020B0503020204020204" pitchFamily="34" charset="-122"/>
              <a:ea typeface="微软雅黑" panose="020B0503020204020204" pitchFamily="34" charset="-122"/>
            </a:endParaRPr>
          </a:p>
        </p:txBody>
      </p:sp>
      <p:sp>
        <p:nvSpPr>
          <p:cNvPr id="13" name="矩形 12"/>
          <p:cNvSpPr/>
          <p:nvPr/>
        </p:nvSpPr>
        <p:spPr>
          <a:xfrm>
            <a:off x="418802" y="3616060"/>
            <a:ext cx="1232519" cy="395399"/>
          </a:xfrm>
          <a:prstGeom prst="rect">
            <a:avLst/>
          </a:prstGeom>
        </p:spPr>
        <p:txBody>
          <a:bodyPr wrap="square" lIns="68866" tIns="34434" rIns="68866" bIns="34434" anchor="ctr" anchorCtr="0">
            <a:spAutoFit/>
          </a:bodyPr>
          <a:lstStyle/>
          <a:p>
            <a:pPr algn="ctr">
              <a:lnSpc>
                <a:spcPct val="150000"/>
              </a:lnSpc>
            </a:pPr>
            <a:r>
              <a:rPr lang="zh-CN" altLang="en-US" sz="1600" dirty="0" smtClean="0">
                <a:solidFill>
                  <a:schemeClr val="bg1">
                    <a:lumMod val="75000"/>
                  </a:schemeClr>
                </a:solidFill>
                <a:latin typeface="微软雅黑" panose="020B0503020204020204" pitchFamily="34" charset="-122"/>
                <a:ea typeface="微软雅黑" panose="020B0503020204020204" pitchFamily="34" charset="-122"/>
              </a:rPr>
              <a:t>基础设施层</a:t>
            </a:r>
            <a:endParaRPr lang="en-US" altLang="zh-CN" sz="160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14" name="矩形 13"/>
          <p:cNvSpPr/>
          <p:nvPr/>
        </p:nvSpPr>
        <p:spPr>
          <a:xfrm>
            <a:off x="468414" y="3924431"/>
            <a:ext cx="1367670" cy="392706"/>
          </a:xfrm>
          <a:prstGeom prst="rect">
            <a:avLst/>
          </a:prstGeom>
        </p:spPr>
        <p:txBody>
          <a:bodyPr wrap="square" lIns="68866" tIns="34434" rIns="68866" bIns="34434">
            <a:spAutoFit/>
          </a:bodyPr>
          <a:lstStyle/>
          <a:p>
            <a:pPr algn="ct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cs typeface="华文黑体" pitchFamily="2" charset="-122"/>
              </a:rPr>
              <a:t>硬件</a:t>
            </a: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cs typeface="华文黑体" pitchFamily="2" charset="-122"/>
              </a:rPr>
              <a:t>/</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cs typeface="华文黑体" pitchFamily="2" charset="-122"/>
              </a:rPr>
              <a:t>计算机能力和大数据</a:t>
            </a:r>
            <a:endParaRPr lang="zh-CN" altLang="en-US" sz="105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15" name="矩形 14"/>
          <p:cNvSpPr/>
          <p:nvPr/>
        </p:nvSpPr>
        <p:spPr>
          <a:xfrm>
            <a:off x="2156536" y="3616060"/>
            <a:ext cx="1232519" cy="395399"/>
          </a:xfrm>
          <a:prstGeom prst="rect">
            <a:avLst/>
          </a:prstGeom>
        </p:spPr>
        <p:txBody>
          <a:bodyPr wrap="square" lIns="68866" tIns="34434" rIns="68866" bIns="34434" anchor="ctr" anchorCtr="0">
            <a:spAutoFit/>
          </a:bodyPr>
          <a:lstStyle/>
          <a:p>
            <a:pPr algn="ctr">
              <a:lnSpc>
                <a:spcPct val="150000"/>
              </a:lnSpc>
            </a:pPr>
            <a:r>
              <a:rPr lang="zh-CN" altLang="en-US" sz="1600" dirty="0" smtClean="0">
                <a:solidFill>
                  <a:schemeClr val="bg1">
                    <a:lumMod val="75000"/>
                  </a:schemeClr>
                </a:solidFill>
                <a:latin typeface="微软雅黑" panose="020B0503020204020204" pitchFamily="34" charset="-122"/>
                <a:ea typeface="微软雅黑" panose="020B0503020204020204" pitchFamily="34" charset="-122"/>
              </a:rPr>
              <a:t>算法层</a:t>
            </a:r>
            <a:endParaRPr lang="en-US" altLang="zh-CN" sz="160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16" name="矩形 15"/>
          <p:cNvSpPr/>
          <p:nvPr/>
        </p:nvSpPr>
        <p:spPr>
          <a:xfrm>
            <a:off x="2206149" y="3924431"/>
            <a:ext cx="1367670" cy="392706"/>
          </a:xfrm>
          <a:prstGeom prst="rect">
            <a:avLst/>
          </a:prstGeom>
        </p:spPr>
        <p:txBody>
          <a:bodyPr wrap="square" lIns="68866" tIns="34434" rIns="68866" bIns="34434">
            <a:spAutoFit/>
          </a:bodyPr>
          <a:lstStyle/>
          <a:p>
            <a:pPr algn="ct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cs typeface="华文黑体" pitchFamily="2" charset="-122"/>
              </a:rPr>
              <a:t>各类机器学习算法、深度学习算法</a:t>
            </a:r>
            <a:endParaRPr lang="zh-CN" altLang="en-US" sz="105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19" name="矩形 18"/>
          <p:cNvSpPr/>
          <p:nvPr/>
        </p:nvSpPr>
        <p:spPr>
          <a:xfrm>
            <a:off x="5702972" y="3616060"/>
            <a:ext cx="1232519" cy="395399"/>
          </a:xfrm>
          <a:prstGeom prst="rect">
            <a:avLst/>
          </a:prstGeom>
        </p:spPr>
        <p:txBody>
          <a:bodyPr wrap="square" lIns="68866" tIns="34434" rIns="68866" bIns="34434" anchor="ctr" anchorCtr="0">
            <a:spAutoFit/>
          </a:bodyPr>
          <a:lstStyle/>
          <a:p>
            <a:pPr algn="ctr">
              <a:lnSpc>
                <a:spcPct val="150000"/>
              </a:lnSpc>
            </a:pPr>
            <a:r>
              <a:rPr lang="zh-CN" altLang="en-US" sz="1600" dirty="0" smtClean="0">
                <a:solidFill>
                  <a:schemeClr val="bg1">
                    <a:lumMod val="75000"/>
                  </a:schemeClr>
                </a:solidFill>
                <a:latin typeface="微软雅黑" panose="020B0503020204020204" pitchFamily="34" charset="-122"/>
                <a:ea typeface="微软雅黑" panose="020B0503020204020204" pitchFamily="34" charset="-122"/>
              </a:rPr>
              <a:t>技术层</a:t>
            </a:r>
            <a:endParaRPr lang="en-US" altLang="zh-CN" sz="160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20" name="矩形 19"/>
          <p:cNvSpPr/>
          <p:nvPr/>
        </p:nvSpPr>
        <p:spPr>
          <a:xfrm>
            <a:off x="5752583" y="3924431"/>
            <a:ext cx="1367670" cy="715871"/>
          </a:xfrm>
          <a:prstGeom prst="rect">
            <a:avLst/>
          </a:prstGeom>
        </p:spPr>
        <p:txBody>
          <a:bodyPr wrap="square" lIns="68866" tIns="34434" rIns="68866" bIns="34434">
            <a:spAutoFit/>
          </a:bodyPr>
          <a:lstStyle/>
          <a:p>
            <a:pPr algn="ct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cs typeface="华文黑体" pitchFamily="2" charset="-122"/>
              </a:rPr>
              <a:t>计算机视觉技术、语音技术、自然语言处理技术、大数据</a:t>
            </a: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cs typeface="华文黑体" pitchFamily="2" charset="-122"/>
              </a:rPr>
              <a:t>/</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cs typeface="华文黑体" pitchFamily="2" charset="-122"/>
              </a:rPr>
              <a:t>统计分析技术等</a:t>
            </a:r>
            <a:endParaRPr lang="zh-CN" altLang="en-US" sz="105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21" name="矩形 20"/>
          <p:cNvSpPr/>
          <p:nvPr/>
        </p:nvSpPr>
        <p:spPr>
          <a:xfrm>
            <a:off x="7475197" y="3616060"/>
            <a:ext cx="1232519" cy="395399"/>
          </a:xfrm>
          <a:prstGeom prst="rect">
            <a:avLst/>
          </a:prstGeom>
        </p:spPr>
        <p:txBody>
          <a:bodyPr wrap="square" lIns="68866" tIns="34434" rIns="68866" bIns="34434" anchor="ctr" anchorCtr="0">
            <a:spAutoFit/>
          </a:bodyPr>
          <a:lstStyle/>
          <a:p>
            <a:pPr algn="ctr">
              <a:lnSpc>
                <a:spcPct val="150000"/>
              </a:lnSpc>
            </a:pPr>
            <a:r>
              <a:rPr lang="zh-CN" altLang="en-US" sz="1600" dirty="0" smtClean="0">
                <a:solidFill>
                  <a:schemeClr val="bg1">
                    <a:lumMod val="75000"/>
                  </a:schemeClr>
                </a:solidFill>
                <a:latin typeface="微软雅黑" panose="020B0503020204020204" pitchFamily="34" charset="-122"/>
                <a:ea typeface="微软雅黑" panose="020B0503020204020204" pitchFamily="34" charset="-122"/>
              </a:rPr>
              <a:t>应用层</a:t>
            </a:r>
            <a:endParaRPr lang="en-US" altLang="zh-CN" sz="160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22" name="矩形 21"/>
          <p:cNvSpPr/>
          <p:nvPr/>
        </p:nvSpPr>
        <p:spPr>
          <a:xfrm>
            <a:off x="7524810" y="3924431"/>
            <a:ext cx="1367670" cy="392706"/>
          </a:xfrm>
          <a:prstGeom prst="rect">
            <a:avLst/>
          </a:prstGeom>
        </p:spPr>
        <p:txBody>
          <a:bodyPr wrap="square" lIns="68866" tIns="34434" rIns="68866" bIns="34434">
            <a:spAutoFit/>
          </a:bodyPr>
          <a:lstStyle/>
          <a:p>
            <a:pPr algn="ct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cs typeface="华文黑体" pitchFamily="2" charset="-122"/>
              </a:rPr>
              <a:t>金融、安防、交通、医疗及游戏等</a:t>
            </a:r>
            <a:endParaRPr lang="zh-CN" altLang="en-US" sz="105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1071538" y="181259"/>
            <a:ext cx="1285884" cy="461665"/>
          </a:xfrm>
          <a:prstGeom prst="rect">
            <a:avLst/>
          </a:prstGeom>
          <a:noFill/>
        </p:spPr>
        <p:txBody>
          <a:bodyPr wrap="square" rtlCol="0">
            <a:spAutoFit/>
          </a:bodyPr>
          <a:lstStyle/>
          <a:p>
            <a:r>
              <a:rPr lang="zh-CN" altLang="en-US" sz="2400" dirty="0" smtClean="0">
                <a:solidFill>
                  <a:schemeClr val="bg1"/>
                </a:solidFill>
              </a:rPr>
              <a:t>定义</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par>
                                <p:cTn id="14" presetID="22" presetClass="entr" presetSubtype="2"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right)">
                                      <p:cBhvr>
                                        <p:cTn id="16" dur="500"/>
                                        <p:tgtEl>
                                          <p:spTgt spid="8"/>
                                        </p:tgtEl>
                                      </p:cBhvr>
                                    </p:animEffect>
                                  </p:childTnLst>
                                </p:cTn>
                              </p:par>
                              <p:par>
                                <p:cTn id="17" presetID="22" presetClass="entr" presetSubtype="2"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right)">
                                      <p:cBhvr>
                                        <p:cTn id="19" dur="500"/>
                                        <p:tgtEl>
                                          <p:spTgt spid="9"/>
                                        </p:tgtEl>
                                      </p:cBhvr>
                                    </p:animEffect>
                                  </p:childTnLst>
                                </p:cTn>
                              </p:par>
                              <p:par>
                                <p:cTn id="20" presetID="22" presetClass="entr" presetSubtype="8"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3" presetClass="entr" presetSubtype="288" fill="hold" nodeType="withEffect">
                                  <p:stCondLst>
                                    <p:cond delay="20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strVal val="4/3*#ppt_w"/>
                                          </p:val>
                                        </p:tav>
                                        <p:tav tm="100000">
                                          <p:val>
                                            <p:strVal val="#ppt_w"/>
                                          </p:val>
                                        </p:tav>
                                      </p:tavLst>
                                    </p:anim>
                                    <p:anim calcmode="lin" valueType="num">
                                      <p:cBhvr>
                                        <p:cTn id="29" dur="500" fill="hold"/>
                                        <p:tgtEl>
                                          <p:spTgt spid="6"/>
                                        </p:tgtEl>
                                        <p:attrNameLst>
                                          <p:attrName>ppt_h</p:attrName>
                                        </p:attrNameLst>
                                      </p:cBhvr>
                                      <p:tavLst>
                                        <p:tav tm="0">
                                          <p:val>
                                            <p:strVal val="4/3*#ppt_h"/>
                                          </p:val>
                                        </p:tav>
                                        <p:tav tm="100000">
                                          <p:val>
                                            <p:strVal val="#ppt_h"/>
                                          </p:val>
                                        </p:tav>
                                      </p:tavLst>
                                    </p:anim>
                                  </p:childTnLst>
                                </p:cTn>
                              </p:par>
                              <p:par>
                                <p:cTn id="30" presetID="23" presetClass="entr" presetSubtype="288" fill="hold" nodeType="withEffect">
                                  <p:stCondLst>
                                    <p:cond delay="200"/>
                                  </p:stCondLst>
                                  <p:childTnLst>
                                    <p:set>
                                      <p:cBhvr>
                                        <p:cTn id="31" dur="1" fill="hold">
                                          <p:stCondLst>
                                            <p:cond delay="0"/>
                                          </p:stCondLst>
                                        </p:cTn>
                                        <p:tgtEl>
                                          <p:spTgt spid="4"/>
                                        </p:tgtEl>
                                        <p:attrNameLst>
                                          <p:attrName>style.visibility</p:attrName>
                                        </p:attrNameLst>
                                      </p:cBhvr>
                                      <p:to>
                                        <p:strVal val="visible"/>
                                      </p:to>
                                    </p:set>
                                    <p:anim calcmode="lin" valueType="num">
                                      <p:cBhvr>
                                        <p:cTn id="32" dur="500" fill="hold"/>
                                        <p:tgtEl>
                                          <p:spTgt spid="4"/>
                                        </p:tgtEl>
                                        <p:attrNameLst>
                                          <p:attrName>ppt_w</p:attrName>
                                        </p:attrNameLst>
                                      </p:cBhvr>
                                      <p:tavLst>
                                        <p:tav tm="0">
                                          <p:val>
                                            <p:strVal val="4/3*#ppt_w"/>
                                          </p:val>
                                        </p:tav>
                                        <p:tav tm="100000">
                                          <p:val>
                                            <p:strVal val="#ppt_w"/>
                                          </p:val>
                                        </p:tav>
                                      </p:tavLst>
                                    </p:anim>
                                    <p:anim calcmode="lin" valueType="num">
                                      <p:cBhvr>
                                        <p:cTn id="33" dur="500" fill="hold"/>
                                        <p:tgtEl>
                                          <p:spTgt spid="4"/>
                                        </p:tgtEl>
                                        <p:attrNameLst>
                                          <p:attrName>ppt_h</p:attrName>
                                        </p:attrNameLst>
                                      </p:cBhvr>
                                      <p:tavLst>
                                        <p:tav tm="0">
                                          <p:val>
                                            <p:strVal val="4/3*#ppt_h"/>
                                          </p:val>
                                        </p:tav>
                                        <p:tav tm="100000">
                                          <p:val>
                                            <p:strVal val="#ppt_h"/>
                                          </p:val>
                                        </p:tav>
                                      </p:tavLst>
                                    </p:anim>
                                  </p:childTnLst>
                                </p:cTn>
                              </p:par>
                              <p:par>
                                <p:cTn id="34" presetID="23" presetClass="entr" presetSubtype="288" fill="hold" nodeType="withEffect">
                                  <p:stCondLst>
                                    <p:cond delay="400"/>
                                  </p:stCondLst>
                                  <p:childTnLst>
                                    <p:set>
                                      <p:cBhvr>
                                        <p:cTn id="35" dur="1" fill="hold">
                                          <p:stCondLst>
                                            <p:cond delay="0"/>
                                          </p:stCondLst>
                                        </p:cTn>
                                        <p:tgtEl>
                                          <p:spTgt spid="7"/>
                                        </p:tgtEl>
                                        <p:attrNameLst>
                                          <p:attrName>style.visibility</p:attrName>
                                        </p:attrNameLst>
                                      </p:cBhvr>
                                      <p:to>
                                        <p:strVal val="visible"/>
                                      </p:to>
                                    </p:set>
                                    <p:anim calcmode="lin" valueType="num">
                                      <p:cBhvr>
                                        <p:cTn id="36" dur="500" fill="hold"/>
                                        <p:tgtEl>
                                          <p:spTgt spid="7"/>
                                        </p:tgtEl>
                                        <p:attrNameLst>
                                          <p:attrName>ppt_w</p:attrName>
                                        </p:attrNameLst>
                                      </p:cBhvr>
                                      <p:tavLst>
                                        <p:tav tm="0">
                                          <p:val>
                                            <p:strVal val="4/3*#ppt_w"/>
                                          </p:val>
                                        </p:tav>
                                        <p:tav tm="100000">
                                          <p:val>
                                            <p:strVal val="#ppt_w"/>
                                          </p:val>
                                        </p:tav>
                                      </p:tavLst>
                                    </p:anim>
                                    <p:anim calcmode="lin" valueType="num">
                                      <p:cBhvr>
                                        <p:cTn id="37" dur="500" fill="hold"/>
                                        <p:tgtEl>
                                          <p:spTgt spid="7"/>
                                        </p:tgtEl>
                                        <p:attrNameLst>
                                          <p:attrName>ppt_h</p:attrName>
                                        </p:attrNameLst>
                                      </p:cBhvr>
                                      <p:tavLst>
                                        <p:tav tm="0">
                                          <p:val>
                                            <p:strVal val="4/3*#ppt_h"/>
                                          </p:val>
                                        </p:tav>
                                        <p:tav tm="100000">
                                          <p:val>
                                            <p:strVal val="#ppt_h"/>
                                          </p:val>
                                        </p:tav>
                                      </p:tavLst>
                                    </p:anim>
                                  </p:childTnLst>
                                </p:cTn>
                              </p:par>
                              <p:par>
                                <p:cTn id="38" presetID="23" presetClass="entr" presetSubtype="288" fill="hold" nodeType="withEffect">
                                  <p:stCondLst>
                                    <p:cond delay="400"/>
                                  </p:stCondLst>
                                  <p:childTnLst>
                                    <p:set>
                                      <p:cBhvr>
                                        <p:cTn id="39" dur="1" fill="hold">
                                          <p:stCondLst>
                                            <p:cond delay="0"/>
                                          </p:stCondLst>
                                        </p:cTn>
                                        <p:tgtEl>
                                          <p:spTgt spid="5"/>
                                        </p:tgtEl>
                                        <p:attrNameLst>
                                          <p:attrName>style.visibility</p:attrName>
                                        </p:attrNameLst>
                                      </p:cBhvr>
                                      <p:to>
                                        <p:strVal val="visible"/>
                                      </p:to>
                                    </p:set>
                                    <p:anim calcmode="lin" valueType="num">
                                      <p:cBhvr>
                                        <p:cTn id="40" dur="500" fill="hold"/>
                                        <p:tgtEl>
                                          <p:spTgt spid="5"/>
                                        </p:tgtEl>
                                        <p:attrNameLst>
                                          <p:attrName>ppt_w</p:attrName>
                                        </p:attrNameLst>
                                      </p:cBhvr>
                                      <p:tavLst>
                                        <p:tav tm="0">
                                          <p:val>
                                            <p:strVal val="4/3*#ppt_w"/>
                                          </p:val>
                                        </p:tav>
                                        <p:tav tm="100000">
                                          <p:val>
                                            <p:strVal val="#ppt_w"/>
                                          </p:val>
                                        </p:tav>
                                      </p:tavLst>
                                    </p:anim>
                                    <p:anim calcmode="lin" valueType="num">
                                      <p:cBhvr>
                                        <p:cTn id="41" dur="500" fill="hold"/>
                                        <p:tgtEl>
                                          <p:spTgt spid="5"/>
                                        </p:tgtEl>
                                        <p:attrNameLst>
                                          <p:attrName>ppt_h</p:attrName>
                                        </p:attrNameLst>
                                      </p:cBhvr>
                                      <p:tavLst>
                                        <p:tav tm="0">
                                          <p:val>
                                            <p:strVal val="4/3*#ppt_h"/>
                                          </p:val>
                                        </p:tav>
                                        <p:tav tm="100000">
                                          <p:val>
                                            <p:strVal val="#ppt_h"/>
                                          </p:val>
                                        </p:tav>
                                      </p:tavLst>
                                    </p:anim>
                                  </p:childTnLst>
                                </p:cTn>
                              </p:par>
                            </p:childTnLst>
                          </p:cTn>
                        </p:par>
                        <p:par>
                          <p:cTn id="42" fill="hold">
                            <p:stCondLst>
                              <p:cond delay="1500"/>
                            </p:stCondLst>
                            <p:childTnLst>
                              <p:par>
                                <p:cTn id="43" presetID="10" presetClass="entr" presetSubtype="0"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childTnLst>
                          </p:cTn>
                        </p:par>
                        <p:par>
                          <p:cTn id="49" fill="hold">
                            <p:stCondLst>
                              <p:cond delay="2000"/>
                            </p:stCondLst>
                            <p:childTnLst>
                              <p:par>
                                <p:cTn id="50" presetID="10" presetClass="entr" presetSubtype="0"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childTnLst>
                          </p:cTn>
                        </p:par>
                        <p:par>
                          <p:cTn id="56" fill="hold">
                            <p:stCondLst>
                              <p:cond delay="2500"/>
                            </p:stCondLst>
                            <p:childTnLst>
                              <p:par>
                                <p:cTn id="57" presetID="10" presetClass="entr" presetSubtype="0" fill="hold" grpId="0"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par>
                          <p:cTn id="63" fill="hold">
                            <p:stCondLst>
                              <p:cond delay="3000"/>
                            </p:stCondLst>
                            <p:childTnLst>
                              <p:par>
                                <p:cTn id="64" presetID="10" presetClass="entr" presetSubtype="0" fill="hold" grpId="0" nodeType="after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animBg="1"/>
      <p:bldP spid="13" grpId="0"/>
      <p:bldP spid="14" grpId="0"/>
      <p:bldP spid="15" grpId="0"/>
      <p:bldP spid="16" grpId="0"/>
      <p:bldP spid="19" grpId="0"/>
      <p:bldP spid="20" grpId="0"/>
      <p:bldP spid="21"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1071538" y="181259"/>
            <a:ext cx="1285884" cy="461665"/>
          </a:xfrm>
          <a:prstGeom prst="rect">
            <a:avLst/>
          </a:prstGeom>
          <a:noFill/>
        </p:spPr>
        <p:txBody>
          <a:bodyPr wrap="square" rtlCol="0">
            <a:spAutoFit/>
          </a:bodyPr>
          <a:lstStyle/>
          <a:p>
            <a:r>
              <a:rPr lang="zh-CN" altLang="en-US" sz="2400" dirty="0" smtClean="0">
                <a:solidFill>
                  <a:schemeClr val="bg1"/>
                </a:solidFill>
              </a:rPr>
              <a:t>定义</a:t>
            </a:r>
            <a:endParaRPr lang="zh-CN" altLang="en-US" sz="2400" dirty="0">
              <a:solidFill>
                <a:schemeClr val="bg1"/>
              </a:solidFill>
            </a:endParaRPr>
          </a:p>
        </p:txBody>
      </p:sp>
      <p:pic>
        <p:nvPicPr>
          <p:cNvPr id="23" name="图片 22"/>
          <p:cNvPicPr/>
          <p:nvPr/>
        </p:nvPicPr>
        <p:blipFill>
          <a:blip r:embed="rId1" cstate="print"/>
          <a:srcRect/>
          <a:stretch>
            <a:fillRect/>
          </a:stretch>
        </p:blipFill>
        <p:spPr bwMode="auto">
          <a:xfrm>
            <a:off x="2071670" y="785800"/>
            <a:ext cx="4857784" cy="3929090"/>
          </a:xfrm>
          <a:prstGeom prst="rect">
            <a:avLst/>
          </a:prstGeom>
          <a:noFill/>
          <a:ln w="9525">
            <a:noFill/>
            <a:miter lim="800000"/>
            <a:headEnd/>
            <a:tailEnd/>
          </a:ln>
        </p:spPr>
      </p:pic>
      <p:sp>
        <p:nvSpPr>
          <p:cNvPr id="4099" name="Rectangle 3"/>
          <p:cNvSpPr>
            <a:spLocks noChangeArrowheads="1"/>
          </p:cNvSpPr>
          <p:nvPr/>
        </p:nvSpPr>
        <p:spPr bwMode="auto">
          <a:xfrm>
            <a:off x="3368497" y="382445"/>
            <a:ext cx="2300630" cy="338554"/>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26670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dirty="0" smtClean="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人工智能的层次结构</a:t>
            </a:r>
            <a:endParaRPr kumimoji="0" lang="zh-CN" sz="36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Administrator\Desktop\jiqiren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grpSp>
        <p:nvGrpSpPr>
          <p:cNvPr id="2" name="组合 28"/>
          <p:cNvGrpSpPr/>
          <p:nvPr/>
        </p:nvGrpSpPr>
        <p:grpSpPr>
          <a:xfrm rot="2700000">
            <a:off x="4278457" y="2054910"/>
            <a:ext cx="1017813" cy="1069411"/>
            <a:chOff x="0" y="986971"/>
            <a:chExt cx="4615543" cy="4847774"/>
          </a:xfrm>
        </p:grpSpPr>
        <p:sp>
          <p:nvSpPr>
            <p:cNvPr id="10" name="矩形 9"/>
            <p:cNvSpPr/>
            <p:nvPr/>
          </p:nvSpPr>
          <p:spPr>
            <a:xfrm>
              <a:off x="449943" y="986971"/>
              <a:ext cx="4165600" cy="4847774"/>
            </a:xfrm>
            <a:prstGeom prst="rect">
              <a:avLst/>
            </a:prstGeom>
            <a:noFill/>
            <a:ln>
              <a:solidFill>
                <a:schemeClr val="accent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0" y="1320801"/>
              <a:ext cx="4180114" cy="4180114"/>
            </a:xfrm>
            <a:prstGeom prst="rect">
              <a:avLst/>
            </a:prstGeom>
            <a:solidFill>
              <a:schemeClr val="accent3">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2" name="矩形 11"/>
          <p:cNvSpPr/>
          <p:nvPr/>
        </p:nvSpPr>
        <p:spPr>
          <a:xfrm>
            <a:off x="5652120" y="2031417"/>
            <a:ext cx="2915740" cy="523220"/>
          </a:xfrm>
          <a:prstGeom prst="rect">
            <a:avLst/>
          </a:prstGeom>
        </p:spPr>
        <p:txBody>
          <a:bodyPr wrap="square">
            <a:spAutoFit/>
          </a:bodyPr>
          <a:lstStyle/>
          <a:p>
            <a:r>
              <a:rPr lang="zh-CN" altLang="en-US" sz="28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rPr>
              <a:t>发展历史</a:t>
            </a:r>
            <a:endParaRPr lang="zh-CN" altLang="en-US" sz="105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TextBox 15"/>
          <p:cNvSpPr txBox="1"/>
          <p:nvPr/>
        </p:nvSpPr>
        <p:spPr>
          <a:xfrm>
            <a:off x="4355976" y="2103425"/>
            <a:ext cx="886781" cy="923330"/>
          </a:xfrm>
          <a:prstGeom prst="rect">
            <a:avLst/>
          </a:prstGeom>
          <a:noFill/>
        </p:spPr>
        <p:txBody>
          <a:bodyPr wrap="none" rtlCol="0">
            <a:spAutoFit/>
          </a:bodyPr>
          <a:lstStyle/>
          <a:p>
            <a:r>
              <a:rPr lang="en-US" altLang="zh-CN" sz="5400" dirty="0" smtClean="0">
                <a:solidFill>
                  <a:schemeClr val="bg1"/>
                </a:solidFill>
              </a:rPr>
              <a:t>02</a:t>
            </a:r>
            <a:endParaRPr lang="zh-CN" altLang="en-US" sz="5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3"/>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250" fill="hold"/>
                                        <p:tgtEl>
                                          <p:spTgt spid="2"/>
                                        </p:tgtEl>
                                        <p:attrNameLst>
                                          <p:attrName>ppt_w</p:attrName>
                                        </p:attrNameLst>
                                      </p:cBhvr>
                                      <p:tavLst>
                                        <p:tav tm="0">
                                          <p:val>
                                            <p:fltVal val="0"/>
                                          </p:val>
                                        </p:tav>
                                        <p:tav tm="100000">
                                          <p:val>
                                            <p:strVal val="#ppt_w"/>
                                          </p:val>
                                        </p:tav>
                                      </p:tavLst>
                                    </p:anim>
                                    <p:anim calcmode="lin" valueType="num">
                                      <p:cBhvr>
                                        <p:cTn id="13" dur="1250" fill="hold"/>
                                        <p:tgtEl>
                                          <p:spTgt spid="2"/>
                                        </p:tgtEl>
                                        <p:attrNameLst>
                                          <p:attrName>ppt_h</p:attrName>
                                        </p:attrNameLst>
                                      </p:cBhvr>
                                      <p:tavLst>
                                        <p:tav tm="0">
                                          <p:val>
                                            <p:fltVal val="0"/>
                                          </p:val>
                                        </p:tav>
                                        <p:tav tm="100000">
                                          <p:val>
                                            <p:strVal val="#ppt_h"/>
                                          </p:val>
                                        </p:tav>
                                      </p:tavLst>
                                    </p:anim>
                                    <p:animEffect transition="in" filter="fade">
                                      <p:cBhvr>
                                        <p:cTn id="14" dur="125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3" presetClass="entr" presetSubtype="32"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strVal val="4*#ppt_w"/>
                                          </p:val>
                                        </p:tav>
                                        <p:tav tm="100000">
                                          <p:val>
                                            <p:strVal val="#ppt_w"/>
                                          </p:val>
                                        </p:tav>
                                      </p:tavLst>
                                    </p:anim>
                                    <p:anim calcmode="lin" valueType="num">
                                      <p:cBhvr>
                                        <p:cTn id="27" dur="500" fill="hold"/>
                                        <p:tgtEl>
                                          <p:spTgt spid="12"/>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1452813" y="1642312"/>
            <a:ext cx="1200150" cy="120015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76" tIns="34289" rIns="68576" bIns="34289" rtlCol="0" anchor="ctr"/>
          <a:lstStyle/>
          <a:p>
            <a:pPr algn="ctr"/>
            <a:endParaRPr lang="zh-CN" altLang="en-US">
              <a:solidFill>
                <a:schemeClr val="bg1">
                  <a:lumMod val="75000"/>
                </a:schemeClr>
              </a:solidFill>
            </a:endParaRPr>
          </a:p>
        </p:txBody>
      </p:sp>
      <p:sp>
        <p:nvSpPr>
          <p:cNvPr id="6" name="等腰三角形 5"/>
          <p:cNvSpPr/>
          <p:nvPr/>
        </p:nvSpPr>
        <p:spPr>
          <a:xfrm rot="1800000">
            <a:off x="1446313" y="1483992"/>
            <a:ext cx="1348393" cy="11624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76" tIns="34289" rIns="68576" bIns="34289" rtlCol="0" anchor="ctr"/>
          <a:lstStyle/>
          <a:p>
            <a:pPr algn="ctr"/>
            <a:endParaRPr lang="zh-CN" altLang="en-US"/>
          </a:p>
        </p:txBody>
      </p:sp>
      <p:sp>
        <p:nvSpPr>
          <p:cNvPr id="7" name="椭圆 6"/>
          <p:cNvSpPr/>
          <p:nvPr/>
        </p:nvSpPr>
        <p:spPr>
          <a:xfrm>
            <a:off x="3961398" y="1642313"/>
            <a:ext cx="1200150" cy="120015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68576" tIns="34289" rIns="68576" bIns="34289" rtlCol="0" anchor="ctr"/>
          <a:lstStyle/>
          <a:p>
            <a:pPr algn="ctr"/>
            <a:endParaRPr lang="zh-CN" altLang="en-US">
              <a:solidFill>
                <a:schemeClr val="bg1">
                  <a:lumMod val="75000"/>
                </a:schemeClr>
              </a:solidFill>
            </a:endParaRPr>
          </a:p>
        </p:txBody>
      </p:sp>
      <p:sp>
        <p:nvSpPr>
          <p:cNvPr id="8" name="等腰三角形 7"/>
          <p:cNvSpPr/>
          <p:nvPr/>
        </p:nvSpPr>
        <p:spPr>
          <a:xfrm rot="1800000">
            <a:off x="3954896" y="1483993"/>
            <a:ext cx="1348393" cy="1162408"/>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76" tIns="34289" rIns="68576" bIns="34289" rtlCol="0" anchor="ctr"/>
          <a:lstStyle/>
          <a:p>
            <a:pPr algn="ctr"/>
            <a:endParaRPr lang="zh-CN" altLang="en-US"/>
          </a:p>
        </p:txBody>
      </p:sp>
      <p:sp>
        <p:nvSpPr>
          <p:cNvPr id="9" name="椭圆 8"/>
          <p:cNvSpPr/>
          <p:nvPr/>
        </p:nvSpPr>
        <p:spPr>
          <a:xfrm>
            <a:off x="6469982" y="1642312"/>
            <a:ext cx="1200150" cy="120015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68576" tIns="34289" rIns="68576" bIns="34289" rtlCol="0" anchor="ctr"/>
          <a:lstStyle/>
          <a:p>
            <a:pPr algn="ctr"/>
            <a:endParaRPr lang="zh-CN" altLang="en-US">
              <a:solidFill>
                <a:schemeClr val="bg1">
                  <a:lumMod val="75000"/>
                </a:schemeClr>
              </a:solidFill>
            </a:endParaRPr>
          </a:p>
        </p:txBody>
      </p:sp>
      <p:sp>
        <p:nvSpPr>
          <p:cNvPr id="10" name="等腰三角形 9"/>
          <p:cNvSpPr/>
          <p:nvPr/>
        </p:nvSpPr>
        <p:spPr>
          <a:xfrm rot="1800000">
            <a:off x="6463482" y="1483992"/>
            <a:ext cx="1348393" cy="1162408"/>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76" tIns="34289" rIns="68576" bIns="34289" rtlCol="0" anchor="ctr"/>
          <a:lstStyle/>
          <a:p>
            <a:pPr algn="ctr"/>
            <a:endParaRPr lang="zh-CN" altLang="en-US"/>
          </a:p>
        </p:txBody>
      </p:sp>
      <p:grpSp>
        <p:nvGrpSpPr>
          <p:cNvPr id="2" name="组合 30"/>
          <p:cNvGrpSpPr/>
          <p:nvPr/>
        </p:nvGrpSpPr>
        <p:grpSpPr>
          <a:xfrm>
            <a:off x="1870984" y="2112477"/>
            <a:ext cx="263275" cy="243961"/>
            <a:chOff x="5326063" y="407988"/>
            <a:chExt cx="822325" cy="762000"/>
          </a:xfrm>
        </p:grpSpPr>
        <p:sp>
          <p:nvSpPr>
            <p:cNvPr id="11" name="Freeform 76"/>
            <p:cNvSpPr/>
            <p:nvPr/>
          </p:nvSpPr>
          <p:spPr bwMode="auto">
            <a:xfrm>
              <a:off x="5326063" y="407988"/>
              <a:ext cx="822325" cy="762000"/>
            </a:xfrm>
            <a:custGeom>
              <a:avLst/>
              <a:gdLst>
                <a:gd name="T0" fmla="*/ 81 w 247"/>
                <a:gd name="T1" fmla="*/ 25 h 229"/>
                <a:gd name="T2" fmla="*/ 122 w 247"/>
                <a:gd name="T3" fmla="*/ 56 h 229"/>
                <a:gd name="T4" fmla="*/ 30 w 247"/>
                <a:gd name="T5" fmla="*/ 56 h 229"/>
                <a:gd name="T6" fmla="*/ 0 w 247"/>
                <a:gd name="T7" fmla="*/ 86 h 229"/>
                <a:gd name="T8" fmla="*/ 0 w 247"/>
                <a:gd name="T9" fmla="*/ 199 h 229"/>
                <a:gd name="T10" fmla="*/ 30 w 247"/>
                <a:gd name="T11" fmla="*/ 229 h 229"/>
                <a:gd name="T12" fmla="*/ 218 w 247"/>
                <a:gd name="T13" fmla="*/ 229 h 229"/>
                <a:gd name="T14" fmla="*/ 247 w 247"/>
                <a:gd name="T15" fmla="*/ 199 h 229"/>
                <a:gd name="T16" fmla="*/ 247 w 247"/>
                <a:gd name="T17" fmla="*/ 86 h 229"/>
                <a:gd name="T18" fmla="*/ 218 w 247"/>
                <a:gd name="T19" fmla="*/ 56 h 229"/>
                <a:gd name="T20" fmla="*/ 122 w 247"/>
                <a:gd name="T21" fmla="*/ 56 h 229"/>
                <a:gd name="T22" fmla="*/ 191 w 247"/>
                <a:gd name="T23" fmla="*/ 0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7" h="229">
                  <a:moveTo>
                    <a:pt x="81" y="25"/>
                  </a:moveTo>
                  <a:cubicBezTo>
                    <a:pt x="122" y="56"/>
                    <a:pt x="122" y="56"/>
                    <a:pt x="122" y="56"/>
                  </a:cubicBezTo>
                  <a:cubicBezTo>
                    <a:pt x="30" y="56"/>
                    <a:pt x="30" y="56"/>
                    <a:pt x="30" y="56"/>
                  </a:cubicBezTo>
                  <a:cubicBezTo>
                    <a:pt x="13" y="56"/>
                    <a:pt x="0" y="69"/>
                    <a:pt x="0" y="86"/>
                  </a:cubicBezTo>
                  <a:cubicBezTo>
                    <a:pt x="0" y="199"/>
                    <a:pt x="0" y="199"/>
                    <a:pt x="0" y="199"/>
                  </a:cubicBezTo>
                  <a:cubicBezTo>
                    <a:pt x="0" y="215"/>
                    <a:pt x="13" y="229"/>
                    <a:pt x="30" y="229"/>
                  </a:cubicBezTo>
                  <a:cubicBezTo>
                    <a:pt x="218" y="229"/>
                    <a:pt x="218" y="229"/>
                    <a:pt x="218" y="229"/>
                  </a:cubicBezTo>
                  <a:cubicBezTo>
                    <a:pt x="234" y="229"/>
                    <a:pt x="247" y="215"/>
                    <a:pt x="247" y="199"/>
                  </a:cubicBezTo>
                  <a:cubicBezTo>
                    <a:pt x="247" y="86"/>
                    <a:pt x="247" y="86"/>
                    <a:pt x="247" y="86"/>
                  </a:cubicBezTo>
                  <a:cubicBezTo>
                    <a:pt x="247" y="69"/>
                    <a:pt x="234" y="56"/>
                    <a:pt x="218" y="56"/>
                  </a:cubicBezTo>
                  <a:cubicBezTo>
                    <a:pt x="122" y="56"/>
                    <a:pt x="122" y="56"/>
                    <a:pt x="122" y="56"/>
                  </a:cubicBezTo>
                  <a:cubicBezTo>
                    <a:pt x="191" y="0"/>
                    <a:pt x="191" y="0"/>
                    <a:pt x="191" y="0"/>
                  </a:cubicBezTo>
                </a:path>
              </a:pathLst>
            </a:cu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12" name="Oval 77"/>
            <p:cNvSpPr>
              <a:spLocks noChangeArrowheads="1"/>
            </p:cNvSpPr>
            <p:nvPr/>
          </p:nvSpPr>
          <p:spPr bwMode="auto">
            <a:xfrm>
              <a:off x="5410200" y="677863"/>
              <a:ext cx="508000" cy="407988"/>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13" name="Oval 78"/>
            <p:cNvSpPr>
              <a:spLocks noChangeArrowheads="1"/>
            </p:cNvSpPr>
            <p:nvPr/>
          </p:nvSpPr>
          <p:spPr bwMode="auto">
            <a:xfrm>
              <a:off x="6002338" y="773113"/>
              <a:ext cx="65087" cy="66675"/>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14" name="Oval 79"/>
            <p:cNvSpPr>
              <a:spLocks noChangeArrowheads="1"/>
            </p:cNvSpPr>
            <p:nvPr/>
          </p:nvSpPr>
          <p:spPr bwMode="auto">
            <a:xfrm>
              <a:off x="6002338" y="923925"/>
              <a:ext cx="65087" cy="61913"/>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grpSp>
      <p:grpSp>
        <p:nvGrpSpPr>
          <p:cNvPr id="3" name="组合 29"/>
          <p:cNvGrpSpPr/>
          <p:nvPr/>
        </p:nvGrpSpPr>
        <p:grpSpPr>
          <a:xfrm>
            <a:off x="4425121" y="2103781"/>
            <a:ext cx="251077" cy="250061"/>
            <a:chOff x="7023100" y="398463"/>
            <a:chExt cx="784225" cy="781050"/>
          </a:xfrm>
        </p:grpSpPr>
        <p:sp>
          <p:nvSpPr>
            <p:cNvPr id="15" name="Oval 80"/>
            <p:cNvSpPr>
              <a:spLocks noChangeArrowheads="1"/>
            </p:cNvSpPr>
            <p:nvPr/>
          </p:nvSpPr>
          <p:spPr bwMode="auto">
            <a:xfrm>
              <a:off x="7378700" y="754063"/>
              <a:ext cx="69850" cy="69850"/>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16" name="Oval 81"/>
            <p:cNvSpPr>
              <a:spLocks noChangeArrowheads="1"/>
            </p:cNvSpPr>
            <p:nvPr/>
          </p:nvSpPr>
          <p:spPr bwMode="auto">
            <a:xfrm>
              <a:off x="7023100" y="398463"/>
              <a:ext cx="784225" cy="781050"/>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17" name="Oval 82"/>
            <p:cNvSpPr>
              <a:spLocks noChangeArrowheads="1"/>
            </p:cNvSpPr>
            <p:nvPr/>
          </p:nvSpPr>
          <p:spPr bwMode="auto">
            <a:xfrm>
              <a:off x="7272338" y="647700"/>
              <a:ext cx="285750" cy="282575"/>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18" name="Line 83"/>
            <p:cNvSpPr>
              <a:spLocks noChangeShapeType="1"/>
            </p:cNvSpPr>
            <p:nvPr/>
          </p:nvSpPr>
          <p:spPr bwMode="auto">
            <a:xfrm flipV="1">
              <a:off x="7578725" y="554038"/>
              <a:ext cx="100012" cy="90488"/>
            </a:xfrm>
            <a:prstGeom prst="line">
              <a:avLst/>
            </a:prstGeom>
            <a:noFill/>
            <a:ln w="26988" cap="rnd">
              <a:solidFill>
                <a:schemeClr val="bg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19" name="Line 84"/>
            <p:cNvSpPr>
              <a:spLocks noChangeShapeType="1"/>
            </p:cNvSpPr>
            <p:nvPr/>
          </p:nvSpPr>
          <p:spPr bwMode="auto">
            <a:xfrm flipV="1">
              <a:off x="7181850" y="949325"/>
              <a:ext cx="87312" cy="103188"/>
            </a:xfrm>
            <a:prstGeom prst="line">
              <a:avLst/>
            </a:prstGeom>
            <a:noFill/>
            <a:ln w="26988" cap="rnd">
              <a:solidFill>
                <a:schemeClr val="bg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grpSp>
      <p:grpSp>
        <p:nvGrpSpPr>
          <p:cNvPr id="4" name="组合 28"/>
          <p:cNvGrpSpPr/>
          <p:nvPr/>
        </p:nvGrpSpPr>
        <p:grpSpPr>
          <a:xfrm>
            <a:off x="6917039" y="2131191"/>
            <a:ext cx="265817" cy="220075"/>
            <a:chOff x="8759825" y="5599113"/>
            <a:chExt cx="830263" cy="687388"/>
          </a:xfrm>
        </p:grpSpPr>
        <p:sp>
          <p:nvSpPr>
            <p:cNvPr id="20" name="Oval 38"/>
            <p:cNvSpPr>
              <a:spLocks noChangeArrowheads="1"/>
            </p:cNvSpPr>
            <p:nvPr/>
          </p:nvSpPr>
          <p:spPr bwMode="auto">
            <a:xfrm>
              <a:off x="8975725" y="5672138"/>
              <a:ext cx="614362" cy="614363"/>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1" name="Oval 39"/>
            <p:cNvSpPr>
              <a:spLocks noChangeArrowheads="1"/>
            </p:cNvSpPr>
            <p:nvPr/>
          </p:nvSpPr>
          <p:spPr bwMode="auto">
            <a:xfrm>
              <a:off x="9085263" y="5781675"/>
              <a:ext cx="395287" cy="395288"/>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2" name="Freeform 40"/>
            <p:cNvSpPr/>
            <p:nvPr/>
          </p:nvSpPr>
          <p:spPr bwMode="auto">
            <a:xfrm>
              <a:off x="8759825" y="5708650"/>
              <a:ext cx="322262" cy="504825"/>
            </a:xfrm>
            <a:custGeom>
              <a:avLst/>
              <a:gdLst>
                <a:gd name="T0" fmla="*/ 0 w 97"/>
                <a:gd name="T1" fmla="*/ 0 h 152"/>
                <a:gd name="T2" fmla="*/ 0 w 97"/>
                <a:gd name="T3" fmla="*/ 132 h 152"/>
                <a:gd name="T4" fmla="*/ 21 w 97"/>
                <a:gd name="T5" fmla="*/ 152 h 152"/>
                <a:gd name="T6" fmla="*/ 97 w 97"/>
                <a:gd name="T7" fmla="*/ 152 h 152"/>
              </a:gdLst>
              <a:ahLst/>
              <a:cxnLst>
                <a:cxn ang="0">
                  <a:pos x="T0" y="T1"/>
                </a:cxn>
                <a:cxn ang="0">
                  <a:pos x="T2" y="T3"/>
                </a:cxn>
                <a:cxn ang="0">
                  <a:pos x="T4" y="T5"/>
                </a:cxn>
                <a:cxn ang="0">
                  <a:pos x="T6" y="T7"/>
                </a:cxn>
              </a:cxnLst>
              <a:rect l="0" t="0" r="r" b="b"/>
              <a:pathLst>
                <a:path w="97" h="152">
                  <a:moveTo>
                    <a:pt x="0" y="0"/>
                  </a:moveTo>
                  <a:cubicBezTo>
                    <a:pt x="0" y="132"/>
                    <a:pt x="0" y="132"/>
                    <a:pt x="0" y="132"/>
                  </a:cubicBezTo>
                  <a:cubicBezTo>
                    <a:pt x="0" y="143"/>
                    <a:pt x="9" y="152"/>
                    <a:pt x="21" y="152"/>
                  </a:cubicBezTo>
                  <a:cubicBezTo>
                    <a:pt x="97" y="152"/>
                    <a:pt x="97" y="152"/>
                    <a:pt x="97" y="152"/>
                  </a:cubicBezTo>
                </a:path>
              </a:pathLst>
            </a:cu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3" name="Freeform 41"/>
            <p:cNvSpPr/>
            <p:nvPr/>
          </p:nvSpPr>
          <p:spPr bwMode="auto">
            <a:xfrm>
              <a:off x="9488488" y="5708650"/>
              <a:ext cx="101600" cy="504825"/>
            </a:xfrm>
            <a:custGeom>
              <a:avLst/>
              <a:gdLst>
                <a:gd name="T0" fmla="*/ 0 w 31"/>
                <a:gd name="T1" fmla="*/ 152 h 152"/>
                <a:gd name="T2" fmla="*/ 1 w 31"/>
                <a:gd name="T3" fmla="*/ 152 h 152"/>
                <a:gd name="T4" fmla="*/ 31 w 31"/>
                <a:gd name="T5" fmla="*/ 122 h 152"/>
                <a:gd name="T6" fmla="*/ 31 w 31"/>
                <a:gd name="T7" fmla="*/ 0 h 152"/>
              </a:gdLst>
              <a:ahLst/>
              <a:cxnLst>
                <a:cxn ang="0">
                  <a:pos x="T0" y="T1"/>
                </a:cxn>
                <a:cxn ang="0">
                  <a:pos x="T2" y="T3"/>
                </a:cxn>
                <a:cxn ang="0">
                  <a:pos x="T4" y="T5"/>
                </a:cxn>
                <a:cxn ang="0">
                  <a:pos x="T6" y="T7"/>
                </a:cxn>
              </a:cxnLst>
              <a:rect l="0" t="0" r="r" b="b"/>
              <a:pathLst>
                <a:path w="31" h="152">
                  <a:moveTo>
                    <a:pt x="0" y="152"/>
                  </a:moveTo>
                  <a:cubicBezTo>
                    <a:pt x="1" y="152"/>
                    <a:pt x="1" y="152"/>
                    <a:pt x="1" y="152"/>
                  </a:cubicBezTo>
                  <a:cubicBezTo>
                    <a:pt x="18" y="152"/>
                    <a:pt x="31" y="138"/>
                    <a:pt x="31" y="122"/>
                  </a:cubicBezTo>
                  <a:cubicBezTo>
                    <a:pt x="31" y="0"/>
                    <a:pt x="31" y="0"/>
                    <a:pt x="31" y="0"/>
                  </a:cubicBezTo>
                </a:path>
              </a:pathLst>
            </a:cu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4" name="Line 42"/>
            <p:cNvSpPr>
              <a:spLocks noChangeShapeType="1"/>
            </p:cNvSpPr>
            <p:nvPr/>
          </p:nvSpPr>
          <p:spPr bwMode="auto">
            <a:xfrm flipH="1">
              <a:off x="8759825" y="5708650"/>
              <a:ext cx="325437" cy="0"/>
            </a:xfrm>
            <a:prstGeom prst="line">
              <a:avLst/>
            </a:prstGeom>
            <a:noFill/>
            <a:ln w="26988" cap="rnd">
              <a:solidFill>
                <a:schemeClr val="bg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5" name="Line 43"/>
            <p:cNvSpPr>
              <a:spLocks noChangeShapeType="1"/>
            </p:cNvSpPr>
            <p:nvPr/>
          </p:nvSpPr>
          <p:spPr bwMode="auto">
            <a:xfrm flipH="1">
              <a:off x="9480550" y="5708650"/>
              <a:ext cx="109537" cy="0"/>
            </a:xfrm>
            <a:prstGeom prst="line">
              <a:avLst/>
            </a:prstGeom>
            <a:noFill/>
            <a:ln w="26988" cap="rnd">
              <a:solidFill>
                <a:schemeClr val="bg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6" name="Freeform 44"/>
            <p:cNvSpPr/>
            <p:nvPr/>
          </p:nvSpPr>
          <p:spPr bwMode="auto">
            <a:xfrm>
              <a:off x="8832850" y="5635625"/>
              <a:ext cx="179387" cy="73025"/>
            </a:xfrm>
            <a:custGeom>
              <a:avLst/>
              <a:gdLst>
                <a:gd name="T0" fmla="*/ 0 w 113"/>
                <a:gd name="T1" fmla="*/ 46 h 46"/>
                <a:gd name="T2" fmla="*/ 0 w 113"/>
                <a:gd name="T3" fmla="*/ 0 h 46"/>
                <a:gd name="T4" fmla="*/ 113 w 113"/>
                <a:gd name="T5" fmla="*/ 0 h 46"/>
                <a:gd name="T6" fmla="*/ 113 w 113"/>
                <a:gd name="T7" fmla="*/ 46 h 46"/>
              </a:gdLst>
              <a:ahLst/>
              <a:cxnLst>
                <a:cxn ang="0">
                  <a:pos x="T0" y="T1"/>
                </a:cxn>
                <a:cxn ang="0">
                  <a:pos x="T2" y="T3"/>
                </a:cxn>
                <a:cxn ang="0">
                  <a:pos x="T4" y="T5"/>
                </a:cxn>
                <a:cxn ang="0">
                  <a:pos x="T6" y="T7"/>
                </a:cxn>
              </a:cxnLst>
              <a:rect l="0" t="0" r="r" b="b"/>
              <a:pathLst>
                <a:path w="113" h="46">
                  <a:moveTo>
                    <a:pt x="0" y="46"/>
                  </a:moveTo>
                  <a:lnTo>
                    <a:pt x="0" y="0"/>
                  </a:lnTo>
                  <a:lnTo>
                    <a:pt x="113" y="0"/>
                  </a:lnTo>
                  <a:lnTo>
                    <a:pt x="113" y="46"/>
                  </a:lnTo>
                </a:path>
              </a:pathLst>
            </a:cu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7" name="Line 45"/>
            <p:cNvSpPr>
              <a:spLocks noChangeShapeType="1"/>
            </p:cNvSpPr>
            <p:nvPr/>
          </p:nvSpPr>
          <p:spPr bwMode="auto">
            <a:xfrm>
              <a:off x="8832850" y="5815013"/>
              <a:ext cx="73025" cy="0"/>
            </a:xfrm>
            <a:prstGeom prst="line">
              <a:avLst/>
            </a:prstGeom>
            <a:noFill/>
            <a:ln w="26988" cap="rnd">
              <a:solidFill>
                <a:schemeClr val="bg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8" name="Freeform 46"/>
            <p:cNvSpPr/>
            <p:nvPr/>
          </p:nvSpPr>
          <p:spPr bwMode="auto">
            <a:xfrm>
              <a:off x="9085263" y="5599113"/>
              <a:ext cx="395287" cy="109538"/>
            </a:xfrm>
            <a:custGeom>
              <a:avLst/>
              <a:gdLst>
                <a:gd name="T0" fmla="*/ 249 w 249"/>
                <a:gd name="T1" fmla="*/ 69 h 69"/>
                <a:gd name="T2" fmla="*/ 216 w 249"/>
                <a:gd name="T3" fmla="*/ 0 h 69"/>
                <a:gd name="T4" fmla="*/ 136 w 249"/>
                <a:gd name="T5" fmla="*/ 0 h 69"/>
                <a:gd name="T6" fmla="*/ 34 w 249"/>
                <a:gd name="T7" fmla="*/ 0 h 69"/>
                <a:gd name="T8" fmla="*/ 0 w 249"/>
                <a:gd name="T9" fmla="*/ 69 h 69"/>
              </a:gdLst>
              <a:ahLst/>
              <a:cxnLst>
                <a:cxn ang="0">
                  <a:pos x="T0" y="T1"/>
                </a:cxn>
                <a:cxn ang="0">
                  <a:pos x="T2" y="T3"/>
                </a:cxn>
                <a:cxn ang="0">
                  <a:pos x="T4" y="T5"/>
                </a:cxn>
                <a:cxn ang="0">
                  <a:pos x="T6" y="T7"/>
                </a:cxn>
                <a:cxn ang="0">
                  <a:pos x="T8" y="T9"/>
                </a:cxn>
              </a:cxnLst>
              <a:rect l="0" t="0" r="r" b="b"/>
              <a:pathLst>
                <a:path w="249" h="69">
                  <a:moveTo>
                    <a:pt x="249" y="69"/>
                  </a:moveTo>
                  <a:lnTo>
                    <a:pt x="216" y="0"/>
                  </a:lnTo>
                  <a:lnTo>
                    <a:pt x="136" y="0"/>
                  </a:lnTo>
                  <a:lnTo>
                    <a:pt x="34" y="0"/>
                  </a:lnTo>
                  <a:lnTo>
                    <a:pt x="0" y="69"/>
                  </a:lnTo>
                </a:path>
              </a:pathLst>
            </a:cu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grpSp>
      <p:sp>
        <p:nvSpPr>
          <p:cNvPr id="32" name="矩形 31"/>
          <p:cNvSpPr/>
          <p:nvPr/>
        </p:nvSpPr>
        <p:spPr>
          <a:xfrm>
            <a:off x="1263671" y="3156284"/>
            <a:ext cx="1164413" cy="315469"/>
          </a:xfrm>
          <a:prstGeom prst="rect">
            <a:avLst/>
          </a:prstGeom>
        </p:spPr>
        <p:txBody>
          <a:bodyPr wrap="none" lIns="68576" tIns="34289" rIns="68576" bIns="34289">
            <a:spAutoFit/>
          </a:bodyPr>
          <a:lstStyle/>
          <a:p>
            <a:r>
              <a:rPr lang="zh-CN" altLang="en-US" sz="1600" dirty="0" smtClean="0">
                <a:solidFill>
                  <a:schemeClr val="bg1">
                    <a:lumMod val="75000"/>
                  </a:schemeClr>
                </a:solidFill>
                <a:latin typeface="微软雅黑" panose="020B0503020204020204" pitchFamily="34" charset="-122"/>
                <a:ea typeface="微软雅黑" panose="020B0503020204020204" pitchFamily="34" charset="-122"/>
              </a:rPr>
              <a:t>起步发展期</a:t>
            </a:r>
            <a:endParaRPr lang="zh-CN" altLang="en-US" sz="1600" dirty="0" smtClean="0">
              <a:solidFill>
                <a:schemeClr val="bg1">
                  <a:lumMod val="75000"/>
                </a:schemeClr>
              </a:solidFill>
              <a:latin typeface="微软雅黑" panose="020B0503020204020204" pitchFamily="34" charset="-122"/>
              <a:ea typeface="微软雅黑" panose="020B0503020204020204" pitchFamily="34" charset="-122"/>
            </a:endParaRPr>
          </a:p>
        </p:txBody>
      </p:sp>
      <p:sp>
        <p:nvSpPr>
          <p:cNvPr id="33" name="矩形 32"/>
          <p:cNvSpPr/>
          <p:nvPr/>
        </p:nvSpPr>
        <p:spPr>
          <a:xfrm>
            <a:off x="1130483" y="3500444"/>
            <a:ext cx="2185038" cy="1038744"/>
          </a:xfrm>
          <a:prstGeom prst="rect">
            <a:avLst/>
          </a:prstGeom>
        </p:spPr>
        <p:txBody>
          <a:bodyPr wrap="square" lIns="68576" tIns="34289" rIns="68576" bIns="34289">
            <a:spAutoFit/>
          </a:bodyPr>
          <a:lstStyle/>
          <a:p>
            <a:pPr>
              <a:lnSpc>
                <a:spcPct val="150000"/>
              </a:lnSpc>
            </a:pP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1956</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年</a:t>
            </a: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20</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世纪</a:t>
            </a: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—60</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年代初</a:t>
            </a:r>
            <a:endParaRPr lang="en-US" altLang="zh-CN" sz="1050" dirty="0" smtClean="0">
              <a:solidFill>
                <a:schemeClr val="bg1">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人工智能概念提出后，相继取得了一批令人瞩目的研究成果，如机器定理证明、跳棋程序等。</a:t>
            </a:r>
            <a:endParaRPr lang="en-US" altLang="zh-CN" sz="105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34" name="矩形 33"/>
          <p:cNvSpPr/>
          <p:nvPr/>
        </p:nvSpPr>
        <p:spPr>
          <a:xfrm>
            <a:off x="3780072" y="3156284"/>
            <a:ext cx="1164413" cy="315469"/>
          </a:xfrm>
          <a:prstGeom prst="rect">
            <a:avLst/>
          </a:prstGeom>
        </p:spPr>
        <p:txBody>
          <a:bodyPr wrap="none" lIns="68576" tIns="34289" rIns="68576" bIns="34289">
            <a:spAutoFit/>
          </a:bodyPr>
          <a:lstStyle/>
          <a:p>
            <a:r>
              <a:rPr lang="zh-CN" altLang="en-US" sz="1600" dirty="0" smtClean="0">
                <a:solidFill>
                  <a:schemeClr val="bg1">
                    <a:lumMod val="75000"/>
                  </a:schemeClr>
                </a:solidFill>
                <a:latin typeface="微软雅黑" panose="020B0503020204020204" pitchFamily="34" charset="-122"/>
                <a:ea typeface="微软雅黑" panose="020B0503020204020204" pitchFamily="34" charset="-122"/>
              </a:rPr>
              <a:t>反思发展期</a:t>
            </a:r>
            <a:endParaRPr lang="zh-CN" altLang="en-US" sz="1600" dirty="0" smtClean="0">
              <a:solidFill>
                <a:schemeClr val="bg1">
                  <a:lumMod val="75000"/>
                </a:schemeClr>
              </a:solidFill>
              <a:latin typeface="微软雅黑" panose="020B0503020204020204" pitchFamily="34" charset="-122"/>
              <a:ea typeface="微软雅黑" panose="020B0503020204020204" pitchFamily="34" charset="-122"/>
            </a:endParaRPr>
          </a:p>
        </p:txBody>
      </p:sp>
      <p:sp>
        <p:nvSpPr>
          <p:cNvPr id="35" name="矩形 34"/>
          <p:cNvSpPr/>
          <p:nvPr/>
        </p:nvSpPr>
        <p:spPr>
          <a:xfrm>
            <a:off x="3646883" y="3500444"/>
            <a:ext cx="2185038" cy="1038744"/>
          </a:xfrm>
          <a:prstGeom prst="rect">
            <a:avLst/>
          </a:prstGeom>
        </p:spPr>
        <p:txBody>
          <a:bodyPr wrap="square" lIns="68576" tIns="34289" rIns="68576" bIns="34289">
            <a:spAutoFit/>
          </a:bodyPr>
          <a:lstStyle/>
          <a:p>
            <a:pPr>
              <a:lnSpc>
                <a:spcPct val="150000"/>
              </a:lnSpc>
            </a:pP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20</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世纪</a:t>
            </a: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60</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年代</a:t>
            </a: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—70</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年代初</a:t>
            </a:r>
            <a:endParaRPr lang="en-US" altLang="zh-CN" sz="1050" dirty="0" smtClean="0">
              <a:solidFill>
                <a:schemeClr val="bg1">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人们开始尝试更具挑战性的任务，并提出了一些不切实际的研发目标，使人工智能的发展走入低谷。</a:t>
            </a:r>
            <a:endParaRPr lang="en-US" altLang="zh-CN" sz="105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36" name="矩形 35"/>
          <p:cNvSpPr/>
          <p:nvPr/>
        </p:nvSpPr>
        <p:spPr>
          <a:xfrm>
            <a:off x="6296472" y="3133051"/>
            <a:ext cx="1164413" cy="315469"/>
          </a:xfrm>
          <a:prstGeom prst="rect">
            <a:avLst/>
          </a:prstGeom>
        </p:spPr>
        <p:txBody>
          <a:bodyPr wrap="none" lIns="68576" tIns="34289" rIns="68576" bIns="34289">
            <a:spAutoFit/>
          </a:bodyPr>
          <a:lstStyle/>
          <a:p>
            <a:r>
              <a:rPr lang="zh-CN" altLang="en-US" sz="1600" dirty="0" smtClean="0">
                <a:solidFill>
                  <a:schemeClr val="bg1">
                    <a:lumMod val="75000"/>
                  </a:schemeClr>
                </a:solidFill>
                <a:latin typeface="微软雅黑" panose="020B0503020204020204" pitchFamily="34" charset="-122"/>
                <a:ea typeface="微软雅黑" panose="020B0503020204020204" pitchFamily="34" charset="-122"/>
              </a:rPr>
              <a:t>应用发展期</a:t>
            </a:r>
            <a:endParaRPr lang="zh-CN" altLang="en-US" sz="1600" dirty="0" smtClean="0">
              <a:solidFill>
                <a:schemeClr val="bg1">
                  <a:lumMod val="75000"/>
                </a:schemeClr>
              </a:solidFill>
              <a:latin typeface="微软雅黑" panose="020B0503020204020204" pitchFamily="34" charset="-122"/>
              <a:ea typeface="微软雅黑" panose="020B0503020204020204" pitchFamily="34" charset="-122"/>
            </a:endParaRPr>
          </a:p>
        </p:txBody>
      </p:sp>
      <p:sp>
        <p:nvSpPr>
          <p:cNvPr id="37" name="矩形 36"/>
          <p:cNvSpPr/>
          <p:nvPr/>
        </p:nvSpPr>
        <p:spPr>
          <a:xfrm>
            <a:off x="6163283" y="3477211"/>
            <a:ext cx="2185038" cy="1038744"/>
          </a:xfrm>
          <a:prstGeom prst="rect">
            <a:avLst/>
          </a:prstGeom>
        </p:spPr>
        <p:txBody>
          <a:bodyPr wrap="square" lIns="68576" tIns="34289" rIns="68576" bIns="34289">
            <a:spAutoFit/>
          </a:bodyPr>
          <a:lstStyle/>
          <a:p>
            <a:pPr>
              <a:lnSpc>
                <a:spcPct val="150000"/>
              </a:lnSpc>
            </a:pP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20</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世纪</a:t>
            </a: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70</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年代初</a:t>
            </a: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—80</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年代中</a:t>
            </a:r>
            <a:endParaRPr lang="en-US" altLang="zh-CN" sz="1050" dirty="0" smtClean="0">
              <a:solidFill>
                <a:schemeClr val="bg1">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专家系统在医疗、化学、地质等领域取得成功，推动人工智能走入应用发展的新高潮。</a:t>
            </a:r>
            <a:endParaRPr lang="en-US" altLang="zh-CN" sz="105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38" name="TextBox 37"/>
          <p:cNvSpPr txBox="1"/>
          <p:nvPr/>
        </p:nvSpPr>
        <p:spPr>
          <a:xfrm>
            <a:off x="1071538" y="181259"/>
            <a:ext cx="1928826" cy="461665"/>
          </a:xfrm>
          <a:prstGeom prst="rect">
            <a:avLst/>
          </a:prstGeom>
          <a:noFill/>
        </p:spPr>
        <p:txBody>
          <a:bodyPr wrap="square" rtlCol="0">
            <a:spAutoFit/>
          </a:bodyPr>
          <a:lstStyle/>
          <a:p>
            <a:r>
              <a:rPr lang="zh-CN" altLang="en-US" sz="2400" dirty="0" smtClean="0">
                <a:solidFill>
                  <a:schemeClr val="bg1"/>
                </a:solidFill>
              </a:rPr>
              <a:t>发展历史</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1000"/>
                                        <p:tgtEl>
                                          <p:spTgt spid="5"/>
                                        </p:tgtEl>
                                      </p:cBhvr>
                                    </p:animEffect>
                                  </p:childTnLst>
                                </p:cTn>
                              </p:par>
                              <p:par>
                                <p:cTn id="8" presetID="10" presetClass="entr" presetSubtype="0" fill="hold" grpId="0" nodeType="withEffect">
                                  <p:stCondLst>
                                    <p:cond delay="15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53" presetClass="entr" presetSubtype="16" fill="hold" grpId="1" nodeType="withEffect">
                                  <p:stCondLst>
                                    <p:cond delay="150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par>
                                <p:cTn id="16" presetID="8" presetClass="emph" presetSubtype="0" fill="hold" grpId="2" nodeType="withEffect">
                                  <p:stCondLst>
                                    <p:cond delay="1500"/>
                                  </p:stCondLst>
                                  <p:childTnLst>
                                    <p:animRot by="21600000">
                                      <p:cBhvr>
                                        <p:cTn id="17" dur="500" fill="hold"/>
                                        <p:tgtEl>
                                          <p:spTgt spid="6"/>
                                        </p:tgtEl>
                                        <p:attrNameLst>
                                          <p:attrName>r</p:attrName>
                                        </p:attrNameLst>
                                      </p:cBhvr>
                                    </p:animRot>
                                  </p:childTnLst>
                                </p:cTn>
                              </p:par>
                              <p:par>
                                <p:cTn id="18" presetID="10" presetClass="entr" presetSubtype="0" fill="hold" nodeType="withEffect">
                                  <p:stCondLst>
                                    <p:cond delay="200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par>
                                <p:cTn id="21" presetID="10" presetClass="entr" presetSubtype="0" fill="hold" grpId="0" nodeType="withEffect">
                                  <p:stCondLst>
                                    <p:cond delay="200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par>
                                <p:cTn id="24" presetID="10" presetClass="entr" presetSubtype="0" fill="hold" grpId="0" nodeType="withEffect">
                                  <p:stCondLst>
                                    <p:cond delay="225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par>
                                <p:cTn id="27" presetID="21" presetClass="entr" presetSubtype="1" fill="hold" grpId="0" nodeType="withEffect">
                                  <p:stCondLst>
                                    <p:cond delay="2250"/>
                                  </p:stCondLst>
                                  <p:childTnLst>
                                    <p:set>
                                      <p:cBhvr>
                                        <p:cTn id="28" dur="1" fill="hold">
                                          <p:stCondLst>
                                            <p:cond delay="0"/>
                                          </p:stCondLst>
                                        </p:cTn>
                                        <p:tgtEl>
                                          <p:spTgt spid="7"/>
                                        </p:tgtEl>
                                        <p:attrNameLst>
                                          <p:attrName>style.visibility</p:attrName>
                                        </p:attrNameLst>
                                      </p:cBhvr>
                                      <p:to>
                                        <p:strVal val="visible"/>
                                      </p:to>
                                    </p:set>
                                    <p:animEffect transition="in" filter="wheel(1)">
                                      <p:cBhvr>
                                        <p:cTn id="29" dur="1000"/>
                                        <p:tgtEl>
                                          <p:spTgt spid="7"/>
                                        </p:tgtEl>
                                      </p:cBhvr>
                                    </p:animEffect>
                                  </p:childTnLst>
                                </p:cTn>
                              </p:par>
                              <p:par>
                                <p:cTn id="30" presetID="10" presetClass="entr" presetSubtype="0" fill="hold" grpId="0" nodeType="withEffect">
                                  <p:stCondLst>
                                    <p:cond delay="300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53" presetClass="entr" presetSubtype="16" fill="hold" grpId="1" nodeType="withEffect">
                                  <p:stCondLst>
                                    <p:cond delay="3000"/>
                                  </p:stCondLst>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fltVal val="0"/>
                                          </p:val>
                                        </p:tav>
                                        <p:tav tm="100000">
                                          <p:val>
                                            <p:strVal val="#ppt_h"/>
                                          </p:val>
                                        </p:tav>
                                      </p:tavLst>
                                    </p:anim>
                                    <p:animEffect transition="in" filter="fade">
                                      <p:cBhvr>
                                        <p:cTn id="37" dur="500"/>
                                        <p:tgtEl>
                                          <p:spTgt spid="8"/>
                                        </p:tgtEl>
                                      </p:cBhvr>
                                    </p:animEffect>
                                  </p:childTnLst>
                                </p:cTn>
                              </p:par>
                              <p:par>
                                <p:cTn id="38" presetID="8" presetClass="emph" presetSubtype="0" fill="hold" grpId="2" nodeType="withEffect">
                                  <p:stCondLst>
                                    <p:cond delay="3000"/>
                                  </p:stCondLst>
                                  <p:childTnLst>
                                    <p:animRot by="21600000">
                                      <p:cBhvr>
                                        <p:cTn id="39" dur="500" fill="hold"/>
                                        <p:tgtEl>
                                          <p:spTgt spid="8"/>
                                        </p:tgtEl>
                                        <p:attrNameLst>
                                          <p:attrName>r</p:attrName>
                                        </p:attrNameLst>
                                      </p:cBhvr>
                                    </p:animRot>
                                  </p:childTnLst>
                                </p:cTn>
                              </p:par>
                              <p:par>
                                <p:cTn id="40" presetID="10" presetClass="entr" presetSubtype="0" fill="hold" nodeType="withEffect">
                                  <p:stCondLst>
                                    <p:cond delay="350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par>
                                <p:cTn id="43" presetID="10" presetClass="entr" presetSubtype="0" fill="hold" grpId="0" nodeType="withEffect">
                                  <p:stCondLst>
                                    <p:cond delay="375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500"/>
                                        <p:tgtEl>
                                          <p:spTgt spid="34"/>
                                        </p:tgtEl>
                                      </p:cBhvr>
                                    </p:animEffect>
                                  </p:childTnLst>
                                </p:cTn>
                              </p:par>
                              <p:par>
                                <p:cTn id="46" presetID="10" presetClass="entr" presetSubtype="0" fill="hold" grpId="0" nodeType="withEffect">
                                  <p:stCondLst>
                                    <p:cond delay="400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500"/>
                                        <p:tgtEl>
                                          <p:spTgt spid="35"/>
                                        </p:tgtEl>
                                      </p:cBhvr>
                                    </p:animEffect>
                                  </p:childTnLst>
                                </p:cTn>
                              </p:par>
                              <p:par>
                                <p:cTn id="49" presetID="21" presetClass="entr" presetSubtype="1" fill="hold" grpId="0" nodeType="withEffect">
                                  <p:stCondLst>
                                    <p:cond delay="4000"/>
                                  </p:stCondLst>
                                  <p:childTnLst>
                                    <p:set>
                                      <p:cBhvr>
                                        <p:cTn id="50" dur="1" fill="hold">
                                          <p:stCondLst>
                                            <p:cond delay="0"/>
                                          </p:stCondLst>
                                        </p:cTn>
                                        <p:tgtEl>
                                          <p:spTgt spid="9"/>
                                        </p:tgtEl>
                                        <p:attrNameLst>
                                          <p:attrName>style.visibility</p:attrName>
                                        </p:attrNameLst>
                                      </p:cBhvr>
                                      <p:to>
                                        <p:strVal val="visible"/>
                                      </p:to>
                                    </p:set>
                                    <p:animEffect transition="in" filter="wheel(1)">
                                      <p:cBhvr>
                                        <p:cTn id="51" dur="1000"/>
                                        <p:tgtEl>
                                          <p:spTgt spid="9"/>
                                        </p:tgtEl>
                                      </p:cBhvr>
                                    </p:animEffect>
                                  </p:childTnLst>
                                </p:cTn>
                              </p:par>
                              <p:par>
                                <p:cTn id="52" presetID="10" presetClass="entr" presetSubtype="0" fill="hold" grpId="0" nodeType="withEffect">
                                  <p:stCondLst>
                                    <p:cond delay="475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500"/>
                                        <p:tgtEl>
                                          <p:spTgt spid="10"/>
                                        </p:tgtEl>
                                      </p:cBhvr>
                                    </p:animEffect>
                                  </p:childTnLst>
                                </p:cTn>
                              </p:par>
                              <p:par>
                                <p:cTn id="55" presetID="53" presetClass="entr" presetSubtype="16" fill="hold" grpId="1" nodeType="withEffect">
                                  <p:stCondLst>
                                    <p:cond delay="4750"/>
                                  </p:stCondLst>
                                  <p:childTnLst>
                                    <p:set>
                                      <p:cBhvr>
                                        <p:cTn id="56" dur="1" fill="hold">
                                          <p:stCondLst>
                                            <p:cond delay="0"/>
                                          </p:stCondLst>
                                        </p:cTn>
                                        <p:tgtEl>
                                          <p:spTgt spid="10"/>
                                        </p:tgtEl>
                                        <p:attrNameLst>
                                          <p:attrName>style.visibility</p:attrName>
                                        </p:attrNameLst>
                                      </p:cBhvr>
                                      <p:to>
                                        <p:strVal val="visible"/>
                                      </p:to>
                                    </p:set>
                                    <p:anim calcmode="lin" valueType="num">
                                      <p:cBhvr>
                                        <p:cTn id="57" dur="500" fill="hold"/>
                                        <p:tgtEl>
                                          <p:spTgt spid="10"/>
                                        </p:tgtEl>
                                        <p:attrNameLst>
                                          <p:attrName>ppt_w</p:attrName>
                                        </p:attrNameLst>
                                      </p:cBhvr>
                                      <p:tavLst>
                                        <p:tav tm="0">
                                          <p:val>
                                            <p:fltVal val="0"/>
                                          </p:val>
                                        </p:tav>
                                        <p:tav tm="100000">
                                          <p:val>
                                            <p:strVal val="#ppt_w"/>
                                          </p:val>
                                        </p:tav>
                                      </p:tavLst>
                                    </p:anim>
                                    <p:anim calcmode="lin" valueType="num">
                                      <p:cBhvr>
                                        <p:cTn id="58" dur="500" fill="hold"/>
                                        <p:tgtEl>
                                          <p:spTgt spid="10"/>
                                        </p:tgtEl>
                                        <p:attrNameLst>
                                          <p:attrName>ppt_h</p:attrName>
                                        </p:attrNameLst>
                                      </p:cBhvr>
                                      <p:tavLst>
                                        <p:tav tm="0">
                                          <p:val>
                                            <p:fltVal val="0"/>
                                          </p:val>
                                        </p:tav>
                                        <p:tav tm="100000">
                                          <p:val>
                                            <p:strVal val="#ppt_h"/>
                                          </p:val>
                                        </p:tav>
                                      </p:tavLst>
                                    </p:anim>
                                    <p:animEffect transition="in" filter="fade">
                                      <p:cBhvr>
                                        <p:cTn id="59" dur="500"/>
                                        <p:tgtEl>
                                          <p:spTgt spid="10"/>
                                        </p:tgtEl>
                                      </p:cBhvr>
                                    </p:animEffect>
                                  </p:childTnLst>
                                </p:cTn>
                              </p:par>
                              <p:par>
                                <p:cTn id="60" presetID="8" presetClass="emph" presetSubtype="0" fill="hold" grpId="2" nodeType="withEffect">
                                  <p:stCondLst>
                                    <p:cond delay="4750"/>
                                  </p:stCondLst>
                                  <p:childTnLst>
                                    <p:animRot by="21600000">
                                      <p:cBhvr>
                                        <p:cTn id="61" dur="500" fill="hold"/>
                                        <p:tgtEl>
                                          <p:spTgt spid="10"/>
                                        </p:tgtEl>
                                        <p:attrNameLst>
                                          <p:attrName>r</p:attrName>
                                        </p:attrNameLst>
                                      </p:cBhvr>
                                    </p:animRot>
                                  </p:childTnLst>
                                </p:cTn>
                              </p:par>
                              <p:par>
                                <p:cTn id="62" presetID="10" presetClass="entr" presetSubtype="0" fill="hold" nodeType="withEffect">
                                  <p:stCondLst>
                                    <p:cond delay="5250"/>
                                  </p:stCondLst>
                                  <p:childTnLst>
                                    <p:set>
                                      <p:cBhvr>
                                        <p:cTn id="63" dur="1" fill="hold">
                                          <p:stCondLst>
                                            <p:cond delay="0"/>
                                          </p:stCondLst>
                                        </p:cTn>
                                        <p:tgtEl>
                                          <p:spTgt spid="4"/>
                                        </p:tgtEl>
                                        <p:attrNameLst>
                                          <p:attrName>style.visibility</p:attrName>
                                        </p:attrNameLst>
                                      </p:cBhvr>
                                      <p:to>
                                        <p:strVal val="visible"/>
                                      </p:to>
                                    </p:set>
                                    <p:animEffect transition="in" filter="fade">
                                      <p:cBhvr>
                                        <p:cTn id="64" dur="500"/>
                                        <p:tgtEl>
                                          <p:spTgt spid="4"/>
                                        </p:tgtEl>
                                      </p:cBhvr>
                                    </p:animEffect>
                                  </p:childTnLst>
                                </p:cTn>
                              </p:par>
                              <p:par>
                                <p:cTn id="65" presetID="10" presetClass="entr" presetSubtype="0" fill="hold" grpId="0" nodeType="withEffect">
                                  <p:stCondLst>
                                    <p:cond delay="5500"/>
                                  </p:stCondLst>
                                  <p:childTnLst>
                                    <p:set>
                                      <p:cBhvr>
                                        <p:cTn id="66" dur="1" fill="hold">
                                          <p:stCondLst>
                                            <p:cond delay="0"/>
                                          </p:stCondLst>
                                        </p:cTn>
                                        <p:tgtEl>
                                          <p:spTgt spid="36"/>
                                        </p:tgtEl>
                                        <p:attrNameLst>
                                          <p:attrName>style.visibility</p:attrName>
                                        </p:attrNameLst>
                                      </p:cBhvr>
                                      <p:to>
                                        <p:strVal val="visible"/>
                                      </p:to>
                                    </p:set>
                                    <p:animEffect transition="in" filter="fade">
                                      <p:cBhvr>
                                        <p:cTn id="67" dur="500"/>
                                        <p:tgtEl>
                                          <p:spTgt spid="36"/>
                                        </p:tgtEl>
                                      </p:cBhvr>
                                    </p:animEffect>
                                  </p:childTnLst>
                                </p:cTn>
                              </p:par>
                              <p:par>
                                <p:cTn id="68" presetID="10" presetClass="entr" presetSubtype="0" fill="hold" grpId="0" nodeType="withEffect">
                                  <p:stCondLst>
                                    <p:cond delay="5750"/>
                                  </p:stCondLst>
                                  <p:childTnLst>
                                    <p:set>
                                      <p:cBhvr>
                                        <p:cTn id="69" dur="1" fill="hold">
                                          <p:stCondLst>
                                            <p:cond delay="0"/>
                                          </p:stCondLst>
                                        </p:cTn>
                                        <p:tgtEl>
                                          <p:spTgt spid="37"/>
                                        </p:tgtEl>
                                        <p:attrNameLst>
                                          <p:attrName>style.visibility</p:attrName>
                                        </p:attrNameLst>
                                      </p:cBhvr>
                                      <p:to>
                                        <p:strVal val="visible"/>
                                      </p:to>
                                    </p:set>
                                    <p:animEffect transition="in" filter="fade">
                                      <p:cBhvr>
                                        <p:cTn id="70" dur="500"/>
                                        <p:tgtEl>
                                          <p:spTgt spid="37"/>
                                        </p:tgtEl>
                                      </p:cBhvr>
                                    </p:animEffect>
                                  </p:childTnLst>
                                </p:cTn>
                              </p:par>
                            </p:childTnLst>
                          </p:cTn>
                        </p:par>
                      </p:childTnLst>
                    </p:cTn>
                  </p:par>
                  <p:par>
                    <p:cTn id="71" fill="hold">
                      <p:stCondLst>
                        <p:cond delay="indefinite"/>
                      </p:stCondLst>
                      <p:childTnLst>
                        <p:par>
                          <p:cTn id="72" fill="hold">
                            <p:stCondLst>
                              <p:cond delay="0"/>
                            </p:stCondLst>
                            <p:childTnLst>
                              <p:par>
                                <p:cTn id="73" presetID="31" presetClass="exit" presetSubtype="0" fill="hold" grpId="1" nodeType="clickEffect">
                                  <p:stCondLst>
                                    <p:cond delay="0"/>
                                  </p:stCondLst>
                                  <p:childTnLst>
                                    <p:anim calcmode="lin" valueType="num">
                                      <p:cBhvr>
                                        <p:cTn id="74" dur="250"/>
                                        <p:tgtEl>
                                          <p:spTgt spid="5"/>
                                        </p:tgtEl>
                                        <p:attrNameLst>
                                          <p:attrName>ppt_w</p:attrName>
                                        </p:attrNameLst>
                                      </p:cBhvr>
                                      <p:tavLst>
                                        <p:tav tm="0">
                                          <p:val>
                                            <p:strVal val="ppt_w"/>
                                          </p:val>
                                        </p:tav>
                                        <p:tav tm="100000">
                                          <p:val>
                                            <p:fltVal val="0"/>
                                          </p:val>
                                        </p:tav>
                                      </p:tavLst>
                                    </p:anim>
                                    <p:anim calcmode="lin" valueType="num">
                                      <p:cBhvr>
                                        <p:cTn id="75" dur="250"/>
                                        <p:tgtEl>
                                          <p:spTgt spid="5"/>
                                        </p:tgtEl>
                                        <p:attrNameLst>
                                          <p:attrName>ppt_h</p:attrName>
                                        </p:attrNameLst>
                                      </p:cBhvr>
                                      <p:tavLst>
                                        <p:tav tm="0">
                                          <p:val>
                                            <p:strVal val="ppt_h"/>
                                          </p:val>
                                        </p:tav>
                                        <p:tav tm="100000">
                                          <p:val>
                                            <p:fltVal val="0"/>
                                          </p:val>
                                        </p:tav>
                                      </p:tavLst>
                                    </p:anim>
                                    <p:anim calcmode="lin" valueType="num">
                                      <p:cBhvr>
                                        <p:cTn id="76" dur="250"/>
                                        <p:tgtEl>
                                          <p:spTgt spid="5"/>
                                        </p:tgtEl>
                                        <p:attrNameLst>
                                          <p:attrName>style.rotation</p:attrName>
                                        </p:attrNameLst>
                                      </p:cBhvr>
                                      <p:tavLst>
                                        <p:tav tm="0">
                                          <p:val>
                                            <p:fltVal val="0"/>
                                          </p:val>
                                        </p:tav>
                                        <p:tav tm="100000">
                                          <p:val>
                                            <p:fltVal val="90"/>
                                          </p:val>
                                        </p:tav>
                                      </p:tavLst>
                                    </p:anim>
                                    <p:animEffect transition="out" filter="fade">
                                      <p:cBhvr>
                                        <p:cTn id="77" dur="250"/>
                                        <p:tgtEl>
                                          <p:spTgt spid="5"/>
                                        </p:tgtEl>
                                      </p:cBhvr>
                                    </p:animEffect>
                                    <p:set>
                                      <p:cBhvr>
                                        <p:cTn id="78" dur="1" fill="hold">
                                          <p:stCondLst>
                                            <p:cond delay="249"/>
                                          </p:stCondLst>
                                        </p:cTn>
                                        <p:tgtEl>
                                          <p:spTgt spid="5"/>
                                        </p:tgtEl>
                                        <p:attrNameLst>
                                          <p:attrName>style.visibility</p:attrName>
                                        </p:attrNameLst>
                                      </p:cBhvr>
                                      <p:to>
                                        <p:strVal val="hidden"/>
                                      </p:to>
                                    </p:set>
                                  </p:childTnLst>
                                </p:cTn>
                              </p:par>
                              <p:par>
                                <p:cTn id="79" presetID="31" presetClass="exit" presetSubtype="0" fill="hold" grpId="3" nodeType="withEffect">
                                  <p:stCondLst>
                                    <p:cond delay="0"/>
                                  </p:stCondLst>
                                  <p:childTnLst>
                                    <p:anim calcmode="lin" valueType="num">
                                      <p:cBhvr>
                                        <p:cTn id="80" dur="250"/>
                                        <p:tgtEl>
                                          <p:spTgt spid="6"/>
                                        </p:tgtEl>
                                        <p:attrNameLst>
                                          <p:attrName>ppt_w</p:attrName>
                                        </p:attrNameLst>
                                      </p:cBhvr>
                                      <p:tavLst>
                                        <p:tav tm="0">
                                          <p:val>
                                            <p:strVal val="ppt_w"/>
                                          </p:val>
                                        </p:tav>
                                        <p:tav tm="100000">
                                          <p:val>
                                            <p:fltVal val="0"/>
                                          </p:val>
                                        </p:tav>
                                      </p:tavLst>
                                    </p:anim>
                                    <p:anim calcmode="lin" valueType="num">
                                      <p:cBhvr>
                                        <p:cTn id="81" dur="250"/>
                                        <p:tgtEl>
                                          <p:spTgt spid="6"/>
                                        </p:tgtEl>
                                        <p:attrNameLst>
                                          <p:attrName>ppt_h</p:attrName>
                                        </p:attrNameLst>
                                      </p:cBhvr>
                                      <p:tavLst>
                                        <p:tav tm="0">
                                          <p:val>
                                            <p:strVal val="ppt_h"/>
                                          </p:val>
                                        </p:tav>
                                        <p:tav tm="100000">
                                          <p:val>
                                            <p:fltVal val="0"/>
                                          </p:val>
                                        </p:tav>
                                      </p:tavLst>
                                    </p:anim>
                                    <p:anim calcmode="lin" valueType="num">
                                      <p:cBhvr>
                                        <p:cTn id="82" dur="250"/>
                                        <p:tgtEl>
                                          <p:spTgt spid="6"/>
                                        </p:tgtEl>
                                        <p:attrNameLst>
                                          <p:attrName>style.rotation</p:attrName>
                                        </p:attrNameLst>
                                      </p:cBhvr>
                                      <p:tavLst>
                                        <p:tav tm="0">
                                          <p:val>
                                            <p:fltVal val="0"/>
                                          </p:val>
                                        </p:tav>
                                        <p:tav tm="100000">
                                          <p:val>
                                            <p:fltVal val="90"/>
                                          </p:val>
                                        </p:tav>
                                      </p:tavLst>
                                    </p:anim>
                                    <p:animEffect transition="out" filter="fade">
                                      <p:cBhvr>
                                        <p:cTn id="83" dur="250"/>
                                        <p:tgtEl>
                                          <p:spTgt spid="6"/>
                                        </p:tgtEl>
                                      </p:cBhvr>
                                    </p:animEffect>
                                    <p:set>
                                      <p:cBhvr>
                                        <p:cTn id="84" dur="1" fill="hold">
                                          <p:stCondLst>
                                            <p:cond delay="249"/>
                                          </p:stCondLst>
                                        </p:cTn>
                                        <p:tgtEl>
                                          <p:spTgt spid="6"/>
                                        </p:tgtEl>
                                        <p:attrNameLst>
                                          <p:attrName>style.visibility</p:attrName>
                                        </p:attrNameLst>
                                      </p:cBhvr>
                                      <p:to>
                                        <p:strVal val="hidden"/>
                                      </p:to>
                                    </p:set>
                                  </p:childTnLst>
                                </p:cTn>
                              </p:par>
                              <p:par>
                                <p:cTn id="85" presetID="31" presetClass="exit" presetSubtype="0" fill="hold" nodeType="withEffect">
                                  <p:stCondLst>
                                    <p:cond delay="0"/>
                                  </p:stCondLst>
                                  <p:childTnLst>
                                    <p:anim calcmode="lin" valueType="num">
                                      <p:cBhvr>
                                        <p:cTn id="86" dur="250"/>
                                        <p:tgtEl>
                                          <p:spTgt spid="2"/>
                                        </p:tgtEl>
                                        <p:attrNameLst>
                                          <p:attrName>ppt_w</p:attrName>
                                        </p:attrNameLst>
                                      </p:cBhvr>
                                      <p:tavLst>
                                        <p:tav tm="0">
                                          <p:val>
                                            <p:strVal val="ppt_w"/>
                                          </p:val>
                                        </p:tav>
                                        <p:tav tm="100000">
                                          <p:val>
                                            <p:fltVal val="0"/>
                                          </p:val>
                                        </p:tav>
                                      </p:tavLst>
                                    </p:anim>
                                    <p:anim calcmode="lin" valueType="num">
                                      <p:cBhvr>
                                        <p:cTn id="87" dur="250"/>
                                        <p:tgtEl>
                                          <p:spTgt spid="2"/>
                                        </p:tgtEl>
                                        <p:attrNameLst>
                                          <p:attrName>ppt_h</p:attrName>
                                        </p:attrNameLst>
                                      </p:cBhvr>
                                      <p:tavLst>
                                        <p:tav tm="0">
                                          <p:val>
                                            <p:strVal val="ppt_h"/>
                                          </p:val>
                                        </p:tav>
                                        <p:tav tm="100000">
                                          <p:val>
                                            <p:fltVal val="0"/>
                                          </p:val>
                                        </p:tav>
                                      </p:tavLst>
                                    </p:anim>
                                    <p:anim calcmode="lin" valueType="num">
                                      <p:cBhvr>
                                        <p:cTn id="88" dur="250"/>
                                        <p:tgtEl>
                                          <p:spTgt spid="2"/>
                                        </p:tgtEl>
                                        <p:attrNameLst>
                                          <p:attrName>style.rotation</p:attrName>
                                        </p:attrNameLst>
                                      </p:cBhvr>
                                      <p:tavLst>
                                        <p:tav tm="0">
                                          <p:val>
                                            <p:fltVal val="0"/>
                                          </p:val>
                                        </p:tav>
                                        <p:tav tm="100000">
                                          <p:val>
                                            <p:fltVal val="90"/>
                                          </p:val>
                                        </p:tav>
                                      </p:tavLst>
                                    </p:anim>
                                    <p:animEffect transition="out" filter="fade">
                                      <p:cBhvr>
                                        <p:cTn id="89" dur="250"/>
                                        <p:tgtEl>
                                          <p:spTgt spid="2"/>
                                        </p:tgtEl>
                                      </p:cBhvr>
                                    </p:animEffect>
                                    <p:set>
                                      <p:cBhvr>
                                        <p:cTn id="90" dur="1" fill="hold">
                                          <p:stCondLst>
                                            <p:cond delay="249"/>
                                          </p:stCondLst>
                                        </p:cTn>
                                        <p:tgtEl>
                                          <p:spTgt spid="2"/>
                                        </p:tgtEl>
                                        <p:attrNameLst>
                                          <p:attrName>style.visibility</p:attrName>
                                        </p:attrNameLst>
                                      </p:cBhvr>
                                      <p:to>
                                        <p:strVal val="hidden"/>
                                      </p:to>
                                    </p:set>
                                  </p:childTnLst>
                                </p:cTn>
                              </p:par>
                              <p:par>
                                <p:cTn id="91" presetID="31" presetClass="exit" presetSubtype="0" fill="hold" grpId="1" nodeType="withEffect">
                                  <p:stCondLst>
                                    <p:cond delay="0"/>
                                  </p:stCondLst>
                                  <p:childTnLst>
                                    <p:anim calcmode="lin" valueType="num">
                                      <p:cBhvr>
                                        <p:cTn id="92" dur="250"/>
                                        <p:tgtEl>
                                          <p:spTgt spid="32"/>
                                        </p:tgtEl>
                                        <p:attrNameLst>
                                          <p:attrName>ppt_w</p:attrName>
                                        </p:attrNameLst>
                                      </p:cBhvr>
                                      <p:tavLst>
                                        <p:tav tm="0">
                                          <p:val>
                                            <p:strVal val="ppt_w"/>
                                          </p:val>
                                        </p:tav>
                                        <p:tav tm="100000">
                                          <p:val>
                                            <p:fltVal val="0"/>
                                          </p:val>
                                        </p:tav>
                                      </p:tavLst>
                                    </p:anim>
                                    <p:anim calcmode="lin" valueType="num">
                                      <p:cBhvr>
                                        <p:cTn id="93" dur="250"/>
                                        <p:tgtEl>
                                          <p:spTgt spid="32"/>
                                        </p:tgtEl>
                                        <p:attrNameLst>
                                          <p:attrName>ppt_h</p:attrName>
                                        </p:attrNameLst>
                                      </p:cBhvr>
                                      <p:tavLst>
                                        <p:tav tm="0">
                                          <p:val>
                                            <p:strVal val="ppt_h"/>
                                          </p:val>
                                        </p:tav>
                                        <p:tav tm="100000">
                                          <p:val>
                                            <p:fltVal val="0"/>
                                          </p:val>
                                        </p:tav>
                                      </p:tavLst>
                                    </p:anim>
                                    <p:anim calcmode="lin" valueType="num">
                                      <p:cBhvr>
                                        <p:cTn id="94" dur="250"/>
                                        <p:tgtEl>
                                          <p:spTgt spid="32"/>
                                        </p:tgtEl>
                                        <p:attrNameLst>
                                          <p:attrName>style.rotation</p:attrName>
                                        </p:attrNameLst>
                                      </p:cBhvr>
                                      <p:tavLst>
                                        <p:tav tm="0">
                                          <p:val>
                                            <p:fltVal val="0"/>
                                          </p:val>
                                        </p:tav>
                                        <p:tav tm="100000">
                                          <p:val>
                                            <p:fltVal val="90"/>
                                          </p:val>
                                        </p:tav>
                                      </p:tavLst>
                                    </p:anim>
                                    <p:animEffect transition="out" filter="fade">
                                      <p:cBhvr>
                                        <p:cTn id="95" dur="250"/>
                                        <p:tgtEl>
                                          <p:spTgt spid="32"/>
                                        </p:tgtEl>
                                      </p:cBhvr>
                                    </p:animEffect>
                                    <p:set>
                                      <p:cBhvr>
                                        <p:cTn id="96" dur="1" fill="hold">
                                          <p:stCondLst>
                                            <p:cond delay="249"/>
                                          </p:stCondLst>
                                        </p:cTn>
                                        <p:tgtEl>
                                          <p:spTgt spid="32"/>
                                        </p:tgtEl>
                                        <p:attrNameLst>
                                          <p:attrName>style.visibility</p:attrName>
                                        </p:attrNameLst>
                                      </p:cBhvr>
                                      <p:to>
                                        <p:strVal val="hidden"/>
                                      </p:to>
                                    </p:set>
                                  </p:childTnLst>
                                </p:cTn>
                              </p:par>
                              <p:par>
                                <p:cTn id="97" presetID="31" presetClass="exit" presetSubtype="0" fill="hold" grpId="1" nodeType="withEffect">
                                  <p:stCondLst>
                                    <p:cond delay="0"/>
                                  </p:stCondLst>
                                  <p:childTnLst>
                                    <p:anim calcmode="lin" valueType="num">
                                      <p:cBhvr>
                                        <p:cTn id="98" dur="250"/>
                                        <p:tgtEl>
                                          <p:spTgt spid="33"/>
                                        </p:tgtEl>
                                        <p:attrNameLst>
                                          <p:attrName>ppt_w</p:attrName>
                                        </p:attrNameLst>
                                      </p:cBhvr>
                                      <p:tavLst>
                                        <p:tav tm="0">
                                          <p:val>
                                            <p:strVal val="ppt_w"/>
                                          </p:val>
                                        </p:tav>
                                        <p:tav tm="100000">
                                          <p:val>
                                            <p:fltVal val="0"/>
                                          </p:val>
                                        </p:tav>
                                      </p:tavLst>
                                    </p:anim>
                                    <p:anim calcmode="lin" valueType="num">
                                      <p:cBhvr>
                                        <p:cTn id="99" dur="250"/>
                                        <p:tgtEl>
                                          <p:spTgt spid="33"/>
                                        </p:tgtEl>
                                        <p:attrNameLst>
                                          <p:attrName>ppt_h</p:attrName>
                                        </p:attrNameLst>
                                      </p:cBhvr>
                                      <p:tavLst>
                                        <p:tav tm="0">
                                          <p:val>
                                            <p:strVal val="ppt_h"/>
                                          </p:val>
                                        </p:tav>
                                        <p:tav tm="100000">
                                          <p:val>
                                            <p:fltVal val="0"/>
                                          </p:val>
                                        </p:tav>
                                      </p:tavLst>
                                    </p:anim>
                                    <p:anim calcmode="lin" valueType="num">
                                      <p:cBhvr>
                                        <p:cTn id="100" dur="250"/>
                                        <p:tgtEl>
                                          <p:spTgt spid="33"/>
                                        </p:tgtEl>
                                        <p:attrNameLst>
                                          <p:attrName>style.rotation</p:attrName>
                                        </p:attrNameLst>
                                      </p:cBhvr>
                                      <p:tavLst>
                                        <p:tav tm="0">
                                          <p:val>
                                            <p:fltVal val="0"/>
                                          </p:val>
                                        </p:tav>
                                        <p:tav tm="100000">
                                          <p:val>
                                            <p:fltVal val="90"/>
                                          </p:val>
                                        </p:tav>
                                      </p:tavLst>
                                    </p:anim>
                                    <p:animEffect transition="out" filter="fade">
                                      <p:cBhvr>
                                        <p:cTn id="101" dur="250"/>
                                        <p:tgtEl>
                                          <p:spTgt spid="33"/>
                                        </p:tgtEl>
                                      </p:cBhvr>
                                    </p:animEffect>
                                    <p:set>
                                      <p:cBhvr>
                                        <p:cTn id="102" dur="1" fill="hold">
                                          <p:stCondLst>
                                            <p:cond delay="249"/>
                                          </p:stCondLst>
                                        </p:cTn>
                                        <p:tgtEl>
                                          <p:spTgt spid="33"/>
                                        </p:tgtEl>
                                        <p:attrNameLst>
                                          <p:attrName>style.visibility</p:attrName>
                                        </p:attrNameLst>
                                      </p:cBhvr>
                                      <p:to>
                                        <p:strVal val="hidden"/>
                                      </p:to>
                                    </p:set>
                                  </p:childTnLst>
                                </p:cTn>
                              </p:par>
                              <p:par>
                                <p:cTn id="103" presetID="31" presetClass="exit" presetSubtype="0" fill="hold" grpId="1" nodeType="withEffect">
                                  <p:stCondLst>
                                    <p:cond delay="0"/>
                                  </p:stCondLst>
                                  <p:childTnLst>
                                    <p:anim calcmode="lin" valueType="num">
                                      <p:cBhvr>
                                        <p:cTn id="104" dur="250"/>
                                        <p:tgtEl>
                                          <p:spTgt spid="7"/>
                                        </p:tgtEl>
                                        <p:attrNameLst>
                                          <p:attrName>ppt_w</p:attrName>
                                        </p:attrNameLst>
                                      </p:cBhvr>
                                      <p:tavLst>
                                        <p:tav tm="0">
                                          <p:val>
                                            <p:strVal val="ppt_w"/>
                                          </p:val>
                                        </p:tav>
                                        <p:tav tm="100000">
                                          <p:val>
                                            <p:fltVal val="0"/>
                                          </p:val>
                                        </p:tav>
                                      </p:tavLst>
                                    </p:anim>
                                    <p:anim calcmode="lin" valueType="num">
                                      <p:cBhvr>
                                        <p:cTn id="105" dur="250"/>
                                        <p:tgtEl>
                                          <p:spTgt spid="7"/>
                                        </p:tgtEl>
                                        <p:attrNameLst>
                                          <p:attrName>ppt_h</p:attrName>
                                        </p:attrNameLst>
                                      </p:cBhvr>
                                      <p:tavLst>
                                        <p:tav tm="0">
                                          <p:val>
                                            <p:strVal val="ppt_h"/>
                                          </p:val>
                                        </p:tav>
                                        <p:tav tm="100000">
                                          <p:val>
                                            <p:fltVal val="0"/>
                                          </p:val>
                                        </p:tav>
                                      </p:tavLst>
                                    </p:anim>
                                    <p:anim calcmode="lin" valueType="num">
                                      <p:cBhvr>
                                        <p:cTn id="106" dur="250"/>
                                        <p:tgtEl>
                                          <p:spTgt spid="7"/>
                                        </p:tgtEl>
                                        <p:attrNameLst>
                                          <p:attrName>style.rotation</p:attrName>
                                        </p:attrNameLst>
                                      </p:cBhvr>
                                      <p:tavLst>
                                        <p:tav tm="0">
                                          <p:val>
                                            <p:fltVal val="0"/>
                                          </p:val>
                                        </p:tav>
                                        <p:tav tm="100000">
                                          <p:val>
                                            <p:fltVal val="90"/>
                                          </p:val>
                                        </p:tav>
                                      </p:tavLst>
                                    </p:anim>
                                    <p:animEffect transition="out" filter="fade">
                                      <p:cBhvr>
                                        <p:cTn id="107" dur="250"/>
                                        <p:tgtEl>
                                          <p:spTgt spid="7"/>
                                        </p:tgtEl>
                                      </p:cBhvr>
                                    </p:animEffect>
                                    <p:set>
                                      <p:cBhvr>
                                        <p:cTn id="108" dur="1" fill="hold">
                                          <p:stCondLst>
                                            <p:cond delay="249"/>
                                          </p:stCondLst>
                                        </p:cTn>
                                        <p:tgtEl>
                                          <p:spTgt spid="7"/>
                                        </p:tgtEl>
                                        <p:attrNameLst>
                                          <p:attrName>style.visibility</p:attrName>
                                        </p:attrNameLst>
                                      </p:cBhvr>
                                      <p:to>
                                        <p:strVal val="hidden"/>
                                      </p:to>
                                    </p:set>
                                  </p:childTnLst>
                                </p:cTn>
                              </p:par>
                              <p:par>
                                <p:cTn id="109" presetID="31" presetClass="exit" presetSubtype="0" fill="hold" grpId="3" nodeType="withEffect">
                                  <p:stCondLst>
                                    <p:cond delay="0"/>
                                  </p:stCondLst>
                                  <p:childTnLst>
                                    <p:anim calcmode="lin" valueType="num">
                                      <p:cBhvr>
                                        <p:cTn id="110" dur="250"/>
                                        <p:tgtEl>
                                          <p:spTgt spid="8"/>
                                        </p:tgtEl>
                                        <p:attrNameLst>
                                          <p:attrName>ppt_w</p:attrName>
                                        </p:attrNameLst>
                                      </p:cBhvr>
                                      <p:tavLst>
                                        <p:tav tm="0">
                                          <p:val>
                                            <p:strVal val="ppt_w"/>
                                          </p:val>
                                        </p:tav>
                                        <p:tav tm="100000">
                                          <p:val>
                                            <p:fltVal val="0"/>
                                          </p:val>
                                        </p:tav>
                                      </p:tavLst>
                                    </p:anim>
                                    <p:anim calcmode="lin" valueType="num">
                                      <p:cBhvr>
                                        <p:cTn id="111" dur="250"/>
                                        <p:tgtEl>
                                          <p:spTgt spid="8"/>
                                        </p:tgtEl>
                                        <p:attrNameLst>
                                          <p:attrName>ppt_h</p:attrName>
                                        </p:attrNameLst>
                                      </p:cBhvr>
                                      <p:tavLst>
                                        <p:tav tm="0">
                                          <p:val>
                                            <p:strVal val="ppt_h"/>
                                          </p:val>
                                        </p:tav>
                                        <p:tav tm="100000">
                                          <p:val>
                                            <p:fltVal val="0"/>
                                          </p:val>
                                        </p:tav>
                                      </p:tavLst>
                                    </p:anim>
                                    <p:anim calcmode="lin" valueType="num">
                                      <p:cBhvr>
                                        <p:cTn id="112" dur="250"/>
                                        <p:tgtEl>
                                          <p:spTgt spid="8"/>
                                        </p:tgtEl>
                                        <p:attrNameLst>
                                          <p:attrName>style.rotation</p:attrName>
                                        </p:attrNameLst>
                                      </p:cBhvr>
                                      <p:tavLst>
                                        <p:tav tm="0">
                                          <p:val>
                                            <p:fltVal val="0"/>
                                          </p:val>
                                        </p:tav>
                                        <p:tav tm="100000">
                                          <p:val>
                                            <p:fltVal val="90"/>
                                          </p:val>
                                        </p:tav>
                                      </p:tavLst>
                                    </p:anim>
                                    <p:animEffect transition="out" filter="fade">
                                      <p:cBhvr>
                                        <p:cTn id="113" dur="250"/>
                                        <p:tgtEl>
                                          <p:spTgt spid="8"/>
                                        </p:tgtEl>
                                      </p:cBhvr>
                                    </p:animEffect>
                                    <p:set>
                                      <p:cBhvr>
                                        <p:cTn id="114" dur="1" fill="hold">
                                          <p:stCondLst>
                                            <p:cond delay="249"/>
                                          </p:stCondLst>
                                        </p:cTn>
                                        <p:tgtEl>
                                          <p:spTgt spid="8"/>
                                        </p:tgtEl>
                                        <p:attrNameLst>
                                          <p:attrName>style.visibility</p:attrName>
                                        </p:attrNameLst>
                                      </p:cBhvr>
                                      <p:to>
                                        <p:strVal val="hidden"/>
                                      </p:to>
                                    </p:set>
                                  </p:childTnLst>
                                </p:cTn>
                              </p:par>
                              <p:par>
                                <p:cTn id="115" presetID="31" presetClass="exit" presetSubtype="0" fill="hold" nodeType="withEffect">
                                  <p:stCondLst>
                                    <p:cond delay="0"/>
                                  </p:stCondLst>
                                  <p:childTnLst>
                                    <p:anim calcmode="lin" valueType="num">
                                      <p:cBhvr>
                                        <p:cTn id="116" dur="250"/>
                                        <p:tgtEl>
                                          <p:spTgt spid="3"/>
                                        </p:tgtEl>
                                        <p:attrNameLst>
                                          <p:attrName>ppt_w</p:attrName>
                                        </p:attrNameLst>
                                      </p:cBhvr>
                                      <p:tavLst>
                                        <p:tav tm="0">
                                          <p:val>
                                            <p:strVal val="ppt_w"/>
                                          </p:val>
                                        </p:tav>
                                        <p:tav tm="100000">
                                          <p:val>
                                            <p:fltVal val="0"/>
                                          </p:val>
                                        </p:tav>
                                      </p:tavLst>
                                    </p:anim>
                                    <p:anim calcmode="lin" valueType="num">
                                      <p:cBhvr>
                                        <p:cTn id="117" dur="250"/>
                                        <p:tgtEl>
                                          <p:spTgt spid="3"/>
                                        </p:tgtEl>
                                        <p:attrNameLst>
                                          <p:attrName>ppt_h</p:attrName>
                                        </p:attrNameLst>
                                      </p:cBhvr>
                                      <p:tavLst>
                                        <p:tav tm="0">
                                          <p:val>
                                            <p:strVal val="ppt_h"/>
                                          </p:val>
                                        </p:tav>
                                        <p:tav tm="100000">
                                          <p:val>
                                            <p:fltVal val="0"/>
                                          </p:val>
                                        </p:tav>
                                      </p:tavLst>
                                    </p:anim>
                                    <p:anim calcmode="lin" valueType="num">
                                      <p:cBhvr>
                                        <p:cTn id="118" dur="250"/>
                                        <p:tgtEl>
                                          <p:spTgt spid="3"/>
                                        </p:tgtEl>
                                        <p:attrNameLst>
                                          <p:attrName>style.rotation</p:attrName>
                                        </p:attrNameLst>
                                      </p:cBhvr>
                                      <p:tavLst>
                                        <p:tav tm="0">
                                          <p:val>
                                            <p:fltVal val="0"/>
                                          </p:val>
                                        </p:tav>
                                        <p:tav tm="100000">
                                          <p:val>
                                            <p:fltVal val="90"/>
                                          </p:val>
                                        </p:tav>
                                      </p:tavLst>
                                    </p:anim>
                                    <p:animEffect transition="out" filter="fade">
                                      <p:cBhvr>
                                        <p:cTn id="119" dur="250"/>
                                        <p:tgtEl>
                                          <p:spTgt spid="3"/>
                                        </p:tgtEl>
                                      </p:cBhvr>
                                    </p:animEffect>
                                    <p:set>
                                      <p:cBhvr>
                                        <p:cTn id="120" dur="1" fill="hold">
                                          <p:stCondLst>
                                            <p:cond delay="249"/>
                                          </p:stCondLst>
                                        </p:cTn>
                                        <p:tgtEl>
                                          <p:spTgt spid="3"/>
                                        </p:tgtEl>
                                        <p:attrNameLst>
                                          <p:attrName>style.visibility</p:attrName>
                                        </p:attrNameLst>
                                      </p:cBhvr>
                                      <p:to>
                                        <p:strVal val="hidden"/>
                                      </p:to>
                                    </p:set>
                                  </p:childTnLst>
                                </p:cTn>
                              </p:par>
                              <p:par>
                                <p:cTn id="121" presetID="31" presetClass="exit" presetSubtype="0" fill="hold" grpId="1" nodeType="withEffect">
                                  <p:stCondLst>
                                    <p:cond delay="0"/>
                                  </p:stCondLst>
                                  <p:childTnLst>
                                    <p:anim calcmode="lin" valueType="num">
                                      <p:cBhvr>
                                        <p:cTn id="122" dur="250"/>
                                        <p:tgtEl>
                                          <p:spTgt spid="34"/>
                                        </p:tgtEl>
                                        <p:attrNameLst>
                                          <p:attrName>ppt_w</p:attrName>
                                        </p:attrNameLst>
                                      </p:cBhvr>
                                      <p:tavLst>
                                        <p:tav tm="0">
                                          <p:val>
                                            <p:strVal val="ppt_w"/>
                                          </p:val>
                                        </p:tav>
                                        <p:tav tm="100000">
                                          <p:val>
                                            <p:fltVal val="0"/>
                                          </p:val>
                                        </p:tav>
                                      </p:tavLst>
                                    </p:anim>
                                    <p:anim calcmode="lin" valueType="num">
                                      <p:cBhvr>
                                        <p:cTn id="123" dur="250"/>
                                        <p:tgtEl>
                                          <p:spTgt spid="34"/>
                                        </p:tgtEl>
                                        <p:attrNameLst>
                                          <p:attrName>ppt_h</p:attrName>
                                        </p:attrNameLst>
                                      </p:cBhvr>
                                      <p:tavLst>
                                        <p:tav tm="0">
                                          <p:val>
                                            <p:strVal val="ppt_h"/>
                                          </p:val>
                                        </p:tav>
                                        <p:tav tm="100000">
                                          <p:val>
                                            <p:fltVal val="0"/>
                                          </p:val>
                                        </p:tav>
                                      </p:tavLst>
                                    </p:anim>
                                    <p:anim calcmode="lin" valueType="num">
                                      <p:cBhvr>
                                        <p:cTn id="124" dur="250"/>
                                        <p:tgtEl>
                                          <p:spTgt spid="34"/>
                                        </p:tgtEl>
                                        <p:attrNameLst>
                                          <p:attrName>style.rotation</p:attrName>
                                        </p:attrNameLst>
                                      </p:cBhvr>
                                      <p:tavLst>
                                        <p:tav tm="0">
                                          <p:val>
                                            <p:fltVal val="0"/>
                                          </p:val>
                                        </p:tav>
                                        <p:tav tm="100000">
                                          <p:val>
                                            <p:fltVal val="90"/>
                                          </p:val>
                                        </p:tav>
                                      </p:tavLst>
                                    </p:anim>
                                    <p:animEffect transition="out" filter="fade">
                                      <p:cBhvr>
                                        <p:cTn id="125" dur="250"/>
                                        <p:tgtEl>
                                          <p:spTgt spid="34"/>
                                        </p:tgtEl>
                                      </p:cBhvr>
                                    </p:animEffect>
                                    <p:set>
                                      <p:cBhvr>
                                        <p:cTn id="126" dur="1" fill="hold">
                                          <p:stCondLst>
                                            <p:cond delay="249"/>
                                          </p:stCondLst>
                                        </p:cTn>
                                        <p:tgtEl>
                                          <p:spTgt spid="34"/>
                                        </p:tgtEl>
                                        <p:attrNameLst>
                                          <p:attrName>style.visibility</p:attrName>
                                        </p:attrNameLst>
                                      </p:cBhvr>
                                      <p:to>
                                        <p:strVal val="hidden"/>
                                      </p:to>
                                    </p:set>
                                  </p:childTnLst>
                                </p:cTn>
                              </p:par>
                              <p:par>
                                <p:cTn id="127" presetID="31" presetClass="exit" presetSubtype="0" fill="hold" grpId="1" nodeType="withEffect">
                                  <p:stCondLst>
                                    <p:cond delay="0"/>
                                  </p:stCondLst>
                                  <p:childTnLst>
                                    <p:anim calcmode="lin" valueType="num">
                                      <p:cBhvr>
                                        <p:cTn id="128" dur="250"/>
                                        <p:tgtEl>
                                          <p:spTgt spid="35"/>
                                        </p:tgtEl>
                                        <p:attrNameLst>
                                          <p:attrName>ppt_w</p:attrName>
                                        </p:attrNameLst>
                                      </p:cBhvr>
                                      <p:tavLst>
                                        <p:tav tm="0">
                                          <p:val>
                                            <p:strVal val="ppt_w"/>
                                          </p:val>
                                        </p:tav>
                                        <p:tav tm="100000">
                                          <p:val>
                                            <p:fltVal val="0"/>
                                          </p:val>
                                        </p:tav>
                                      </p:tavLst>
                                    </p:anim>
                                    <p:anim calcmode="lin" valueType="num">
                                      <p:cBhvr>
                                        <p:cTn id="129" dur="250"/>
                                        <p:tgtEl>
                                          <p:spTgt spid="35"/>
                                        </p:tgtEl>
                                        <p:attrNameLst>
                                          <p:attrName>ppt_h</p:attrName>
                                        </p:attrNameLst>
                                      </p:cBhvr>
                                      <p:tavLst>
                                        <p:tav tm="0">
                                          <p:val>
                                            <p:strVal val="ppt_h"/>
                                          </p:val>
                                        </p:tav>
                                        <p:tav tm="100000">
                                          <p:val>
                                            <p:fltVal val="0"/>
                                          </p:val>
                                        </p:tav>
                                      </p:tavLst>
                                    </p:anim>
                                    <p:anim calcmode="lin" valueType="num">
                                      <p:cBhvr>
                                        <p:cTn id="130" dur="250"/>
                                        <p:tgtEl>
                                          <p:spTgt spid="35"/>
                                        </p:tgtEl>
                                        <p:attrNameLst>
                                          <p:attrName>style.rotation</p:attrName>
                                        </p:attrNameLst>
                                      </p:cBhvr>
                                      <p:tavLst>
                                        <p:tav tm="0">
                                          <p:val>
                                            <p:fltVal val="0"/>
                                          </p:val>
                                        </p:tav>
                                        <p:tav tm="100000">
                                          <p:val>
                                            <p:fltVal val="90"/>
                                          </p:val>
                                        </p:tav>
                                      </p:tavLst>
                                    </p:anim>
                                    <p:animEffect transition="out" filter="fade">
                                      <p:cBhvr>
                                        <p:cTn id="131" dur="250"/>
                                        <p:tgtEl>
                                          <p:spTgt spid="35"/>
                                        </p:tgtEl>
                                      </p:cBhvr>
                                    </p:animEffect>
                                    <p:set>
                                      <p:cBhvr>
                                        <p:cTn id="132" dur="1" fill="hold">
                                          <p:stCondLst>
                                            <p:cond delay="249"/>
                                          </p:stCondLst>
                                        </p:cTn>
                                        <p:tgtEl>
                                          <p:spTgt spid="35"/>
                                        </p:tgtEl>
                                        <p:attrNameLst>
                                          <p:attrName>style.visibility</p:attrName>
                                        </p:attrNameLst>
                                      </p:cBhvr>
                                      <p:to>
                                        <p:strVal val="hidden"/>
                                      </p:to>
                                    </p:set>
                                  </p:childTnLst>
                                </p:cTn>
                              </p:par>
                              <p:par>
                                <p:cTn id="133" presetID="31" presetClass="exit" presetSubtype="0" fill="hold" grpId="1" nodeType="withEffect">
                                  <p:stCondLst>
                                    <p:cond delay="0"/>
                                  </p:stCondLst>
                                  <p:childTnLst>
                                    <p:anim calcmode="lin" valueType="num">
                                      <p:cBhvr>
                                        <p:cTn id="134" dur="250"/>
                                        <p:tgtEl>
                                          <p:spTgt spid="9"/>
                                        </p:tgtEl>
                                        <p:attrNameLst>
                                          <p:attrName>ppt_w</p:attrName>
                                        </p:attrNameLst>
                                      </p:cBhvr>
                                      <p:tavLst>
                                        <p:tav tm="0">
                                          <p:val>
                                            <p:strVal val="ppt_w"/>
                                          </p:val>
                                        </p:tav>
                                        <p:tav tm="100000">
                                          <p:val>
                                            <p:fltVal val="0"/>
                                          </p:val>
                                        </p:tav>
                                      </p:tavLst>
                                    </p:anim>
                                    <p:anim calcmode="lin" valueType="num">
                                      <p:cBhvr>
                                        <p:cTn id="135" dur="250"/>
                                        <p:tgtEl>
                                          <p:spTgt spid="9"/>
                                        </p:tgtEl>
                                        <p:attrNameLst>
                                          <p:attrName>ppt_h</p:attrName>
                                        </p:attrNameLst>
                                      </p:cBhvr>
                                      <p:tavLst>
                                        <p:tav tm="0">
                                          <p:val>
                                            <p:strVal val="ppt_h"/>
                                          </p:val>
                                        </p:tav>
                                        <p:tav tm="100000">
                                          <p:val>
                                            <p:fltVal val="0"/>
                                          </p:val>
                                        </p:tav>
                                      </p:tavLst>
                                    </p:anim>
                                    <p:anim calcmode="lin" valueType="num">
                                      <p:cBhvr>
                                        <p:cTn id="136" dur="250"/>
                                        <p:tgtEl>
                                          <p:spTgt spid="9"/>
                                        </p:tgtEl>
                                        <p:attrNameLst>
                                          <p:attrName>style.rotation</p:attrName>
                                        </p:attrNameLst>
                                      </p:cBhvr>
                                      <p:tavLst>
                                        <p:tav tm="0">
                                          <p:val>
                                            <p:fltVal val="0"/>
                                          </p:val>
                                        </p:tav>
                                        <p:tav tm="100000">
                                          <p:val>
                                            <p:fltVal val="90"/>
                                          </p:val>
                                        </p:tav>
                                      </p:tavLst>
                                    </p:anim>
                                    <p:animEffect transition="out" filter="fade">
                                      <p:cBhvr>
                                        <p:cTn id="137" dur="250"/>
                                        <p:tgtEl>
                                          <p:spTgt spid="9"/>
                                        </p:tgtEl>
                                      </p:cBhvr>
                                    </p:animEffect>
                                    <p:set>
                                      <p:cBhvr>
                                        <p:cTn id="138" dur="1" fill="hold">
                                          <p:stCondLst>
                                            <p:cond delay="249"/>
                                          </p:stCondLst>
                                        </p:cTn>
                                        <p:tgtEl>
                                          <p:spTgt spid="9"/>
                                        </p:tgtEl>
                                        <p:attrNameLst>
                                          <p:attrName>style.visibility</p:attrName>
                                        </p:attrNameLst>
                                      </p:cBhvr>
                                      <p:to>
                                        <p:strVal val="hidden"/>
                                      </p:to>
                                    </p:set>
                                  </p:childTnLst>
                                </p:cTn>
                              </p:par>
                              <p:par>
                                <p:cTn id="139" presetID="31" presetClass="exit" presetSubtype="0" fill="hold" grpId="3" nodeType="withEffect">
                                  <p:stCondLst>
                                    <p:cond delay="0"/>
                                  </p:stCondLst>
                                  <p:childTnLst>
                                    <p:anim calcmode="lin" valueType="num">
                                      <p:cBhvr>
                                        <p:cTn id="140" dur="250"/>
                                        <p:tgtEl>
                                          <p:spTgt spid="10"/>
                                        </p:tgtEl>
                                        <p:attrNameLst>
                                          <p:attrName>ppt_w</p:attrName>
                                        </p:attrNameLst>
                                      </p:cBhvr>
                                      <p:tavLst>
                                        <p:tav tm="0">
                                          <p:val>
                                            <p:strVal val="ppt_w"/>
                                          </p:val>
                                        </p:tav>
                                        <p:tav tm="100000">
                                          <p:val>
                                            <p:fltVal val="0"/>
                                          </p:val>
                                        </p:tav>
                                      </p:tavLst>
                                    </p:anim>
                                    <p:anim calcmode="lin" valueType="num">
                                      <p:cBhvr>
                                        <p:cTn id="141" dur="250"/>
                                        <p:tgtEl>
                                          <p:spTgt spid="10"/>
                                        </p:tgtEl>
                                        <p:attrNameLst>
                                          <p:attrName>ppt_h</p:attrName>
                                        </p:attrNameLst>
                                      </p:cBhvr>
                                      <p:tavLst>
                                        <p:tav tm="0">
                                          <p:val>
                                            <p:strVal val="ppt_h"/>
                                          </p:val>
                                        </p:tav>
                                        <p:tav tm="100000">
                                          <p:val>
                                            <p:fltVal val="0"/>
                                          </p:val>
                                        </p:tav>
                                      </p:tavLst>
                                    </p:anim>
                                    <p:anim calcmode="lin" valueType="num">
                                      <p:cBhvr>
                                        <p:cTn id="142" dur="250"/>
                                        <p:tgtEl>
                                          <p:spTgt spid="10"/>
                                        </p:tgtEl>
                                        <p:attrNameLst>
                                          <p:attrName>style.rotation</p:attrName>
                                        </p:attrNameLst>
                                      </p:cBhvr>
                                      <p:tavLst>
                                        <p:tav tm="0">
                                          <p:val>
                                            <p:fltVal val="0"/>
                                          </p:val>
                                        </p:tav>
                                        <p:tav tm="100000">
                                          <p:val>
                                            <p:fltVal val="90"/>
                                          </p:val>
                                        </p:tav>
                                      </p:tavLst>
                                    </p:anim>
                                    <p:animEffect transition="out" filter="fade">
                                      <p:cBhvr>
                                        <p:cTn id="143" dur="250"/>
                                        <p:tgtEl>
                                          <p:spTgt spid="10"/>
                                        </p:tgtEl>
                                      </p:cBhvr>
                                    </p:animEffect>
                                    <p:set>
                                      <p:cBhvr>
                                        <p:cTn id="144" dur="1" fill="hold">
                                          <p:stCondLst>
                                            <p:cond delay="249"/>
                                          </p:stCondLst>
                                        </p:cTn>
                                        <p:tgtEl>
                                          <p:spTgt spid="10"/>
                                        </p:tgtEl>
                                        <p:attrNameLst>
                                          <p:attrName>style.visibility</p:attrName>
                                        </p:attrNameLst>
                                      </p:cBhvr>
                                      <p:to>
                                        <p:strVal val="hidden"/>
                                      </p:to>
                                    </p:set>
                                  </p:childTnLst>
                                </p:cTn>
                              </p:par>
                              <p:par>
                                <p:cTn id="145" presetID="31" presetClass="exit" presetSubtype="0" fill="hold" nodeType="withEffect">
                                  <p:stCondLst>
                                    <p:cond delay="0"/>
                                  </p:stCondLst>
                                  <p:childTnLst>
                                    <p:anim calcmode="lin" valueType="num">
                                      <p:cBhvr>
                                        <p:cTn id="146" dur="250"/>
                                        <p:tgtEl>
                                          <p:spTgt spid="4"/>
                                        </p:tgtEl>
                                        <p:attrNameLst>
                                          <p:attrName>ppt_w</p:attrName>
                                        </p:attrNameLst>
                                      </p:cBhvr>
                                      <p:tavLst>
                                        <p:tav tm="0">
                                          <p:val>
                                            <p:strVal val="ppt_w"/>
                                          </p:val>
                                        </p:tav>
                                        <p:tav tm="100000">
                                          <p:val>
                                            <p:fltVal val="0"/>
                                          </p:val>
                                        </p:tav>
                                      </p:tavLst>
                                    </p:anim>
                                    <p:anim calcmode="lin" valueType="num">
                                      <p:cBhvr>
                                        <p:cTn id="147" dur="250"/>
                                        <p:tgtEl>
                                          <p:spTgt spid="4"/>
                                        </p:tgtEl>
                                        <p:attrNameLst>
                                          <p:attrName>ppt_h</p:attrName>
                                        </p:attrNameLst>
                                      </p:cBhvr>
                                      <p:tavLst>
                                        <p:tav tm="0">
                                          <p:val>
                                            <p:strVal val="ppt_h"/>
                                          </p:val>
                                        </p:tav>
                                        <p:tav tm="100000">
                                          <p:val>
                                            <p:fltVal val="0"/>
                                          </p:val>
                                        </p:tav>
                                      </p:tavLst>
                                    </p:anim>
                                    <p:anim calcmode="lin" valueType="num">
                                      <p:cBhvr>
                                        <p:cTn id="148" dur="250"/>
                                        <p:tgtEl>
                                          <p:spTgt spid="4"/>
                                        </p:tgtEl>
                                        <p:attrNameLst>
                                          <p:attrName>style.rotation</p:attrName>
                                        </p:attrNameLst>
                                      </p:cBhvr>
                                      <p:tavLst>
                                        <p:tav tm="0">
                                          <p:val>
                                            <p:fltVal val="0"/>
                                          </p:val>
                                        </p:tav>
                                        <p:tav tm="100000">
                                          <p:val>
                                            <p:fltVal val="90"/>
                                          </p:val>
                                        </p:tav>
                                      </p:tavLst>
                                    </p:anim>
                                    <p:animEffect transition="out" filter="fade">
                                      <p:cBhvr>
                                        <p:cTn id="149" dur="250"/>
                                        <p:tgtEl>
                                          <p:spTgt spid="4"/>
                                        </p:tgtEl>
                                      </p:cBhvr>
                                    </p:animEffect>
                                    <p:set>
                                      <p:cBhvr>
                                        <p:cTn id="150" dur="1" fill="hold">
                                          <p:stCondLst>
                                            <p:cond delay="249"/>
                                          </p:stCondLst>
                                        </p:cTn>
                                        <p:tgtEl>
                                          <p:spTgt spid="4"/>
                                        </p:tgtEl>
                                        <p:attrNameLst>
                                          <p:attrName>style.visibility</p:attrName>
                                        </p:attrNameLst>
                                      </p:cBhvr>
                                      <p:to>
                                        <p:strVal val="hidden"/>
                                      </p:to>
                                    </p:set>
                                  </p:childTnLst>
                                </p:cTn>
                              </p:par>
                              <p:par>
                                <p:cTn id="151" presetID="31" presetClass="exit" presetSubtype="0" fill="hold" grpId="1" nodeType="withEffect">
                                  <p:stCondLst>
                                    <p:cond delay="0"/>
                                  </p:stCondLst>
                                  <p:childTnLst>
                                    <p:anim calcmode="lin" valueType="num">
                                      <p:cBhvr>
                                        <p:cTn id="152" dur="250"/>
                                        <p:tgtEl>
                                          <p:spTgt spid="36"/>
                                        </p:tgtEl>
                                        <p:attrNameLst>
                                          <p:attrName>ppt_w</p:attrName>
                                        </p:attrNameLst>
                                      </p:cBhvr>
                                      <p:tavLst>
                                        <p:tav tm="0">
                                          <p:val>
                                            <p:strVal val="ppt_w"/>
                                          </p:val>
                                        </p:tav>
                                        <p:tav tm="100000">
                                          <p:val>
                                            <p:fltVal val="0"/>
                                          </p:val>
                                        </p:tav>
                                      </p:tavLst>
                                    </p:anim>
                                    <p:anim calcmode="lin" valueType="num">
                                      <p:cBhvr>
                                        <p:cTn id="153" dur="250"/>
                                        <p:tgtEl>
                                          <p:spTgt spid="36"/>
                                        </p:tgtEl>
                                        <p:attrNameLst>
                                          <p:attrName>ppt_h</p:attrName>
                                        </p:attrNameLst>
                                      </p:cBhvr>
                                      <p:tavLst>
                                        <p:tav tm="0">
                                          <p:val>
                                            <p:strVal val="ppt_h"/>
                                          </p:val>
                                        </p:tav>
                                        <p:tav tm="100000">
                                          <p:val>
                                            <p:fltVal val="0"/>
                                          </p:val>
                                        </p:tav>
                                      </p:tavLst>
                                    </p:anim>
                                    <p:anim calcmode="lin" valueType="num">
                                      <p:cBhvr>
                                        <p:cTn id="154" dur="250"/>
                                        <p:tgtEl>
                                          <p:spTgt spid="36"/>
                                        </p:tgtEl>
                                        <p:attrNameLst>
                                          <p:attrName>style.rotation</p:attrName>
                                        </p:attrNameLst>
                                      </p:cBhvr>
                                      <p:tavLst>
                                        <p:tav tm="0">
                                          <p:val>
                                            <p:fltVal val="0"/>
                                          </p:val>
                                        </p:tav>
                                        <p:tav tm="100000">
                                          <p:val>
                                            <p:fltVal val="90"/>
                                          </p:val>
                                        </p:tav>
                                      </p:tavLst>
                                    </p:anim>
                                    <p:animEffect transition="out" filter="fade">
                                      <p:cBhvr>
                                        <p:cTn id="155" dur="250"/>
                                        <p:tgtEl>
                                          <p:spTgt spid="36"/>
                                        </p:tgtEl>
                                      </p:cBhvr>
                                    </p:animEffect>
                                    <p:set>
                                      <p:cBhvr>
                                        <p:cTn id="156" dur="1" fill="hold">
                                          <p:stCondLst>
                                            <p:cond delay="249"/>
                                          </p:stCondLst>
                                        </p:cTn>
                                        <p:tgtEl>
                                          <p:spTgt spid="36"/>
                                        </p:tgtEl>
                                        <p:attrNameLst>
                                          <p:attrName>style.visibility</p:attrName>
                                        </p:attrNameLst>
                                      </p:cBhvr>
                                      <p:to>
                                        <p:strVal val="hidden"/>
                                      </p:to>
                                    </p:set>
                                  </p:childTnLst>
                                </p:cTn>
                              </p:par>
                              <p:par>
                                <p:cTn id="157" presetID="31" presetClass="exit" presetSubtype="0" fill="hold" grpId="1" nodeType="withEffect">
                                  <p:stCondLst>
                                    <p:cond delay="0"/>
                                  </p:stCondLst>
                                  <p:childTnLst>
                                    <p:anim calcmode="lin" valueType="num">
                                      <p:cBhvr>
                                        <p:cTn id="158" dur="250"/>
                                        <p:tgtEl>
                                          <p:spTgt spid="37"/>
                                        </p:tgtEl>
                                        <p:attrNameLst>
                                          <p:attrName>ppt_w</p:attrName>
                                        </p:attrNameLst>
                                      </p:cBhvr>
                                      <p:tavLst>
                                        <p:tav tm="0">
                                          <p:val>
                                            <p:strVal val="ppt_w"/>
                                          </p:val>
                                        </p:tav>
                                        <p:tav tm="100000">
                                          <p:val>
                                            <p:fltVal val="0"/>
                                          </p:val>
                                        </p:tav>
                                      </p:tavLst>
                                    </p:anim>
                                    <p:anim calcmode="lin" valueType="num">
                                      <p:cBhvr>
                                        <p:cTn id="159" dur="250"/>
                                        <p:tgtEl>
                                          <p:spTgt spid="37"/>
                                        </p:tgtEl>
                                        <p:attrNameLst>
                                          <p:attrName>ppt_h</p:attrName>
                                        </p:attrNameLst>
                                      </p:cBhvr>
                                      <p:tavLst>
                                        <p:tav tm="0">
                                          <p:val>
                                            <p:strVal val="ppt_h"/>
                                          </p:val>
                                        </p:tav>
                                        <p:tav tm="100000">
                                          <p:val>
                                            <p:fltVal val="0"/>
                                          </p:val>
                                        </p:tav>
                                      </p:tavLst>
                                    </p:anim>
                                    <p:anim calcmode="lin" valueType="num">
                                      <p:cBhvr>
                                        <p:cTn id="160" dur="250"/>
                                        <p:tgtEl>
                                          <p:spTgt spid="37"/>
                                        </p:tgtEl>
                                        <p:attrNameLst>
                                          <p:attrName>style.rotation</p:attrName>
                                        </p:attrNameLst>
                                      </p:cBhvr>
                                      <p:tavLst>
                                        <p:tav tm="0">
                                          <p:val>
                                            <p:fltVal val="0"/>
                                          </p:val>
                                        </p:tav>
                                        <p:tav tm="100000">
                                          <p:val>
                                            <p:fltVal val="90"/>
                                          </p:val>
                                        </p:tav>
                                      </p:tavLst>
                                    </p:anim>
                                    <p:animEffect transition="out" filter="fade">
                                      <p:cBhvr>
                                        <p:cTn id="161" dur="250"/>
                                        <p:tgtEl>
                                          <p:spTgt spid="37"/>
                                        </p:tgtEl>
                                      </p:cBhvr>
                                    </p:animEffect>
                                    <p:set>
                                      <p:cBhvr>
                                        <p:cTn id="162" dur="1" fill="hold">
                                          <p:stCondLst>
                                            <p:cond delay="249"/>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6" grpId="2" animBg="1"/>
      <p:bldP spid="6" grpId="3" animBg="1"/>
      <p:bldP spid="7" grpId="0" animBg="1"/>
      <p:bldP spid="7" grpId="1" animBg="1"/>
      <p:bldP spid="8" grpId="0" animBg="1"/>
      <p:bldP spid="8" grpId="1" animBg="1"/>
      <p:bldP spid="8" grpId="2" animBg="1"/>
      <p:bldP spid="8" grpId="3" animBg="1"/>
      <p:bldP spid="9" grpId="0" animBg="1"/>
      <p:bldP spid="9" grpId="1" animBg="1"/>
      <p:bldP spid="10" grpId="0" animBg="1"/>
      <p:bldP spid="10" grpId="1" animBg="1"/>
      <p:bldP spid="10" grpId="2" animBg="1"/>
      <p:bldP spid="10" grpId="3" animBg="1"/>
      <p:bldP spid="32" grpId="0"/>
      <p:bldP spid="32" grpId="1"/>
      <p:bldP spid="33" grpId="0"/>
      <p:bldP spid="33" grpId="1"/>
      <p:bldP spid="34" grpId="0"/>
      <p:bldP spid="34" grpId="1"/>
      <p:bldP spid="35" grpId="0"/>
      <p:bldP spid="35" grpId="1"/>
      <p:bldP spid="36" grpId="0"/>
      <p:bldP spid="36" grpId="1"/>
      <p:bldP spid="37" grpId="0"/>
      <p:bldP spid="37"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1452813" y="1642312"/>
            <a:ext cx="1200150" cy="120015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76" tIns="34289" rIns="68576" bIns="34289" rtlCol="0" anchor="ctr"/>
          <a:lstStyle/>
          <a:p>
            <a:pPr algn="ctr"/>
            <a:endParaRPr lang="zh-CN" altLang="en-US">
              <a:solidFill>
                <a:schemeClr val="bg1">
                  <a:lumMod val="75000"/>
                </a:schemeClr>
              </a:solidFill>
            </a:endParaRPr>
          </a:p>
        </p:txBody>
      </p:sp>
      <p:sp>
        <p:nvSpPr>
          <p:cNvPr id="6" name="等腰三角形 5"/>
          <p:cNvSpPr/>
          <p:nvPr/>
        </p:nvSpPr>
        <p:spPr>
          <a:xfrm rot="1800000">
            <a:off x="1446313" y="1483992"/>
            <a:ext cx="1348393" cy="11624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76" tIns="34289" rIns="68576" bIns="34289" rtlCol="0" anchor="ctr"/>
          <a:lstStyle/>
          <a:p>
            <a:pPr algn="ctr"/>
            <a:endParaRPr lang="zh-CN" altLang="en-US"/>
          </a:p>
        </p:txBody>
      </p:sp>
      <p:sp>
        <p:nvSpPr>
          <p:cNvPr id="7" name="椭圆 6"/>
          <p:cNvSpPr/>
          <p:nvPr/>
        </p:nvSpPr>
        <p:spPr>
          <a:xfrm>
            <a:off x="3961398" y="1642313"/>
            <a:ext cx="1200150" cy="120015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68576" tIns="34289" rIns="68576" bIns="34289" rtlCol="0" anchor="ctr"/>
          <a:lstStyle/>
          <a:p>
            <a:pPr algn="ctr"/>
            <a:endParaRPr lang="zh-CN" altLang="en-US">
              <a:solidFill>
                <a:schemeClr val="bg1">
                  <a:lumMod val="75000"/>
                </a:schemeClr>
              </a:solidFill>
            </a:endParaRPr>
          </a:p>
        </p:txBody>
      </p:sp>
      <p:sp>
        <p:nvSpPr>
          <p:cNvPr id="8" name="等腰三角形 7"/>
          <p:cNvSpPr/>
          <p:nvPr/>
        </p:nvSpPr>
        <p:spPr>
          <a:xfrm rot="1800000">
            <a:off x="3954896" y="1483993"/>
            <a:ext cx="1348393" cy="1162408"/>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76" tIns="34289" rIns="68576" bIns="34289" rtlCol="0" anchor="ctr"/>
          <a:lstStyle/>
          <a:p>
            <a:pPr algn="ctr"/>
            <a:endParaRPr lang="zh-CN" altLang="en-US"/>
          </a:p>
        </p:txBody>
      </p:sp>
      <p:sp>
        <p:nvSpPr>
          <p:cNvPr id="9" name="椭圆 8"/>
          <p:cNvSpPr/>
          <p:nvPr/>
        </p:nvSpPr>
        <p:spPr>
          <a:xfrm>
            <a:off x="6469982" y="1642312"/>
            <a:ext cx="1200150" cy="120015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68576" tIns="34289" rIns="68576" bIns="34289" rtlCol="0" anchor="ctr"/>
          <a:lstStyle/>
          <a:p>
            <a:pPr algn="ctr"/>
            <a:endParaRPr lang="zh-CN" altLang="en-US">
              <a:solidFill>
                <a:schemeClr val="bg1">
                  <a:lumMod val="75000"/>
                </a:schemeClr>
              </a:solidFill>
            </a:endParaRPr>
          </a:p>
        </p:txBody>
      </p:sp>
      <p:sp>
        <p:nvSpPr>
          <p:cNvPr id="10" name="等腰三角形 9"/>
          <p:cNvSpPr/>
          <p:nvPr/>
        </p:nvSpPr>
        <p:spPr>
          <a:xfrm rot="1800000">
            <a:off x="6463482" y="1483992"/>
            <a:ext cx="1348393" cy="1162408"/>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76" tIns="34289" rIns="68576" bIns="34289" rtlCol="0" anchor="ctr"/>
          <a:lstStyle/>
          <a:p>
            <a:pPr algn="ctr"/>
            <a:endParaRPr lang="zh-CN" altLang="en-US"/>
          </a:p>
        </p:txBody>
      </p:sp>
      <p:grpSp>
        <p:nvGrpSpPr>
          <p:cNvPr id="2" name="组合 30"/>
          <p:cNvGrpSpPr/>
          <p:nvPr/>
        </p:nvGrpSpPr>
        <p:grpSpPr>
          <a:xfrm>
            <a:off x="1870984" y="2112477"/>
            <a:ext cx="263275" cy="243961"/>
            <a:chOff x="5326063" y="407988"/>
            <a:chExt cx="822325" cy="762000"/>
          </a:xfrm>
        </p:grpSpPr>
        <p:sp>
          <p:nvSpPr>
            <p:cNvPr id="11" name="Freeform 76"/>
            <p:cNvSpPr/>
            <p:nvPr/>
          </p:nvSpPr>
          <p:spPr bwMode="auto">
            <a:xfrm>
              <a:off x="5326063" y="407988"/>
              <a:ext cx="822325" cy="762000"/>
            </a:xfrm>
            <a:custGeom>
              <a:avLst/>
              <a:gdLst>
                <a:gd name="T0" fmla="*/ 81 w 247"/>
                <a:gd name="T1" fmla="*/ 25 h 229"/>
                <a:gd name="T2" fmla="*/ 122 w 247"/>
                <a:gd name="T3" fmla="*/ 56 h 229"/>
                <a:gd name="T4" fmla="*/ 30 w 247"/>
                <a:gd name="T5" fmla="*/ 56 h 229"/>
                <a:gd name="T6" fmla="*/ 0 w 247"/>
                <a:gd name="T7" fmla="*/ 86 h 229"/>
                <a:gd name="T8" fmla="*/ 0 w 247"/>
                <a:gd name="T9" fmla="*/ 199 h 229"/>
                <a:gd name="T10" fmla="*/ 30 w 247"/>
                <a:gd name="T11" fmla="*/ 229 h 229"/>
                <a:gd name="T12" fmla="*/ 218 w 247"/>
                <a:gd name="T13" fmla="*/ 229 h 229"/>
                <a:gd name="T14" fmla="*/ 247 w 247"/>
                <a:gd name="T15" fmla="*/ 199 h 229"/>
                <a:gd name="T16" fmla="*/ 247 w 247"/>
                <a:gd name="T17" fmla="*/ 86 h 229"/>
                <a:gd name="T18" fmla="*/ 218 w 247"/>
                <a:gd name="T19" fmla="*/ 56 h 229"/>
                <a:gd name="T20" fmla="*/ 122 w 247"/>
                <a:gd name="T21" fmla="*/ 56 h 229"/>
                <a:gd name="T22" fmla="*/ 191 w 247"/>
                <a:gd name="T23" fmla="*/ 0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7" h="229">
                  <a:moveTo>
                    <a:pt x="81" y="25"/>
                  </a:moveTo>
                  <a:cubicBezTo>
                    <a:pt x="122" y="56"/>
                    <a:pt x="122" y="56"/>
                    <a:pt x="122" y="56"/>
                  </a:cubicBezTo>
                  <a:cubicBezTo>
                    <a:pt x="30" y="56"/>
                    <a:pt x="30" y="56"/>
                    <a:pt x="30" y="56"/>
                  </a:cubicBezTo>
                  <a:cubicBezTo>
                    <a:pt x="13" y="56"/>
                    <a:pt x="0" y="69"/>
                    <a:pt x="0" y="86"/>
                  </a:cubicBezTo>
                  <a:cubicBezTo>
                    <a:pt x="0" y="199"/>
                    <a:pt x="0" y="199"/>
                    <a:pt x="0" y="199"/>
                  </a:cubicBezTo>
                  <a:cubicBezTo>
                    <a:pt x="0" y="215"/>
                    <a:pt x="13" y="229"/>
                    <a:pt x="30" y="229"/>
                  </a:cubicBezTo>
                  <a:cubicBezTo>
                    <a:pt x="218" y="229"/>
                    <a:pt x="218" y="229"/>
                    <a:pt x="218" y="229"/>
                  </a:cubicBezTo>
                  <a:cubicBezTo>
                    <a:pt x="234" y="229"/>
                    <a:pt x="247" y="215"/>
                    <a:pt x="247" y="199"/>
                  </a:cubicBezTo>
                  <a:cubicBezTo>
                    <a:pt x="247" y="86"/>
                    <a:pt x="247" y="86"/>
                    <a:pt x="247" y="86"/>
                  </a:cubicBezTo>
                  <a:cubicBezTo>
                    <a:pt x="247" y="69"/>
                    <a:pt x="234" y="56"/>
                    <a:pt x="218" y="56"/>
                  </a:cubicBezTo>
                  <a:cubicBezTo>
                    <a:pt x="122" y="56"/>
                    <a:pt x="122" y="56"/>
                    <a:pt x="122" y="56"/>
                  </a:cubicBezTo>
                  <a:cubicBezTo>
                    <a:pt x="191" y="0"/>
                    <a:pt x="191" y="0"/>
                    <a:pt x="191" y="0"/>
                  </a:cubicBezTo>
                </a:path>
              </a:pathLst>
            </a:cu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12" name="Oval 77"/>
            <p:cNvSpPr>
              <a:spLocks noChangeArrowheads="1"/>
            </p:cNvSpPr>
            <p:nvPr/>
          </p:nvSpPr>
          <p:spPr bwMode="auto">
            <a:xfrm>
              <a:off x="5410200" y="677863"/>
              <a:ext cx="508000" cy="407988"/>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13" name="Oval 78"/>
            <p:cNvSpPr>
              <a:spLocks noChangeArrowheads="1"/>
            </p:cNvSpPr>
            <p:nvPr/>
          </p:nvSpPr>
          <p:spPr bwMode="auto">
            <a:xfrm>
              <a:off x="6002338" y="773113"/>
              <a:ext cx="65087" cy="66675"/>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14" name="Oval 79"/>
            <p:cNvSpPr>
              <a:spLocks noChangeArrowheads="1"/>
            </p:cNvSpPr>
            <p:nvPr/>
          </p:nvSpPr>
          <p:spPr bwMode="auto">
            <a:xfrm>
              <a:off x="6002338" y="923925"/>
              <a:ext cx="65087" cy="61913"/>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grpSp>
      <p:grpSp>
        <p:nvGrpSpPr>
          <p:cNvPr id="3" name="组合 29"/>
          <p:cNvGrpSpPr/>
          <p:nvPr/>
        </p:nvGrpSpPr>
        <p:grpSpPr>
          <a:xfrm>
            <a:off x="4425121" y="2103781"/>
            <a:ext cx="251077" cy="250061"/>
            <a:chOff x="7023100" y="398463"/>
            <a:chExt cx="784225" cy="781050"/>
          </a:xfrm>
        </p:grpSpPr>
        <p:sp>
          <p:nvSpPr>
            <p:cNvPr id="15" name="Oval 80"/>
            <p:cNvSpPr>
              <a:spLocks noChangeArrowheads="1"/>
            </p:cNvSpPr>
            <p:nvPr/>
          </p:nvSpPr>
          <p:spPr bwMode="auto">
            <a:xfrm>
              <a:off x="7378700" y="754063"/>
              <a:ext cx="69850" cy="69850"/>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16" name="Oval 81"/>
            <p:cNvSpPr>
              <a:spLocks noChangeArrowheads="1"/>
            </p:cNvSpPr>
            <p:nvPr/>
          </p:nvSpPr>
          <p:spPr bwMode="auto">
            <a:xfrm>
              <a:off x="7023100" y="398463"/>
              <a:ext cx="784225" cy="781050"/>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17" name="Oval 82"/>
            <p:cNvSpPr>
              <a:spLocks noChangeArrowheads="1"/>
            </p:cNvSpPr>
            <p:nvPr/>
          </p:nvSpPr>
          <p:spPr bwMode="auto">
            <a:xfrm>
              <a:off x="7272338" y="647700"/>
              <a:ext cx="285750" cy="282575"/>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18" name="Line 83"/>
            <p:cNvSpPr>
              <a:spLocks noChangeShapeType="1"/>
            </p:cNvSpPr>
            <p:nvPr/>
          </p:nvSpPr>
          <p:spPr bwMode="auto">
            <a:xfrm flipV="1">
              <a:off x="7578725" y="554038"/>
              <a:ext cx="100012" cy="90488"/>
            </a:xfrm>
            <a:prstGeom prst="line">
              <a:avLst/>
            </a:prstGeom>
            <a:noFill/>
            <a:ln w="26988" cap="rnd">
              <a:solidFill>
                <a:schemeClr val="bg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19" name="Line 84"/>
            <p:cNvSpPr>
              <a:spLocks noChangeShapeType="1"/>
            </p:cNvSpPr>
            <p:nvPr/>
          </p:nvSpPr>
          <p:spPr bwMode="auto">
            <a:xfrm flipV="1">
              <a:off x="7181850" y="949325"/>
              <a:ext cx="87312" cy="103188"/>
            </a:xfrm>
            <a:prstGeom prst="line">
              <a:avLst/>
            </a:prstGeom>
            <a:noFill/>
            <a:ln w="26988" cap="rnd">
              <a:solidFill>
                <a:schemeClr val="bg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grpSp>
      <p:grpSp>
        <p:nvGrpSpPr>
          <p:cNvPr id="4" name="组合 28"/>
          <p:cNvGrpSpPr/>
          <p:nvPr/>
        </p:nvGrpSpPr>
        <p:grpSpPr>
          <a:xfrm>
            <a:off x="6917039" y="2131191"/>
            <a:ext cx="265817" cy="220075"/>
            <a:chOff x="8759825" y="5599113"/>
            <a:chExt cx="830263" cy="687388"/>
          </a:xfrm>
        </p:grpSpPr>
        <p:sp>
          <p:nvSpPr>
            <p:cNvPr id="20" name="Oval 38"/>
            <p:cNvSpPr>
              <a:spLocks noChangeArrowheads="1"/>
            </p:cNvSpPr>
            <p:nvPr/>
          </p:nvSpPr>
          <p:spPr bwMode="auto">
            <a:xfrm>
              <a:off x="8975725" y="5672138"/>
              <a:ext cx="614362" cy="614363"/>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1" name="Oval 39"/>
            <p:cNvSpPr>
              <a:spLocks noChangeArrowheads="1"/>
            </p:cNvSpPr>
            <p:nvPr/>
          </p:nvSpPr>
          <p:spPr bwMode="auto">
            <a:xfrm>
              <a:off x="9085263" y="5781675"/>
              <a:ext cx="395287" cy="395288"/>
            </a:xfrm>
            <a:prstGeom prst="ellipse">
              <a:avLst/>
            </a:pr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2" name="Freeform 40"/>
            <p:cNvSpPr/>
            <p:nvPr/>
          </p:nvSpPr>
          <p:spPr bwMode="auto">
            <a:xfrm>
              <a:off x="8759825" y="5708650"/>
              <a:ext cx="322262" cy="504825"/>
            </a:xfrm>
            <a:custGeom>
              <a:avLst/>
              <a:gdLst>
                <a:gd name="T0" fmla="*/ 0 w 97"/>
                <a:gd name="T1" fmla="*/ 0 h 152"/>
                <a:gd name="T2" fmla="*/ 0 w 97"/>
                <a:gd name="T3" fmla="*/ 132 h 152"/>
                <a:gd name="T4" fmla="*/ 21 w 97"/>
                <a:gd name="T5" fmla="*/ 152 h 152"/>
                <a:gd name="T6" fmla="*/ 97 w 97"/>
                <a:gd name="T7" fmla="*/ 152 h 152"/>
              </a:gdLst>
              <a:ahLst/>
              <a:cxnLst>
                <a:cxn ang="0">
                  <a:pos x="T0" y="T1"/>
                </a:cxn>
                <a:cxn ang="0">
                  <a:pos x="T2" y="T3"/>
                </a:cxn>
                <a:cxn ang="0">
                  <a:pos x="T4" y="T5"/>
                </a:cxn>
                <a:cxn ang="0">
                  <a:pos x="T6" y="T7"/>
                </a:cxn>
              </a:cxnLst>
              <a:rect l="0" t="0" r="r" b="b"/>
              <a:pathLst>
                <a:path w="97" h="152">
                  <a:moveTo>
                    <a:pt x="0" y="0"/>
                  </a:moveTo>
                  <a:cubicBezTo>
                    <a:pt x="0" y="132"/>
                    <a:pt x="0" y="132"/>
                    <a:pt x="0" y="132"/>
                  </a:cubicBezTo>
                  <a:cubicBezTo>
                    <a:pt x="0" y="143"/>
                    <a:pt x="9" y="152"/>
                    <a:pt x="21" y="152"/>
                  </a:cubicBezTo>
                  <a:cubicBezTo>
                    <a:pt x="97" y="152"/>
                    <a:pt x="97" y="152"/>
                    <a:pt x="97" y="152"/>
                  </a:cubicBezTo>
                </a:path>
              </a:pathLst>
            </a:cu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3" name="Freeform 41"/>
            <p:cNvSpPr/>
            <p:nvPr/>
          </p:nvSpPr>
          <p:spPr bwMode="auto">
            <a:xfrm>
              <a:off x="9488488" y="5708650"/>
              <a:ext cx="101600" cy="504825"/>
            </a:xfrm>
            <a:custGeom>
              <a:avLst/>
              <a:gdLst>
                <a:gd name="T0" fmla="*/ 0 w 31"/>
                <a:gd name="T1" fmla="*/ 152 h 152"/>
                <a:gd name="T2" fmla="*/ 1 w 31"/>
                <a:gd name="T3" fmla="*/ 152 h 152"/>
                <a:gd name="T4" fmla="*/ 31 w 31"/>
                <a:gd name="T5" fmla="*/ 122 h 152"/>
                <a:gd name="T6" fmla="*/ 31 w 31"/>
                <a:gd name="T7" fmla="*/ 0 h 152"/>
              </a:gdLst>
              <a:ahLst/>
              <a:cxnLst>
                <a:cxn ang="0">
                  <a:pos x="T0" y="T1"/>
                </a:cxn>
                <a:cxn ang="0">
                  <a:pos x="T2" y="T3"/>
                </a:cxn>
                <a:cxn ang="0">
                  <a:pos x="T4" y="T5"/>
                </a:cxn>
                <a:cxn ang="0">
                  <a:pos x="T6" y="T7"/>
                </a:cxn>
              </a:cxnLst>
              <a:rect l="0" t="0" r="r" b="b"/>
              <a:pathLst>
                <a:path w="31" h="152">
                  <a:moveTo>
                    <a:pt x="0" y="152"/>
                  </a:moveTo>
                  <a:cubicBezTo>
                    <a:pt x="1" y="152"/>
                    <a:pt x="1" y="152"/>
                    <a:pt x="1" y="152"/>
                  </a:cubicBezTo>
                  <a:cubicBezTo>
                    <a:pt x="18" y="152"/>
                    <a:pt x="31" y="138"/>
                    <a:pt x="31" y="122"/>
                  </a:cubicBezTo>
                  <a:cubicBezTo>
                    <a:pt x="31" y="0"/>
                    <a:pt x="31" y="0"/>
                    <a:pt x="31" y="0"/>
                  </a:cubicBezTo>
                </a:path>
              </a:pathLst>
            </a:cu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4" name="Line 42"/>
            <p:cNvSpPr>
              <a:spLocks noChangeShapeType="1"/>
            </p:cNvSpPr>
            <p:nvPr/>
          </p:nvSpPr>
          <p:spPr bwMode="auto">
            <a:xfrm flipH="1">
              <a:off x="8759825" y="5708650"/>
              <a:ext cx="325437" cy="0"/>
            </a:xfrm>
            <a:prstGeom prst="line">
              <a:avLst/>
            </a:prstGeom>
            <a:noFill/>
            <a:ln w="26988" cap="rnd">
              <a:solidFill>
                <a:schemeClr val="bg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5" name="Line 43"/>
            <p:cNvSpPr>
              <a:spLocks noChangeShapeType="1"/>
            </p:cNvSpPr>
            <p:nvPr/>
          </p:nvSpPr>
          <p:spPr bwMode="auto">
            <a:xfrm flipH="1">
              <a:off x="9480550" y="5708650"/>
              <a:ext cx="109537" cy="0"/>
            </a:xfrm>
            <a:prstGeom prst="line">
              <a:avLst/>
            </a:prstGeom>
            <a:noFill/>
            <a:ln w="26988" cap="rnd">
              <a:solidFill>
                <a:schemeClr val="bg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6" name="Freeform 44"/>
            <p:cNvSpPr/>
            <p:nvPr/>
          </p:nvSpPr>
          <p:spPr bwMode="auto">
            <a:xfrm>
              <a:off x="8832850" y="5635625"/>
              <a:ext cx="179387" cy="73025"/>
            </a:xfrm>
            <a:custGeom>
              <a:avLst/>
              <a:gdLst>
                <a:gd name="T0" fmla="*/ 0 w 113"/>
                <a:gd name="T1" fmla="*/ 46 h 46"/>
                <a:gd name="T2" fmla="*/ 0 w 113"/>
                <a:gd name="T3" fmla="*/ 0 h 46"/>
                <a:gd name="T4" fmla="*/ 113 w 113"/>
                <a:gd name="T5" fmla="*/ 0 h 46"/>
                <a:gd name="T6" fmla="*/ 113 w 113"/>
                <a:gd name="T7" fmla="*/ 46 h 46"/>
              </a:gdLst>
              <a:ahLst/>
              <a:cxnLst>
                <a:cxn ang="0">
                  <a:pos x="T0" y="T1"/>
                </a:cxn>
                <a:cxn ang="0">
                  <a:pos x="T2" y="T3"/>
                </a:cxn>
                <a:cxn ang="0">
                  <a:pos x="T4" y="T5"/>
                </a:cxn>
                <a:cxn ang="0">
                  <a:pos x="T6" y="T7"/>
                </a:cxn>
              </a:cxnLst>
              <a:rect l="0" t="0" r="r" b="b"/>
              <a:pathLst>
                <a:path w="113" h="46">
                  <a:moveTo>
                    <a:pt x="0" y="46"/>
                  </a:moveTo>
                  <a:lnTo>
                    <a:pt x="0" y="0"/>
                  </a:lnTo>
                  <a:lnTo>
                    <a:pt x="113" y="0"/>
                  </a:lnTo>
                  <a:lnTo>
                    <a:pt x="113" y="46"/>
                  </a:lnTo>
                </a:path>
              </a:pathLst>
            </a:cu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7" name="Line 45"/>
            <p:cNvSpPr>
              <a:spLocks noChangeShapeType="1"/>
            </p:cNvSpPr>
            <p:nvPr/>
          </p:nvSpPr>
          <p:spPr bwMode="auto">
            <a:xfrm>
              <a:off x="8832850" y="5815013"/>
              <a:ext cx="73025" cy="0"/>
            </a:xfrm>
            <a:prstGeom prst="line">
              <a:avLst/>
            </a:prstGeom>
            <a:noFill/>
            <a:ln w="26988" cap="rnd">
              <a:solidFill>
                <a:schemeClr val="bg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sp>
          <p:nvSpPr>
            <p:cNvPr id="28" name="Freeform 46"/>
            <p:cNvSpPr/>
            <p:nvPr/>
          </p:nvSpPr>
          <p:spPr bwMode="auto">
            <a:xfrm>
              <a:off x="9085263" y="5599113"/>
              <a:ext cx="395287" cy="109538"/>
            </a:xfrm>
            <a:custGeom>
              <a:avLst/>
              <a:gdLst>
                <a:gd name="T0" fmla="*/ 249 w 249"/>
                <a:gd name="T1" fmla="*/ 69 h 69"/>
                <a:gd name="T2" fmla="*/ 216 w 249"/>
                <a:gd name="T3" fmla="*/ 0 h 69"/>
                <a:gd name="T4" fmla="*/ 136 w 249"/>
                <a:gd name="T5" fmla="*/ 0 h 69"/>
                <a:gd name="T6" fmla="*/ 34 w 249"/>
                <a:gd name="T7" fmla="*/ 0 h 69"/>
                <a:gd name="T8" fmla="*/ 0 w 249"/>
                <a:gd name="T9" fmla="*/ 69 h 69"/>
              </a:gdLst>
              <a:ahLst/>
              <a:cxnLst>
                <a:cxn ang="0">
                  <a:pos x="T0" y="T1"/>
                </a:cxn>
                <a:cxn ang="0">
                  <a:pos x="T2" y="T3"/>
                </a:cxn>
                <a:cxn ang="0">
                  <a:pos x="T4" y="T5"/>
                </a:cxn>
                <a:cxn ang="0">
                  <a:pos x="T6" y="T7"/>
                </a:cxn>
                <a:cxn ang="0">
                  <a:pos x="T8" y="T9"/>
                </a:cxn>
              </a:cxnLst>
              <a:rect l="0" t="0" r="r" b="b"/>
              <a:pathLst>
                <a:path w="249" h="69">
                  <a:moveTo>
                    <a:pt x="249" y="69"/>
                  </a:moveTo>
                  <a:lnTo>
                    <a:pt x="216" y="0"/>
                  </a:lnTo>
                  <a:lnTo>
                    <a:pt x="136" y="0"/>
                  </a:lnTo>
                  <a:lnTo>
                    <a:pt x="34" y="0"/>
                  </a:lnTo>
                  <a:lnTo>
                    <a:pt x="0" y="69"/>
                  </a:lnTo>
                </a:path>
              </a:pathLst>
            </a:custGeom>
            <a:noFill/>
            <a:ln w="26988" cap="rnd">
              <a:solidFill>
                <a:schemeClr val="bg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lumMod val="75000"/>
                  </a:schemeClr>
                </a:solidFill>
              </a:endParaRPr>
            </a:p>
          </p:txBody>
        </p:sp>
      </p:grpSp>
      <p:sp>
        <p:nvSpPr>
          <p:cNvPr id="32" name="矩形 31"/>
          <p:cNvSpPr/>
          <p:nvPr/>
        </p:nvSpPr>
        <p:spPr>
          <a:xfrm>
            <a:off x="1263671" y="3133051"/>
            <a:ext cx="1164413" cy="315469"/>
          </a:xfrm>
          <a:prstGeom prst="rect">
            <a:avLst/>
          </a:prstGeom>
        </p:spPr>
        <p:txBody>
          <a:bodyPr wrap="none" lIns="68576" tIns="34289" rIns="68576" bIns="34289">
            <a:spAutoFit/>
          </a:bodyPr>
          <a:lstStyle/>
          <a:p>
            <a:r>
              <a:rPr lang="zh-CN" altLang="en-US" sz="1600" dirty="0" smtClean="0">
                <a:solidFill>
                  <a:schemeClr val="bg1">
                    <a:lumMod val="75000"/>
                  </a:schemeClr>
                </a:solidFill>
                <a:latin typeface="微软雅黑" panose="020B0503020204020204" pitchFamily="34" charset="-122"/>
                <a:ea typeface="微软雅黑" panose="020B0503020204020204" pitchFamily="34" charset="-122"/>
              </a:rPr>
              <a:t>低迷发展期</a:t>
            </a:r>
            <a:endParaRPr lang="zh-CN" altLang="en-US" sz="1600" dirty="0" smtClean="0">
              <a:solidFill>
                <a:schemeClr val="bg1">
                  <a:lumMod val="75000"/>
                </a:schemeClr>
              </a:solidFill>
              <a:latin typeface="微软雅黑" panose="020B0503020204020204" pitchFamily="34" charset="-122"/>
              <a:ea typeface="微软雅黑" panose="020B0503020204020204" pitchFamily="34" charset="-122"/>
            </a:endParaRPr>
          </a:p>
        </p:txBody>
      </p:sp>
      <p:sp>
        <p:nvSpPr>
          <p:cNvPr id="33" name="矩形 32"/>
          <p:cNvSpPr/>
          <p:nvPr/>
        </p:nvSpPr>
        <p:spPr>
          <a:xfrm>
            <a:off x="1130483" y="3477211"/>
            <a:ext cx="2185038" cy="1523492"/>
          </a:xfrm>
          <a:prstGeom prst="rect">
            <a:avLst/>
          </a:prstGeom>
        </p:spPr>
        <p:txBody>
          <a:bodyPr wrap="square" lIns="68576" tIns="34289" rIns="68576" bIns="34289">
            <a:spAutoFit/>
          </a:bodyPr>
          <a:lstStyle/>
          <a:p>
            <a:pPr>
              <a:lnSpc>
                <a:spcPct val="150000"/>
              </a:lnSpc>
            </a:pP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20</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世纪</a:t>
            </a: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80</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年代中</a:t>
            </a: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—90</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年代中</a:t>
            </a:r>
            <a:endParaRPr lang="en-US" altLang="zh-CN" sz="1050" dirty="0" smtClean="0">
              <a:solidFill>
                <a:schemeClr val="bg1">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专家系统存在的应用领域狭窄、缺乏常识性知识、知识获取困难、推理方法单一、缺乏分布式功能、难以与现有数据库兼容等问题逐渐暴露出来。</a:t>
            </a:r>
            <a:endParaRPr lang="en-US" altLang="zh-CN" sz="105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34" name="矩形 33"/>
          <p:cNvSpPr/>
          <p:nvPr/>
        </p:nvSpPr>
        <p:spPr>
          <a:xfrm>
            <a:off x="3780072" y="3133051"/>
            <a:ext cx="1164413" cy="315469"/>
          </a:xfrm>
          <a:prstGeom prst="rect">
            <a:avLst/>
          </a:prstGeom>
        </p:spPr>
        <p:txBody>
          <a:bodyPr wrap="none" lIns="68576" tIns="34289" rIns="68576" bIns="34289">
            <a:spAutoFit/>
          </a:bodyPr>
          <a:lstStyle/>
          <a:p>
            <a:r>
              <a:rPr lang="zh-CN" altLang="en-US" sz="1600" dirty="0" smtClean="0">
                <a:solidFill>
                  <a:schemeClr val="bg1">
                    <a:lumMod val="75000"/>
                  </a:schemeClr>
                </a:solidFill>
                <a:latin typeface="微软雅黑" panose="020B0503020204020204" pitchFamily="34" charset="-122"/>
                <a:ea typeface="微软雅黑" panose="020B0503020204020204" pitchFamily="34" charset="-122"/>
              </a:rPr>
              <a:t>稳步发展期</a:t>
            </a:r>
            <a:endParaRPr lang="zh-CN" altLang="en-US" sz="1600" dirty="0" smtClean="0">
              <a:solidFill>
                <a:schemeClr val="bg1">
                  <a:lumMod val="75000"/>
                </a:schemeClr>
              </a:solidFill>
              <a:latin typeface="微软雅黑" panose="020B0503020204020204" pitchFamily="34" charset="-122"/>
              <a:ea typeface="微软雅黑" panose="020B0503020204020204" pitchFamily="34" charset="-122"/>
            </a:endParaRPr>
          </a:p>
        </p:txBody>
      </p:sp>
      <p:sp>
        <p:nvSpPr>
          <p:cNvPr id="35" name="矩形 34"/>
          <p:cNvSpPr/>
          <p:nvPr/>
        </p:nvSpPr>
        <p:spPr>
          <a:xfrm>
            <a:off x="3646883" y="3477211"/>
            <a:ext cx="2185038" cy="1038744"/>
          </a:xfrm>
          <a:prstGeom prst="rect">
            <a:avLst/>
          </a:prstGeom>
        </p:spPr>
        <p:txBody>
          <a:bodyPr wrap="square" lIns="68576" tIns="34289" rIns="68576" bIns="34289">
            <a:spAutoFit/>
          </a:bodyPr>
          <a:lstStyle/>
          <a:p>
            <a:pPr>
              <a:lnSpc>
                <a:spcPct val="150000"/>
              </a:lnSpc>
            </a:pP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20</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世纪</a:t>
            </a: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90</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年代中</a:t>
            </a: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—2010</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年</a:t>
            </a:r>
            <a:endParaRPr lang="en-US" altLang="zh-CN" sz="1050" dirty="0" smtClean="0">
              <a:solidFill>
                <a:schemeClr val="bg1">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网络技术特别是互联网技术的发展，加速了人工智能的创新研究，促使人工智能技术进一步走向实用化。</a:t>
            </a:r>
            <a:endParaRPr lang="en-US" altLang="zh-CN" sz="105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36" name="矩形 35"/>
          <p:cNvSpPr/>
          <p:nvPr/>
        </p:nvSpPr>
        <p:spPr>
          <a:xfrm>
            <a:off x="6296472" y="3133051"/>
            <a:ext cx="1164413" cy="315469"/>
          </a:xfrm>
          <a:prstGeom prst="rect">
            <a:avLst/>
          </a:prstGeom>
        </p:spPr>
        <p:txBody>
          <a:bodyPr wrap="none" lIns="68576" tIns="34289" rIns="68576" bIns="34289">
            <a:spAutoFit/>
          </a:bodyPr>
          <a:lstStyle/>
          <a:p>
            <a:r>
              <a:rPr lang="zh-CN" altLang="en-US" sz="1600" dirty="0" smtClean="0">
                <a:solidFill>
                  <a:schemeClr val="bg1">
                    <a:lumMod val="75000"/>
                  </a:schemeClr>
                </a:solidFill>
                <a:latin typeface="微软雅黑" panose="020B0503020204020204" pitchFamily="34" charset="-122"/>
                <a:ea typeface="微软雅黑" panose="020B0503020204020204" pitchFamily="34" charset="-122"/>
              </a:rPr>
              <a:t>蓬勃发展期</a:t>
            </a:r>
            <a:endParaRPr lang="zh-CN" altLang="en-US" sz="1600" dirty="0" smtClean="0">
              <a:solidFill>
                <a:schemeClr val="bg1">
                  <a:lumMod val="75000"/>
                </a:schemeClr>
              </a:solidFill>
              <a:latin typeface="微软雅黑" panose="020B0503020204020204" pitchFamily="34" charset="-122"/>
              <a:ea typeface="微软雅黑" panose="020B0503020204020204" pitchFamily="34" charset="-122"/>
            </a:endParaRPr>
          </a:p>
        </p:txBody>
      </p:sp>
      <p:sp>
        <p:nvSpPr>
          <p:cNvPr id="37" name="矩形 36"/>
          <p:cNvSpPr/>
          <p:nvPr/>
        </p:nvSpPr>
        <p:spPr>
          <a:xfrm>
            <a:off x="6163283" y="3477211"/>
            <a:ext cx="2185038" cy="1523492"/>
          </a:xfrm>
          <a:prstGeom prst="rect">
            <a:avLst/>
          </a:prstGeom>
        </p:spPr>
        <p:txBody>
          <a:bodyPr wrap="square" lIns="68576" tIns="34289" rIns="68576" bIns="34289">
            <a:spAutoFit/>
          </a:bodyPr>
          <a:lstStyle/>
          <a:p>
            <a:pPr>
              <a:lnSpc>
                <a:spcPct val="150000"/>
              </a:lnSpc>
            </a:pP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2011</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年</a:t>
            </a:r>
            <a:r>
              <a:rPr lang="en-US" altLang="zh-CN" sz="1050" dirty="0" smtClean="0">
                <a:solidFill>
                  <a:schemeClr val="bg1">
                    <a:lumMod val="75000"/>
                  </a:schemeClr>
                </a:solidFill>
                <a:latin typeface="微软雅黑" panose="020B0503020204020204" pitchFamily="34" charset="-122"/>
                <a:ea typeface="微软雅黑" panose="020B0503020204020204" pitchFamily="34" charset="-122"/>
              </a:rPr>
              <a:t>—</a:t>
            </a: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至今</a:t>
            </a:r>
            <a:endParaRPr lang="en-US" altLang="zh-CN" sz="1050" dirty="0" smtClean="0">
              <a:solidFill>
                <a:schemeClr val="bg1">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随着大数据、云计算、互联网、物联网等信息技术的发展，诸如语音识别、人机对弈、无人驾驶等人工智能技术取得了突破性进展，人工智能迎来爆发式增长的新高潮。</a:t>
            </a:r>
            <a:endParaRPr lang="en-US" altLang="zh-CN" sz="105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38" name="TextBox 37"/>
          <p:cNvSpPr txBox="1"/>
          <p:nvPr/>
        </p:nvSpPr>
        <p:spPr>
          <a:xfrm>
            <a:off x="1071538" y="181259"/>
            <a:ext cx="1928826" cy="461665"/>
          </a:xfrm>
          <a:prstGeom prst="rect">
            <a:avLst/>
          </a:prstGeom>
          <a:noFill/>
        </p:spPr>
        <p:txBody>
          <a:bodyPr wrap="square" rtlCol="0">
            <a:spAutoFit/>
          </a:bodyPr>
          <a:lstStyle/>
          <a:p>
            <a:r>
              <a:rPr lang="zh-CN" altLang="en-US" sz="2400" dirty="0" smtClean="0">
                <a:solidFill>
                  <a:schemeClr val="bg1"/>
                </a:solidFill>
              </a:rPr>
              <a:t>发展历史</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1000"/>
                                        <p:tgtEl>
                                          <p:spTgt spid="5"/>
                                        </p:tgtEl>
                                      </p:cBhvr>
                                    </p:animEffect>
                                  </p:childTnLst>
                                </p:cTn>
                              </p:par>
                              <p:par>
                                <p:cTn id="8" presetID="10" presetClass="entr" presetSubtype="0" fill="hold" grpId="0" nodeType="withEffect">
                                  <p:stCondLst>
                                    <p:cond delay="15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53" presetClass="entr" presetSubtype="16" fill="hold" grpId="1" nodeType="withEffect">
                                  <p:stCondLst>
                                    <p:cond delay="150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par>
                                <p:cTn id="16" presetID="8" presetClass="emph" presetSubtype="0" fill="hold" grpId="2" nodeType="withEffect">
                                  <p:stCondLst>
                                    <p:cond delay="1500"/>
                                  </p:stCondLst>
                                  <p:childTnLst>
                                    <p:animRot by="21600000">
                                      <p:cBhvr>
                                        <p:cTn id="17" dur="500" fill="hold"/>
                                        <p:tgtEl>
                                          <p:spTgt spid="6"/>
                                        </p:tgtEl>
                                        <p:attrNameLst>
                                          <p:attrName>r</p:attrName>
                                        </p:attrNameLst>
                                      </p:cBhvr>
                                    </p:animRot>
                                  </p:childTnLst>
                                </p:cTn>
                              </p:par>
                              <p:par>
                                <p:cTn id="18" presetID="10" presetClass="entr" presetSubtype="0" fill="hold" nodeType="withEffect">
                                  <p:stCondLst>
                                    <p:cond delay="200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par>
                                <p:cTn id="21" presetID="10" presetClass="entr" presetSubtype="0" fill="hold" grpId="0" nodeType="withEffect">
                                  <p:stCondLst>
                                    <p:cond delay="200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par>
                                <p:cTn id="24" presetID="10" presetClass="entr" presetSubtype="0" fill="hold" grpId="0" nodeType="withEffect">
                                  <p:stCondLst>
                                    <p:cond delay="225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par>
                                <p:cTn id="27" presetID="21" presetClass="entr" presetSubtype="1" fill="hold" grpId="0" nodeType="withEffect">
                                  <p:stCondLst>
                                    <p:cond delay="2250"/>
                                  </p:stCondLst>
                                  <p:childTnLst>
                                    <p:set>
                                      <p:cBhvr>
                                        <p:cTn id="28" dur="1" fill="hold">
                                          <p:stCondLst>
                                            <p:cond delay="0"/>
                                          </p:stCondLst>
                                        </p:cTn>
                                        <p:tgtEl>
                                          <p:spTgt spid="7"/>
                                        </p:tgtEl>
                                        <p:attrNameLst>
                                          <p:attrName>style.visibility</p:attrName>
                                        </p:attrNameLst>
                                      </p:cBhvr>
                                      <p:to>
                                        <p:strVal val="visible"/>
                                      </p:to>
                                    </p:set>
                                    <p:animEffect transition="in" filter="wheel(1)">
                                      <p:cBhvr>
                                        <p:cTn id="29" dur="1000"/>
                                        <p:tgtEl>
                                          <p:spTgt spid="7"/>
                                        </p:tgtEl>
                                      </p:cBhvr>
                                    </p:animEffect>
                                  </p:childTnLst>
                                </p:cTn>
                              </p:par>
                              <p:par>
                                <p:cTn id="30" presetID="10" presetClass="entr" presetSubtype="0" fill="hold" grpId="0" nodeType="withEffect">
                                  <p:stCondLst>
                                    <p:cond delay="300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53" presetClass="entr" presetSubtype="16" fill="hold" grpId="1" nodeType="withEffect">
                                  <p:stCondLst>
                                    <p:cond delay="3000"/>
                                  </p:stCondLst>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fltVal val="0"/>
                                          </p:val>
                                        </p:tav>
                                        <p:tav tm="100000">
                                          <p:val>
                                            <p:strVal val="#ppt_h"/>
                                          </p:val>
                                        </p:tav>
                                      </p:tavLst>
                                    </p:anim>
                                    <p:animEffect transition="in" filter="fade">
                                      <p:cBhvr>
                                        <p:cTn id="37" dur="500"/>
                                        <p:tgtEl>
                                          <p:spTgt spid="8"/>
                                        </p:tgtEl>
                                      </p:cBhvr>
                                    </p:animEffect>
                                  </p:childTnLst>
                                </p:cTn>
                              </p:par>
                              <p:par>
                                <p:cTn id="38" presetID="8" presetClass="emph" presetSubtype="0" fill="hold" grpId="2" nodeType="withEffect">
                                  <p:stCondLst>
                                    <p:cond delay="3000"/>
                                  </p:stCondLst>
                                  <p:childTnLst>
                                    <p:animRot by="21600000">
                                      <p:cBhvr>
                                        <p:cTn id="39" dur="500" fill="hold"/>
                                        <p:tgtEl>
                                          <p:spTgt spid="8"/>
                                        </p:tgtEl>
                                        <p:attrNameLst>
                                          <p:attrName>r</p:attrName>
                                        </p:attrNameLst>
                                      </p:cBhvr>
                                    </p:animRot>
                                  </p:childTnLst>
                                </p:cTn>
                              </p:par>
                              <p:par>
                                <p:cTn id="40" presetID="10" presetClass="entr" presetSubtype="0" fill="hold" nodeType="withEffect">
                                  <p:stCondLst>
                                    <p:cond delay="350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par>
                                <p:cTn id="43" presetID="10" presetClass="entr" presetSubtype="0" fill="hold" grpId="0" nodeType="withEffect">
                                  <p:stCondLst>
                                    <p:cond delay="375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500"/>
                                        <p:tgtEl>
                                          <p:spTgt spid="34"/>
                                        </p:tgtEl>
                                      </p:cBhvr>
                                    </p:animEffect>
                                  </p:childTnLst>
                                </p:cTn>
                              </p:par>
                              <p:par>
                                <p:cTn id="46" presetID="10" presetClass="entr" presetSubtype="0" fill="hold" grpId="0" nodeType="withEffect">
                                  <p:stCondLst>
                                    <p:cond delay="400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500"/>
                                        <p:tgtEl>
                                          <p:spTgt spid="35"/>
                                        </p:tgtEl>
                                      </p:cBhvr>
                                    </p:animEffect>
                                  </p:childTnLst>
                                </p:cTn>
                              </p:par>
                              <p:par>
                                <p:cTn id="49" presetID="21" presetClass="entr" presetSubtype="1" fill="hold" grpId="0" nodeType="withEffect">
                                  <p:stCondLst>
                                    <p:cond delay="4000"/>
                                  </p:stCondLst>
                                  <p:childTnLst>
                                    <p:set>
                                      <p:cBhvr>
                                        <p:cTn id="50" dur="1" fill="hold">
                                          <p:stCondLst>
                                            <p:cond delay="0"/>
                                          </p:stCondLst>
                                        </p:cTn>
                                        <p:tgtEl>
                                          <p:spTgt spid="9"/>
                                        </p:tgtEl>
                                        <p:attrNameLst>
                                          <p:attrName>style.visibility</p:attrName>
                                        </p:attrNameLst>
                                      </p:cBhvr>
                                      <p:to>
                                        <p:strVal val="visible"/>
                                      </p:to>
                                    </p:set>
                                    <p:animEffect transition="in" filter="wheel(1)">
                                      <p:cBhvr>
                                        <p:cTn id="51" dur="1000"/>
                                        <p:tgtEl>
                                          <p:spTgt spid="9"/>
                                        </p:tgtEl>
                                      </p:cBhvr>
                                    </p:animEffect>
                                  </p:childTnLst>
                                </p:cTn>
                              </p:par>
                              <p:par>
                                <p:cTn id="52" presetID="10" presetClass="entr" presetSubtype="0" fill="hold" grpId="0" nodeType="withEffect">
                                  <p:stCondLst>
                                    <p:cond delay="475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500"/>
                                        <p:tgtEl>
                                          <p:spTgt spid="10"/>
                                        </p:tgtEl>
                                      </p:cBhvr>
                                    </p:animEffect>
                                  </p:childTnLst>
                                </p:cTn>
                              </p:par>
                              <p:par>
                                <p:cTn id="55" presetID="53" presetClass="entr" presetSubtype="16" fill="hold" grpId="1" nodeType="withEffect">
                                  <p:stCondLst>
                                    <p:cond delay="4750"/>
                                  </p:stCondLst>
                                  <p:childTnLst>
                                    <p:set>
                                      <p:cBhvr>
                                        <p:cTn id="56" dur="1" fill="hold">
                                          <p:stCondLst>
                                            <p:cond delay="0"/>
                                          </p:stCondLst>
                                        </p:cTn>
                                        <p:tgtEl>
                                          <p:spTgt spid="10"/>
                                        </p:tgtEl>
                                        <p:attrNameLst>
                                          <p:attrName>style.visibility</p:attrName>
                                        </p:attrNameLst>
                                      </p:cBhvr>
                                      <p:to>
                                        <p:strVal val="visible"/>
                                      </p:to>
                                    </p:set>
                                    <p:anim calcmode="lin" valueType="num">
                                      <p:cBhvr>
                                        <p:cTn id="57" dur="500" fill="hold"/>
                                        <p:tgtEl>
                                          <p:spTgt spid="10"/>
                                        </p:tgtEl>
                                        <p:attrNameLst>
                                          <p:attrName>ppt_w</p:attrName>
                                        </p:attrNameLst>
                                      </p:cBhvr>
                                      <p:tavLst>
                                        <p:tav tm="0">
                                          <p:val>
                                            <p:fltVal val="0"/>
                                          </p:val>
                                        </p:tav>
                                        <p:tav tm="100000">
                                          <p:val>
                                            <p:strVal val="#ppt_w"/>
                                          </p:val>
                                        </p:tav>
                                      </p:tavLst>
                                    </p:anim>
                                    <p:anim calcmode="lin" valueType="num">
                                      <p:cBhvr>
                                        <p:cTn id="58" dur="500" fill="hold"/>
                                        <p:tgtEl>
                                          <p:spTgt spid="10"/>
                                        </p:tgtEl>
                                        <p:attrNameLst>
                                          <p:attrName>ppt_h</p:attrName>
                                        </p:attrNameLst>
                                      </p:cBhvr>
                                      <p:tavLst>
                                        <p:tav tm="0">
                                          <p:val>
                                            <p:fltVal val="0"/>
                                          </p:val>
                                        </p:tav>
                                        <p:tav tm="100000">
                                          <p:val>
                                            <p:strVal val="#ppt_h"/>
                                          </p:val>
                                        </p:tav>
                                      </p:tavLst>
                                    </p:anim>
                                    <p:animEffect transition="in" filter="fade">
                                      <p:cBhvr>
                                        <p:cTn id="59" dur="500"/>
                                        <p:tgtEl>
                                          <p:spTgt spid="10"/>
                                        </p:tgtEl>
                                      </p:cBhvr>
                                    </p:animEffect>
                                  </p:childTnLst>
                                </p:cTn>
                              </p:par>
                              <p:par>
                                <p:cTn id="60" presetID="8" presetClass="emph" presetSubtype="0" fill="hold" grpId="2" nodeType="withEffect">
                                  <p:stCondLst>
                                    <p:cond delay="4750"/>
                                  </p:stCondLst>
                                  <p:childTnLst>
                                    <p:animRot by="21600000">
                                      <p:cBhvr>
                                        <p:cTn id="61" dur="500" fill="hold"/>
                                        <p:tgtEl>
                                          <p:spTgt spid="10"/>
                                        </p:tgtEl>
                                        <p:attrNameLst>
                                          <p:attrName>r</p:attrName>
                                        </p:attrNameLst>
                                      </p:cBhvr>
                                    </p:animRot>
                                  </p:childTnLst>
                                </p:cTn>
                              </p:par>
                              <p:par>
                                <p:cTn id="62" presetID="10" presetClass="entr" presetSubtype="0" fill="hold" nodeType="withEffect">
                                  <p:stCondLst>
                                    <p:cond delay="5250"/>
                                  </p:stCondLst>
                                  <p:childTnLst>
                                    <p:set>
                                      <p:cBhvr>
                                        <p:cTn id="63" dur="1" fill="hold">
                                          <p:stCondLst>
                                            <p:cond delay="0"/>
                                          </p:stCondLst>
                                        </p:cTn>
                                        <p:tgtEl>
                                          <p:spTgt spid="4"/>
                                        </p:tgtEl>
                                        <p:attrNameLst>
                                          <p:attrName>style.visibility</p:attrName>
                                        </p:attrNameLst>
                                      </p:cBhvr>
                                      <p:to>
                                        <p:strVal val="visible"/>
                                      </p:to>
                                    </p:set>
                                    <p:animEffect transition="in" filter="fade">
                                      <p:cBhvr>
                                        <p:cTn id="64" dur="500"/>
                                        <p:tgtEl>
                                          <p:spTgt spid="4"/>
                                        </p:tgtEl>
                                      </p:cBhvr>
                                    </p:animEffect>
                                  </p:childTnLst>
                                </p:cTn>
                              </p:par>
                              <p:par>
                                <p:cTn id="65" presetID="10" presetClass="entr" presetSubtype="0" fill="hold" grpId="0" nodeType="withEffect">
                                  <p:stCondLst>
                                    <p:cond delay="5500"/>
                                  </p:stCondLst>
                                  <p:childTnLst>
                                    <p:set>
                                      <p:cBhvr>
                                        <p:cTn id="66" dur="1" fill="hold">
                                          <p:stCondLst>
                                            <p:cond delay="0"/>
                                          </p:stCondLst>
                                        </p:cTn>
                                        <p:tgtEl>
                                          <p:spTgt spid="36"/>
                                        </p:tgtEl>
                                        <p:attrNameLst>
                                          <p:attrName>style.visibility</p:attrName>
                                        </p:attrNameLst>
                                      </p:cBhvr>
                                      <p:to>
                                        <p:strVal val="visible"/>
                                      </p:to>
                                    </p:set>
                                    <p:animEffect transition="in" filter="fade">
                                      <p:cBhvr>
                                        <p:cTn id="67" dur="500"/>
                                        <p:tgtEl>
                                          <p:spTgt spid="36"/>
                                        </p:tgtEl>
                                      </p:cBhvr>
                                    </p:animEffect>
                                  </p:childTnLst>
                                </p:cTn>
                              </p:par>
                              <p:par>
                                <p:cTn id="68" presetID="10" presetClass="entr" presetSubtype="0" fill="hold" grpId="0" nodeType="withEffect">
                                  <p:stCondLst>
                                    <p:cond delay="5750"/>
                                  </p:stCondLst>
                                  <p:childTnLst>
                                    <p:set>
                                      <p:cBhvr>
                                        <p:cTn id="69" dur="1" fill="hold">
                                          <p:stCondLst>
                                            <p:cond delay="0"/>
                                          </p:stCondLst>
                                        </p:cTn>
                                        <p:tgtEl>
                                          <p:spTgt spid="37"/>
                                        </p:tgtEl>
                                        <p:attrNameLst>
                                          <p:attrName>style.visibility</p:attrName>
                                        </p:attrNameLst>
                                      </p:cBhvr>
                                      <p:to>
                                        <p:strVal val="visible"/>
                                      </p:to>
                                    </p:set>
                                    <p:animEffect transition="in" filter="fade">
                                      <p:cBhvr>
                                        <p:cTn id="70" dur="500"/>
                                        <p:tgtEl>
                                          <p:spTgt spid="37"/>
                                        </p:tgtEl>
                                      </p:cBhvr>
                                    </p:animEffect>
                                  </p:childTnLst>
                                </p:cTn>
                              </p:par>
                            </p:childTnLst>
                          </p:cTn>
                        </p:par>
                      </p:childTnLst>
                    </p:cTn>
                  </p:par>
                  <p:par>
                    <p:cTn id="71" fill="hold">
                      <p:stCondLst>
                        <p:cond delay="indefinite"/>
                      </p:stCondLst>
                      <p:childTnLst>
                        <p:par>
                          <p:cTn id="72" fill="hold">
                            <p:stCondLst>
                              <p:cond delay="0"/>
                            </p:stCondLst>
                            <p:childTnLst>
                              <p:par>
                                <p:cTn id="73" presetID="31" presetClass="exit" presetSubtype="0" fill="hold" grpId="1" nodeType="clickEffect">
                                  <p:stCondLst>
                                    <p:cond delay="0"/>
                                  </p:stCondLst>
                                  <p:childTnLst>
                                    <p:anim calcmode="lin" valueType="num">
                                      <p:cBhvr>
                                        <p:cTn id="74" dur="250"/>
                                        <p:tgtEl>
                                          <p:spTgt spid="5"/>
                                        </p:tgtEl>
                                        <p:attrNameLst>
                                          <p:attrName>ppt_w</p:attrName>
                                        </p:attrNameLst>
                                      </p:cBhvr>
                                      <p:tavLst>
                                        <p:tav tm="0">
                                          <p:val>
                                            <p:strVal val="ppt_w"/>
                                          </p:val>
                                        </p:tav>
                                        <p:tav tm="100000">
                                          <p:val>
                                            <p:fltVal val="0"/>
                                          </p:val>
                                        </p:tav>
                                      </p:tavLst>
                                    </p:anim>
                                    <p:anim calcmode="lin" valueType="num">
                                      <p:cBhvr>
                                        <p:cTn id="75" dur="250"/>
                                        <p:tgtEl>
                                          <p:spTgt spid="5"/>
                                        </p:tgtEl>
                                        <p:attrNameLst>
                                          <p:attrName>ppt_h</p:attrName>
                                        </p:attrNameLst>
                                      </p:cBhvr>
                                      <p:tavLst>
                                        <p:tav tm="0">
                                          <p:val>
                                            <p:strVal val="ppt_h"/>
                                          </p:val>
                                        </p:tav>
                                        <p:tav tm="100000">
                                          <p:val>
                                            <p:fltVal val="0"/>
                                          </p:val>
                                        </p:tav>
                                      </p:tavLst>
                                    </p:anim>
                                    <p:anim calcmode="lin" valueType="num">
                                      <p:cBhvr>
                                        <p:cTn id="76" dur="250"/>
                                        <p:tgtEl>
                                          <p:spTgt spid="5"/>
                                        </p:tgtEl>
                                        <p:attrNameLst>
                                          <p:attrName>style.rotation</p:attrName>
                                        </p:attrNameLst>
                                      </p:cBhvr>
                                      <p:tavLst>
                                        <p:tav tm="0">
                                          <p:val>
                                            <p:fltVal val="0"/>
                                          </p:val>
                                        </p:tav>
                                        <p:tav tm="100000">
                                          <p:val>
                                            <p:fltVal val="90"/>
                                          </p:val>
                                        </p:tav>
                                      </p:tavLst>
                                    </p:anim>
                                    <p:animEffect transition="out" filter="fade">
                                      <p:cBhvr>
                                        <p:cTn id="77" dur="250"/>
                                        <p:tgtEl>
                                          <p:spTgt spid="5"/>
                                        </p:tgtEl>
                                      </p:cBhvr>
                                    </p:animEffect>
                                    <p:set>
                                      <p:cBhvr>
                                        <p:cTn id="78" dur="1" fill="hold">
                                          <p:stCondLst>
                                            <p:cond delay="249"/>
                                          </p:stCondLst>
                                        </p:cTn>
                                        <p:tgtEl>
                                          <p:spTgt spid="5"/>
                                        </p:tgtEl>
                                        <p:attrNameLst>
                                          <p:attrName>style.visibility</p:attrName>
                                        </p:attrNameLst>
                                      </p:cBhvr>
                                      <p:to>
                                        <p:strVal val="hidden"/>
                                      </p:to>
                                    </p:set>
                                  </p:childTnLst>
                                </p:cTn>
                              </p:par>
                              <p:par>
                                <p:cTn id="79" presetID="31" presetClass="exit" presetSubtype="0" fill="hold" grpId="3" nodeType="withEffect">
                                  <p:stCondLst>
                                    <p:cond delay="0"/>
                                  </p:stCondLst>
                                  <p:childTnLst>
                                    <p:anim calcmode="lin" valueType="num">
                                      <p:cBhvr>
                                        <p:cTn id="80" dur="250"/>
                                        <p:tgtEl>
                                          <p:spTgt spid="6"/>
                                        </p:tgtEl>
                                        <p:attrNameLst>
                                          <p:attrName>ppt_w</p:attrName>
                                        </p:attrNameLst>
                                      </p:cBhvr>
                                      <p:tavLst>
                                        <p:tav tm="0">
                                          <p:val>
                                            <p:strVal val="ppt_w"/>
                                          </p:val>
                                        </p:tav>
                                        <p:tav tm="100000">
                                          <p:val>
                                            <p:fltVal val="0"/>
                                          </p:val>
                                        </p:tav>
                                      </p:tavLst>
                                    </p:anim>
                                    <p:anim calcmode="lin" valueType="num">
                                      <p:cBhvr>
                                        <p:cTn id="81" dur="250"/>
                                        <p:tgtEl>
                                          <p:spTgt spid="6"/>
                                        </p:tgtEl>
                                        <p:attrNameLst>
                                          <p:attrName>ppt_h</p:attrName>
                                        </p:attrNameLst>
                                      </p:cBhvr>
                                      <p:tavLst>
                                        <p:tav tm="0">
                                          <p:val>
                                            <p:strVal val="ppt_h"/>
                                          </p:val>
                                        </p:tav>
                                        <p:tav tm="100000">
                                          <p:val>
                                            <p:fltVal val="0"/>
                                          </p:val>
                                        </p:tav>
                                      </p:tavLst>
                                    </p:anim>
                                    <p:anim calcmode="lin" valueType="num">
                                      <p:cBhvr>
                                        <p:cTn id="82" dur="250"/>
                                        <p:tgtEl>
                                          <p:spTgt spid="6"/>
                                        </p:tgtEl>
                                        <p:attrNameLst>
                                          <p:attrName>style.rotation</p:attrName>
                                        </p:attrNameLst>
                                      </p:cBhvr>
                                      <p:tavLst>
                                        <p:tav tm="0">
                                          <p:val>
                                            <p:fltVal val="0"/>
                                          </p:val>
                                        </p:tav>
                                        <p:tav tm="100000">
                                          <p:val>
                                            <p:fltVal val="90"/>
                                          </p:val>
                                        </p:tav>
                                      </p:tavLst>
                                    </p:anim>
                                    <p:animEffect transition="out" filter="fade">
                                      <p:cBhvr>
                                        <p:cTn id="83" dur="250"/>
                                        <p:tgtEl>
                                          <p:spTgt spid="6"/>
                                        </p:tgtEl>
                                      </p:cBhvr>
                                    </p:animEffect>
                                    <p:set>
                                      <p:cBhvr>
                                        <p:cTn id="84" dur="1" fill="hold">
                                          <p:stCondLst>
                                            <p:cond delay="249"/>
                                          </p:stCondLst>
                                        </p:cTn>
                                        <p:tgtEl>
                                          <p:spTgt spid="6"/>
                                        </p:tgtEl>
                                        <p:attrNameLst>
                                          <p:attrName>style.visibility</p:attrName>
                                        </p:attrNameLst>
                                      </p:cBhvr>
                                      <p:to>
                                        <p:strVal val="hidden"/>
                                      </p:to>
                                    </p:set>
                                  </p:childTnLst>
                                </p:cTn>
                              </p:par>
                              <p:par>
                                <p:cTn id="85" presetID="31" presetClass="exit" presetSubtype="0" fill="hold" nodeType="withEffect">
                                  <p:stCondLst>
                                    <p:cond delay="0"/>
                                  </p:stCondLst>
                                  <p:childTnLst>
                                    <p:anim calcmode="lin" valueType="num">
                                      <p:cBhvr>
                                        <p:cTn id="86" dur="250"/>
                                        <p:tgtEl>
                                          <p:spTgt spid="2"/>
                                        </p:tgtEl>
                                        <p:attrNameLst>
                                          <p:attrName>ppt_w</p:attrName>
                                        </p:attrNameLst>
                                      </p:cBhvr>
                                      <p:tavLst>
                                        <p:tav tm="0">
                                          <p:val>
                                            <p:strVal val="ppt_w"/>
                                          </p:val>
                                        </p:tav>
                                        <p:tav tm="100000">
                                          <p:val>
                                            <p:fltVal val="0"/>
                                          </p:val>
                                        </p:tav>
                                      </p:tavLst>
                                    </p:anim>
                                    <p:anim calcmode="lin" valueType="num">
                                      <p:cBhvr>
                                        <p:cTn id="87" dur="250"/>
                                        <p:tgtEl>
                                          <p:spTgt spid="2"/>
                                        </p:tgtEl>
                                        <p:attrNameLst>
                                          <p:attrName>ppt_h</p:attrName>
                                        </p:attrNameLst>
                                      </p:cBhvr>
                                      <p:tavLst>
                                        <p:tav tm="0">
                                          <p:val>
                                            <p:strVal val="ppt_h"/>
                                          </p:val>
                                        </p:tav>
                                        <p:tav tm="100000">
                                          <p:val>
                                            <p:fltVal val="0"/>
                                          </p:val>
                                        </p:tav>
                                      </p:tavLst>
                                    </p:anim>
                                    <p:anim calcmode="lin" valueType="num">
                                      <p:cBhvr>
                                        <p:cTn id="88" dur="250"/>
                                        <p:tgtEl>
                                          <p:spTgt spid="2"/>
                                        </p:tgtEl>
                                        <p:attrNameLst>
                                          <p:attrName>style.rotation</p:attrName>
                                        </p:attrNameLst>
                                      </p:cBhvr>
                                      <p:tavLst>
                                        <p:tav tm="0">
                                          <p:val>
                                            <p:fltVal val="0"/>
                                          </p:val>
                                        </p:tav>
                                        <p:tav tm="100000">
                                          <p:val>
                                            <p:fltVal val="90"/>
                                          </p:val>
                                        </p:tav>
                                      </p:tavLst>
                                    </p:anim>
                                    <p:animEffect transition="out" filter="fade">
                                      <p:cBhvr>
                                        <p:cTn id="89" dur="250"/>
                                        <p:tgtEl>
                                          <p:spTgt spid="2"/>
                                        </p:tgtEl>
                                      </p:cBhvr>
                                    </p:animEffect>
                                    <p:set>
                                      <p:cBhvr>
                                        <p:cTn id="90" dur="1" fill="hold">
                                          <p:stCondLst>
                                            <p:cond delay="249"/>
                                          </p:stCondLst>
                                        </p:cTn>
                                        <p:tgtEl>
                                          <p:spTgt spid="2"/>
                                        </p:tgtEl>
                                        <p:attrNameLst>
                                          <p:attrName>style.visibility</p:attrName>
                                        </p:attrNameLst>
                                      </p:cBhvr>
                                      <p:to>
                                        <p:strVal val="hidden"/>
                                      </p:to>
                                    </p:set>
                                  </p:childTnLst>
                                </p:cTn>
                              </p:par>
                              <p:par>
                                <p:cTn id="91" presetID="31" presetClass="exit" presetSubtype="0" fill="hold" grpId="1" nodeType="withEffect">
                                  <p:stCondLst>
                                    <p:cond delay="0"/>
                                  </p:stCondLst>
                                  <p:childTnLst>
                                    <p:anim calcmode="lin" valueType="num">
                                      <p:cBhvr>
                                        <p:cTn id="92" dur="250"/>
                                        <p:tgtEl>
                                          <p:spTgt spid="32"/>
                                        </p:tgtEl>
                                        <p:attrNameLst>
                                          <p:attrName>ppt_w</p:attrName>
                                        </p:attrNameLst>
                                      </p:cBhvr>
                                      <p:tavLst>
                                        <p:tav tm="0">
                                          <p:val>
                                            <p:strVal val="ppt_w"/>
                                          </p:val>
                                        </p:tav>
                                        <p:tav tm="100000">
                                          <p:val>
                                            <p:fltVal val="0"/>
                                          </p:val>
                                        </p:tav>
                                      </p:tavLst>
                                    </p:anim>
                                    <p:anim calcmode="lin" valueType="num">
                                      <p:cBhvr>
                                        <p:cTn id="93" dur="250"/>
                                        <p:tgtEl>
                                          <p:spTgt spid="32"/>
                                        </p:tgtEl>
                                        <p:attrNameLst>
                                          <p:attrName>ppt_h</p:attrName>
                                        </p:attrNameLst>
                                      </p:cBhvr>
                                      <p:tavLst>
                                        <p:tav tm="0">
                                          <p:val>
                                            <p:strVal val="ppt_h"/>
                                          </p:val>
                                        </p:tav>
                                        <p:tav tm="100000">
                                          <p:val>
                                            <p:fltVal val="0"/>
                                          </p:val>
                                        </p:tav>
                                      </p:tavLst>
                                    </p:anim>
                                    <p:anim calcmode="lin" valueType="num">
                                      <p:cBhvr>
                                        <p:cTn id="94" dur="250"/>
                                        <p:tgtEl>
                                          <p:spTgt spid="32"/>
                                        </p:tgtEl>
                                        <p:attrNameLst>
                                          <p:attrName>style.rotation</p:attrName>
                                        </p:attrNameLst>
                                      </p:cBhvr>
                                      <p:tavLst>
                                        <p:tav tm="0">
                                          <p:val>
                                            <p:fltVal val="0"/>
                                          </p:val>
                                        </p:tav>
                                        <p:tav tm="100000">
                                          <p:val>
                                            <p:fltVal val="90"/>
                                          </p:val>
                                        </p:tav>
                                      </p:tavLst>
                                    </p:anim>
                                    <p:animEffect transition="out" filter="fade">
                                      <p:cBhvr>
                                        <p:cTn id="95" dur="250"/>
                                        <p:tgtEl>
                                          <p:spTgt spid="32"/>
                                        </p:tgtEl>
                                      </p:cBhvr>
                                    </p:animEffect>
                                    <p:set>
                                      <p:cBhvr>
                                        <p:cTn id="96" dur="1" fill="hold">
                                          <p:stCondLst>
                                            <p:cond delay="249"/>
                                          </p:stCondLst>
                                        </p:cTn>
                                        <p:tgtEl>
                                          <p:spTgt spid="32"/>
                                        </p:tgtEl>
                                        <p:attrNameLst>
                                          <p:attrName>style.visibility</p:attrName>
                                        </p:attrNameLst>
                                      </p:cBhvr>
                                      <p:to>
                                        <p:strVal val="hidden"/>
                                      </p:to>
                                    </p:set>
                                  </p:childTnLst>
                                </p:cTn>
                              </p:par>
                              <p:par>
                                <p:cTn id="97" presetID="31" presetClass="exit" presetSubtype="0" fill="hold" grpId="1" nodeType="withEffect">
                                  <p:stCondLst>
                                    <p:cond delay="0"/>
                                  </p:stCondLst>
                                  <p:childTnLst>
                                    <p:anim calcmode="lin" valueType="num">
                                      <p:cBhvr>
                                        <p:cTn id="98" dur="250"/>
                                        <p:tgtEl>
                                          <p:spTgt spid="33"/>
                                        </p:tgtEl>
                                        <p:attrNameLst>
                                          <p:attrName>ppt_w</p:attrName>
                                        </p:attrNameLst>
                                      </p:cBhvr>
                                      <p:tavLst>
                                        <p:tav tm="0">
                                          <p:val>
                                            <p:strVal val="ppt_w"/>
                                          </p:val>
                                        </p:tav>
                                        <p:tav tm="100000">
                                          <p:val>
                                            <p:fltVal val="0"/>
                                          </p:val>
                                        </p:tav>
                                      </p:tavLst>
                                    </p:anim>
                                    <p:anim calcmode="lin" valueType="num">
                                      <p:cBhvr>
                                        <p:cTn id="99" dur="250"/>
                                        <p:tgtEl>
                                          <p:spTgt spid="33"/>
                                        </p:tgtEl>
                                        <p:attrNameLst>
                                          <p:attrName>ppt_h</p:attrName>
                                        </p:attrNameLst>
                                      </p:cBhvr>
                                      <p:tavLst>
                                        <p:tav tm="0">
                                          <p:val>
                                            <p:strVal val="ppt_h"/>
                                          </p:val>
                                        </p:tav>
                                        <p:tav tm="100000">
                                          <p:val>
                                            <p:fltVal val="0"/>
                                          </p:val>
                                        </p:tav>
                                      </p:tavLst>
                                    </p:anim>
                                    <p:anim calcmode="lin" valueType="num">
                                      <p:cBhvr>
                                        <p:cTn id="100" dur="250"/>
                                        <p:tgtEl>
                                          <p:spTgt spid="33"/>
                                        </p:tgtEl>
                                        <p:attrNameLst>
                                          <p:attrName>style.rotation</p:attrName>
                                        </p:attrNameLst>
                                      </p:cBhvr>
                                      <p:tavLst>
                                        <p:tav tm="0">
                                          <p:val>
                                            <p:fltVal val="0"/>
                                          </p:val>
                                        </p:tav>
                                        <p:tav tm="100000">
                                          <p:val>
                                            <p:fltVal val="90"/>
                                          </p:val>
                                        </p:tav>
                                      </p:tavLst>
                                    </p:anim>
                                    <p:animEffect transition="out" filter="fade">
                                      <p:cBhvr>
                                        <p:cTn id="101" dur="250"/>
                                        <p:tgtEl>
                                          <p:spTgt spid="33"/>
                                        </p:tgtEl>
                                      </p:cBhvr>
                                    </p:animEffect>
                                    <p:set>
                                      <p:cBhvr>
                                        <p:cTn id="102" dur="1" fill="hold">
                                          <p:stCondLst>
                                            <p:cond delay="249"/>
                                          </p:stCondLst>
                                        </p:cTn>
                                        <p:tgtEl>
                                          <p:spTgt spid="33"/>
                                        </p:tgtEl>
                                        <p:attrNameLst>
                                          <p:attrName>style.visibility</p:attrName>
                                        </p:attrNameLst>
                                      </p:cBhvr>
                                      <p:to>
                                        <p:strVal val="hidden"/>
                                      </p:to>
                                    </p:set>
                                  </p:childTnLst>
                                </p:cTn>
                              </p:par>
                              <p:par>
                                <p:cTn id="103" presetID="31" presetClass="exit" presetSubtype="0" fill="hold" grpId="1" nodeType="withEffect">
                                  <p:stCondLst>
                                    <p:cond delay="0"/>
                                  </p:stCondLst>
                                  <p:childTnLst>
                                    <p:anim calcmode="lin" valueType="num">
                                      <p:cBhvr>
                                        <p:cTn id="104" dur="250"/>
                                        <p:tgtEl>
                                          <p:spTgt spid="7"/>
                                        </p:tgtEl>
                                        <p:attrNameLst>
                                          <p:attrName>ppt_w</p:attrName>
                                        </p:attrNameLst>
                                      </p:cBhvr>
                                      <p:tavLst>
                                        <p:tav tm="0">
                                          <p:val>
                                            <p:strVal val="ppt_w"/>
                                          </p:val>
                                        </p:tav>
                                        <p:tav tm="100000">
                                          <p:val>
                                            <p:fltVal val="0"/>
                                          </p:val>
                                        </p:tav>
                                      </p:tavLst>
                                    </p:anim>
                                    <p:anim calcmode="lin" valueType="num">
                                      <p:cBhvr>
                                        <p:cTn id="105" dur="250"/>
                                        <p:tgtEl>
                                          <p:spTgt spid="7"/>
                                        </p:tgtEl>
                                        <p:attrNameLst>
                                          <p:attrName>ppt_h</p:attrName>
                                        </p:attrNameLst>
                                      </p:cBhvr>
                                      <p:tavLst>
                                        <p:tav tm="0">
                                          <p:val>
                                            <p:strVal val="ppt_h"/>
                                          </p:val>
                                        </p:tav>
                                        <p:tav tm="100000">
                                          <p:val>
                                            <p:fltVal val="0"/>
                                          </p:val>
                                        </p:tav>
                                      </p:tavLst>
                                    </p:anim>
                                    <p:anim calcmode="lin" valueType="num">
                                      <p:cBhvr>
                                        <p:cTn id="106" dur="250"/>
                                        <p:tgtEl>
                                          <p:spTgt spid="7"/>
                                        </p:tgtEl>
                                        <p:attrNameLst>
                                          <p:attrName>style.rotation</p:attrName>
                                        </p:attrNameLst>
                                      </p:cBhvr>
                                      <p:tavLst>
                                        <p:tav tm="0">
                                          <p:val>
                                            <p:fltVal val="0"/>
                                          </p:val>
                                        </p:tav>
                                        <p:tav tm="100000">
                                          <p:val>
                                            <p:fltVal val="90"/>
                                          </p:val>
                                        </p:tav>
                                      </p:tavLst>
                                    </p:anim>
                                    <p:animEffect transition="out" filter="fade">
                                      <p:cBhvr>
                                        <p:cTn id="107" dur="250"/>
                                        <p:tgtEl>
                                          <p:spTgt spid="7"/>
                                        </p:tgtEl>
                                      </p:cBhvr>
                                    </p:animEffect>
                                    <p:set>
                                      <p:cBhvr>
                                        <p:cTn id="108" dur="1" fill="hold">
                                          <p:stCondLst>
                                            <p:cond delay="249"/>
                                          </p:stCondLst>
                                        </p:cTn>
                                        <p:tgtEl>
                                          <p:spTgt spid="7"/>
                                        </p:tgtEl>
                                        <p:attrNameLst>
                                          <p:attrName>style.visibility</p:attrName>
                                        </p:attrNameLst>
                                      </p:cBhvr>
                                      <p:to>
                                        <p:strVal val="hidden"/>
                                      </p:to>
                                    </p:set>
                                  </p:childTnLst>
                                </p:cTn>
                              </p:par>
                              <p:par>
                                <p:cTn id="109" presetID="31" presetClass="exit" presetSubtype="0" fill="hold" grpId="3" nodeType="withEffect">
                                  <p:stCondLst>
                                    <p:cond delay="0"/>
                                  </p:stCondLst>
                                  <p:childTnLst>
                                    <p:anim calcmode="lin" valueType="num">
                                      <p:cBhvr>
                                        <p:cTn id="110" dur="250"/>
                                        <p:tgtEl>
                                          <p:spTgt spid="8"/>
                                        </p:tgtEl>
                                        <p:attrNameLst>
                                          <p:attrName>ppt_w</p:attrName>
                                        </p:attrNameLst>
                                      </p:cBhvr>
                                      <p:tavLst>
                                        <p:tav tm="0">
                                          <p:val>
                                            <p:strVal val="ppt_w"/>
                                          </p:val>
                                        </p:tav>
                                        <p:tav tm="100000">
                                          <p:val>
                                            <p:fltVal val="0"/>
                                          </p:val>
                                        </p:tav>
                                      </p:tavLst>
                                    </p:anim>
                                    <p:anim calcmode="lin" valueType="num">
                                      <p:cBhvr>
                                        <p:cTn id="111" dur="250"/>
                                        <p:tgtEl>
                                          <p:spTgt spid="8"/>
                                        </p:tgtEl>
                                        <p:attrNameLst>
                                          <p:attrName>ppt_h</p:attrName>
                                        </p:attrNameLst>
                                      </p:cBhvr>
                                      <p:tavLst>
                                        <p:tav tm="0">
                                          <p:val>
                                            <p:strVal val="ppt_h"/>
                                          </p:val>
                                        </p:tav>
                                        <p:tav tm="100000">
                                          <p:val>
                                            <p:fltVal val="0"/>
                                          </p:val>
                                        </p:tav>
                                      </p:tavLst>
                                    </p:anim>
                                    <p:anim calcmode="lin" valueType="num">
                                      <p:cBhvr>
                                        <p:cTn id="112" dur="250"/>
                                        <p:tgtEl>
                                          <p:spTgt spid="8"/>
                                        </p:tgtEl>
                                        <p:attrNameLst>
                                          <p:attrName>style.rotation</p:attrName>
                                        </p:attrNameLst>
                                      </p:cBhvr>
                                      <p:tavLst>
                                        <p:tav tm="0">
                                          <p:val>
                                            <p:fltVal val="0"/>
                                          </p:val>
                                        </p:tav>
                                        <p:tav tm="100000">
                                          <p:val>
                                            <p:fltVal val="90"/>
                                          </p:val>
                                        </p:tav>
                                      </p:tavLst>
                                    </p:anim>
                                    <p:animEffect transition="out" filter="fade">
                                      <p:cBhvr>
                                        <p:cTn id="113" dur="250"/>
                                        <p:tgtEl>
                                          <p:spTgt spid="8"/>
                                        </p:tgtEl>
                                      </p:cBhvr>
                                    </p:animEffect>
                                    <p:set>
                                      <p:cBhvr>
                                        <p:cTn id="114" dur="1" fill="hold">
                                          <p:stCondLst>
                                            <p:cond delay="249"/>
                                          </p:stCondLst>
                                        </p:cTn>
                                        <p:tgtEl>
                                          <p:spTgt spid="8"/>
                                        </p:tgtEl>
                                        <p:attrNameLst>
                                          <p:attrName>style.visibility</p:attrName>
                                        </p:attrNameLst>
                                      </p:cBhvr>
                                      <p:to>
                                        <p:strVal val="hidden"/>
                                      </p:to>
                                    </p:set>
                                  </p:childTnLst>
                                </p:cTn>
                              </p:par>
                              <p:par>
                                <p:cTn id="115" presetID="31" presetClass="exit" presetSubtype="0" fill="hold" nodeType="withEffect">
                                  <p:stCondLst>
                                    <p:cond delay="0"/>
                                  </p:stCondLst>
                                  <p:childTnLst>
                                    <p:anim calcmode="lin" valueType="num">
                                      <p:cBhvr>
                                        <p:cTn id="116" dur="250"/>
                                        <p:tgtEl>
                                          <p:spTgt spid="3"/>
                                        </p:tgtEl>
                                        <p:attrNameLst>
                                          <p:attrName>ppt_w</p:attrName>
                                        </p:attrNameLst>
                                      </p:cBhvr>
                                      <p:tavLst>
                                        <p:tav tm="0">
                                          <p:val>
                                            <p:strVal val="ppt_w"/>
                                          </p:val>
                                        </p:tav>
                                        <p:tav tm="100000">
                                          <p:val>
                                            <p:fltVal val="0"/>
                                          </p:val>
                                        </p:tav>
                                      </p:tavLst>
                                    </p:anim>
                                    <p:anim calcmode="lin" valueType="num">
                                      <p:cBhvr>
                                        <p:cTn id="117" dur="250"/>
                                        <p:tgtEl>
                                          <p:spTgt spid="3"/>
                                        </p:tgtEl>
                                        <p:attrNameLst>
                                          <p:attrName>ppt_h</p:attrName>
                                        </p:attrNameLst>
                                      </p:cBhvr>
                                      <p:tavLst>
                                        <p:tav tm="0">
                                          <p:val>
                                            <p:strVal val="ppt_h"/>
                                          </p:val>
                                        </p:tav>
                                        <p:tav tm="100000">
                                          <p:val>
                                            <p:fltVal val="0"/>
                                          </p:val>
                                        </p:tav>
                                      </p:tavLst>
                                    </p:anim>
                                    <p:anim calcmode="lin" valueType="num">
                                      <p:cBhvr>
                                        <p:cTn id="118" dur="250"/>
                                        <p:tgtEl>
                                          <p:spTgt spid="3"/>
                                        </p:tgtEl>
                                        <p:attrNameLst>
                                          <p:attrName>style.rotation</p:attrName>
                                        </p:attrNameLst>
                                      </p:cBhvr>
                                      <p:tavLst>
                                        <p:tav tm="0">
                                          <p:val>
                                            <p:fltVal val="0"/>
                                          </p:val>
                                        </p:tav>
                                        <p:tav tm="100000">
                                          <p:val>
                                            <p:fltVal val="90"/>
                                          </p:val>
                                        </p:tav>
                                      </p:tavLst>
                                    </p:anim>
                                    <p:animEffect transition="out" filter="fade">
                                      <p:cBhvr>
                                        <p:cTn id="119" dur="250"/>
                                        <p:tgtEl>
                                          <p:spTgt spid="3"/>
                                        </p:tgtEl>
                                      </p:cBhvr>
                                    </p:animEffect>
                                    <p:set>
                                      <p:cBhvr>
                                        <p:cTn id="120" dur="1" fill="hold">
                                          <p:stCondLst>
                                            <p:cond delay="249"/>
                                          </p:stCondLst>
                                        </p:cTn>
                                        <p:tgtEl>
                                          <p:spTgt spid="3"/>
                                        </p:tgtEl>
                                        <p:attrNameLst>
                                          <p:attrName>style.visibility</p:attrName>
                                        </p:attrNameLst>
                                      </p:cBhvr>
                                      <p:to>
                                        <p:strVal val="hidden"/>
                                      </p:to>
                                    </p:set>
                                  </p:childTnLst>
                                </p:cTn>
                              </p:par>
                              <p:par>
                                <p:cTn id="121" presetID="31" presetClass="exit" presetSubtype="0" fill="hold" grpId="1" nodeType="withEffect">
                                  <p:stCondLst>
                                    <p:cond delay="0"/>
                                  </p:stCondLst>
                                  <p:childTnLst>
                                    <p:anim calcmode="lin" valueType="num">
                                      <p:cBhvr>
                                        <p:cTn id="122" dur="250"/>
                                        <p:tgtEl>
                                          <p:spTgt spid="34"/>
                                        </p:tgtEl>
                                        <p:attrNameLst>
                                          <p:attrName>ppt_w</p:attrName>
                                        </p:attrNameLst>
                                      </p:cBhvr>
                                      <p:tavLst>
                                        <p:tav tm="0">
                                          <p:val>
                                            <p:strVal val="ppt_w"/>
                                          </p:val>
                                        </p:tav>
                                        <p:tav tm="100000">
                                          <p:val>
                                            <p:fltVal val="0"/>
                                          </p:val>
                                        </p:tav>
                                      </p:tavLst>
                                    </p:anim>
                                    <p:anim calcmode="lin" valueType="num">
                                      <p:cBhvr>
                                        <p:cTn id="123" dur="250"/>
                                        <p:tgtEl>
                                          <p:spTgt spid="34"/>
                                        </p:tgtEl>
                                        <p:attrNameLst>
                                          <p:attrName>ppt_h</p:attrName>
                                        </p:attrNameLst>
                                      </p:cBhvr>
                                      <p:tavLst>
                                        <p:tav tm="0">
                                          <p:val>
                                            <p:strVal val="ppt_h"/>
                                          </p:val>
                                        </p:tav>
                                        <p:tav tm="100000">
                                          <p:val>
                                            <p:fltVal val="0"/>
                                          </p:val>
                                        </p:tav>
                                      </p:tavLst>
                                    </p:anim>
                                    <p:anim calcmode="lin" valueType="num">
                                      <p:cBhvr>
                                        <p:cTn id="124" dur="250"/>
                                        <p:tgtEl>
                                          <p:spTgt spid="34"/>
                                        </p:tgtEl>
                                        <p:attrNameLst>
                                          <p:attrName>style.rotation</p:attrName>
                                        </p:attrNameLst>
                                      </p:cBhvr>
                                      <p:tavLst>
                                        <p:tav tm="0">
                                          <p:val>
                                            <p:fltVal val="0"/>
                                          </p:val>
                                        </p:tav>
                                        <p:tav tm="100000">
                                          <p:val>
                                            <p:fltVal val="90"/>
                                          </p:val>
                                        </p:tav>
                                      </p:tavLst>
                                    </p:anim>
                                    <p:animEffect transition="out" filter="fade">
                                      <p:cBhvr>
                                        <p:cTn id="125" dur="250"/>
                                        <p:tgtEl>
                                          <p:spTgt spid="34"/>
                                        </p:tgtEl>
                                      </p:cBhvr>
                                    </p:animEffect>
                                    <p:set>
                                      <p:cBhvr>
                                        <p:cTn id="126" dur="1" fill="hold">
                                          <p:stCondLst>
                                            <p:cond delay="249"/>
                                          </p:stCondLst>
                                        </p:cTn>
                                        <p:tgtEl>
                                          <p:spTgt spid="34"/>
                                        </p:tgtEl>
                                        <p:attrNameLst>
                                          <p:attrName>style.visibility</p:attrName>
                                        </p:attrNameLst>
                                      </p:cBhvr>
                                      <p:to>
                                        <p:strVal val="hidden"/>
                                      </p:to>
                                    </p:set>
                                  </p:childTnLst>
                                </p:cTn>
                              </p:par>
                              <p:par>
                                <p:cTn id="127" presetID="31" presetClass="exit" presetSubtype="0" fill="hold" grpId="1" nodeType="withEffect">
                                  <p:stCondLst>
                                    <p:cond delay="0"/>
                                  </p:stCondLst>
                                  <p:childTnLst>
                                    <p:anim calcmode="lin" valueType="num">
                                      <p:cBhvr>
                                        <p:cTn id="128" dur="250"/>
                                        <p:tgtEl>
                                          <p:spTgt spid="35"/>
                                        </p:tgtEl>
                                        <p:attrNameLst>
                                          <p:attrName>ppt_w</p:attrName>
                                        </p:attrNameLst>
                                      </p:cBhvr>
                                      <p:tavLst>
                                        <p:tav tm="0">
                                          <p:val>
                                            <p:strVal val="ppt_w"/>
                                          </p:val>
                                        </p:tav>
                                        <p:tav tm="100000">
                                          <p:val>
                                            <p:fltVal val="0"/>
                                          </p:val>
                                        </p:tav>
                                      </p:tavLst>
                                    </p:anim>
                                    <p:anim calcmode="lin" valueType="num">
                                      <p:cBhvr>
                                        <p:cTn id="129" dur="250"/>
                                        <p:tgtEl>
                                          <p:spTgt spid="35"/>
                                        </p:tgtEl>
                                        <p:attrNameLst>
                                          <p:attrName>ppt_h</p:attrName>
                                        </p:attrNameLst>
                                      </p:cBhvr>
                                      <p:tavLst>
                                        <p:tav tm="0">
                                          <p:val>
                                            <p:strVal val="ppt_h"/>
                                          </p:val>
                                        </p:tav>
                                        <p:tav tm="100000">
                                          <p:val>
                                            <p:fltVal val="0"/>
                                          </p:val>
                                        </p:tav>
                                      </p:tavLst>
                                    </p:anim>
                                    <p:anim calcmode="lin" valueType="num">
                                      <p:cBhvr>
                                        <p:cTn id="130" dur="250"/>
                                        <p:tgtEl>
                                          <p:spTgt spid="35"/>
                                        </p:tgtEl>
                                        <p:attrNameLst>
                                          <p:attrName>style.rotation</p:attrName>
                                        </p:attrNameLst>
                                      </p:cBhvr>
                                      <p:tavLst>
                                        <p:tav tm="0">
                                          <p:val>
                                            <p:fltVal val="0"/>
                                          </p:val>
                                        </p:tav>
                                        <p:tav tm="100000">
                                          <p:val>
                                            <p:fltVal val="90"/>
                                          </p:val>
                                        </p:tav>
                                      </p:tavLst>
                                    </p:anim>
                                    <p:animEffect transition="out" filter="fade">
                                      <p:cBhvr>
                                        <p:cTn id="131" dur="250"/>
                                        <p:tgtEl>
                                          <p:spTgt spid="35"/>
                                        </p:tgtEl>
                                      </p:cBhvr>
                                    </p:animEffect>
                                    <p:set>
                                      <p:cBhvr>
                                        <p:cTn id="132" dur="1" fill="hold">
                                          <p:stCondLst>
                                            <p:cond delay="249"/>
                                          </p:stCondLst>
                                        </p:cTn>
                                        <p:tgtEl>
                                          <p:spTgt spid="35"/>
                                        </p:tgtEl>
                                        <p:attrNameLst>
                                          <p:attrName>style.visibility</p:attrName>
                                        </p:attrNameLst>
                                      </p:cBhvr>
                                      <p:to>
                                        <p:strVal val="hidden"/>
                                      </p:to>
                                    </p:set>
                                  </p:childTnLst>
                                </p:cTn>
                              </p:par>
                              <p:par>
                                <p:cTn id="133" presetID="31" presetClass="exit" presetSubtype="0" fill="hold" grpId="1" nodeType="withEffect">
                                  <p:stCondLst>
                                    <p:cond delay="0"/>
                                  </p:stCondLst>
                                  <p:childTnLst>
                                    <p:anim calcmode="lin" valueType="num">
                                      <p:cBhvr>
                                        <p:cTn id="134" dur="250"/>
                                        <p:tgtEl>
                                          <p:spTgt spid="9"/>
                                        </p:tgtEl>
                                        <p:attrNameLst>
                                          <p:attrName>ppt_w</p:attrName>
                                        </p:attrNameLst>
                                      </p:cBhvr>
                                      <p:tavLst>
                                        <p:tav tm="0">
                                          <p:val>
                                            <p:strVal val="ppt_w"/>
                                          </p:val>
                                        </p:tav>
                                        <p:tav tm="100000">
                                          <p:val>
                                            <p:fltVal val="0"/>
                                          </p:val>
                                        </p:tav>
                                      </p:tavLst>
                                    </p:anim>
                                    <p:anim calcmode="lin" valueType="num">
                                      <p:cBhvr>
                                        <p:cTn id="135" dur="250"/>
                                        <p:tgtEl>
                                          <p:spTgt spid="9"/>
                                        </p:tgtEl>
                                        <p:attrNameLst>
                                          <p:attrName>ppt_h</p:attrName>
                                        </p:attrNameLst>
                                      </p:cBhvr>
                                      <p:tavLst>
                                        <p:tav tm="0">
                                          <p:val>
                                            <p:strVal val="ppt_h"/>
                                          </p:val>
                                        </p:tav>
                                        <p:tav tm="100000">
                                          <p:val>
                                            <p:fltVal val="0"/>
                                          </p:val>
                                        </p:tav>
                                      </p:tavLst>
                                    </p:anim>
                                    <p:anim calcmode="lin" valueType="num">
                                      <p:cBhvr>
                                        <p:cTn id="136" dur="250"/>
                                        <p:tgtEl>
                                          <p:spTgt spid="9"/>
                                        </p:tgtEl>
                                        <p:attrNameLst>
                                          <p:attrName>style.rotation</p:attrName>
                                        </p:attrNameLst>
                                      </p:cBhvr>
                                      <p:tavLst>
                                        <p:tav tm="0">
                                          <p:val>
                                            <p:fltVal val="0"/>
                                          </p:val>
                                        </p:tav>
                                        <p:tav tm="100000">
                                          <p:val>
                                            <p:fltVal val="90"/>
                                          </p:val>
                                        </p:tav>
                                      </p:tavLst>
                                    </p:anim>
                                    <p:animEffect transition="out" filter="fade">
                                      <p:cBhvr>
                                        <p:cTn id="137" dur="250"/>
                                        <p:tgtEl>
                                          <p:spTgt spid="9"/>
                                        </p:tgtEl>
                                      </p:cBhvr>
                                    </p:animEffect>
                                    <p:set>
                                      <p:cBhvr>
                                        <p:cTn id="138" dur="1" fill="hold">
                                          <p:stCondLst>
                                            <p:cond delay="249"/>
                                          </p:stCondLst>
                                        </p:cTn>
                                        <p:tgtEl>
                                          <p:spTgt spid="9"/>
                                        </p:tgtEl>
                                        <p:attrNameLst>
                                          <p:attrName>style.visibility</p:attrName>
                                        </p:attrNameLst>
                                      </p:cBhvr>
                                      <p:to>
                                        <p:strVal val="hidden"/>
                                      </p:to>
                                    </p:set>
                                  </p:childTnLst>
                                </p:cTn>
                              </p:par>
                              <p:par>
                                <p:cTn id="139" presetID="31" presetClass="exit" presetSubtype="0" fill="hold" grpId="3" nodeType="withEffect">
                                  <p:stCondLst>
                                    <p:cond delay="0"/>
                                  </p:stCondLst>
                                  <p:childTnLst>
                                    <p:anim calcmode="lin" valueType="num">
                                      <p:cBhvr>
                                        <p:cTn id="140" dur="250"/>
                                        <p:tgtEl>
                                          <p:spTgt spid="10"/>
                                        </p:tgtEl>
                                        <p:attrNameLst>
                                          <p:attrName>ppt_w</p:attrName>
                                        </p:attrNameLst>
                                      </p:cBhvr>
                                      <p:tavLst>
                                        <p:tav tm="0">
                                          <p:val>
                                            <p:strVal val="ppt_w"/>
                                          </p:val>
                                        </p:tav>
                                        <p:tav tm="100000">
                                          <p:val>
                                            <p:fltVal val="0"/>
                                          </p:val>
                                        </p:tav>
                                      </p:tavLst>
                                    </p:anim>
                                    <p:anim calcmode="lin" valueType="num">
                                      <p:cBhvr>
                                        <p:cTn id="141" dur="250"/>
                                        <p:tgtEl>
                                          <p:spTgt spid="10"/>
                                        </p:tgtEl>
                                        <p:attrNameLst>
                                          <p:attrName>ppt_h</p:attrName>
                                        </p:attrNameLst>
                                      </p:cBhvr>
                                      <p:tavLst>
                                        <p:tav tm="0">
                                          <p:val>
                                            <p:strVal val="ppt_h"/>
                                          </p:val>
                                        </p:tav>
                                        <p:tav tm="100000">
                                          <p:val>
                                            <p:fltVal val="0"/>
                                          </p:val>
                                        </p:tav>
                                      </p:tavLst>
                                    </p:anim>
                                    <p:anim calcmode="lin" valueType="num">
                                      <p:cBhvr>
                                        <p:cTn id="142" dur="250"/>
                                        <p:tgtEl>
                                          <p:spTgt spid="10"/>
                                        </p:tgtEl>
                                        <p:attrNameLst>
                                          <p:attrName>style.rotation</p:attrName>
                                        </p:attrNameLst>
                                      </p:cBhvr>
                                      <p:tavLst>
                                        <p:tav tm="0">
                                          <p:val>
                                            <p:fltVal val="0"/>
                                          </p:val>
                                        </p:tav>
                                        <p:tav tm="100000">
                                          <p:val>
                                            <p:fltVal val="90"/>
                                          </p:val>
                                        </p:tav>
                                      </p:tavLst>
                                    </p:anim>
                                    <p:animEffect transition="out" filter="fade">
                                      <p:cBhvr>
                                        <p:cTn id="143" dur="250"/>
                                        <p:tgtEl>
                                          <p:spTgt spid="10"/>
                                        </p:tgtEl>
                                      </p:cBhvr>
                                    </p:animEffect>
                                    <p:set>
                                      <p:cBhvr>
                                        <p:cTn id="144" dur="1" fill="hold">
                                          <p:stCondLst>
                                            <p:cond delay="249"/>
                                          </p:stCondLst>
                                        </p:cTn>
                                        <p:tgtEl>
                                          <p:spTgt spid="10"/>
                                        </p:tgtEl>
                                        <p:attrNameLst>
                                          <p:attrName>style.visibility</p:attrName>
                                        </p:attrNameLst>
                                      </p:cBhvr>
                                      <p:to>
                                        <p:strVal val="hidden"/>
                                      </p:to>
                                    </p:set>
                                  </p:childTnLst>
                                </p:cTn>
                              </p:par>
                              <p:par>
                                <p:cTn id="145" presetID="31" presetClass="exit" presetSubtype="0" fill="hold" nodeType="withEffect">
                                  <p:stCondLst>
                                    <p:cond delay="0"/>
                                  </p:stCondLst>
                                  <p:childTnLst>
                                    <p:anim calcmode="lin" valueType="num">
                                      <p:cBhvr>
                                        <p:cTn id="146" dur="250"/>
                                        <p:tgtEl>
                                          <p:spTgt spid="4"/>
                                        </p:tgtEl>
                                        <p:attrNameLst>
                                          <p:attrName>ppt_w</p:attrName>
                                        </p:attrNameLst>
                                      </p:cBhvr>
                                      <p:tavLst>
                                        <p:tav tm="0">
                                          <p:val>
                                            <p:strVal val="ppt_w"/>
                                          </p:val>
                                        </p:tav>
                                        <p:tav tm="100000">
                                          <p:val>
                                            <p:fltVal val="0"/>
                                          </p:val>
                                        </p:tav>
                                      </p:tavLst>
                                    </p:anim>
                                    <p:anim calcmode="lin" valueType="num">
                                      <p:cBhvr>
                                        <p:cTn id="147" dur="250"/>
                                        <p:tgtEl>
                                          <p:spTgt spid="4"/>
                                        </p:tgtEl>
                                        <p:attrNameLst>
                                          <p:attrName>ppt_h</p:attrName>
                                        </p:attrNameLst>
                                      </p:cBhvr>
                                      <p:tavLst>
                                        <p:tav tm="0">
                                          <p:val>
                                            <p:strVal val="ppt_h"/>
                                          </p:val>
                                        </p:tav>
                                        <p:tav tm="100000">
                                          <p:val>
                                            <p:fltVal val="0"/>
                                          </p:val>
                                        </p:tav>
                                      </p:tavLst>
                                    </p:anim>
                                    <p:anim calcmode="lin" valueType="num">
                                      <p:cBhvr>
                                        <p:cTn id="148" dur="250"/>
                                        <p:tgtEl>
                                          <p:spTgt spid="4"/>
                                        </p:tgtEl>
                                        <p:attrNameLst>
                                          <p:attrName>style.rotation</p:attrName>
                                        </p:attrNameLst>
                                      </p:cBhvr>
                                      <p:tavLst>
                                        <p:tav tm="0">
                                          <p:val>
                                            <p:fltVal val="0"/>
                                          </p:val>
                                        </p:tav>
                                        <p:tav tm="100000">
                                          <p:val>
                                            <p:fltVal val="90"/>
                                          </p:val>
                                        </p:tav>
                                      </p:tavLst>
                                    </p:anim>
                                    <p:animEffect transition="out" filter="fade">
                                      <p:cBhvr>
                                        <p:cTn id="149" dur="250"/>
                                        <p:tgtEl>
                                          <p:spTgt spid="4"/>
                                        </p:tgtEl>
                                      </p:cBhvr>
                                    </p:animEffect>
                                    <p:set>
                                      <p:cBhvr>
                                        <p:cTn id="150" dur="1" fill="hold">
                                          <p:stCondLst>
                                            <p:cond delay="249"/>
                                          </p:stCondLst>
                                        </p:cTn>
                                        <p:tgtEl>
                                          <p:spTgt spid="4"/>
                                        </p:tgtEl>
                                        <p:attrNameLst>
                                          <p:attrName>style.visibility</p:attrName>
                                        </p:attrNameLst>
                                      </p:cBhvr>
                                      <p:to>
                                        <p:strVal val="hidden"/>
                                      </p:to>
                                    </p:set>
                                  </p:childTnLst>
                                </p:cTn>
                              </p:par>
                              <p:par>
                                <p:cTn id="151" presetID="31" presetClass="exit" presetSubtype="0" fill="hold" grpId="1" nodeType="withEffect">
                                  <p:stCondLst>
                                    <p:cond delay="0"/>
                                  </p:stCondLst>
                                  <p:childTnLst>
                                    <p:anim calcmode="lin" valueType="num">
                                      <p:cBhvr>
                                        <p:cTn id="152" dur="250"/>
                                        <p:tgtEl>
                                          <p:spTgt spid="36"/>
                                        </p:tgtEl>
                                        <p:attrNameLst>
                                          <p:attrName>ppt_w</p:attrName>
                                        </p:attrNameLst>
                                      </p:cBhvr>
                                      <p:tavLst>
                                        <p:tav tm="0">
                                          <p:val>
                                            <p:strVal val="ppt_w"/>
                                          </p:val>
                                        </p:tav>
                                        <p:tav tm="100000">
                                          <p:val>
                                            <p:fltVal val="0"/>
                                          </p:val>
                                        </p:tav>
                                      </p:tavLst>
                                    </p:anim>
                                    <p:anim calcmode="lin" valueType="num">
                                      <p:cBhvr>
                                        <p:cTn id="153" dur="250"/>
                                        <p:tgtEl>
                                          <p:spTgt spid="36"/>
                                        </p:tgtEl>
                                        <p:attrNameLst>
                                          <p:attrName>ppt_h</p:attrName>
                                        </p:attrNameLst>
                                      </p:cBhvr>
                                      <p:tavLst>
                                        <p:tav tm="0">
                                          <p:val>
                                            <p:strVal val="ppt_h"/>
                                          </p:val>
                                        </p:tav>
                                        <p:tav tm="100000">
                                          <p:val>
                                            <p:fltVal val="0"/>
                                          </p:val>
                                        </p:tav>
                                      </p:tavLst>
                                    </p:anim>
                                    <p:anim calcmode="lin" valueType="num">
                                      <p:cBhvr>
                                        <p:cTn id="154" dur="250"/>
                                        <p:tgtEl>
                                          <p:spTgt spid="36"/>
                                        </p:tgtEl>
                                        <p:attrNameLst>
                                          <p:attrName>style.rotation</p:attrName>
                                        </p:attrNameLst>
                                      </p:cBhvr>
                                      <p:tavLst>
                                        <p:tav tm="0">
                                          <p:val>
                                            <p:fltVal val="0"/>
                                          </p:val>
                                        </p:tav>
                                        <p:tav tm="100000">
                                          <p:val>
                                            <p:fltVal val="90"/>
                                          </p:val>
                                        </p:tav>
                                      </p:tavLst>
                                    </p:anim>
                                    <p:animEffect transition="out" filter="fade">
                                      <p:cBhvr>
                                        <p:cTn id="155" dur="250"/>
                                        <p:tgtEl>
                                          <p:spTgt spid="36"/>
                                        </p:tgtEl>
                                      </p:cBhvr>
                                    </p:animEffect>
                                    <p:set>
                                      <p:cBhvr>
                                        <p:cTn id="156" dur="1" fill="hold">
                                          <p:stCondLst>
                                            <p:cond delay="249"/>
                                          </p:stCondLst>
                                        </p:cTn>
                                        <p:tgtEl>
                                          <p:spTgt spid="36"/>
                                        </p:tgtEl>
                                        <p:attrNameLst>
                                          <p:attrName>style.visibility</p:attrName>
                                        </p:attrNameLst>
                                      </p:cBhvr>
                                      <p:to>
                                        <p:strVal val="hidden"/>
                                      </p:to>
                                    </p:set>
                                  </p:childTnLst>
                                </p:cTn>
                              </p:par>
                              <p:par>
                                <p:cTn id="157" presetID="31" presetClass="exit" presetSubtype="0" fill="hold" grpId="1" nodeType="withEffect">
                                  <p:stCondLst>
                                    <p:cond delay="0"/>
                                  </p:stCondLst>
                                  <p:childTnLst>
                                    <p:anim calcmode="lin" valueType="num">
                                      <p:cBhvr>
                                        <p:cTn id="158" dur="250"/>
                                        <p:tgtEl>
                                          <p:spTgt spid="37"/>
                                        </p:tgtEl>
                                        <p:attrNameLst>
                                          <p:attrName>ppt_w</p:attrName>
                                        </p:attrNameLst>
                                      </p:cBhvr>
                                      <p:tavLst>
                                        <p:tav tm="0">
                                          <p:val>
                                            <p:strVal val="ppt_w"/>
                                          </p:val>
                                        </p:tav>
                                        <p:tav tm="100000">
                                          <p:val>
                                            <p:fltVal val="0"/>
                                          </p:val>
                                        </p:tav>
                                      </p:tavLst>
                                    </p:anim>
                                    <p:anim calcmode="lin" valueType="num">
                                      <p:cBhvr>
                                        <p:cTn id="159" dur="250"/>
                                        <p:tgtEl>
                                          <p:spTgt spid="37"/>
                                        </p:tgtEl>
                                        <p:attrNameLst>
                                          <p:attrName>ppt_h</p:attrName>
                                        </p:attrNameLst>
                                      </p:cBhvr>
                                      <p:tavLst>
                                        <p:tav tm="0">
                                          <p:val>
                                            <p:strVal val="ppt_h"/>
                                          </p:val>
                                        </p:tav>
                                        <p:tav tm="100000">
                                          <p:val>
                                            <p:fltVal val="0"/>
                                          </p:val>
                                        </p:tav>
                                      </p:tavLst>
                                    </p:anim>
                                    <p:anim calcmode="lin" valueType="num">
                                      <p:cBhvr>
                                        <p:cTn id="160" dur="250"/>
                                        <p:tgtEl>
                                          <p:spTgt spid="37"/>
                                        </p:tgtEl>
                                        <p:attrNameLst>
                                          <p:attrName>style.rotation</p:attrName>
                                        </p:attrNameLst>
                                      </p:cBhvr>
                                      <p:tavLst>
                                        <p:tav tm="0">
                                          <p:val>
                                            <p:fltVal val="0"/>
                                          </p:val>
                                        </p:tav>
                                        <p:tav tm="100000">
                                          <p:val>
                                            <p:fltVal val="90"/>
                                          </p:val>
                                        </p:tav>
                                      </p:tavLst>
                                    </p:anim>
                                    <p:animEffect transition="out" filter="fade">
                                      <p:cBhvr>
                                        <p:cTn id="161" dur="250"/>
                                        <p:tgtEl>
                                          <p:spTgt spid="37"/>
                                        </p:tgtEl>
                                      </p:cBhvr>
                                    </p:animEffect>
                                    <p:set>
                                      <p:cBhvr>
                                        <p:cTn id="162" dur="1" fill="hold">
                                          <p:stCondLst>
                                            <p:cond delay="249"/>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6" grpId="2" animBg="1"/>
      <p:bldP spid="6" grpId="3" animBg="1"/>
      <p:bldP spid="7" grpId="0" animBg="1"/>
      <p:bldP spid="7" grpId="1" animBg="1"/>
      <p:bldP spid="8" grpId="0" animBg="1"/>
      <p:bldP spid="8" grpId="1" animBg="1"/>
      <p:bldP spid="8" grpId="2" animBg="1"/>
      <p:bldP spid="8" grpId="3" animBg="1"/>
      <p:bldP spid="9" grpId="0" animBg="1"/>
      <p:bldP spid="9" grpId="1" animBg="1"/>
      <p:bldP spid="10" grpId="0" animBg="1"/>
      <p:bldP spid="10" grpId="1" animBg="1"/>
      <p:bldP spid="10" grpId="2" animBg="1"/>
      <p:bldP spid="10" grpId="3" animBg="1"/>
      <p:bldP spid="32" grpId="0"/>
      <p:bldP spid="32" grpId="1"/>
      <p:bldP spid="33" grpId="0"/>
      <p:bldP spid="33" grpId="1"/>
      <p:bldP spid="34" grpId="0"/>
      <p:bldP spid="34" grpId="1"/>
      <p:bldP spid="35" grpId="0"/>
      <p:bldP spid="35" grpId="1"/>
      <p:bldP spid="36" grpId="0"/>
      <p:bldP spid="36" grpId="1"/>
      <p:bldP spid="37" grpId="0"/>
      <p:bldP spid="37"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Administrator\Desktop\jiqiren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grpSp>
        <p:nvGrpSpPr>
          <p:cNvPr id="2" name="组合 28"/>
          <p:cNvGrpSpPr/>
          <p:nvPr/>
        </p:nvGrpSpPr>
        <p:grpSpPr>
          <a:xfrm rot="2700000">
            <a:off x="4278457" y="2054910"/>
            <a:ext cx="1017813" cy="1069411"/>
            <a:chOff x="0" y="986971"/>
            <a:chExt cx="4615543" cy="4847774"/>
          </a:xfrm>
        </p:grpSpPr>
        <p:sp>
          <p:nvSpPr>
            <p:cNvPr id="10" name="矩形 9"/>
            <p:cNvSpPr/>
            <p:nvPr/>
          </p:nvSpPr>
          <p:spPr>
            <a:xfrm>
              <a:off x="449943" y="986971"/>
              <a:ext cx="4165600" cy="4847774"/>
            </a:xfrm>
            <a:prstGeom prst="rect">
              <a:avLst/>
            </a:prstGeom>
            <a:noFill/>
            <a:ln>
              <a:solidFill>
                <a:schemeClr val="accent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0" y="1320801"/>
              <a:ext cx="4180114" cy="4180114"/>
            </a:xfrm>
            <a:prstGeom prst="rect">
              <a:avLst/>
            </a:prstGeom>
            <a:solidFill>
              <a:schemeClr val="accent3">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2" name="矩形 11"/>
          <p:cNvSpPr/>
          <p:nvPr/>
        </p:nvSpPr>
        <p:spPr>
          <a:xfrm>
            <a:off x="5652120" y="2031417"/>
            <a:ext cx="2915740" cy="523220"/>
          </a:xfrm>
          <a:prstGeom prst="rect">
            <a:avLst/>
          </a:prstGeom>
        </p:spPr>
        <p:txBody>
          <a:bodyPr wrap="square">
            <a:spAutoFit/>
          </a:bodyPr>
          <a:lstStyle/>
          <a:p>
            <a:r>
              <a:rPr lang="zh-CN" altLang="en-US" sz="28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rPr>
              <a:t>发展现状</a:t>
            </a:r>
            <a:endParaRPr lang="zh-CN" altLang="en-US" sz="105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TextBox 15"/>
          <p:cNvSpPr txBox="1"/>
          <p:nvPr/>
        </p:nvSpPr>
        <p:spPr>
          <a:xfrm>
            <a:off x="4355976" y="2103425"/>
            <a:ext cx="886781" cy="923330"/>
          </a:xfrm>
          <a:prstGeom prst="rect">
            <a:avLst/>
          </a:prstGeom>
          <a:noFill/>
        </p:spPr>
        <p:txBody>
          <a:bodyPr wrap="none" rtlCol="0">
            <a:spAutoFit/>
          </a:bodyPr>
          <a:lstStyle/>
          <a:p>
            <a:r>
              <a:rPr lang="en-US" altLang="zh-CN" sz="5400" dirty="0" smtClean="0">
                <a:solidFill>
                  <a:schemeClr val="bg1"/>
                </a:solidFill>
              </a:rPr>
              <a:t>03</a:t>
            </a:r>
            <a:endParaRPr lang="zh-CN" altLang="en-US" sz="5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3"/>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250" fill="hold"/>
                                        <p:tgtEl>
                                          <p:spTgt spid="2"/>
                                        </p:tgtEl>
                                        <p:attrNameLst>
                                          <p:attrName>ppt_w</p:attrName>
                                        </p:attrNameLst>
                                      </p:cBhvr>
                                      <p:tavLst>
                                        <p:tav tm="0">
                                          <p:val>
                                            <p:fltVal val="0"/>
                                          </p:val>
                                        </p:tav>
                                        <p:tav tm="100000">
                                          <p:val>
                                            <p:strVal val="#ppt_w"/>
                                          </p:val>
                                        </p:tav>
                                      </p:tavLst>
                                    </p:anim>
                                    <p:anim calcmode="lin" valueType="num">
                                      <p:cBhvr>
                                        <p:cTn id="13" dur="1250" fill="hold"/>
                                        <p:tgtEl>
                                          <p:spTgt spid="2"/>
                                        </p:tgtEl>
                                        <p:attrNameLst>
                                          <p:attrName>ppt_h</p:attrName>
                                        </p:attrNameLst>
                                      </p:cBhvr>
                                      <p:tavLst>
                                        <p:tav tm="0">
                                          <p:val>
                                            <p:fltVal val="0"/>
                                          </p:val>
                                        </p:tav>
                                        <p:tav tm="100000">
                                          <p:val>
                                            <p:strVal val="#ppt_h"/>
                                          </p:val>
                                        </p:tav>
                                      </p:tavLst>
                                    </p:anim>
                                    <p:animEffect transition="in" filter="fade">
                                      <p:cBhvr>
                                        <p:cTn id="14" dur="125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3" presetClass="entr" presetSubtype="32"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strVal val="4*#ppt_w"/>
                                          </p:val>
                                        </p:tav>
                                        <p:tav tm="100000">
                                          <p:val>
                                            <p:strVal val="#ppt_w"/>
                                          </p:val>
                                        </p:tav>
                                      </p:tavLst>
                                    </p:anim>
                                    <p:anim calcmode="lin" valueType="num">
                                      <p:cBhvr>
                                        <p:cTn id="27" dur="500" fill="hold"/>
                                        <p:tgtEl>
                                          <p:spTgt spid="12"/>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885798" y="1542180"/>
            <a:ext cx="1454727" cy="1205892"/>
          </a:xfrm>
          <a:prstGeom prst="rect">
            <a:avLst/>
          </a:prstGeom>
          <a:solidFill>
            <a:schemeClr val="accent1"/>
          </a:solidFill>
          <a:ln>
            <a:noFill/>
          </a:ln>
          <a:effectLst>
            <a:reflection blurRad="6350" stA="52000" endA="300" endPos="35000" dir="5400000" sy="-100000" algn="bl" rotWithShape="0"/>
          </a:effectLst>
          <a:scene3d>
            <a:camera prst="perspectiveRight" fov="7200000">
              <a:rot lat="0" lon="19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68568" tIns="34285" rIns="68568" bIns="34285" rtlCol="0" anchor="ctr"/>
          <a:lstStyle/>
          <a:p>
            <a:pPr algn="ctr">
              <a:lnSpc>
                <a:spcPct val="150000"/>
              </a:lnSpc>
            </a:pPr>
            <a:r>
              <a:rPr lang="zh-CN" altLang="zh-CN" sz="1400" dirty="0" smtClean="0"/>
              <a:t>专用人工智能取得重要突破</a:t>
            </a: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14" name="文本框 13"/>
          <p:cNvSpPr txBox="1"/>
          <p:nvPr/>
        </p:nvSpPr>
        <p:spPr>
          <a:xfrm>
            <a:off x="765755" y="3223814"/>
            <a:ext cx="1694814" cy="1398193"/>
          </a:xfrm>
          <a:prstGeom prst="rect">
            <a:avLst/>
          </a:prstGeom>
          <a:noFill/>
        </p:spPr>
        <p:txBody>
          <a:bodyPr wrap="square" lIns="68568" tIns="34285" rIns="68568" bIns="34285" rtlCol="0">
            <a:spAutoFit/>
          </a:bodyPr>
          <a:lstStyle/>
          <a:p>
            <a:pPr>
              <a:lnSpc>
                <a:spcPct val="125000"/>
              </a:lnSpc>
              <a:spcBef>
                <a:spcPts val="450"/>
              </a:spcBef>
            </a:pPr>
            <a:r>
              <a:rPr lang="zh-CN" altLang="en-US" sz="1000" dirty="0" smtClean="0">
                <a:solidFill>
                  <a:schemeClr val="bg1">
                    <a:lumMod val="75000"/>
                  </a:schemeClr>
                </a:solidFill>
                <a:latin typeface="微软雅黑" panose="020B0503020204020204" pitchFamily="34" charset="-122"/>
                <a:ea typeface="微软雅黑" panose="020B0503020204020204" pitchFamily="34" charset="-122"/>
                <a:cs typeface="+mn-ea"/>
                <a:sym typeface="+mn-lt"/>
              </a:rPr>
              <a:t>例如，阿尔法狗（</a:t>
            </a:r>
            <a:r>
              <a:rPr lang="en-US" altLang="zh-CN" sz="1000" dirty="0" err="1" smtClean="0">
                <a:solidFill>
                  <a:schemeClr val="bg1">
                    <a:lumMod val="75000"/>
                  </a:schemeClr>
                </a:solidFill>
                <a:latin typeface="微软雅黑" panose="020B0503020204020204" pitchFamily="34" charset="-122"/>
                <a:ea typeface="微软雅黑" panose="020B0503020204020204" pitchFamily="34" charset="-122"/>
                <a:cs typeface="+mn-ea"/>
                <a:sym typeface="+mn-lt"/>
              </a:rPr>
              <a:t>AlphaGo</a:t>
            </a:r>
            <a:r>
              <a:rPr lang="zh-CN" altLang="en-US" sz="1000" dirty="0" smtClean="0">
                <a:solidFill>
                  <a:schemeClr val="bg1">
                    <a:lumMod val="75000"/>
                  </a:schemeClr>
                </a:solidFill>
                <a:latin typeface="微软雅黑" panose="020B0503020204020204" pitchFamily="34" charset="-122"/>
                <a:ea typeface="微软雅黑" panose="020B0503020204020204" pitchFamily="34" charset="-122"/>
                <a:cs typeface="+mn-ea"/>
                <a:sym typeface="+mn-lt"/>
              </a:rPr>
              <a:t>）在围棋比赛中战胜人类冠军，人工智能程序在大规模图像识别和人脸识别中达到了超越人类的水平，人工智能系统诊断皮肤癌达到专业医生水平</a:t>
            </a:r>
            <a:endParaRPr lang="en-US" altLang="zh-CN" sz="1000" dirty="0">
              <a:solidFill>
                <a:schemeClr val="bg1">
                  <a:lumMod val="75000"/>
                </a:schemeClr>
              </a:solidFill>
              <a:latin typeface="微软雅黑" panose="020B0503020204020204" pitchFamily="34" charset="-122"/>
              <a:ea typeface="微软雅黑" panose="020B0503020204020204" pitchFamily="34" charset="-122"/>
              <a:cs typeface="+mn-ea"/>
              <a:sym typeface="+mn-lt"/>
            </a:endParaRPr>
          </a:p>
        </p:txBody>
      </p:sp>
      <p:sp>
        <p:nvSpPr>
          <p:cNvPr id="16" name="矩形 15"/>
          <p:cNvSpPr/>
          <p:nvPr/>
        </p:nvSpPr>
        <p:spPr>
          <a:xfrm>
            <a:off x="2853239" y="1542180"/>
            <a:ext cx="1454727" cy="1205892"/>
          </a:xfrm>
          <a:prstGeom prst="rect">
            <a:avLst/>
          </a:prstGeom>
          <a:solidFill>
            <a:schemeClr val="accent2"/>
          </a:solidFill>
          <a:ln>
            <a:noFill/>
          </a:ln>
          <a:effectLst>
            <a:reflection blurRad="6350" stA="52000" endA="300" endPos="35000" dir="5400000" sy="-100000" algn="bl" rotWithShape="0"/>
          </a:effectLst>
          <a:scene3d>
            <a:camera prst="perspectiveRight" fov="7200000">
              <a:rot lat="0" lon="19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68568" tIns="34285" rIns="68568" bIns="34285" rtlCol="0" anchor="ctr"/>
          <a:lstStyle/>
          <a:p>
            <a:pPr algn="ctr">
              <a:lnSpc>
                <a:spcPct val="150000"/>
              </a:lnSpc>
            </a:pPr>
            <a:r>
              <a:rPr lang="zh-CN" altLang="zh-CN" sz="1400" dirty="0" smtClean="0"/>
              <a:t>通用人工智能尚处于起步阶段</a:t>
            </a: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17" name="文本框 16"/>
          <p:cNvSpPr txBox="1"/>
          <p:nvPr/>
        </p:nvSpPr>
        <p:spPr>
          <a:xfrm>
            <a:off x="2733195" y="3223814"/>
            <a:ext cx="1694814" cy="821112"/>
          </a:xfrm>
          <a:prstGeom prst="rect">
            <a:avLst/>
          </a:prstGeom>
          <a:noFill/>
        </p:spPr>
        <p:txBody>
          <a:bodyPr wrap="square" lIns="68568" tIns="34285" rIns="68568" bIns="34285" rtlCol="0">
            <a:spAutoFit/>
          </a:bodyPr>
          <a:lstStyle/>
          <a:p>
            <a:pPr>
              <a:lnSpc>
                <a:spcPct val="125000"/>
              </a:lnSpc>
              <a:spcBef>
                <a:spcPts val="450"/>
              </a:spcBef>
            </a:pPr>
            <a:r>
              <a:rPr lang="zh-CN" altLang="en-US" sz="1000" dirty="0" smtClean="0">
                <a:solidFill>
                  <a:schemeClr val="bg1">
                    <a:lumMod val="75000"/>
                  </a:schemeClr>
                </a:solidFill>
                <a:latin typeface="微软雅黑" panose="020B0503020204020204" pitchFamily="34" charset="-122"/>
                <a:ea typeface="微软雅黑" panose="020B0503020204020204" pitchFamily="34" charset="-122"/>
                <a:cs typeface="+mn-ea"/>
                <a:sym typeface="+mn-lt"/>
              </a:rPr>
              <a:t>目前的人工智能系统可谓有智能没智慧、有智商没情商、会计算不会“算计”、有专才而无通才</a:t>
            </a:r>
            <a:endParaRPr lang="en-US" altLang="zh-CN" sz="1000" dirty="0">
              <a:solidFill>
                <a:schemeClr val="bg1">
                  <a:lumMod val="75000"/>
                </a:schemeClr>
              </a:solidFill>
              <a:latin typeface="微软雅黑" panose="020B0503020204020204" pitchFamily="34" charset="-122"/>
              <a:ea typeface="微软雅黑" panose="020B0503020204020204" pitchFamily="34" charset="-122"/>
              <a:cs typeface="+mn-ea"/>
              <a:sym typeface="+mn-lt"/>
            </a:endParaRPr>
          </a:p>
        </p:txBody>
      </p:sp>
      <p:sp>
        <p:nvSpPr>
          <p:cNvPr id="19" name="矩形 18"/>
          <p:cNvSpPr/>
          <p:nvPr/>
        </p:nvSpPr>
        <p:spPr>
          <a:xfrm>
            <a:off x="4692043" y="1542180"/>
            <a:ext cx="1454727" cy="1205892"/>
          </a:xfrm>
          <a:prstGeom prst="rect">
            <a:avLst/>
          </a:prstGeom>
          <a:solidFill>
            <a:schemeClr val="accent3"/>
          </a:solidFill>
          <a:ln>
            <a:noFill/>
          </a:ln>
          <a:effectLst>
            <a:reflection blurRad="6350" stA="52000" endA="300" endPos="35000" dir="5400000" sy="-100000" algn="bl" rotWithShape="0"/>
          </a:effectLst>
          <a:scene3d>
            <a:camera prst="perspectiveRight" fov="7200000">
              <a:rot lat="0" lon="19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68568" tIns="34285" rIns="68568" bIns="34285" rtlCol="0" anchor="ctr"/>
          <a:lstStyle/>
          <a:p>
            <a:pPr algn="ctr">
              <a:lnSpc>
                <a:spcPct val="150000"/>
              </a:lnSpc>
            </a:pPr>
            <a:r>
              <a:rPr lang="zh-CN" altLang="zh-CN" sz="1400" dirty="0" smtClean="0"/>
              <a:t>人工智能创新创业如火如荼</a:t>
            </a: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20" name="文本框 19"/>
          <p:cNvSpPr txBox="1"/>
          <p:nvPr/>
        </p:nvSpPr>
        <p:spPr>
          <a:xfrm>
            <a:off x="4572000" y="3223814"/>
            <a:ext cx="1694814" cy="1785543"/>
          </a:xfrm>
          <a:prstGeom prst="rect">
            <a:avLst/>
          </a:prstGeom>
          <a:noFill/>
        </p:spPr>
        <p:txBody>
          <a:bodyPr wrap="square" lIns="68568" tIns="34285" rIns="68568" bIns="34285" rtlCol="0">
            <a:spAutoFit/>
          </a:bodyPr>
          <a:lstStyle/>
          <a:p>
            <a:pPr>
              <a:lnSpc>
                <a:spcPct val="125000"/>
              </a:lnSpc>
              <a:spcBef>
                <a:spcPts val="450"/>
              </a:spcBef>
            </a:pPr>
            <a:r>
              <a:rPr lang="zh-CN" altLang="en-US" sz="1000" dirty="0" smtClean="0">
                <a:solidFill>
                  <a:schemeClr val="bg1">
                    <a:lumMod val="75000"/>
                  </a:schemeClr>
                </a:solidFill>
                <a:latin typeface="微软雅黑" panose="020B0503020204020204" pitchFamily="34" charset="-122"/>
                <a:ea typeface="微软雅黑" panose="020B0503020204020204" pitchFamily="34" charset="-122"/>
                <a:cs typeface="+mn-ea"/>
                <a:sym typeface="+mn-lt"/>
              </a:rPr>
              <a:t>目前，苹果、谷歌、微软、亚马逊、</a:t>
            </a:r>
            <a:r>
              <a:rPr lang="en-US" altLang="zh-CN" sz="1000" dirty="0" err="1" smtClean="0">
                <a:solidFill>
                  <a:schemeClr val="bg1">
                    <a:lumMod val="75000"/>
                  </a:schemeClr>
                </a:solidFill>
                <a:latin typeface="微软雅黑" panose="020B0503020204020204" pitchFamily="34" charset="-122"/>
                <a:ea typeface="微软雅黑" panose="020B0503020204020204" pitchFamily="34" charset="-122"/>
                <a:cs typeface="+mn-ea"/>
                <a:sym typeface="+mn-lt"/>
              </a:rPr>
              <a:t>Facebook</a:t>
            </a:r>
            <a:r>
              <a:rPr lang="zh-CN" altLang="en-US" sz="1000" dirty="0" smtClean="0">
                <a:solidFill>
                  <a:schemeClr val="bg1">
                    <a:lumMod val="75000"/>
                  </a:schemeClr>
                </a:solidFill>
                <a:latin typeface="微软雅黑" panose="020B0503020204020204" pitchFamily="34" charset="-122"/>
                <a:ea typeface="微软雅黑" panose="020B0503020204020204" pitchFamily="34" charset="-122"/>
                <a:cs typeface="+mn-ea"/>
                <a:sym typeface="+mn-lt"/>
              </a:rPr>
              <a:t>这五大巨头都投入越来越多的资源，来抢占人工智能市场，甚至将自己整体转型为人工智能驱动型公司。国内互联网领军者“</a:t>
            </a:r>
            <a:r>
              <a:rPr lang="en-US" altLang="zh-CN" sz="1000" dirty="0" smtClean="0">
                <a:solidFill>
                  <a:schemeClr val="bg1">
                    <a:lumMod val="75000"/>
                  </a:schemeClr>
                </a:solidFill>
                <a:latin typeface="微软雅黑" panose="020B0503020204020204" pitchFamily="34" charset="-122"/>
                <a:ea typeface="微软雅黑" panose="020B0503020204020204" pitchFamily="34" charset="-122"/>
                <a:cs typeface="+mn-ea"/>
                <a:sym typeface="+mn-lt"/>
              </a:rPr>
              <a:t>BAT”</a:t>
            </a:r>
            <a:r>
              <a:rPr lang="zh-CN" altLang="en-US" sz="1000" dirty="0" smtClean="0">
                <a:solidFill>
                  <a:schemeClr val="bg1">
                    <a:lumMod val="75000"/>
                  </a:schemeClr>
                </a:solidFill>
                <a:latin typeface="微软雅黑" panose="020B0503020204020204" pitchFamily="34" charset="-122"/>
                <a:ea typeface="微软雅黑" panose="020B0503020204020204" pitchFamily="34" charset="-122"/>
                <a:cs typeface="+mn-ea"/>
                <a:sym typeface="+mn-lt"/>
              </a:rPr>
              <a:t>也就人工智能作为重点战略，积极布局人工智能领域</a:t>
            </a:r>
            <a:endParaRPr lang="en-US" altLang="zh-CN" sz="1000" dirty="0">
              <a:solidFill>
                <a:schemeClr val="bg1">
                  <a:lumMod val="75000"/>
                </a:schemeClr>
              </a:solidFill>
              <a:cs typeface="+mn-ea"/>
              <a:sym typeface="+mn-lt"/>
            </a:endParaRPr>
          </a:p>
        </p:txBody>
      </p:sp>
      <p:sp>
        <p:nvSpPr>
          <p:cNvPr id="22" name="矩形 21"/>
          <p:cNvSpPr/>
          <p:nvPr/>
        </p:nvSpPr>
        <p:spPr>
          <a:xfrm>
            <a:off x="6699984" y="1542180"/>
            <a:ext cx="1454727" cy="1205892"/>
          </a:xfrm>
          <a:prstGeom prst="rect">
            <a:avLst/>
          </a:prstGeom>
          <a:solidFill>
            <a:schemeClr val="accent4"/>
          </a:solidFill>
          <a:ln>
            <a:noFill/>
          </a:ln>
          <a:effectLst>
            <a:reflection blurRad="6350" stA="52000" endA="300" endPos="35000" dir="5400000" sy="-100000" algn="bl" rotWithShape="0"/>
          </a:effectLst>
          <a:scene3d>
            <a:camera prst="perspectiveRight" fov="7200000">
              <a:rot lat="0" lon="19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68568" tIns="34285" rIns="68568" bIns="34285" rtlCol="0" anchor="ctr"/>
          <a:lstStyle/>
          <a:p>
            <a:pPr algn="ctr">
              <a:lnSpc>
                <a:spcPct val="150000"/>
              </a:lnSpc>
            </a:pPr>
            <a:r>
              <a:rPr lang="zh-CN" altLang="zh-CN" sz="1400" dirty="0" smtClean="0"/>
              <a:t>人工智能的社会影响日益凸显</a:t>
            </a: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23" name="文本框 22"/>
          <p:cNvSpPr txBox="1"/>
          <p:nvPr/>
        </p:nvSpPr>
        <p:spPr>
          <a:xfrm>
            <a:off x="6579940" y="3223814"/>
            <a:ext cx="1694814" cy="1590554"/>
          </a:xfrm>
          <a:prstGeom prst="rect">
            <a:avLst/>
          </a:prstGeom>
          <a:noFill/>
        </p:spPr>
        <p:txBody>
          <a:bodyPr wrap="square" lIns="68568" tIns="34285" rIns="68568" bIns="34285" rtlCol="0">
            <a:spAutoFit/>
          </a:bodyPr>
          <a:lstStyle/>
          <a:p>
            <a:pPr>
              <a:lnSpc>
                <a:spcPct val="125000"/>
              </a:lnSpc>
              <a:spcBef>
                <a:spcPts val="450"/>
              </a:spcBef>
            </a:pPr>
            <a:r>
              <a:rPr lang="zh-CN" altLang="en-US" sz="1000" dirty="0" smtClean="0">
                <a:solidFill>
                  <a:schemeClr val="bg1">
                    <a:lumMod val="75000"/>
                  </a:schemeClr>
                </a:solidFill>
                <a:latin typeface="微软雅黑" panose="020B0503020204020204" pitchFamily="34" charset="-122"/>
                <a:ea typeface="微软雅黑" panose="020B0503020204020204" pitchFamily="34" charset="-122"/>
                <a:cs typeface="+mn-ea"/>
                <a:sym typeface="+mn-lt"/>
              </a:rPr>
              <a:t>在智能交通、智能家居、智能医疗等民生领域产生积极正面影响。同时个人信息和隐私保护、人工智能系统可能存在的歧视和偏见、无人驾驶系统的交通法规、人机共生的科技伦理等问题已经亟待解决</a:t>
            </a:r>
            <a:endParaRPr lang="en-US" altLang="zh-CN" sz="1000" dirty="0">
              <a:solidFill>
                <a:schemeClr val="bg1">
                  <a:lumMod val="75000"/>
                </a:schemeClr>
              </a:solidFill>
              <a:latin typeface="微软雅黑" panose="020B0503020204020204" pitchFamily="34" charset="-122"/>
              <a:ea typeface="微软雅黑" panose="020B0503020204020204" pitchFamily="34" charset="-122"/>
              <a:cs typeface="+mn-ea"/>
              <a:sym typeface="+mn-lt"/>
            </a:endParaRPr>
          </a:p>
        </p:txBody>
      </p:sp>
      <p:sp>
        <p:nvSpPr>
          <p:cNvPr id="10" name="TextBox 9"/>
          <p:cNvSpPr txBox="1"/>
          <p:nvPr/>
        </p:nvSpPr>
        <p:spPr>
          <a:xfrm>
            <a:off x="1071538" y="181259"/>
            <a:ext cx="1928826" cy="461665"/>
          </a:xfrm>
          <a:prstGeom prst="rect">
            <a:avLst/>
          </a:prstGeom>
          <a:noFill/>
        </p:spPr>
        <p:txBody>
          <a:bodyPr wrap="square" rtlCol="0">
            <a:spAutoFit/>
          </a:bodyPr>
          <a:lstStyle/>
          <a:p>
            <a:r>
              <a:rPr lang="zh-CN" altLang="en-US" sz="2400" dirty="0" smtClean="0">
                <a:solidFill>
                  <a:schemeClr val="bg1"/>
                </a:solidFill>
              </a:rPr>
              <a:t>发展现状</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1000"/>
                                        <p:tgtEl>
                                          <p:spTgt spid="13"/>
                                        </p:tgtEl>
                                      </p:cBhvr>
                                    </p:animEffect>
                                  </p:childTnLst>
                                </p:cTn>
                              </p:par>
                            </p:childTnLst>
                          </p:cTn>
                        </p:par>
                        <p:par>
                          <p:cTn id="8" fill="hold">
                            <p:stCondLst>
                              <p:cond delay="1000"/>
                            </p:stCondLst>
                            <p:childTnLst>
                              <p:par>
                                <p:cTn id="9" presetID="10" presetClass="entr" presetSubtype="0" fill="hold" grpId="0" nodeType="afterEffect">
                                  <p:stCondLst>
                                    <p:cond delay="0"/>
                                  </p:stCondLst>
                                  <p:iterate type="lt">
                                    <p:tmPct val="10000"/>
                                  </p:iterate>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par>
                          <p:cTn id="12" fill="hold">
                            <p:stCondLst>
                              <p:cond delay="5400"/>
                            </p:stCondLst>
                            <p:childTnLst>
                              <p:par>
                                <p:cTn id="13" presetID="22" presetClass="entr" presetSubtype="8"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1000"/>
                                        <p:tgtEl>
                                          <p:spTgt spid="16"/>
                                        </p:tgtEl>
                                      </p:cBhvr>
                                    </p:animEffect>
                                  </p:childTnLst>
                                </p:cTn>
                              </p:par>
                            </p:childTnLst>
                          </p:cTn>
                        </p:par>
                        <p:par>
                          <p:cTn id="16" fill="hold">
                            <p:stCondLst>
                              <p:cond delay="6400"/>
                            </p:stCondLst>
                            <p:childTnLst>
                              <p:par>
                                <p:cTn id="17" presetID="10" presetClass="entr" presetSubtype="0" fill="hold" grpId="0" nodeType="afterEffect">
                                  <p:stCondLst>
                                    <p:cond delay="0"/>
                                  </p:stCondLst>
                                  <p:iterate type="lt">
                                    <p:tmPct val="10000"/>
                                  </p:iterate>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par>
                          <p:cTn id="20" fill="hold">
                            <p:stCondLst>
                              <p:cond delay="8949"/>
                            </p:stCondLst>
                            <p:childTnLst>
                              <p:par>
                                <p:cTn id="21" presetID="22" presetClass="entr" presetSubtype="8"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left)">
                                      <p:cBhvr>
                                        <p:cTn id="23" dur="1000"/>
                                        <p:tgtEl>
                                          <p:spTgt spid="19"/>
                                        </p:tgtEl>
                                      </p:cBhvr>
                                    </p:animEffect>
                                  </p:childTnLst>
                                </p:cTn>
                              </p:par>
                            </p:childTnLst>
                          </p:cTn>
                        </p:par>
                        <p:par>
                          <p:cTn id="24" fill="hold">
                            <p:stCondLst>
                              <p:cond delay="9949"/>
                            </p:stCondLst>
                            <p:childTnLst>
                              <p:par>
                                <p:cTn id="25" presetID="10" presetClass="entr" presetSubtype="0" fill="hold" grpId="0" nodeType="afterEffect">
                                  <p:stCondLst>
                                    <p:cond delay="0"/>
                                  </p:stCondLst>
                                  <p:iterate type="lt">
                                    <p:tmPct val="10000"/>
                                  </p:iterate>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par>
                          <p:cTn id="28" fill="hold">
                            <p:stCondLst>
                              <p:cond delay="15700"/>
                            </p:stCondLst>
                            <p:childTnLst>
                              <p:par>
                                <p:cTn id="29" presetID="22" presetClass="entr" presetSubtype="8" fill="hold" grpId="0"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left)">
                                      <p:cBhvr>
                                        <p:cTn id="31" dur="1000"/>
                                        <p:tgtEl>
                                          <p:spTgt spid="22"/>
                                        </p:tgtEl>
                                      </p:cBhvr>
                                    </p:animEffect>
                                  </p:childTnLst>
                                </p:cTn>
                              </p:par>
                            </p:childTnLst>
                          </p:cTn>
                        </p:par>
                        <p:par>
                          <p:cTn id="32" fill="hold">
                            <p:stCondLst>
                              <p:cond delay="16700"/>
                            </p:stCondLst>
                            <p:childTnLst>
                              <p:par>
                                <p:cTn id="33" presetID="10" presetClass="entr" presetSubtype="0" fill="hold" grpId="0" nodeType="afterEffect">
                                  <p:stCondLst>
                                    <p:cond delay="0"/>
                                  </p:stCondLst>
                                  <p:iterate type="lt">
                                    <p:tmPct val="10000"/>
                                  </p:iterate>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6" grpId="0" animBg="1"/>
      <p:bldP spid="17" grpId="0"/>
      <p:bldP spid="19" grpId="0" animBg="1"/>
      <p:bldP spid="20" grpId="0"/>
      <p:bldP spid="22" grpId="0" animBg="1"/>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071538" y="181259"/>
            <a:ext cx="1928826" cy="461665"/>
          </a:xfrm>
          <a:prstGeom prst="rect">
            <a:avLst/>
          </a:prstGeom>
          <a:noFill/>
        </p:spPr>
        <p:txBody>
          <a:bodyPr wrap="square" rtlCol="0">
            <a:spAutoFit/>
          </a:bodyPr>
          <a:lstStyle/>
          <a:p>
            <a:r>
              <a:rPr lang="zh-CN" altLang="en-US" sz="2400" dirty="0" smtClean="0">
                <a:solidFill>
                  <a:schemeClr val="bg1"/>
                </a:solidFill>
              </a:rPr>
              <a:t>发展现状</a:t>
            </a:r>
            <a:endParaRPr lang="zh-CN" altLang="en-US" sz="2400" dirty="0">
              <a:solidFill>
                <a:schemeClr val="bg1"/>
              </a:solidFill>
            </a:endParaRPr>
          </a:p>
        </p:txBody>
      </p:sp>
      <p:graphicFrame>
        <p:nvGraphicFramePr>
          <p:cNvPr id="11" name="表格 10"/>
          <p:cNvGraphicFramePr>
            <a:graphicFrameLocks noGrp="1"/>
          </p:cNvGraphicFramePr>
          <p:nvPr/>
        </p:nvGraphicFramePr>
        <p:xfrm>
          <a:off x="2285984" y="428610"/>
          <a:ext cx="6715172" cy="4638774"/>
        </p:xfrm>
        <a:graphic>
          <a:graphicData uri="http://schemas.openxmlformats.org/drawingml/2006/table">
            <a:tbl>
              <a:tblPr/>
              <a:tblGrid>
                <a:gridCol w="1667486"/>
                <a:gridCol w="2523843"/>
                <a:gridCol w="2523843"/>
              </a:tblGrid>
              <a:tr h="0">
                <a:tc>
                  <a:txBody>
                    <a:bodyPr/>
                    <a:lstStyle/>
                    <a:p>
                      <a:pPr indent="266700" algn="ctr">
                        <a:spcAft>
                          <a:spcPts val="0"/>
                        </a:spcAft>
                      </a:pPr>
                      <a:r>
                        <a:rPr lang="zh-CN" sz="800" kern="0" dirty="0">
                          <a:latin typeface="Times New Roman" panose="02020603050405020304"/>
                          <a:ea typeface="宋体" panose="02010600030101010101" pitchFamily="2" charset="-122"/>
                          <a:cs typeface="Times New Roman" panose="02020603050405020304"/>
                        </a:rPr>
                        <a:t>公司</a:t>
                      </a:r>
                      <a:endParaRPr lang="zh-CN" sz="900" kern="100" dirty="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800" kern="0">
                          <a:latin typeface="Times New Roman" panose="02020603050405020304"/>
                          <a:ea typeface="宋体" panose="02010600030101010101" pitchFamily="2" charset="-122"/>
                          <a:cs typeface="Times New Roman" panose="02020603050405020304"/>
                        </a:rPr>
                        <a:t>实验室名称</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800" kern="0">
                          <a:latin typeface="Times New Roman" panose="02020603050405020304"/>
                          <a:ea typeface="宋体" panose="02010600030101010101" pitchFamily="2" charset="-122"/>
                          <a:cs typeface="Times New Roman" panose="02020603050405020304"/>
                        </a:rPr>
                        <a:t>简介</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448933">
                <a:tc rowSpan="2">
                  <a:txBody>
                    <a:bodyPr/>
                    <a:lstStyle/>
                    <a:p>
                      <a:pPr indent="266700" algn="just">
                        <a:spcAft>
                          <a:spcPts val="0"/>
                        </a:spcAft>
                      </a:pPr>
                      <a:r>
                        <a:rPr lang="zh-CN" sz="800" kern="0">
                          <a:latin typeface="Times New Roman" panose="02020603050405020304"/>
                          <a:ea typeface="宋体" panose="02010600030101010101" pitchFamily="2" charset="-122"/>
                          <a:cs typeface="Times New Roman" panose="02020603050405020304"/>
                        </a:rPr>
                        <a:t>谷歌</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800" kern="0">
                          <a:latin typeface="Times New Roman" panose="02020603050405020304"/>
                          <a:ea typeface="宋体" panose="02010600030101010101" pitchFamily="2" charset="-122"/>
                          <a:cs typeface="Times New Roman" panose="02020603050405020304"/>
                        </a:rPr>
                        <a:t>Google X</a:t>
                      </a:r>
                      <a:r>
                        <a:rPr lang="zh-CN" sz="800" kern="0">
                          <a:latin typeface="Times New Roman" panose="02020603050405020304"/>
                          <a:ea typeface="宋体" panose="02010600030101010101" pitchFamily="2" charset="-122"/>
                          <a:cs typeface="Times New Roman" panose="02020603050405020304"/>
                        </a:rPr>
                        <a:t>实验室</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spcAft>
                          <a:spcPts val="0"/>
                        </a:spcAft>
                      </a:pPr>
                      <a:r>
                        <a:rPr lang="zh-CN" sz="800" kern="0">
                          <a:latin typeface="Times New Roman" panose="02020603050405020304"/>
                          <a:ea typeface="宋体" panose="02010600030101010101" pitchFamily="2" charset="-122"/>
                          <a:cs typeface="Times New Roman" panose="02020603050405020304"/>
                        </a:rPr>
                        <a:t>负责谷歌自身产品相关的</a:t>
                      </a:r>
                      <a:r>
                        <a:rPr lang="en-US" sz="800" kern="0">
                          <a:latin typeface="Times New Roman" panose="02020603050405020304"/>
                          <a:ea typeface="宋体" panose="02010600030101010101" pitchFamily="2" charset="-122"/>
                          <a:cs typeface="Times New Roman" panose="02020603050405020304"/>
                        </a:rPr>
                        <a:t>AI</a:t>
                      </a:r>
                      <a:r>
                        <a:rPr lang="zh-CN" sz="800" kern="0">
                          <a:latin typeface="Times New Roman" panose="02020603050405020304"/>
                          <a:ea typeface="宋体" panose="02010600030101010101" pitchFamily="2" charset="-122"/>
                          <a:cs typeface="Times New Roman" panose="02020603050405020304"/>
                        </a:rPr>
                        <a:t>产品开发，第二代人工智能系统</a:t>
                      </a:r>
                      <a:r>
                        <a:rPr lang="en-US" sz="800" kern="0">
                          <a:latin typeface="Times New Roman" panose="02020603050405020304"/>
                          <a:ea typeface="宋体" panose="02010600030101010101" pitchFamily="2" charset="-122"/>
                          <a:cs typeface="Times New Roman" panose="02020603050405020304"/>
                        </a:rPr>
                        <a:t>TensorFlow</a:t>
                      </a:r>
                      <a:r>
                        <a:rPr lang="zh-CN" sz="800" kern="0">
                          <a:latin typeface="Times New Roman" panose="02020603050405020304"/>
                          <a:ea typeface="宋体" panose="02010600030101010101" pitchFamily="2" charset="-122"/>
                          <a:cs typeface="Times New Roman" panose="02020603050405020304"/>
                        </a:rPr>
                        <a:t>诞生在这里。目前，已经正式发布的项目还有无人驾驶汽车和谷歌眼镜。</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628506">
                <a:tc vMerge="1">
                  <a:tcPr/>
                </a:tc>
                <a:tc>
                  <a:txBody>
                    <a:bodyPr/>
                    <a:lstStyle/>
                    <a:p>
                      <a:pPr indent="266700" algn="ctr">
                        <a:spcAft>
                          <a:spcPts val="0"/>
                        </a:spcAft>
                      </a:pPr>
                      <a:r>
                        <a:rPr lang="en-US" sz="800" kern="0">
                          <a:latin typeface="Times New Roman" panose="02020603050405020304"/>
                          <a:ea typeface="宋体" panose="02010600030101010101" pitchFamily="2" charset="-122"/>
                          <a:cs typeface="Times New Roman" panose="02020603050405020304"/>
                        </a:rPr>
                        <a:t>DeepMind</a:t>
                      </a:r>
                      <a:r>
                        <a:rPr lang="zh-CN" sz="800" kern="0">
                          <a:latin typeface="Times New Roman" panose="02020603050405020304"/>
                          <a:ea typeface="宋体" panose="02010600030101010101" pitchFamily="2" charset="-122"/>
                          <a:cs typeface="Times New Roman" panose="02020603050405020304"/>
                        </a:rPr>
                        <a:t>实验室</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spcAft>
                          <a:spcPts val="0"/>
                        </a:spcAft>
                      </a:pPr>
                      <a:r>
                        <a:rPr lang="en-US" sz="800" kern="0">
                          <a:latin typeface="Times New Roman" panose="02020603050405020304"/>
                          <a:ea typeface="宋体" panose="02010600030101010101" pitchFamily="2" charset="-122"/>
                          <a:cs typeface="Times New Roman" panose="02020603050405020304"/>
                        </a:rPr>
                        <a:t>DeepMind</a:t>
                      </a:r>
                      <a:r>
                        <a:rPr lang="zh-CN" sz="800" kern="0">
                          <a:latin typeface="Times New Roman" panose="02020603050405020304"/>
                          <a:ea typeface="宋体" panose="02010600030101010101" pitchFamily="2" charset="-122"/>
                          <a:cs typeface="Times New Roman" panose="02020603050405020304"/>
                        </a:rPr>
                        <a:t>是一家英国的人工智能公司，</a:t>
                      </a:r>
                      <a:r>
                        <a:rPr lang="en-US" sz="800" kern="0">
                          <a:latin typeface="Times New Roman" panose="02020603050405020304"/>
                          <a:ea typeface="宋体" panose="02010600030101010101" pitchFamily="2" charset="-122"/>
                          <a:cs typeface="Times New Roman" panose="02020603050405020304"/>
                        </a:rPr>
                        <a:t>2014</a:t>
                      </a:r>
                      <a:r>
                        <a:rPr lang="zh-CN" sz="800" kern="0">
                          <a:latin typeface="Times New Roman" panose="02020603050405020304"/>
                          <a:ea typeface="宋体" panose="02010600030101010101" pitchFamily="2" charset="-122"/>
                          <a:cs typeface="Times New Roman" panose="02020603050405020304"/>
                        </a:rPr>
                        <a:t>年被谷歌收购，举世闻名的</a:t>
                      </a:r>
                      <a:r>
                        <a:rPr lang="en-US" sz="800" kern="0">
                          <a:latin typeface="Times New Roman" panose="02020603050405020304"/>
                          <a:ea typeface="宋体" panose="02010600030101010101" pitchFamily="2" charset="-122"/>
                          <a:cs typeface="Times New Roman" panose="02020603050405020304"/>
                        </a:rPr>
                        <a:t>AlphaGo</a:t>
                      </a:r>
                      <a:r>
                        <a:rPr lang="zh-CN" sz="800" kern="0">
                          <a:latin typeface="Times New Roman" panose="02020603050405020304"/>
                          <a:ea typeface="宋体" panose="02010600030101010101" pitchFamily="2" charset="-122"/>
                          <a:cs typeface="Times New Roman" panose="02020603050405020304"/>
                        </a:rPr>
                        <a:t>就是这家公司的成果。他们发表的论文在研究界里很受推崇，而且涉及的领域非常广，例如深度增强学习，贝叶斯神经网络，机器人学，迁移学习等等。</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448933">
                <a:tc rowSpan="2">
                  <a:txBody>
                    <a:bodyPr/>
                    <a:lstStyle/>
                    <a:p>
                      <a:pPr indent="266700" algn="just">
                        <a:spcAft>
                          <a:spcPts val="0"/>
                        </a:spcAft>
                      </a:pPr>
                      <a:r>
                        <a:rPr lang="zh-CN" sz="800" kern="0">
                          <a:latin typeface="Times New Roman" panose="02020603050405020304"/>
                          <a:ea typeface="宋体" panose="02010600030101010101" pitchFamily="2" charset="-122"/>
                          <a:cs typeface="Times New Roman" panose="02020603050405020304"/>
                        </a:rPr>
                        <a:t>微软</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800" kern="0">
                          <a:latin typeface="Times New Roman" panose="02020603050405020304"/>
                          <a:ea typeface="宋体" panose="02010600030101010101" pitchFamily="2" charset="-122"/>
                          <a:cs typeface="Times New Roman" panose="02020603050405020304"/>
                        </a:rPr>
                        <a:t>微软研究院</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spcAft>
                          <a:spcPts val="0"/>
                        </a:spcAft>
                      </a:pPr>
                      <a:r>
                        <a:rPr lang="zh-CN" sz="800" kern="0">
                          <a:latin typeface="Times New Roman" panose="02020603050405020304"/>
                          <a:ea typeface="宋体" panose="02010600030101010101" pitchFamily="2" charset="-122"/>
                          <a:cs typeface="Times New Roman" panose="02020603050405020304"/>
                        </a:rPr>
                        <a:t>工作主要集中在语音识别、自然语言和计算机视觉等方面研究。其旗下分别定位为智能助手和情感交互的小冰和小娜，他们的对话水平已经属于语音助手界的顶级水平。</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448933">
                <a:tc vMerge="1">
                  <a:tcPr/>
                </a:tc>
                <a:tc>
                  <a:txBody>
                    <a:bodyPr/>
                    <a:lstStyle/>
                    <a:p>
                      <a:pPr indent="266700" algn="l">
                        <a:spcAft>
                          <a:spcPts val="0"/>
                        </a:spcAft>
                      </a:pPr>
                      <a:r>
                        <a:rPr lang="zh-CN" sz="800" kern="0">
                          <a:latin typeface="Times New Roman" panose="02020603050405020304"/>
                          <a:ea typeface="宋体" panose="02010600030101010101" pitchFamily="2" charset="-122"/>
                          <a:cs typeface="Times New Roman" panose="02020603050405020304"/>
                        </a:rPr>
                        <a:t>艾伦人工智能研究院</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spcAft>
                          <a:spcPts val="0"/>
                        </a:spcAft>
                      </a:pPr>
                      <a:r>
                        <a:rPr lang="zh-CN" sz="800" kern="0" dirty="0">
                          <a:latin typeface="Times New Roman" panose="02020603050405020304"/>
                          <a:ea typeface="宋体" panose="02010600030101010101" pitchFamily="2" charset="-122"/>
                          <a:cs typeface="Times New Roman" panose="02020603050405020304"/>
                        </a:rPr>
                        <a:t>目前主要专注于四个项目：</a:t>
                      </a:r>
                      <a:r>
                        <a:rPr lang="en-US" sz="800" kern="0" dirty="0" err="1">
                          <a:latin typeface="Times New Roman" panose="02020603050405020304"/>
                          <a:ea typeface="宋体" panose="02010600030101010101" pitchFamily="2" charset="-122"/>
                          <a:cs typeface="Times New Roman" panose="02020603050405020304"/>
                        </a:rPr>
                        <a:t>Aristo</a:t>
                      </a:r>
                      <a:r>
                        <a:rPr lang="zh-CN" sz="800" kern="0" dirty="0">
                          <a:latin typeface="Times New Roman" panose="02020603050405020304"/>
                          <a:ea typeface="宋体" panose="02010600030101010101" pitchFamily="2" charset="-122"/>
                          <a:cs typeface="Times New Roman" panose="02020603050405020304"/>
                        </a:rPr>
                        <a:t>的机器阅读与推理程序、</a:t>
                      </a:r>
                      <a:r>
                        <a:rPr lang="en-US" sz="800" kern="0" dirty="0">
                          <a:latin typeface="Times New Roman" panose="02020603050405020304"/>
                          <a:ea typeface="宋体" panose="02010600030101010101" pitchFamily="2" charset="-122"/>
                          <a:cs typeface="Times New Roman" panose="02020603050405020304"/>
                        </a:rPr>
                        <a:t>Semantic Scholar</a:t>
                      </a:r>
                      <a:r>
                        <a:rPr lang="zh-CN" sz="800" kern="0" dirty="0">
                          <a:latin typeface="Times New Roman" panose="02020603050405020304"/>
                          <a:ea typeface="宋体" panose="02010600030101010101" pitchFamily="2" charset="-122"/>
                          <a:cs typeface="Times New Roman" panose="02020603050405020304"/>
                        </a:rPr>
                        <a:t>语义理解搜索程序，</a:t>
                      </a:r>
                      <a:r>
                        <a:rPr lang="en-US" sz="800" kern="0" dirty="0">
                          <a:latin typeface="Times New Roman" panose="02020603050405020304"/>
                          <a:ea typeface="宋体" panose="02010600030101010101" pitchFamily="2" charset="-122"/>
                          <a:cs typeface="Times New Roman" panose="02020603050405020304"/>
                        </a:rPr>
                        <a:t>Euclid</a:t>
                      </a:r>
                      <a:r>
                        <a:rPr lang="zh-CN" sz="800" kern="0" dirty="0">
                          <a:latin typeface="Times New Roman" panose="02020603050405020304"/>
                          <a:ea typeface="宋体" panose="02010600030101010101" pitchFamily="2" charset="-122"/>
                          <a:cs typeface="Times New Roman" panose="02020603050405020304"/>
                        </a:rPr>
                        <a:t>自然语言理解程序和</a:t>
                      </a:r>
                      <a:r>
                        <a:rPr lang="en-US" sz="800" kern="0" dirty="0">
                          <a:latin typeface="Times New Roman" panose="02020603050405020304"/>
                          <a:ea typeface="宋体" panose="02010600030101010101" pitchFamily="2" charset="-122"/>
                          <a:cs typeface="Times New Roman" panose="02020603050405020304"/>
                        </a:rPr>
                        <a:t>Plato</a:t>
                      </a:r>
                      <a:r>
                        <a:rPr lang="zh-CN" sz="800" kern="0" dirty="0">
                          <a:latin typeface="Times New Roman" panose="02020603050405020304"/>
                          <a:ea typeface="宋体" panose="02010600030101010101" pitchFamily="2" charset="-122"/>
                          <a:cs typeface="Times New Roman" panose="02020603050405020304"/>
                        </a:rPr>
                        <a:t>计算机视觉程序。</a:t>
                      </a:r>
                      <a:endParaRPr lang="zh-CN" sz="900" kern="100" dirty="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168350">
                <a:tc>
                  <a:txBody>
                    <a:bodyPr/>
                    <a:lstStyle/>
                    <a:p>
                      <a:pPr indent="266700" algn="just">
                        <a:spcAft>
                          <a:spcPts val="0"/>
                        </a:spcAft>
                      </a:pPr>
                      <a:r>
                        <a:rPr lang="en-US" sz="800" kern="0">
                          <a:latin typeface="Times New Roman" panose="02020603050405020304"/>
                          <a:ea typeface="宋体" panose="02010600030101010101" pitchFamily="2" charset="-122"/>
                          <a:cs typeface="Times New Roman" panose="02020603050405020304"/>
                        </a:rPr>
                        <a:t>IBM</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800" kern="0">
                          <a:latin typeface="Times New Roman" panose="02020603050405020304"/>
                          <a:ea typeface="宋体" panose="02010600030101010101" pitchFamily="2" charset="-122"/>
                          <a:cs typeface="Times New Roman" panose="02020603050405020304"/>
                        </a:rPr>
                        <a:t>IBM</a:t>
                      </a:r>
                      <a:r>
                        <a:rPr lang="zh-CN" sz="800" kern="0">
                          <a:latin typeface="Times New Roman" panose="02020603050405020304"/>
                          <a:ea typeface="宋体" panose="02010600030101010101" pitchFamily="2" charset="-122"/>
                          <a:cs typeface="Times New Roman" panose="02020603050405020304"/>
                        </a:rPr>
                        <a:t>研究院</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zh-CN" sz="800" kern="0">
                          <a:latin typeface="Times New Roman" panose="02020603050405020304"/>
                          <a:ea typeface="宋体" panose="02010600030101010101" pitchFamily="2" charset="-122"/>
                          <a:cs typeface="Times New Roman" panose="02020603050405020304"/>
                        </a:rPr>
                        <a:t>推出超级电脑深蓝和</a:t>
                      </a:r>
                      <a:r>
                        <a:rPr lang="en-US" sz="800" kern="0">
                          <a:latin typeface="Times New Roman" panose="02020603050405020304"/>
                          <a:ea typeface="宋体" panose="02010600030101010101" pitchFamily="2" charset="-122"/>
                          <a:cs typeface="Times New Roman" panose="02020603050405020304"/>
                        </a:rPr>
                        <a:t>Watson</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269360">
                <a:tc rowSpan="2">
                  <a:txBody>
                    <a:bodyPr/>
                    <a:lstStyle/>
                    <a:p>
                      <a:pPr indent="133350" algn="just">
                        <a:spcAft>
                          <a:spcPts val="0"/>
                        </a:spcAft>
                      </a:pPr>
                      <a:r>
                        <a:rPr lang="en-US" sz="800" kern="0">
                          <a:latin typeface="Times New Roman" panose="02020603050405020304"/>
                          <a:ea typeface="宋体" panose="02010600030101010101" pitchFamily="2" charset="-122"/>
                          <a:cs typeface="Times New Roman" panose="02020603050405020304"/>
                        </a:rPr>
                        <a:t>Facebook</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spcAft>
                          <a:spcPts val="0"/>
                        </a:spcAft>
                      </a:pPr>
                      <a:r>
                        <a:rPr lang="zh-CN" sz="800" kern="0" dirty="0">
                          <a:latin typeface="Times New Roman" panose="02020603050405020304"/>
                          <a:ea typeface="宋体" panose="02010600030101010101" pitchFamily="2" charset="-122"/>
                          <a:cs typeface="Times New Roman" panose="02020603050405020304"/>
                        </a:rPr>
                        <a:t>人工智能研究实验室</a:t>
                      </a:r>
                      <a:r>
                        <a:rPr lang="en-US" sz="800" kern="0" dirty="0">
                          <a:latin typeface="Times New Roman" panose="02020603050405020304"/>
                          <a:ea typeface="宋体" panose="02010600030101010101" pitchFamily="2" charset="-122"/>
                          <a:cs typeface="Times New Roman" panose="02020603050405020304"/>
                        </a:rPr>
                        <a:t>FAIR</a:t>
                      </a:r>
                      <a:r>
                        <a:rPr lang="zh-CN" sz="800" kern="0" dirty="0">
                          <a:latin typeface="Times New Roman" panose="02020603050405020304"/>
                          <a:ea typeface="宋体" panose="02010600030101010101" pitchFamily="2" charset="-122"/>
                          <a:cs typeface="Times New Roman" panose="02020603050405020304"/>
                        </a:rPr>
                        <a:t>（</a:t>
                      </a:r>
                      <a:r>
                        <a:rPr lang="en-US" sz="800" kern="0" dirty="0" err="1">
                          <a:latin typeface="Times New Roman" panose="02020603050405020304"/>
                          <a:ea typeface="宋体" panose="02010600030101010101" pitchFamily="2" charset="-122"/>
                          <a:cs typeface="Times New Roman" panose="02020603050405020304"/>
                        </a:rPr>
                        <a:t>Facebook’s</a:t>
                      </a:r>
                      <a:r>
                        <a:rPr lang="en-US" sz="800" kern="0" dirty="0">
                          <a:latin typeface="Times New Roman" panose="02020603050405020304"/>
                          <a:ea typeface="宋体" panose="02010600030101010101" pitchFamily="2" charset="-122"/>
                          <a:cs typeface="Times New Roman" panose="02020603050405020304"/>
                        </a:rPr>
                        <a:t> Artificial Intelligence Research</a:t>
                      </a:r>
                      <a:r>
                        <a:rPr lang="zh-CN" sz="800" kern="0" dirty="0">
                          <a:latin typeface="Times New Roman" panose="02020603050405020304"/>
                          <a:ea typeface="宋体" panose="02010600030101010101" pitchFamily="2" charset="-122"/>
                          <a:cs typeface="Times New Roman" panose="02020603050405020304"/>
                        </a:rPr>
                        <a:t>）</a:t>
                      </a:r>
                      <a:endParaRPr lang="zh-CN" sz="900" kern="100" dirty="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spcAft>
                          <a:spcPts val="0"/>
                        </a:spcAft>
                      </a:pPr>
                      <a:r>
                        <a:rPr lang="zh-CN" sz="800" kern="0" dirty="0">
                          <a:latin typeface="Times New Roman" panose="02020603050405020304"/>
                          <a:ea typeface="宋体" panose="02010600030101010101" pitchFamily="2" charset="-122"/>
                          <a:cs typeface="Times New Roman" panose="02020603050405020304"/>
                        </a:rPr>
                        <a:t>主要致力于图像识别、语义识别等人工智能技术研究。</a:t>
                      </a:r>
                      <a:endParaRPr lang="zh-CN" sz="900" kern="100" dirty="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269360">
                <a:tc vMerge="1">
                  <a:tcPr/>
                </a:tc>
                <a:tc>
                  <a:txBody>
                    <a:bodyPr/>
                    <a:lstStyle/>
                    <a:p>
                      <a:pPr algn="l">
                        <a:spcAft>
                          <a:spcPts val="0"/>
                        </a:spcAft>
                      </a:pPr>
                      <a:r>
                        <a:rPr lang="zh-CN" sz="800" kern="0">
                          <a:latin typeface="Times New Roman" panose="02020603050405020304"/>
                          <a:ea typeface="宋体" panose="02010600030101010101" pitchFamily="2" charset="-122"/>
                          <a:cs typeface="Times New Roman" panose="02020603050405020304"/>
                        </a:rPr>
                        <a:t>应用机器学习实验室</a:t>
                      </a:r>
                      <a:r>
                        <a:rPr lang="en-US" sz="800" kern="0">
                          <a:latin typeface="Times New Roman" panose="02020603050405020304"/>
                          <a:ea typeface="宋体" panose="02010600030101010101" pitchFamily="2" charset="-122"/>
                          <a:cs typeface="Times New Roman" panose="02020603050405020304"/>
                        </a:rPr>
                        <a:t>AML</a:t>
                      </a:r>
                      <a:r>
                        <a:rPr lang="zh-CN" sz="800" kern="0">
                          <a:latin typeface="Times New Roman" panose="02020603050405020304"/>
                          <a:ea typeface="宋体" panose="02010600030101010101" pitchFamily="2" charset="-122"/>
                          <a:cs typeface="Times New Roman" panose="02020603050405020304"/>
                        </a:rPr>
                        <a:t>（</a:t>
                      </a:r>
                      <a:r>
                        <a:rPr lang="en-US" sz="800" kern="0">
                          <a:latin typeface="Times New Roman" panose="02020603050405020304"/>
                          <a:ea typeface="宋体" panose="02010600030101010101" pitchFamily="2" charset="-122"/>
                          <a:cs typeface="Times New Roman" panose="02020603050405020304"/>
                        </a:rPr>
                        <a:t>Applied Machine Learning</a:t>
                      </a:r>
                      <a:r>
                        <a:rPr lang="zh-CN" sz="800" kern="0">
                          <a:latin typeface="Times New Roman" panose="02020603050405020304"/>
                          <a:ea typeface="宋体" panose="02010600030101010101" pitchFamily="2" charset="-122"/>
                          <a:cs typeface="Times New Roman" panose="02020603050405020304"/>
                        </a:rPr>
                        <a:t>）</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spcAft>
                          <a:spcPts val="0"/>
                        </a:spcAft>
                      </a:pPr>
                      <a:r>
                        <a:rPr lang="zh-CN" sz="800" kern="0">
                          <a:latin typeface="Times New Roman" panose="02020603050405020304"/>
                          <a:ea typeface="宋体" panose="02010600030101010101" pitchFamily="2" charset="-122"/>
                          <a:cs typeface="Times New Roman" panose="02020603050405020304"/>
                        </a:rPr>
                        <a:t>主要工作将人工智能和机器学习领域的研究成果应用到</a:t>
                      </a:r>
                      <a:r>
                        <a:rPr lang="en-US" sz="800" kern="0">
                          <a:latin typeface="Times New Roman" panose="02020603050405020304"/>
                          <a:ea typeface="宋体" panose="02010600030101010101" pitchFamily="2" charset="-122"/>
                          <a:cs typeface="Times New Roman" panose="02020603050405020304"/>
                        </a:rPr>
                        <a:t>Facebook</a:t>
                      </a:r>
                      <a:r>
                        <a:rPr lang="zh-CN" sz="800" kern="0">
                          <a:latin typeface="Times New Roman" panose="02020603050405020304"/>
                          <a:ea typeface="宋体" panose="02010600030101010101" pitchFamily="2" charset="-122"/>
                          <a:cs typeface="Times New Roman" panose="02020603050405020304"/>
                        </a:rPr>
                        <a:t>现有产品。</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448933">
                <a:tc rowSpan="2">
                  <a:txBody>
                    <a:bodyPr/>
                    <a:lstStyle/>
                    <a:p>
                      <a:pPr indent="266700" algn="just">
                        <a:spcAft>
                          <a:spcPts val="0"/>
                        </a:spcAft>
                      </a:pPr>
                      <a:r>
                        <a:rPr lang="zh-CN" sz="800" kern="0">
                          <a:latin typeface="Times New Roman" panose="02020603050405020304"/>
                          <a:ea typeface="宋体" panose="02010600030101010101" pitchFamily="2" charset="-122"/>
                          <a:cs typeface="Times New Roman" panose="02020603050405020304"/>
                        </a:rPr>
                        <a:t>百度</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800" kern="0">
                          <a:latin typeface="Times New Roman" panose="02020603050405020304"/>
                          <a:ea typeface="宋体" panose="02010600030101010101" pitchFamily="2" charset="-122"/>
                          <a:cs typeface="Times New Roman" panose="02020603050405020304"/>
                        </a:rPr>
                        <a:t>深度学习研究院</a:t>
                      </a:r>
                      <a:r>
                        <a:rPr lang="en-US" sz="800" kern="0">
                          <a:latin typeface="Times New Roman" panose="02020603050405020304"/>
                          <a:ea typeface="宋体" panose="02010600030101010101" pitchFamily="2" charset="-122"/>
                          <a:cs typeface="Times New Roman" panose="02020603050405020304"/>
                        </a:rPr>
                        <a:t>IDL</a:t>
                      </a:r>
                      <a:r>
                        <a:rPr lang="zh-CN" sz="800" kern="0">
                          <a:latin typeface="Times New Roman" panose="02020603050405020304"/>
                          <a:ea typeface="宋体" panose="02010600030101010101" pitchFamily="2" charset="-122"/>
                          <a:cs typeface="Times New Roman" panose="02020603050405020304"/>
                        </a:rPr>
                        <a:t>（</a:t>
                      </a:r>
                      <a:r>
                        <a:rPr lang="en-US" sz="800" kern="0">
                          <a:latin typeface="Times New Roman" panose="02020603050405020304"/>
                          <a:ea typeface="宋体" panose="02010600030101010101" pitchFamily="2" charset="-122"/>
                          <a:cs typeface="Times New Roman" panose="02020603050405020304"/>
                        </a:rPr>
                        <a:t>Institute of Deep Learning</a:t>
                      </a:r>
                      <a:r>
                        <a:rPr lang="zh-CN" sz="800" kern="0">
                          <a:latin typeface="Times New Roman" panose="02020603050405020304"/>
                          <a:ea typeface="宋体" panose="02010600030101010101" pitchFamily="2" charset="-122"/>
                          <a:cs typeface="Times New Roman" panose="02020603050405020304"/>
                        </a:rPr>
                        <a:t>）</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spcAft>
                          <a:spcPts val="0"/>
                        </a:spcAft>
                      </a:pPr>
                      <a:r>
                        <a:rPr lang="zh-CN" sz="800" kern="0">
                          <a:latin typeface="Times New Roman" panose="02020603050405020304"/>
                          <a:ea typeface="宋体" panose="02010600030101010101" pitchFamily="2" charset="-122"/>
                          <a:cs typeface="Times New Roman" panose="02020603050405020304"/>
                        </a:rPr>
                        <a:t>研究方向包括机器学习、图像识别、图像检索、语音识别，</a:t>
                      </a:r>
                      <a:r>
                        <a:rPr lang="en-US" sz="800" kern="0">
                          <a:latin typeface="Times New Roman" panose="02020603050405020304"/>
                          <a:ea typeface="宋体" panose="02010600030101010101" pitchFamily="2" charset="-122"/>
                          <a:cs typeface="Times New Roman" panose="02020603050405020304"/>
                        </a:rPr>
                        <a:t>3D</a:t>
                      </a:r>
                      <a:r>
                        <a:rPr lang="zh-CN" sz="800" kern="0">
                          <a:latin typeface="Times New Roman" panose="02020603050405020304"/>
                          <a:ea typeface="宋体" panose="02010600030101010101" pitchFamily="2" charset="-122"/>
                          <a:cs typeface="Times New Roman" panose="02020603050405020304"/>
                        </a:rPr>
                        <a:t>视觉和人机交互等方面。主要产品包括百度识图、百度无人车、百度无人飞行器等概念产品。</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179573">
                <a:tc vMerge="1">
                  <a:tcPr/>
                </a:tc>
                <a:tc>
                  <a:txBody>
                    <a:bodyPr/>
                    <a:lstStyle/>
                    <a:p>
                      <a:pPr indent="266700" algn="ctr">
                        <a:spcAft>
                          <a:spcPts val="0"/>
                        </a:spcAft>
                      </a:pPr>
                      <a:r>
                        <a:rPr lang="zh-CN" sz="800" kern="0">
                          <a:latin typeface="Times New Roman" panose="02020603050405020304"/>
                          <a:ea typeface="宋体" panose="02010600030101010101" pitchFamily="2" charset="-122"/>
                          <a:cs typeface="Times New Roman" panose="02020603050405020304"/>
                        </a:rPr>
                        <a:t>硅谷</a:t>
                      </a:r>
                      <a:r>
                        <a:rPr lang="en-US" sz="800" kern="0">
                          <a:latin typeface="Times New Roman" panose="02020603050405020304"/>
                          <a:ea typeface="宋体" panose="02010600030101010101" pitchFamily="2" charset="-122"/>
                          <a:cs typeface="Times New Roman" panose="02020603050405020304"/>
                        </a:rPr>
                        <a:t>AI Lab(SVAIL</a:t>
                      </a:r>
                      <a:r>
                        <a:rPr lang="zh-CN" sz="800" kern="0">
                          <a:latin typeface="Times New Roman" panose="02020603050405020304"/>
                          <a:ea typeface="宋体" panose="02010600030101010101" pitchFamily="2" charset="-122"/>
                          <a:cs typeface="Times New Roman" panose="02020603050405020304"/>
                        </a:rPr>
                        <a:t>）</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zh-CN" sz="800" kern="0">
                          <a:latin typeface="Times New Roman" panose="02020603050405020304"/>
                          <a:ea typeface="宋体" panose="02010600030101010101" pitchFamily="2" charset="-122"/>
                          <a:cs typeface="Times New Roman" panose="02020603050405020304"/>
                        </a:rPr>
                        <a:t>深度学习、系统学习、软硬件结合研究。</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269360">
                <a:tc>
                  <a:txBody>
                    <a:bodyPr/>
                    <a:lstStyle/>
                    <a:p>
                      <a:pPr algn="ctr">
                        <a:spcAft>
                          <a:spcPts val="0"/>
                        </a:spcAft>
                      </a:pPr>
                      <a:r>
                        <a:rPr lang="zh-CN" sz="800" kern="0">
                          <a:latin typeface="Times New Roman" panose="02020603050405020304"/>
                          <a:ea typeface="宋体" panose="02010600030101010101" pitchFamily="2" charset="-122"/>
                          <a:cs typeface="Times New Roman" panose="02020603050405020304"/>
                        </a:rPr>
                        <a:t>阿里巴巴</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800" kern="0">
                          <a:latin typeface="Times New Roman" panose="02020603050405020304"/>
                          <a:ea typeface="宋体" panose="02010600030101010101" pitchFamily="2" charset="-122"/>
                          <a:cs typeface="Times New Roman" panose="02020603050405020304"/>
                        </a:rPr>
                        <a:t>人工智能实验室</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spcAft>
                          <a:spcPts val="0"/>
                        </a:spcAft>
                      </a:pPr>
                      <a:r>
                        <a:rPr lang="zh-CN" sz="800" kern="0">
                          <a:latin typeface="Times New Roman" panose="02020603050405020304"/>
                          <a:ea typeface="宋体" panose="02010600030101010101" pitchFamily="2" charset="-122"/>
                          <a:cs typeface="Times New Roman" panose="02020603050405020304"/>
                        </a:rPr>
                        <a:t>负责阿里巴巴集团旗下消费级</a:t>
                      </a:r>
                      <a:r>
                        <a:rPr lang="en-US" sz="800" kern="0">
                          <a:latin typeface="Times New Roman" panose="02020603050405020304"/>
                          <a:ea typeface="宋体" panose="02010600030101010101" pitchFamily="2" charset="-122"/>
                          <a:cs typeface="Times New Roman" panose="02020603050405020304"/>
                        </a:rPr>
                        <a:t>AI</a:t>
                      </a:r>
                      <a:r>
                        <a:rPr lang="zh-CN" sz="800" kern="0">
                          <a:latin typeface="Times New Roman" panose="02020603050405020304"/>
                          <a:ea typeface="宋体" panose="02010600030101010101" pitchFamily="2" charset="-122"/>
                          <a:cs typeface="Times New Roman" panose="02020603050405020304"/>
                        </a:rPr>
                        <a:t>产品的研发，</a:t>
                      </a:r>
                      <a:r>
                        <a:rPr lang="en-US" sz="800" kern="0">
                          <a:latin typeface="Times New Roman" panose="02020603050405020304"/>
                          <a:ea typeface="宋体" panose="02010600030101010101" pitchFamily="2" charset="-122"/>
                          <a:cs typeface="Times New Roman" panose="02020603050405020304"/>
                        </a:rPr>
                        <a:t>2017</a:t>
                      </a:r>
                      <a:r>
                        <a:rPr lang="zh-CN" sz="800" kern="0">
                          <a:latin typeface="Times New Roman" panose="02020603050405020304"/>
                          <a:ea typeface="宋体" panose="02010600030101010101" pitchFamily="2" charset="-122"/>
                          <a:cs typeface="Times New Roman" panose="02020603050405020304"/>
                        </a:rPr>
                        <a:t>年发布了第一款智能语音终端设备“天猫精灵</a:t>
                      </a:r>
                      <a:r>
                        <a:rPr lang="en-US" sz="800" kern="0">
                          <a:latin typeface="Times New Roman" panose="02020603050405020304"/>
                          <a:ea typeface="宋体" panose="02010600030101010101" pitchFamily="2" charset="-122"/>
                          <a:cs typeface="Times New Roman" panose="02020603050405020304"/>
                        </a:rPr>
                        <a:t>X1”</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448933">
                <a:tc rowSpan="3">
                  <a:txBody>
                    <a:bodyPr/>
                    <a:lstStyle/>
                    <a:p>
                      <a:pPr indent="266700" algn="just">
                        <a:spcAft>
                          <a:spcPts val="0"/>
                        </a:spcAft>
                      </a:pPr>
                      <a:r>
                        <a:rPr lang="zh-CN" sz="800" kern="0">
                          <a:latin typeface="Times New Roman" panose="02020603050405020304"/>
                          <a:ea typeface="宋体" panose="02010600030101010101" pitchFamily="2" charset="-122"/>
                          <a:cs typeface="Times New Roman" panose="02020603050405020304"/>
                        </a:rPr>
                        <a:t>腾讯</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zh-CN" sz="800" kern="0">
                          <a:latin typeface="Times New Roman" panose="02020603050405020304"/>
                          <a:ea typeface="宋体" panose="02010600030101010101" pitchFamily="2" charset="-122"/>
                          <a:cs typeface="Times New Roman" panose="02020603050405020304"/>
                        </a:rPr>
                        <a:t>腾讯</a:t>
                      </a:r>
                      <a:r>
                        <a:rPr lang="en-US" sz="800" kern="0">
                          <a:latin typeface="Times New Roman" panose="02020603050405020304"/>
                          <a:ea typeface="宋体" panose="02010600030101010101" pitchFamily="2" charset="-122"/>
                          <a:cs typeface="Times New Roman" panose="02020603050405020304"/>
                        </a:rPr>
                        <a:t> AI Lab</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spcAft>
                          <a:spcPts val="0"/>
                        </a:spcAft>
                      </a:pPr>
                      <a:r>
                        <a:rPr lang="zh-CN" sz="800" kern="0">
                          <a:latin typeface="Times New Roman" panose="02020603050405020304"/>
                          <a:ea typeface="宋体" panose="02010600030101010101" pitchFamily="2" charset="-122"/>
                          <a:cs typeface="Times New Roman" panose="02020603050405020304"/>
                        </a:rPr>
                        <a:t>专注于人工智能的基础研究，主要包括计算机视觉、语音识别、自然语言处理和机器学习这四个垂直领域。</a:t>
                      </a:r>
                      <a:r>
                        <a:rPr lang="en-US" sz="800" kern="0">
                          <a:latin typeface="Times New Roman" panose="02020603050405020304"/>
                          <a:ea typeface="宋体" panose="02010600030101010101" pitchFamily="2" charset="-122"/>
                          <a:cs typeface="Times New Roman" panose="02020603050405020304"/>
                        </a:rPr>
                        <a:t>2018</a:t>
                      </a:r>
                      <a:r>
                        <a:rPr lang="zh-CN" sz="800" kern="0">
                          <a:latin typeface="Times New Roman" panose="02020603050405020304"/>
                          <a:ea typeface="宋体" panose="02010600030101010101" pitchFamily="2" charset="-122"/>
                          <a:cs typeface="Times New Roman" panose="02020603050405020304"/>
                        </a:rPr>
                        <a:t>年在日本围棋</a:t>
                      </a:r>
                      <a:r>
                        <a:rPr lang="en-US" sz="800" kern="0">
                          <a:latin typeface="Times New Roman" panose="02020603050405020304"/>
                          <a:ea typeface="宋体" panose="02010600030101010101" pitchFamily="2" charset="-122"/>
                          <a:cs typeface="Times New Roman" panose="02020603050405020304"/>
                        </a:rPr>
                        <a:t> AI </a:t>
                      </a:r>
                      <a:r>
                        <a:rPr lang="zh-CN" sz="800" kern="0">
                          <a:latin typeface="Times New Roman" panose="02020603050405020304"/>
                          <a:ea typeface="宋体" panose="02010600030101010101" pitchFamily="2" charset="-122"/>
                          <a:cs typeface="Times New Roman" panose="02020603050405020304"/>
                        </a:rPr>
                        <a:t>大赛中夺冠的绝艺使其成果之一。</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269360">
                <a:tc vMerge="1">
                  <a:tcPr/>
                </a:tc>
                <a:tc>
                  <a:txBody>
                    <a:bodyPr/>
                    <a:lstStyle/>
                    <a:p>
                      <a:pPr algn="ctr">
                        <a:spcAft>
                          <a:spcPts val="0"/>
                        </a:spcAft>
                      </a:pPr>
                      <a:r>
                        <a:rPr lang="zh-CN" sz="800" kern="0">
                          <a:latin typeface="Times New Roman" panose="02020603050405020304"/>
                          <a:ea typeface="宋体" panose="02010600030101010101" pitchFamily="2" charset="-122"/>
                          <a:cs typeface="Times New Roman" panose="02020603050405020304"/>
                        </a:rPr>
                        <a:t>优图实验室</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spcAft>
                          <a:spcPts val="0"/>
                        </a:spcAft>
                      </a:pPr>
                      <a:r>
                        <a:rPr lang="zh-CN" sz="800" kern="0" dirty="0">
                          <a:latin typeface="Times New Roman" panose="02020603050405020304"/>
                          <a:ea typeface="宋体" panose="02010600030101010101" pitchFamily="2" charset="-122"/>
                          <a:cs typeface="Times New Roman" panose="02020603050405020304"/>
                        </a:rPr>
                        <a:t>专注在图像处理、模式识别、机器学习、数据挖掘等领域开展技术研发和业务落地。</a:t>
                      </a:r>
                      <a:endParaRPr lang="zh-CN" sz="900" kern="100" dirty="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179573">
                <a:tc vMerge="1">
                  <a:tcPr/>
                </a:tc>
                <a:tc>
                  <a:txBody>
                    <a:bodyPr/>
                    <a:lstStyle/>
                    <a:p>
                      <a:pPr indent="266700" algn="ctr">
                        <a:spcAft>
                          <a:spcPts val="0"/>
                        </a:spcAft>
                      </a:pPr>
                      <a:r>
                        <a:rPr lang="zh-CN" sz="800" kern="0">
                          <a:latin typeface="Times New Roman" panose="02020603050405020304"/>
                          <a:ea typeface="宋体" panose="02010600030101010101" pitchFamily="2" charset="-122"/>
                          <a:cs typeface="Times New Roman" panose="02020603050405020304"/>
                        </a:rPr>
                        <a:t>腾讯西雅图</a:t>
                      </a:r>
                      <a:r>
                        <a:rPr lang="en-US" sz="800" kern="0">
                          <a:latin typeface="Times New Roman" panose="02020603050405020304"/>
                          <a:ea typeface="宋体" panose="02010600030101010101" pitchFamily="2" charset="-122"/>
                          <a:cs typeface="Times New Roman" panose="02020603050405020304"/>
                        </a:rPr>
                        <a:t> AI </a:t>
                      </a:r>
                      <a:r>
                        <a:rPr lang="zh-CN" sz="800" kern="0">
                          <a:latin typeface="Times New Roman" panose="02020603050405020304"/>
                          <a:ea typeface="宋体" panose="02010600030101010101" pitchFamily="2" charset="-122"/>
                          <a:cs typeface="Times New Roman" panose="02020603050405020304"/>
                        </a:rPr>
                        <a:t>实验室</a:t>
                      </a:r>
                      <a:endParaRPr lang="zh-CN" sz="900" kern="10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spcAft>
                          <a:spcPts val="0"/>
                        </a:spcAft>
                      </a:pPr>
                      <a:r>
                        <a:rPr lang="zh-CN" sz="800" kern="0" dirty="0">
                          <a:latin typeface="Times New Roman" panose="02020603050405020304"/>
                          <a:ea typeface="宋体" panose="02010600030101010101" pitchFamily="2" charset="-122"/>
                          <a:cs typeface="Times New Roman" panose="02020603050405020304"/>
                        </a:rPr>
                        <a:t>专注语音识别及自然语言理解等</a:t>
                      </a:r>
                      <a:r>
                        <a:rPr lang="en-US" sz="800" kern="0" dirty="0">
                          <a:latin typeface="Times New Roman" panose="02020603050405020304"/>
                          <a:ea typeface="宋体" panose="02010600030101010101" pitchFamily="2" charset="-122"/>
                          <a:cs typeface="Times New Roman" panose="02020603050405020304"/>
                        </a:rPr>
                        <a:t> AI </a:t>
                      </a:r>
                      <a:r>
                        <a:rPr lang="zh-CN" sz="800" kern="0" dirty="0">
                          <a:latin typeface="Times New Roman" panose="02020603050405020304"/>
                          <a:ea typeface="宋体" panose="02010600030101010101" pitchFamily="2" charset="-122"/>
                          <a:cs typeface="Times New Roman" panose="02020603050405020304"/>
                        </a:rPr>
                        <a:t>领域的基础研究</a:t>
                      </a:r>
                      <a:endParaRPr lang="zh-CN" sz="900" kern="100" dirty="0">
                        <a:latin typeface="等线" panose="02010600030101010101" charset="-122"/>
                        <a:ea typeface="等线" panose="02010600030101010101" charset="-122"/>
                        <a:cs typeface="Times New Roman" panose="02020603050405020304"/>
                      </a:endParaRPr>
                    </a:p>
                  </a:txBody>
                  <a:tcPr marL="36576" marR="36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
        <p:nvSpPr>
          <p:cNvPr id="12" name="TextBox 11"/>
          <p:cNvSpPr txBox="1"/>
          <p:nvPr/>
        </p:nvSpPr>
        <p:spPr>
          <a:xfrm>
            <a:off x="2928926" y="68031"/>
            <a:ext cx="5429288" cy="646331"/>
          </a:xfrm>
          <a:prstGeom prst="rect">
            <a:avLst/>
          </a:prstGeom>
          <a:noFill/>
        </p:spPr>
        <p:txBody>
          <a:bodyPr wrap="square" rtlCol="0">
            <a:spAutoFit/>
          </a:bodyPr>
          <a:lstStyle/>
          <a:p>
            <a:r>
              <a:rPr lang="zh-CN" altLang="en-US" dirty="0" smtClean="0">
                <a:solidFill>
                  <a:schemeClr val="bg1"/>
                </a:solidFill>
              </a:rPr>
              <a:t>国内外互联网巨头</a:t>
            </a:r>
            <a:r>
              <a:rPr lang="en-US" altLang="zh-CN" dirty="0" smtClean="0">
                <a:solidFill>
                  <a:schemeClr val="bg1"/>
                </a:solidFill>
              </a:rPr>
              <a:t>AI</a:t>
            </a:r>
            <a:r>
              <a:rPr lang="zh-CN" altLang="en-US" dirty="0" smtClean="0">
                <a:solidFill>
                  <a:schemeClr val="bg1"/>
                </a:solidFill>
              </a:rPr>
              <a:t>实验室公司实验室名称简介</a:t>
            </a:r>
            <a:endParaRPr lang="zh-CN" altLang="en-US" dirty="0" smtClean="0">
              <a:solidFill>
                <a:schemeClr val="bg1"/>
              </a:solidFill>
            </a:endParaRPr>
          </a:p>
          <a:p>
            <a:endParaRPr lang="zh-CN" altLang="en-US"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Administrator\Desktop\jiqiren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grpSp>
        <p:nvGrpSpPr>
          <p:cNvPr id="2" name="组合 28"/>
          <p:cNvGrpSpPr/>
          <p:nvPr/>
        </p:nvGrpSpPr>
        <p:grpSpPr>
          <a:xfrm rot="2700000">
            <a:off x="4278457" y="2054910"/>
            <a:ext cx="1017813" cy="1069411"/>
            <a:chOff x="0" y="986971"/>
            <a:chExt cx="4615543" cy="4847774"/>
          </a:xfrm>
        </p:grpSpPr>
        <p:sp>
          <p:nvSpPr>
            <p:cNvPr id="10" name="矩形 9"/>
            <p:cNvSpPr/>
            <p:nvPr/>
          </p:nvSpPr>
          <p:spPr>
            <a:xfrm>
              <a:off x="449943" y="986971"/>
              <a:ext cx="4165600" cy="4847774"/>
            </a:xfrm>
            <a:prstGeom prst="rect">
              <a:avLst/>
            </a:prstGeom>
            <a:noFill/>
            <a:ln>
              <a:solidFill>
                <a:schemeClr val="accent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0" y="1320801"/>
              <a:ext cx="4180114" cy="4180114"/>
            </a:xfrm>
            <a:prstGeom prst="rect">
              <a:avLst/>
            </a:prstGeom>
            <a:solidFill>
              <a:schemeClr val="accent3">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2" name="矩形 11"/>
          <p:cNvSpPr/>
          <p:nvPr/>
        </p:nvSpPr>
        <p:spPr>
          <a:xfrm>
            <a:off x="5652120" y="2031417"/>
            <a:ext cx="2915740" cy="954107"/>
          </a:xfrm>
          <a:prstGeom prst="rect">
            <a:avLst/>
          </a:prstGeom>
        </p:spPr>
        <p:txBody>
          <a:bodyPr wrap="square">
            <a:spAutoFit/>
          </a:bodyPr>
          <a:lstStyle/>
          <a:p>
            <a:r>
              <a:rPr lang="zh-CN" altLang="en-US" sz="28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rPr>
              <a:t>安全问题及解决方案</a:t>
            </a:r>
            <a:endParaRPr lang="zh-CN" altLang="en-US" sz="105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TextBox 15"/>
          <p:cNvSpPr txBox="1"/>
          <p:nvPr/>
        </p:nvSpPr>
        <p:spPr>
          <a:xfrm>
            <a:off x="4355976" y="2103425"/>
            <a:ext cx="886781" cy="923330"/>
          </a:xfrm>
          <a:prstGeom prst="rect">
            <a:avLst/>
          </a:prstGeom>
          <a:noFill/>
        </p:spPr>
        <p:txBody>
          <a:bodyPr wrap="none" rtlCol="0">
            <a:spAutoFit/>
          </a:bodyPr>
          <a:lstStyle/>
          <a:p>
            <a:r>
              <a:rPr lang="en-US" altLang="zh-CN" sz="5400" dirty="0" smtClean="0">
                <a:solidFill>
                  <a:schemeClr val="bg1"/>
                </a:solidFill>
              </a:rPr>
              <a:t>04</a:t>
            </a:r>
            <a:endParaRPr lang="zh-CN" altLang="en-US" sz="5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3"/>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250" fill="hold"/>
                                        <p:tgtEl>
                                          <p:spTgt spid="2"/>
                                        </p:tgtEl>
                                        <p:attrNameLst>
                                          <p:attrName>ppt_w</p:attrName>
                                        </p:attrNameLst>
                                      </p:cBhvr>
                                      <p:tavLst>
                                        <p:tav tm="0">
                                          <p:val>
                                            <p:fltVal val="0"/>
                                          </p:val>
                                        </p:tav>
                                        <p:tav tm="100000">
                                          <p:val>
                                            <p:strVal val="#ppt_w"/>
                                          </p:val>
                                        </p:tav>
                                      </p:tavLst>
                                    </p:anim>
                                    <p:anim calcmode="lin" valueType="num">
                                      <p:cBhvr>
                                        <p:cTn id="13" dur="1250" fill="hold"/>
                                        <p:tgtEl>
                                          <p:spTgt spid="2"/>
                                        </p:tgtEl>
                                        <p:attrNameLst>
                                          <p:attrName>ppt_h</p:attrName>
                                        </p:attrNameLst>
                                      </p:cBhvr>
                                      <p:tavLst>
                                        <p:tav tm="0">
                                          <p:val>
                                            <p:fltVal val="0"/>
                                          </p:val>
                                        </p:tav>
                                        <p:tav tm="100000">
                                          <p:val>
                                            <p:strVal val="#ppt_h"/>
                                          </p:val>
                                        </p:tav>
                                      </p:tavLst>
                                    </p:anim>
                                    <p:animEffect transition="in" filter="fade">
                                      <p:cBhvr>
                                        <p:cTn id="14" dur="125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3" presetClass="entr" presetSubtype="32"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strVal val="4*#ppt_w"/>
                                          </p:val>
                                        </p:tav>
                                        <p:tav tm="100000">
                                          <p:val>
                                            <p:strVal val="#ppt_w"/>
                                          </p:val>
                                        </p:tav>
                                      </p:tavLst>
                                    </p:anim>
                                    <p:anim calcmode="lin" valueType="num">
                                      <p:cBhvr>
                                        <p:cTn id="27" dur="500" fill="hold"/>
                                        <p:tgtEl>
                                          <p:spTgt spid="12"/>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椭圆 37"/>
          <p:cNvSpPr/>
          <p:nvPr/>
        </p:nvSpPr>
        <p:spPr>
          <a:xfrm>
            <a:off x="2122106" y="2839993"/>
            <a:ext cx="1252905" cy="1252906"/>
          </a:xfrm>
          <a:prstGeom prst="ellipse">
            <a:avLst/>
          </a:prstGeom>
          <a:blipFill dpi="0" rotWithShape="1">
            <a:blip r:embed="rId1" cstate="print"/>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p>
        </p:txBody>
      </p:sp>
      <p:sp>
        <p:nvSpPr>
          <p:cNvPr id="39" name="椭圆 38"/>
          <p:cNvSpPr/>
          <p:nvPr/>
        </p:nvSpPr>
        <p:spPr>
          <a:xfrm>
            <a:off x="4231164" y="1877237"/>
            <a:ext cx="1589209" cy="1589210"/>
          </a:xfrm>
          <a:prstGeom prst="ellipse">
            <a:avLst/>
          </a:prstGeom>
          <a:blipFill dpi="0" rotWithShape="1">
            <a:blip r:embed="rId2" cstate="print"/>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p>
        </p:txBody>
      </p:sp>
      <p:sp>
        <p:nvSpPr>
          <p:cNvPr id="40" name="椭圆 39"/>
          <p:cNvSpPr/>
          <p:nvPr/>
        </p:nvSpPr>
        <p:spPr>
          <a:xfrm>
            <a:off x="6380331" y="3466446"/>
            <a:ext cx="1252905" cy="1252906"/>
          </a:xfrm>
          <a:prstGeom prst="ellipse">
            <a:avLst/>
          </a:prstGeom>
          <a:blipFill dpi="0" rotWithShape="1">
            <a:blip r:embed="rId3" cstate="print"/>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p>
        </p:txBody>
      </p:sp>
      <p:sp>
        <p:nvSpPr>
          <p:cNvPr id="41" name="椭圆 40"/>
          <p:cNvSpPr/>
          <p:nvPr/>
        </p:nvSpPr>
        <p:spPr>
          <a:xfrm>
            <a:off x="6447855" y="898812"/>
            <a:ext cx="903410" cy="90341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t>法律上</a:t>
            </a:r>
            <a:endParaRPr dirty="0"/>
          </a:p>
        </p:txBody>
      </p:sp>
      <p:sp>
        <p:nvSpPr>
          <p:cNvPr id="42" name="椭圆 41"/>
          <p:cNvSpPr/>
          <p:nvPr/>
        </p:nvSpPr>
        <p:spPr>
          <a:xfrm>
            <a:off x="2821645" y="1061199"/>
            <a:ext cx="1078157" cy="10781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t>技术上</a:t>
            </a:r>
            <a:endParaRPr dirty="0"/>
          </a:p>
        </p:txBody>
      </p:sp>
      <p:sp>
        <p:nvSpPr>
          <p:cNvPr id="43" name="椭圆 42"/>
          <p:cNvSpPr/>
          <p:nvPr/>
        </p:nvSpPr>
        <p:spPr>
          <a:xfrm>
            <a:off x="3744288" y="3828580"/>
            <a:ext cx="903410" cy="90341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t>伦理上</a:t>
            </a:r>
            <a:endParaRPr dirty="0"/>
          </a:p>
        </p:txBody>
      </p:sp>
      <p:sp>
        <p:nvSpPr>
          <p:cNvPr id="44" name="椭圆 43"/>
          <p:cNvSpPr/>
          <p:nvPr/>
        </p:nvSpPr>
        <p:spPr>
          <a:xfrm>
            <a:off x="4938396" y="973827"/>
            <a:ext cx="631946" cy="6319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p>
        </p:txBody>
      </p:sp>
      <p:sp>
        <p:nvSpPr>
          <p:cNvPr id="45" name="椭圆 44"/>
          <p:cNvSpPr/>
          <p:nvPr/>
        </p:nvSpPr>
        <p:spPr>
          <a:xfrm>
            <a:off x="5879447" y="1604951"/>
            <a:ext cx="544573" cy="54457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p>
        </p:txBody>
      </p:sp>
      <p:sp>
        <p:nvSpPr>
          <p:cNvPr id="46" name="椭圆 45"/>
          <p:cNvSpPr/>
          <p:nvPr/>
        </p:nvSpPr>
        <p:spPr>
          <a:xfrm>
            <a:off x="3476671" y="2422224"/>
            <a:ext cx="499235" cy="4992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p>
        </p:txBody>
      </p:sp>
      <p:sp>
        <p:nvSpPr>
          <p:cNvPr id="47" name="椭圆 46"/>
          <p:cNvSpPr/>
          <p:nvPr/>
        </p:nvSpPr>
        <p:spPr>
          <a:xfrm>
            <a:off x="1643042" y="2071684"/>
            <a:ext cx="383015" cy="38301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p>
        </p:txBody>
      </p:sp>
      <p:sp>
        <p:nvSpPr>
          <p:cNvPr id="48" name="椭圆 47"/>
          <p:cNvSpPr/>
          <p:nvPr/>
        </p:nvSpPr>
        <p:spPr>
          <a:xfrm>
            <a:off x="6232510" y="2921458"/>
            <a:ext cx="295640" cy="29564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p>
        </p:txBody>
      </p:sp>
      <p:sp>
        <p:nvSpPr>
          <p:cNvPr id="13" name="TextBox 12"/>
          <p:cNvSpPr txBox="1"/>
          <p:nvPr/>
        </p:nvSpPr>
        <p:spPr>
          <a:xfrm>
            <a:off x="1071538" y="181259"/>
            <a:ext cx="1928826" cy="461665"/>
          </a:xfrm>
          <a:prstGeom prst="rect">
            <a:avLst/>
          </a:prstGeom>
          <a:noFill/>
        </p:spPr>
        <p:txBody>
          <a:bodyPr wrap="square" rtlCol="0">
            <a:spAutoFit/>
          </a:bodyPr>
          <a:lstStyle/>
          <a:p>
            <a:r>
              <a:rPr lang="zh-CN" altLang="en-US" sz="2400" dirty="0" smtClean="0">
                <a:solidFill>
                  <a:schemeClr val="bg1"/>
                </a:solidFill>
              </a:rPr>
              <a:t>问题</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9"/>
                                        </p:tgtEl>
                                        <p:attrNameLst>
                                          <p:attrName>style.visibility</p:attrName>
                                        </p:attrNameLst>
                                      </p:cBhvr>
                                      <p:to>
                                        <p:strVal val="visible"/>
                                      </p:to>
                                    </p:set>
                                    <p:anim calcmode="lin" valueType="num">
                                      <p:cBhvr>
                                        <p:cTn id="12" dur="500" fill="hold"/>
                                        <p:tgtEl>
                                          <p:spTgt spid="39"/>
                                        </p:tgtEl>
                                        <p:attrNameLst>
                                          <p:attrName>ppt_w</p:attrName>
                                        </p:attrNameLst>
                                      </p:cBhvr>
                                      <p:tavLst>
                                        <p:tav tm="0">
                                          <p:val>
                                            <p:fltVal val="0"/>
                                          </p:val>
                                        </p:tav>
                                        <p:tav tm="100000">
                                          <p:val>
                                            <p:strVal val="#ppt_w"/>
                                          </p:val>
                                        </p:tav>
                                      </p:tavLst>
                                    </p:anim>
                                    <p:anim calcmode="lin" valueType="num">
                                      <p:cBhvr>
                                        <p:cTn id="13" dur="500" fill="hold"/>
                                        <p:tgtEl>
                                          <p:spTgt spid="39"/>
                                        </p:tgtEl>
                                        <p:attrNameLst>
                                          <p:attrName>ppt_h</p:attrName>
                                        </p:attrNameLst>
                                      </p:cBhvr>
                                      <p:tavLst>
                                        <p:tav tm="0">
                                          <p:val>
                                            <p:fltVal val="0"/>
                                          </p:val>
                                        </p:tav>
                                        <p:tav tm="100000">
                                          <p:val>
                                            <p:strVal val="#ppt_h"/>
                                          </p:val>
                                        </p:tav>
                                      </p:tavLst>
                                    </p:anim>
                                    <p:animEffect transition="in" filter="fade">
                                      <p:cBhvr>
                                        <p:cTn id="14" dur="500"/>
                                        <p:tgtEl>
                                          <p:spTgt spid="39"/>
                                        </p:tgtEl>
                                      </p:cBhvr>
                                    </p:animEffect>
                                  </p:childTnLst>
                                </p:cTn>
                              </p:par>
                              <p:par>
                                <p:cTn id="15" presetID="53" presetClass="entr" presetSubtype="16" fill="hold" grpId="0" nodeType="withEffect">
                                  <p:stCondLst>
                                    <p:cond delay="250"/>
                                  </p:stCondLst>
                                  <p:childTnLst>
                                    <p:set>
                                      <p:cBhvr>
                                        <p:cTn id="16" dur="1" fill="hold">
                                          <p:stCondLst>
                                            <p:cond delay="0"/>
                                          </p:stCondLst>
                                        </p:cTn>
                                        <p:tgtEl>
                                          <p:spTgt spid="40"/>
                                        </p:tgtEl>
                                        <p:attrNameLst>
                                          <p:attrName>style.visibility</p:attrName>
                                        </p:attrNameLst>
                                      </p:cBhvr>
                                      <p:to>
                                        <p:strVal val="visible"/>
                                      </p:to>
                                    </p:set>
                                    <p:anim calcmode="lin" valueType="num">
                                      <p:cBhvr>
                                        <p:cTn id="17" dur="750" fill="hold"/>
                                        <p:tgtEl>
                                          <p:spTgt spid="40"/>
                                        </p:tgtEl>
                                        <p:attrNameLst>
                                          <p:attrName>ppt_w</p:attrName>
                                        </p:attrNameLst>
                                      </p:cBhvr>
                                      <p:tavLst>
                                        <p:tav tm="0">
                                          <p:val>
                                            <p:fltVal val="0"/>
                                          </p:val>
                                        </p:tav>
                                        <p:tav tm="100000">
                                          <p:val>
                                            <p:strVal val="#ppt_w"/>
                                          </p:val>
                                        </p:tav>
                                      </p:tavLst>
                                    </p:anim>
                                    <p:anim calcmode="lin" valueType="num">
                                      <p:cBhvr>
                                        <p:cTn id="18" dur="750" fill="hold"/>
                                        <p:tgtEl>
                                          <p:spTgt spid="40"/>
                                        </p:tgtEl>
                                        <p:attrNameLst>
                                          <p:attrName>ppt_h</p:attrName>
                                        </p:attrNameLst>
                                      </p:cBhvr>
                                      <p:tavLst>
                                        <p:tav tm="0">
                                          <p:val>
                                            <p:fltVal val="0"/>
                                          </p:val>
                                        </p:tav>
                                        <p:tav tm="100000">
                                          <p:val>
                                            <p:strVal val="#ppt_h"/>
                                          </p:val>
                                        </p:tav>
                                      </p:tavLst>
                                    </p:anim>
                                    <p:animEffect transition="in" filter="fade">
                                      <p:cBhvr>
                                        <p:cTn id="19" dur="750"/>
                                        <p:tgtEl>
                                          <p:spTgt spid="40"/>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 calcmode="lin" valueType="num">
                                      <p:cBhvr>
                                        <p:cTn id="22" dur="500" fill="hold"/>
                                        <p:tgtEl>
                                          <p:spTgt spid="41"/>
                                        </p:tgtEl>
                                        <p:attrNameLst>
                                          <p:attrName>ppt_w</p:attrName>
                                        </p:attrNameLst>
                                      </p:cBhvr>
                                      <p:tavLst>
                                        <p:tav tm="0">
                                          <p:val>
                                            <p:fltVal val="0"/>
                                          </p:val>
                                        </p:tav>
                                        <p:tav tm="100000">
                                          <p:val>
                                            <p:strVal val="#ppt_w"/>
                                          </p:val>
                                        </p:tav>
                                      </p:tavLst>
                                    </p:anim>
                                    <p:anim calcmode="lin" valueType="num">
                                      <p:cBhvr>
                                        <p:cTn id="23" dur="500" fill="hold"/>
                                        <p:tgtEl>
                                          <p:spTgt spid="41"/>
                                        </p:tgtEl>
                                        <p:attrNameLst>
                                          <p:attrName>ppt_h</p:attrName>
                                        </p:attrNameLst>
                                      </p:cBhvr>
                                      <p:tavLst>
                                        <p:tav tm="0">
                                          <p:val>
                                            <p:fltVal val="0"/>
                                          </p:val>
                                        </p:tav>
                                        <p:tav tm="100000">
                                          <p:val>
                                            <p:strVal val="#ppt_h"/>
                                          </p:val>
                                        </p:tav>
                                      </p:tavLst>
                                    </p:anim>
                                    <p:animEffect transition="in" filter="fade">
                                      <p:cBhvr>
                                        <p:cTn id="24" dur="500"/>
                                        <p:tgtEl>
                                          <p:spTgt spid="41"/>
                                        </p:tgtEl>
                                      </p:cBhvr>
                                    </p:animEffect>
                                  </p:childTnLst>
                                </p:cTn>
                              </p:par>
                              <p:par>
                                <p:cTn id="25" presetID="53" presetClass="entr" presetSubtype="16" fill="hold" grpId="0" nodeType="withEffect">
                                  <p:stCondLst>
                                    <p:cond delay="250"/>
                                  </p:stCondLst>
                                  <p:childTnLst>
                                    <p:set>
                                      <p:cBhvr>
                                        <p:cTn id="26" dur="1" fill="hold">
                                          <p:stCondLst>
                                            <p:cond delay="0"/>
                                          </p:stCondLst>
                                        </p:cTn>
                                        <p:tgtEl>
                                          <p:spTgt spid="42"/>
                                        </p:tgtEl>
                                        <p:attrNameLst>
                                          <p:attrName>style.visibility</p:attrName>
                                        </p:attrNameLst>
                                      </p:cBhvr>
                                      <p:to>
                                        <p:strVal val="visible"/>
                                      </p:to>
                                    </p:set>
                                    <p:anim calcmode="lin" valueType="num">
                                      <p:cBhvr>
                                        <p:cTn id="27" dur="500" fill="hold"/>
                                        <p:tgtEl>
                                          <p:spTgt spid="42"/>
                                        </p:tgtEl>
                                        <p:attrNameLst>
                                          <p:attrName>ppt_w</p:attrName>
                                        </p:attrNameLst>
                                      </p:cBhvr>
                                      <p:tavLst>
                                        <p:tav tm="0">
                                          <p:val>
                                            <p:fltVal val="0"/>
                                          </p:val>
                                        </p:tav>
                                        <p:tav tm="100000">
                                          <p:val>
                                            <p:strVal val="#ppt_w"/>
                                          </p:val>
                                        </p:tav>
                                      </p:tavLst>
                                    </p:anim>
                                    <p:anim calcmode="lin" valueType="num">
                                      <p:cBhvr>
                                        <p:cTn id="28" dur="500" fill="hold"/>
                                        <p:tgtEl>
                                          <p:spTgt spid="42"/>
                                        </p:tgtEl>
                                        <p:attrNameLst>
                                          <p:attrName>ppt_h</p:attrName>
                                        </p:attrNameLst>
                                      </p:cBhvr>
                                      <p:tavLst>
                                        <p:tav tm="0">
                                          <p:val>
                                            <p:fltVal val="0"/>
                                          </p:val>
                                        </p:tav>
                                        <p:tav tm="100000">
                                          <p:val>
                                            <p:strVal val="#ppt_h"/>
                                          </p:val>
                                        </p:tav>
                                      </p:tavLst>
                                    </p:anim>
                                    <p:animEffect transition="in" filter="fade">
                                      <p:cBhvr>
                                        <p:cTn id="29" dur="500"/>
                                        <p:tgtEl>
                                          <p:spTgt spid="42"/>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 calcmode="lin" valueType="num">
                                      <p:cBhvr>
                                        <p:cTn id="32" dur="500" fill="hold"/>
                                        <p:tgtEl>
                                          <p:spTgt spid="43"/>
                                        </p:tgtEl>
                                        <p:attrNameLst>
                                          <p:attrName>ppt_w</p:attrName>
                                        </p:attrNameLst>
                                      </p:cBhvr>
                                      <p:tavLst>
                                        <p:tav tm="0">
                                          <p:val>
                                            <p:fltVal val="0"/>
                                          </p:val>
                                        </p:tav>
                                        <p:tav tm="100000">
                                          <p:val>
                                            <p:strVal val="#ppt_w"/>
                                          </p:val>
                                        </p:tav>
                                      </p:tavLst>
                                    </p:anim>
                                    <p:anim calcmode="lin" valueType="num">
                                      <p:cBhvr>
                                        <p:cTn id="33" dur="500" fill="hold"/>
                                        <p:tgtEl>
                                          <p:spTgt spid="43"/>
                                        </p:tgtEl>
                                        <p:attrNameLst>
                                          <p:attrName>ppt_h</p:attrName>
                                        </p:attrNameLst>
                                      </p:cBhvr>
                                      <p:tavLst>
                                        <p:tav tm="0">
                                          <p:val>
                                            <p:fltVal val="0"/>
                                          </p:val>
                                        </p:tav>
                                        <p:tav tm="100000">
                                          <p:val>
                                            <p:strVal val="#ppt_h"/>
                                          </p:val>
                                        </p:tav>
                                      </p:tavLst>
                                    </p:anim>
                                    <p:animEffect transition="in" filter="fade">
                                      <p:cBhvr>
                                        <p:cTn id="34" dur="500"/>
                                        <p:tgtEl>
                                          <p:spTgt spid="43"/>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anim calcmode="lin" valueType="num">
                                      <p:cBhvr>
                                        <p:cTn id="37" dur="500" fill="hold"/>
                                        <p:tgtEl>
                                          <p:spTgt spid="44"/>
                                        </p:tgtEl>
                                        <p:attrNameLst>
                                          <p:attrName>ppt_w</p:attrName>
                                        </p:attrNameLst>
                                      </p:cBhvr>
                                      <p:tavLst>
                                        <p:tav tm="0">
                                          <p:val>
                                            <p:fltVal val="0"/>
                                          </p:val>
                                        </p:tav>
                                        <p:tav tm="100000">
                                          <p:val>
                                            <p:strVal val="#ppt_w"/>
                                          </p:val>
                                        </p:tav>
                                      </p:tavLst>
                                    </p:anim>
                                    <p:anim calcmode="lin" valueType="num">
                                      <p:cBhvr>
                                        <p:cTn id="38" dur="500" fill="hold"/>
                                        <p:tgtEl>
                                          <p:spTgt spid="44"/>
                                        </p:tgtEl>
                                        <p:attrNameLst>
                                          <p:attrName>ppt_h</p:attrName>
                                        </p:attrNameLst>
                                      </p:cBhvr>
                                      <p:tavLst>
                                        <p:tav tm="0">
                                          <p:val>
                                            <p:fltVal val="0"/>
                                          </p:val>
                                        </p:tav>
                                        <p:tav tm="100000">
                                          <p:val>
                                            <p:strVal val="#ppt_h"/>
                                          </p:val>
                                        </p:tav>
                                      </p:tavLst>
                                    </p:anim>
                                    <p:animEffect transition="in" filter="fade">
                                      <p:cBhvr>
                                        <p:cTn id="39" dur="500"/>
                                        <p:tgtEl>
                                          <p:spTgt spid="4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45"/>
                                        </p:tgtEl>
                                        <p:attrNameLst>
                                          <p:attrName>style.visibility</p:attrName>
                                        </p:attrNameLst>
                                      </p:cBhvr>
                                      <p:to>
                                        <p:strVal val="visible"/>
                                      </p:to>
                                    </p:set>
                                    <p:anim calcmode="lin" valueType="num">
                                      <p:cBhvr>
                                        <p:cTn id="42" dur="750" fill="hold"/>
                                        <p:tgtEl>
                                          <p:spTgt spid="45"/>
                                        </p:tgtEl>
                                        <p:attrNameLst>
                                          <p:attrName>ppt_w</p:attrName>
                                        </p:attrNameLst>
                                      </p:cBhvr>
                                      <p:tavLst>
                                        <p:tav tm="0">
                                          <p:val>
                                            <p:fltVal val="0"/>
                                          </p:val>
                                        </p:tav>
                                        <p:tav tm="100000">
                                          <p:val>
                                            <p:strVal val="#ppt_w"/>
                                          </p:val>
                                        </p:tav>
                                      </p:tavLst>
                                    </p:anim>
                                    <p:anim calcmode="lin" valueType="num">
                                      <p:cBhvr>
                                        <p:cTn id="43" dur="750" fill="hold"/>
                                        <p:tgtEl>
                                          <p:spTgt spid="45"/>
                                        </p:tgtEl>
                                        <p:attrNameLst>
                                          <p:attrName>ppt_h</p:attrName>
                                        </p:attrNameLst>
                                      </p:cBhvr>
                                      <p:tavLst>
                                        <p:tav tm="0">
                                          <p:val>
                                            <p:fltVal val="0"/>
                                          </p:val>
                                        </p:tav>
                                        <p:tav tm="100000">
                                          <p:val>
                                            <p:strVal val="#ppt_h"/>
                                          </p:val>
                                        </p:tav>
                                      </p:tavLst>
                                    </p:anim>
                                    <p:animEffect transition="in" filter="fade">
                                      <p:cBhvr>
                                        <p:cTn id="44" dur="750"/>
                                        <p:tgtEl>
                                          <p:spTgt spid="45"/>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anim calcmode="lin" valueType="num">
                                      <p:cBhvr>
                                        <p:cTn id="47" dur="500" fill="hold"/>
                                        <p:tgtEl>
                                          <p:spTgt spid="46"/>
                                        </p:tgtEl>
                                        <p:attrNameLst>
                                          <p:attrName>ppt_w</p:attrName>
                                        </p:attrNameLst>
                                      </p:cBhvr>
                                      <p:tavLst>
                                        <p:tav tm="0">
                                          <p:val>
                                            <p:fltVal val="0"/>
                                          </p:val>
                                        </p:tav>
                                        <p:tav tm="100000">
                                          <p:val>
                                            <p:strVal val="#ppt_w"/>
                                          </p:val>
                                        </p:tav>
                                      </p:tavLst>
                                    </p:anim>
                                    <p:anim calcmode="lin" valueType="num">
                                      <p:cBhvr>
                                        <p:cTn id="48" dur="500" fill="hold"/>
                                        <p:tgtEl>
                                          <p:spTgt spid="46"/>
                                        </p:tgtEl>
                                        <p:attrNameLst>
                                          <p:attrName>ppt_h</p:attrName>
                                        </p:attrNameLst>
                                      </p:cBhvr>
                                      <p:tavLst>
                                        <p:tav tm="0">
                                          <p:val>
                                            <p:fltVal val="0"/>
                                          </p:val>
                                        </p:tav>
                                        <p:tav tm="100000">
                                          <p:val>
                                            <p:strVal val="#ppt_h"/>
                                          </p:val>
                                        </p:tav>
                                      </p:tavLst>
                                    </p:anim>
                                    <p:animEffect transition="in" filter="fade">
                                      <p:cBhvr>
                                        <p:cTn id="49" dur="500"/>
                                        <p:tgtEl>
                                          <p:spTgt spid="46"/>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47"/>
                                        </p:tgtEl>
                                        <p:attrNameLst>
                                          <p:attrName>style.visibility</p:attrName>
                                        </p:attrNameLst>
                                      </p:cBhvr>
                                      <p:to>
                                        <p:strVal val="visible"/>
                                      </p:to>
                                    </p:set>
                                    <p:anim calcmode="lin" valueType="num">
                                      <p:cBhvr>
                                        <p:cTn id="52" dur="500" fill="hold"/>
                                        <p:tgtEl>
                                          <p:spTgt spid="47"/>
                                        </p:tgtEl>
                                        <p:attrNameLst>
                                          <p:attrName>ppt_w</p:attrName>
                                        </p:attrNameLst>
                                      </p:cBhvr>
                                      <p:tavLst>
                                        <p:tav tm="0">
                                          <p:val>
                                            <p:fltVal val="0"/>
                                          </p:val>
                                        </p:tav>
                                        <p:tav tm="100000">
                                          <p:val>
                                            <p:strVal val="#ppt_w"/>
                                          </p:val>
                                        </p:tav>
                                      </p:tavLst>
                                    </p:anim>
                                    <p:anim calcmode="lin" valueType="num">
                                      <p:cBhvr>
                                        <p:cTn id="53" dur="500" fill="hold"/>
                                        <p:tgtEl>
                                          <p:spTgt spid="47"/>
                                        </p:tgtEl>
                                        <p:attrNameLst>
                                          <p:attrName>ppt_h</p:attrName>
                                        </p:attrNameLst>
                                      </p:cBhvr>
                                      <p:tavLst>
                                        <p:tav tm="0">
                                          <p:val>
                                            <p:fltVal val="0"/>
                                          </p:val>
                                        </p:tav>
                                        <p:tav tm="100000">
                                          <p:val>
                                            <p:strVal val="#ppt_h"/>
                                          </p:val>
                                        </p:tav>
                                      </p:tavLst>
                                    </p:anim>
                                    <p:animEffect transition="in" filter="fade">
                                      <p:cBhvr>
                                        <p:cTn id="54" dur="500"/>
                                        <p:tgtEl>
                                          <p:spTgt spid="47"/>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48"/>
                                        </p:tgtEl>
                                        <p:attrNameLst>
                                          <p:attrName>style.visibility</p:attrName>
                                        </p:attrNameLst>
                                      </p:cBhvr>
                                      <p:to>
                                        <p:strVal val="visible"/>
                                      </p:to>
                                    </p:set>
                                    <p:anim calcmode="lin" valueType="num">
                                      <p:cBhvr>
                                        <p:cTn id="57" dur="1000" fill="hold"/>
                                        <p:tgtEl>
                                          <p:spTgt spid="48"/>
                                        </p:tgtEl>
                                        <p:attrNameLst>
                                          <p:attrName>ppt_w</p:attrName>
                                        </p:attrNameLst>
                                      </p:cBhvr>
                                      <p:tavLst>
                                        <p:tav tm="0">
                                          <p:val>
                                            <p:fltVal val="0"/>
                                          </p:val>
                                        </p:tav>
                                        <p:tav tm="100000">
                                          <p:val>
                                            <p:strVal val="#ppt_w"/>
                                          </p:val>
                                        </p:tav>
                                      </p:tavLst>
                                    </p:anim>
                                    <p:anim calcmode="lin" valueType="num">
                                      <p:cBhvr>
                                        <p:cTn id="58" dur="1000" fill="hold"/>
                                        <p:tgtEl>
                                          <p:spTgt spid="48"/>
                                        </p:tgtEl>
                                        <p:attrNameLst>
                                          <p:attrName>ppt_h</p:attrName>
                                        </p:attrNameLst>
                                      </p:cBhvr>
                                      <p:tavLst>
                                        <p:tav tm="0">
                                          <p:val>
                                            <p:fltVal val="0"/>
                                          </p:val>
                                        </p:tav>
                                        <p:tav tm="100000">
                                          <p:val>
                                            <p:strVal val="#ppt_h"/>
                                          </p:val>
                                        </p:tav>
                                      </p:tavLst>
                                    </p:anim>
                                    <p:animEffect transition="in" filter="fade">
                                      <p:cBhvr>
                                        <p:cTn id="59" dur="1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928662" y="714362"/>
            <a:ext cx="7500990" cy="923330"/>
          </a:xfrm>
          <a:prstGeom prst="rect">
            <a:avLst/>
          </a:prstGeom>
          <a:noFill/>
        </p:spPr>
        <p:txBody>
          <a:bodyPr wrap="square" rtlCol="0">
            <a:spAutoFit/>
          </a:bodyPr>
          <a:lstStyle/>
          <a:p>
            <a:r>
              <a:rPr lang="en-US" altLang="zh-CN" dirty="0" smtClean="0">
                <a:solidFill>
                  <a:schemeClr val="bg1"/>
                </a:solidFill>
                <a:latin typeface="Times New Roman" panose="02020603050405020304"/>
              </a:rPr>
              <a:t>2016</a:t>
            </a:r>
            <a:r>
              <a:rPr lang="zh-CN" altLang="zh-CN" dirty="0" smtClean="0">
                <a:solidFill>
                  <a:schemeClr val="bg1"/>
                </a:solidFill>
                <a:latin typeface="Times New Roman" panose="02020603050405020304"/>
                <a:cs typeface="Times New Roman" panose="02020603050405020304"/>
              </a:rPr>
              <a:t>年</a:t>
            </a:r>
            <a:r>
              <a:rPr lang="en-US" altLang="zh-CN" dirty="0" smtClean="0">
                <a:solidFill>
                  <a:schemeClr val="bg1"/>
                </a:solidFill>
                <a:latin typeface="Times New Roman" panose="02020603050405020304"/>
              </a:rPr>
              <a:t>5</a:t>
            </a:r>
            <a:r>
              <a:rPr lang="zh-CN" altLang="zh-CN" dirty="0" smtClean="0">
                <a:solidFill>
                  <a:schemeClr val="bg1"/>
                </a:solidFill>
                <a:latin typeface="Times New Roman" panose="02020603050405020304"/>
                <a:cs typeface="Times New Roman" panose="02020603050405020304"/>
              </a:rPr>
              <a:t>月</a:t>
            </a:r>
            <a:r>
              <a:rPr lang="en-US" altLang="zh-CN" dirty="0" smtClean="0">
                <a:solidFill>
                  <a:schemeClr val="bg1"/>
                </a:solidFill>
                <a:latin typeface="Times New Roman" panose="02020603050405020304"/>
              </a:rPr>
              <a:t>7</a:t>
            </a:r>
            <a:r>
              <a:rPr lang="zh-CN" altLang="zh-CN" dirty="0" smtClean="0">
                <a:solidFill>
                  <a:schemeClr val="bg1"/>
                </a:solidFill>
                <a:latin typeface="Times New Roman" panose="02020603050405020304"/>
                <a:cs typeface="Times New Roman" panose="02020603050405020304"/>
              </a:rPr>
              <a:t>日，美国福罗里达州一名</a:t>
            </a:r>
            <a:r>
              <a:rPr lang="en-US" altLang="zh-CN" dirty="0" smtClean="0">
                <a:solidFill>
                  <a:schemeClr val="bg1"/>
                </a:solidFill>
                <a:latin typeface="Times New Roman" panose="02020603050405020304"/>
              </a:rPr>
              <a:t>40</a:t>
            </a:r>
            <a:r>
              <a:rPr lang="zh-CN" altLang="zh-CN" dirty="0" smtClean="0">
                <a:solidFill>
                  <a:schemeClr val="bg1"/>
                </a:solidFill>
                <a:latin typeface="Times New Roman" panose="02020603050405020304"/>
                <a:cs typeface="Times New Roman" panose="02020603050405020304"/>
              </a:rPr>
              <a:t>死男子开着一辆以自动驾驶模式行驶的特斯拉在高速公路上行驶，全速撞到一辆正在垂直横穿高速的白色拖挂卡车，最终造成车毁人亡。</a:t>
            </a:r>
            <a:endParaRPr lang="zh-CN" altLang="en-US" dirty="0">
              <a:solidFill>
                <a:schemeClr val="bg1"/>
              </a:solidFill>
            </a:endParaRPr>
          </a:p>
        </p:txBody>
      </p:sp>
      <p:pic>
        <p:nvPicPr>
          <p:cNvPr id="14" name="图片 13"/>
          <p:cNvPicPr/>
          <p:nvPr/>
        </p:nvPicPr>
        <p:blipFill>
          <a:blip r:embed="rId1" cstate="print"/>
          <a:srcRect/>
          <a:stretch>
            <a:fillRect/>
          </a:stretch>
        </p:blipFill>
        <p:spPr bwMode="auto">
          <a:xfrm>
            <a:off x="2357422" y="2000246"/>
            <a:ext cx="3976825" cy="2638084"/>
          </a:xfrm>
          <a:prstGeom prst="rect">
            <a:avLst/>
          </a:prstGeom>
          <a:noFill/>
          <a:ln w="9525">
            <a:noFill/>
            <a:miter lim="800000"/>
            <a:headEnd/>
            <a:tailEnd/>
          </a:ln>
        </p:spPr>
      </p:pic>
      <p:sp>
        <p:nvSpPr>
          <p:cNvPr id="15" name="TextBox 14"/>
          <p:cNvSpPr txBox="1"/>
          <p:nvPr/>
        </p:nvSpPr>
        <p:spPr>
          <a:xfrm>
            <a:off x="1071538" y="181259"/>
            <a:ext cx="1928826" cy="461665"/>
          </a:xfrm>
          <a:prstGeom prst="rect">
            <a:avLst/>
          </a:prstGeom>
          <a:noFill/>
        </p:spPr>
        <p:txBody>
          <a:bodyPr wrap="square" rtlCol="0">
            <a:spAutoFit/>
          </a:bodyPr>
          <a:lstStyle/>
          <a:p>
            <a:r>
              <a:rPr lang="zh-CN" altLang="en-US" sz="2400" dirty="0" smtClean="0">
                <a:solidFill>
                  <a:schemeClr val="bg1"/>
                </a:solidFill>
              </a:rPr>
              <a:t>问题</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928662" y="714362"/>
            <a:ext cx="7500990" cy="1200329"/>
          </a:xfrm>
          <a:prstGeom prst="rect">
            <a:avLst/>
          </a:prstGeom>
          <a:noFill/>
        </p:spPr>
        <p:txBody>
          <a:bodyPr wrap="square" rtlCol="0">
            <a:spAutoFit/>
          </a:bodyPr>
          <a:lstStyle/>
          <a:p>
            <a:r>
              <a:rPr lang="en-US" altLang="zh-CN" dirty="0" smtClean="0">
                <a:solidFill>
                  <a:schemeClr val="bg1"/>
                </a:solidFill>
                <a:latin typeface="Times New Roman" panose="02020603050405020304"/>
              </a:rPr>
              <a:t>2016</a:t>
            </a:r>
            <a:r>
              <a:rPr lang="zh-CN" altLang="en-US" dirty="0" smtClean="0">
                <a:solidFill>
                  <a:schemeClr val="bg1"/>
                </a:solidFill>
                <a:latin typeface="Times New Roman" panose="02020603050405020304"/>
              </a:rPr>
              <a:t>年</a:t>
            </a:r>
            <a:r>
              <a:rPr lang="en-US" altLang="zh-CN" dirty="0" smtClean="0">
                <a:solidFill>
                  <a:schemeClr val="bg1"/>
                </a:solidFill>
                <a:latin typeface="Times New Roman" panose="02020603050405020304"/>
              </a:rPr>
              <a:t>3</a:t>
            </a:r>
            <a:r>
              <a:rPr lang="zh-CN" altLang="en-US" dirty="0" smtClean="0">
                <a:solidFill>
                  <a:schemeClr val="bg1"/>
                </a:solidFill>
                <a:latin typeface="Times New Roman" panose="02020603050405020304"/>
              </a:rPr>
              <a:t>月</a:t>
            </a:r>
            <a:r>
              <a:rPr lang="en-US" altLang="zh-CN" dirty="0" smtClean="0">
                <a:solidFill>
                  <a:schemeClr val="bg1"/>
                </a:solidFill>
                <a:latin typeface="Times New Roman" panose="02020603050405020304"/>
              </a:rPr>
              <a:t>25</a:t>
            </a:r>
            <a:r>
              <a:rPr lang="zh-CN" altLang="en-US" dirty="0" smtClean="0">
                <a:solidFill>
                  <a:schemeClr val="bg1"/>
                </a:solidFill>
                <a:latin typeface="Times New Roman" panose="02020603050405020304"/>
              </a:rPr>
              <a:t>日报道，微软在</a:t>
            </a:r>
            <a:r>
              <a:rPr lang="en-US" altLang="zh-CN" dirty="0" smtClean="0">
                <a:solidFill>
                  <a:schemeClr val="bg1"/>
                </a:solidFill>
                <a:latin typeface="Times New Roman" panose="02020603050405020304"/>
              </a:rPr>
              <a:t>Twitter</a:t>
            </a:r>
            <a:r>
              <a:rPr lang="zh-CN" altLang="en-US" dirty="0" smtClean="0">
                <a:solidFill>
                  <a:schemeClr val="bg1"/>
                </a:solidFill>
                <a:latin typeface="Times New Roman" panose="02020603050405020304"/>
              </a:rPr>
              <a:t>上推出了一位清纯可人的少女聊天机器人</a:t>
            </a:r>
            <a:r>
              <a:rPr lang="en-US" altLang="zh-CN" dirty="0" err="1" smtClean="0">
                <a:solidFill>
                  <a:schemeClr val="bg1"/>
                </a:solidFill>
                <a:latin typeface="Times New Roman" panose="02020603050405020304"/>
              </a:rPr>
              <a:t>Tay</a:t>
            </a:r>
            <a:r>
              <a:rPr lang="zh-CN" altLang="en-US" dirty="0" smtClean="0">
                <a:solidFill>
                  <a:schemeClr val="bg1"/>
                </a:solidFill>
                <a:latin typeface="Times New Roman" panose="02020603050405020304"/>
              </a:rPr>
              <a:t>，让她可以通过和网友们对话来学习怎样交谈。不到一天</a:t>
            </a:r>
            <a:r>
              <a:rPr lang="en-US" altLang="zh-CN" dirty="0" err="1" smtClean="0">
                <a:solidFill>
                  <a:schemeClr val="bg1"/>
                </a:solidFill>
                <a:latin typeface="Times New Roman" panose="02020603050405020304"/>
              </a:rPr>
              <a:t>Tay</a:t>
            </a:r>
            <a:r>
              <a:rPr lang="zh-CN" altLang="en-US" dirty="0" smtClean="0">
                <a:solidFill>
                  <a:schemeClr val="bg1"/>
                </a:solidFill>
                <a:latin typeface="Times New Roman" panose="02020603050405020304"/>
              </a:rPr>
              <a:t>就被网友们教成了一个集性别歧视、种族歧视等于一身的“不良少女”，微软被迫将其下线。</a:t>
            </a:r>
            <a:endParaRPr lang="zh-CN" altLang="en-US" dirty="0">
              <a:solidFill>
                <a:schemeClr val="bg1"/>
              </a:solidFill>
            </a:endParaRPr>
          </a:p>
        </p:txBody>
      </p:sp>
      <p:pic>
        <p:nvPicPr>
          <p:cNvPr id="4" name="图片 3"/>
          <p:cNvPicPr/>
          <p:nvPr/>
        </p:nvPicPr>
        <p:blipFill>
          <a:blip r:embed="rId1" cstate="print"/>
          <a:srcRect/>
          <a:stretch>
            <a:fillRect/>
          </a:stretch>
        </p:blipFill>
        <p:spPr bwMode="auto">
          <a:xfrm>
            <a:off x="2714612" y="1857370"/>
            <a:ext cx="3929090" cy="3000378"/>
          </a:xfrm>
          <a:prstGeom prst="rect">
            <a:avLst/>
          </a:prstGeom>
          <a:noFill/>
          <a:ln w="9525">
            <a:noFill/>
            <a:miter lim="800000"/>
            <a:headEnd/>
            <a:tailEnd/>
          </a:ln>
        </p:spPr>
      </p:pic>
      <p:sp>
        <p:nvSpPr>
          <p:cNvPr id="5" name="TextBox 4"/>
          <p:cNvSpPr txBox="1"/>
          <p:nvPr/>
        </p:nvSpPr>
        <p:spPr>
          <a:xfrm>
            <a:off x="1071538" y="181259"/>
            <a:ext cx="1928826" cy="461665"/>
          </a:xfrm>
          <a:prstGeom prst="rect">
            <a:avLst/>
          </a:prstGeom>
          <a:noFill/>
        </p:spPr>
        <p:txBody>
          <a:bodyPr wrap="square" rtlCol="0">
            <a:spAutoFit/>
          </a:bodyPr>
          <a:lstStyle/>
          <a:p>
            <a:r>
              <a:rPr lang="zh-CN" altLang="en-US" sz="2400" dirty="0" smtClean="0">
                <a:solidFill>
                  <a:schemeClr val="bg1"/>
                </a:solidFill>
              </a:rPr>
              <a:t>问题</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928662" y="714362"/>
            <a:ext cx="7500990" cy="646331"/>
          </a:xfrm>
          <a:prstGeom prst="rect">
            <a:avLst/>
          </a:prstGeom>
          <a:noFill/>
        </p:spPr>
        <p:txBody>
          <a:bodyPr wrap="square" rtlCol="0">
            <a:spAutoFit/>
          </a:bodyPr>
          <a:lstStyle/>
          <a:p>
            <a:r>
              <a:rPr lang="en-US" altLang="zh-CN" dirty="0" smtClean="0">
                <a:solidFill>
                  <a:schemeClr val="bg1"/>
                </a:solidFill>
                <a:latin typeface="Times New Roman" panose="02020603050405020304"/>
              </a:rPr>
              <a:t>2016</a:t>
            </a:r>
            <a:r>
              <a:rPr lang="zh-CN" altLang="en-US" dirty="0" smtClean="0">
                <a:solidFill>
                  <a:schemeClr val="bg1"/>
                </a:solidFill>
                <a:latin typeface="Times New Roman" panose="02020603050405020304"/>
              </a:rPr>
              <a:t>年央视</a:t>
            </a:r>
            <a:r>
              <a:rPr lang="en-US" altLang="zh-CN" dirty="0" smtClean="0">
                <a:solidFill>
                  <a:schemeClr val="bg1"/>
                </a:solidFill>
                <a:latin typeface="Times New Roman" panose="02020603050405020304"/>
              </a:rPr>
              <a:t>3.15</a:t>
            </a:r>
            <a:r>
              <a:rPr lang="zh-CN" altLang="en-US" dirty="0" smtClean="0">
                <a:solidFill>
                  <a:schemeClr val="bg1"/>
                </a:solidFill>
                <a:latin typeface="Times New Roman" panose="02020603050405020304"/>
              </a:rPr>
              <a:t>晚会，揭露了无人机、智能摄像机、智能插座等智能硬件存在的三大安全隐患</a:t>
            </a:r>
            <a:r>
              <a:rPr lang="en-US" altLang="zh-CN" dirty="0" smtClean="0">
                <a:solidFill>
                  <a:schemeClr val="bg1"/>
                </a:solidFill>
                <a:latin typeface="Times New Roman" panose="02020603050405020304"/>
              </a:rPr>
              <a:t>——</a:t>
            </a:r>
            <a:r>
              <a:rPr lang="zh-CN" altLang="en-US" dirty="0" smtClean="0">
                <a:solidFill>
                  <a:schemeClr val="bg1"/>
                </a:solidFill>
                <a:latin typeface="Times New Roman" panose="02020603050405020304"/>
              </a:rPr>
              <a:t>泄露隐私、财产损失、甚至危及生命安全。</a:t>
            </a:r>
            <a:endParaRPr lang="zh-CN" altLang="en-US" dirty="0">
              <a:solidFill>
                <a:schemeClr val="bg1"/>
              </a:solidFill>
            </a:endParaRPr>
          </a:p>
        </p:txBody>
      </p:sp>
      <p:pic>
        <p:nvPicPr>
          <p:cNvPr id="5" name="图片 4"/>
          <p:cNvPicPr/>
          <p:nvPr/>
        </p:nvPicPr>
        <p:blipFill>
          <a:blip r:embed="rId1" cstate="print"/>
          <a:srcRect/>
          <a:stretch>
            <a:fillRect/>
          </a:stretch>
        </p:blipFill>
        <p:spPr bwMode="auto">
          <a:xfrm>
            <a:off x="2285984" y="1643056"/>
            <a:ext cx="4285415" cy="2892382"/>
          </a:xfrm>
          <a:prstGeom prst="rect">
            <a:avLst/>
          </a:prstGeom>
          <a:noFill/>
          <a:ln w="9525">
            <a:noFill/>
            <a:miter lim="800000"/>
            <a:headEnd/>
            <a:tailEnd/>
          </a:ln>
        </p:spPr>
      </p:pic>
      <p:sp>
        <p:nvSpPr>
          <p:cNvPr id="6" name="TextBox 5"/>
          <p:cNvSpPr txBox="1"/>
          <p:nvPr/>
        </p:nvSpPr>
        <p:spPr>
          <a:xfrm>
            <a:off x="1071538" y="181259"/>
            <a:ext cx="1928826" cy="461665"/>
          </a:xfrm>
          <a:prstGeom prst="rect">
            <a:avLst/>
          </a:prstGeom>
          <a:noFill/>
        </p:spPr>
        <p:txBody>
          <a:bodyPr wrap="square" rtlCol="0">
            <a:spAutoFit/>
          </a:bodyPr>
          <a:lstStyle/>
          <a:p>
            <a:r>
              <a:rPr lang="zh-CN" altLang="en-US" sz="2400" dirty="0" smtClean="0">
                <a:solidFill>
                  <a:schemeClr val="bg1"/>
                </a:solidFill>
              </a:rPr>
              <a:t>问题</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Block Arc 51"/>
          <p:cNvSpPr/>
          <p:nvPr/>
        </p:nvSpPr>
        <p:spPr>
          <a:xfrm>
            <a:off x="925713" y="1728758"/>
            <a:ext cx="1663609" cy="1662113"/>
          </a:xfrm>
          <a:prstGeom prst="blockArc">
            <a:avLst>
              <a:gd name="adj1" fmla="val 10800000"/>
              <a:gd name="adj2" fmla="val 3"/>
              <a:gd name="adj3" fmla="val 1529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012" tIns="32506" rIns="65012" bIns="32506" anchor="ctr"/>
          <a:lstStyle/>
          <a:p>
            <a:pPr algn="ctr" defTabSz="1031240">
              <a:defRPr/>
            </a:pPr>
            <a:endParaRPr lang="en-US" sz="19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3" name="Block Arc 52"/>
          <p:cNvSpPr/>
          <p:nvPr/>
        </p:nvSpPr>
        <p:spPr>
          <a:xfrm rot="10800000">
            <a:off x="2332161" y="1725583"/>
            <a:ext cx="1663609" cy="1663700"/>
          </a:xfrm>
          <a:prstGeom prst="blockArc">
            <a:avLst>
              <a:gd name="adj1" fmla="val 10800000"/>
              <a:gd name="adj2" fmla="val 3"/>
              <a:gd name="adj3" fmla="val 15291"/>
            </a:avLst>
          </a:prstGeom>
          <a:solidFill>
            <a:schemeClr val="accent2"/>
          </a:solidFill>
          <a:ln w="25400" cap="flat" cmpd="sng" algn="ctr">
            <a:noFill/>
            <a:prstDash val="solid"/>
          </a:ln>
          <a:effectLst/>
        </p:spPr>
        <p:txBody>
          <a:bodyPr rot="0" spcFirstLastPara="0" vertOverflow="overflow" horzOverflow="overflow" vert="horz" wrap="square" lIns="68551" tIns="34276" rIns="68551" bIns="34276" numCol="1" spcCol="0" rtlCol="0" fromWordArt="0" anchor="ctr" anchorCtr="0" forceAA="0" compatLnSpc="1">
            <a:noAutofit/>
          </a:bodyPr>
          <a:lstStyle/>
          <a:p>
            <a:pPr algn="ctr">
              <a:lnSpc>
                <a:spcPct val="130000"/>
              </a:lnSpc>
            </a:pPr>
            <a:endParaRPr lang="en-US" sz="1400" kern="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54" name="Block Arc 53"/>
          <p:cNvSpPr/>
          <p:nvPr/>
        </p:nvSpPr>
        <p:spPr>
          <a:xfrm>
            <a:off x="3740196" y="1728758"/>
            <a:ext cx="1663609" cy="1662113"/>
          </a:xfrm>
          <a:prstGeom prst="blockArc">
            <a:avLst>
              <a:gd name="adj1" fmla="val 10800000"/>
              <a:gd name="adj2" fmla="val 3"/>
              <a:gd name="adj3" fmla="val 1529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5012" tIns="32506" rIns="65012" bIns="32506" anchor="ctr"/>
          <a:lstStyle/>
          <a:p>
            <a:pPr algn="ctr" defTabSz="1031240">
              <a:defRPr/>
            </a:pPr>
            <a:endParaRPr lang="en-US" sz="19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5" name="Block Arc 54"/>
          <p:cNvSpPr/>
          <p:nvPr/>
        </p:nvSpPr>
        <p:spPr>
          <a:xfrm rot="10800000">
            <a:off x="5146643" y="1725583"/>
            <a:ext cx="1663609" cy="1663700"/>
          </a:xfrm>
          <a:prstGeom prst="blockArc">
            <a:avLst>
              <a:gd name="adj1" fmla="val 10800000"/>
              <a:gd name="adj2" fmla="val 3"/>
              <a:gd name="adj3" fmla="val 15291"/>
            </a:avLst>
          </a:prstGeom>
          <a:solidFill>
            <a:schemeClr val="accent4"/>
          </a:solidFill>
          <a:ln w="25400" cap="flat" cmpd="sng" algn="ctr">
            <a:noFill/>
            <a:prstDash val="solid"/>
          </a:ln>
          <a:effectLst/>
        </p:spPr>
        <p:txBody>
          <a:bodyPr rot="0" spcFirstLastPara="0" vertOverflow="overflow" horzOverflow="overflow" vert="horz" wrap="square" lIns="68551" tIns="34276" rIns="68551" bIns="34276" numCol="1" spcCol="0" rtlCol="0" fromWordArt="0" anchor="ctr" anchorCtr="0" forceAA="0" compatLnSpc="1">
            <a:noAutofit/>
          </a:bodyPr>
          <a:lstStyle/>
          <a:p>
            <a:pPr algn="ctr">
              <a:lnSpc>
                <a:spcPct val="130000"/>
              </a:lnSpc>
            </a:pPr>
            <a:endParaRPr lang="en-US" sz="1400" kern="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56" name="Block Arc 55"/>
          <p:cNvSpPr/>
          <p:nvPr/>
        </p:nvSpPr>
        <p:spPr>
          <a:xfrm>
            <a:off x="6554680" y="1728758"/>
            <a:ext cx="1663609" cy="1662113"/>
          </a:xfrm>
          <a:prstGeom prst="blockArc">
            <a:avLst>
              <a:gd name="adj1" fmla="val 10800000"/>
              <a:gd name="adj2" fmla="val 3"/>
              <a:gd name="adj3" fmla="val 1529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012" tIns="32506" rIns="65012" bIns="32506" anchor="ctr"/>
          <a:lstStyle/>
          <a:p>
            <a:pPr algn="ctr" defTabSz="1031240">
              <a:defRPr/>
            </a:pPr>
            <a:endParaRPr lang="en-US" sz="19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3" name="Freeform 62"/>
          <p:cNvSpPr/>
          <p:nvPr/>
        </p:nvSpPr>
        <p:spPr>
          <a:xfrm>
            <a:off x="1278119" y="2093883"/>
            <a:ext cx="966734" cy="966788"/>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2838" tIns="182838" rIns="157972" bIns="157972" spcCol="903" anchor="ctr"/>
          <a:lstStyle/>
          <a:p>
            <a:pPr algn="ctr" defTabSz="889000">
              <a:spcAft>
                <a:spcPct val="35000"/>
              </a:spcAft>
              <a:defRPr/>
            </a:pPr>
            <a:r>
              <a:rPr lang="en-US" sz="3600" dirty="0">
                <a:latin typeface="Arial" panose="020B0604020202020204" pitchFamily="34" charset="0"/>
                <a:ea typeface="微软雅黑" panose="020B0503020204020204" pitchFamily="34" charset="-122"/>
                <a:cs typeface="+mn-ea"/>
                <a:sym typeface="Arial" panose="020B0604020202020204" pitchFamily="34" charset="0"/>
              </a:rPr>
              <a:t>01</a:t>
            </a:r>
            <a:endParaRPr lang="en-US" sz="3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4" name="Freeform 63"/>
          <p:cNvSpPr/>
          <p:nvPr/>
        </p:nvSpPr>
        <p:spPr>
          <a:xfrm>
            <a:off x="2687742" y="2093883"/>
            <a:ext cx="966734" cy="966788"/>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2"/>
          </a:solidFill>
          <a:ln w="25400" cap="flat" cmpd="sng" algn="ctr">
            <a:noFill/>
            <a:prstDash val="solid"/>
          </a:ln>
          <a:effectLst/>
        </p:spPr>
        <p:txBody>
          <a:bodyPr rot="0" spcFirstLastPara="0" vertOverflow="overflow" horzOverflow="overflow" vert="horz" wrap="square" lIns="68551" tIns="34276" rIns="68551" bIns="34276" numCol="1" spcCol="0" rtlCol="0" fromWordArt="0" anchor="ctr" anchorCtr="0" forceAA="0" compatLnSpc="1">
            <a:noAutofit/>
          </a:bodyPr>
          <a:lstStyle/>
          <a:p>
            <a:pPr algn="ctr">
              <a:lnSpc>
                <a:spcPct val="130000"/>
              </a:lnSpc>
            </a:pPr>
            <a:r>
              <a:rPr lang="en-US" sz="3600" kern="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02</a:t>
            </a:r>
            <a:endParaRPr lang="en-US" sz="3600" kern="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Freeform 64"/>
          <p:cNvSpPr/>
          <p:nvPr/>
        </p:nvSpPr>
        <p:spPr>
          <a:xfrm>
            <a:off x="4097364" y="2093883"/>
            <a:ext cx="966734" cy="966788"/>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2838" tIns="182838" rIns="157972" bIns="157972" spcCol="903" anchor="ctr"/>
          <a:lstStyle/>
          <a:p>
            <a:pPr algn="ctr" defTabSz="889000">
              <a:spcAft>
                <a:spcPct val="35000"/>
              </a:spcAft>
              <a:defRPr/>
            </a:pPr>
            <a:r>
              <a:rPr lang="en-US" sz="3600" dirty="0">
                <a:latin typeface="Arial" panose="020B0604020202020204" pitchFamily="34" charset="0"/>
                <a:ea typeface="微软雅黑" panose="020B0503020204020204" pitchFamily="34" charset="-122"/>
                <a:cs typeface="+mn-ea"/>
                <a:sym typeface="Arial" panose="020B0604020202020204" pitchFamily="34" charset="0"/>
              </a:rPr>
              <a:t>03</a:t>
            </a:r>
            <a:endParaRPr lang="en-US" sz="3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6" name="Freeform 65"/>
          <p:cNvSpPr/>
          <p:nvPr/>
        </p:nvSpPr>
        <p:spPr>
          <a:xfrm>
            <a:off x="5506988" y="2093883"/>
            <a:ext cx="966734" cy="966788"/>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4"/>
          </a:solidFill>
          <a:ln w="25400" cap="flat" cmpd="sng" algn="ctr">
            <a:noFill/>
            <a:prstDash val="solid"/>
          </a:ln>
          <a:effectLst/>
        </p:spPr>
        <p:txBody>
          <a:bodyPr rot="0" spcFirstLastPara="0" vertOverflow="overflow" horzOverflow="overflow" vert="horz" wrap="square" lIns="68551" tIns="34276" rIns="68551" bIns="34276" numCol="1" spcCol="0" rtlCol="0" fromWordArt="0" anchor="ctr" anchorCtr="0" forceAA="0" compatLnSpc="1">
            <a:noAutofit/>
          </a:bodyPr>
          <a:lstStyle/>
          <a:p>
            <a:pPr algn="ctr">
              <a:lnSpc>
                <a:spcPct val="130000"/>
              </a:lnSpc>
            </a:pPr>
            <a:r>
              <a:rPr lang="en-US" sz="3600" kern="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04</a:t>
            </a:r>
            <a:endParaRPr lang="en-US" sz="3600" kern="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67" name="Freeform 66"/>
          <p:cNvSpPr/>
          <p:nvPr/>
        </p:nvSpPr>
        <p:spPr>
          <a:xfrm>
            <a:off x="6918197" y="2093883"/>
            <a:ext cx="965147" cy="966788"/>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2838" tIns="182838" rIns="157972" bIns="157972" spcCol="903" anchor="ctr"/>
          <a:lstStyle/>
          <a:p>
            <a:pPr algn="ctr" defTabSz="889000">
              <a:spcAft>
                <a:spcPct val="35000"/>
              </a:spcAft>
              <a:defRPr/>
            </a:pPr>
            <a:r>
              <a:rPr lang="en-US" sz="3600" dirty="0">
                <a:latin typeface="Arial" panose="020B0604020202020204" pitchFamily="34" charset="0"/>
                <a:ea typeface="微软雅黑" panose="020B0503020204020204" pitchFamily="34" charset="-122"/>
                <a:cs typeface="+mn-ea"/>
                <a:sym typeface="Arial" panose="020B0604020202020204" pitchFamily="34" charset="0"/>
              </a:rPr>
              <a:t>05</a:t>
            </a:r>
            <a:endParaRPr lang="en-US" sz="3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Text Placeholder 7"/>
          <p:cNvSpPr txBox="1"/>
          <p:nvPr/>
        </p:nvSpPr>
        <p:spPr>
          <a:xfrm>
            <a:off x="925403" y="3425796"/>
            <a:ext cx="1537382" cy="253769"/>
          </a:xfrm>
          <a:prstGeom prst="rect">
            <a:avLst/>
          </a:prstGeom>
        </p:spPr>
        <p:txBody>
          <a:bodyPr vert="horz" lIns="0" tIns="73847" rIns="0" bIns="73847" anchor="ct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600" dirty="0" smtClean="0">
                <a:solidFill>
                  <a:schemeClr val="bg1">
                    <a:lumMod val="75000"/>
                  </a:schemeClr>
                </a:solidFill>
                <a:ea typeface="微软雅黑" panose="020B0503020204020204" pitchFamily="34" charset="-122"/>
              </a:rPr>
              <a:t>成立人工智能统筹监管机构</a:t>
            </a:r>
            <a:endParaRPr lang="zh-CN" altLang="en-US" sz="1600" dirty="0" smtClean="0">
              <a:solidFill>
                <a:schemeClr val="bg1">
                  <a:lumMod val="75000"/>
                </a:schemeClr>
              </a:solidFill>
              <a:ea typeface="微软雅黑" panose="020B0503020204020204" pitchFamily="34" charset="-122"/>
            </a:endParaRPr>
          </a:p>
        </p:txBody>
      </p:sp>
      <p:sp>
        <p:nvSpPr>
          <p:cNvPr id="35" name="Text Placeholder 7"/>
          <p:cNvSpPr txBox="1"/>
          <p:nvPr/>
        </p:nvSpPr>
        <p:spPr>
          <a:xfrm>
            <a:off x="2630922" y="1428742"/>
            <a:ext cx="1537382" cy="253769"/>
          </a:xfrm>
          <a:prstGeom prst="rect">
            <a:avLst/>
          </a:prstGeom>
        </p:spPr>
        <p:txBody>
          <a:bodyPr vert="horz" lIns="0" tIns="73847" rIns="0" bIns="73847" anchor="ct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600" dirty="0" smtClean="0">
                <a:solidFill>
                  <a:schemeClr val="bg1">
                    <a:lumMod val="75000"/>
                  </a:schemeClr>
                </a:solidFill>
                <a:ea typeface="微软雅黑" panose="020B0503020204020204" pitchFamily="34" charset="-122"/>
              </a:rPr>
              <a:t>构建一个合理的责任体系</a:t>
            </a:r>
            <a:endParaRPr lang="zh-CN" altLang="en-US" sz="1600" dirty="0" smtClean="0">
              <a:solidFill>
                <a:schemeClr val="bg1">
                  <a:lumMod val="75000"/>
                </a:schemeClr>
              </a:solidFill>
              <a:ea typeface="微软雅黑" panose="020B0503020204020204" pitchFamily="34" charset="-122"/>
            </a:endParaRPr>
          </a:p>
        </p:txBody>
      </p:sp>
      <p:sp>
        <p:nvSpPr>
          <p:cNvPr id="37" name="Text Placeholder 7"/>
          <p:cNvSpPr txBox="1"/>
          <p:nvPr/>
        </p:nvSpPr>
        <p:spPr>
          <a:xfrm>
            <a:off x="4000496" y="3527401"/>
            <a:ext cx="1537382" cy="253769"/>
          </a:xfrm>
          <a:prstGeom prst="rect">
            <a:avLst/>
          </a:prstGeom>
        </p:spPr>
        <p:txBody>
          <a:bodyPr vert="horz" lIns="0" tIns="73847" rIns="0" bIns="73847" anchor="ct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600" dirty="0" smtClean="0">
                <a:solidFill>
                  <a:schemeClr val="bg1">
                    <a:lumMod val="75000"/>
                  </a:schemeClr>
                </a:solidFill>
                <a:ea typeface="微软雅黑" panose="020B0503020204020204" pitchFamily="34" charset="-122"/>
              </a:rPr>
              <a:t>标准化测试方法</a:t>
            </a:r>
            <a:endParaRPr lang="zh-CN" altLang="en-US" sz="1600" dirty="0" smtClean="0">
              <a:solidFill>
                <a:schemeClr val="bg1">
                  <a:lumMod val="75000"/>
                </a:schemeClr>
              </a:solidFill>
              <a:ea typeface="微软雅黑" panose="020B0503020204020204" pitchFamily="34" charset="-122"/>
            </a:endParaRPr>
          </a:p>
        </p:txBody>
      </p:sp>
      <p:sp>
        <p:nvSpPr>
          <p:cNvPr id="39" name="Text Placeholder 7"/>
          <p:cNvSpPr txBox="1"/>
          <p:nvPr/>
        </p:nvSpPr>
        <p:spPr>
          <a:xfrm>
            <a:off x="5357818" y="1428742"/>
            <a:ext cx="1537382" cy="253769"/>
          </a:xfrm>
          <a:prstGeom prst="rect">
            <a:avLst/>
          </a:prstGeom>
        </p:spPr>
        <p:txBody>
          <a:bodyPr vert="horz" lIns="0" tIns="73847" rIns="0" bIns="73847" anchor="ct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600" dirty="0" smtClean="0">
                <a:solidFill>
                  <a:schemeClr val="bg1">
                    <a:lumMod val="75000"/>
                  </a:schemeClr>
                </a:solidFill>
                <a:ea typeface="微软雅黑" panose="020B0503020204020204" pitchFamily="34" charset="-122"/>
              </a:rPr>
              <a:t>最小化算法歧视</a:t>
            </a:r>
            <a:endParaRPr lang="zh-CN" altLang="en-US" sz="1600" dirty="0" smtClean="0">
              <a:solidFill>
                <a:schemeClr val="bg1">
                  <a:lumMod val="75000"/>
                </a:schemeClr>
              </a:solidFill>
              <a:ea typeface="微软雅黑" panose="020B0503020204020204" pitchFamily="34" charset="-122"/>
            </a:endParaRPr>
          </a:p>
        </p:txBody>
      </p:sp>
      <p:sp>
        <p:nvSpPr>
          <p:cNvPr id="41" name="Text Placeholder 7"/>
          <p:cNvSpPr txBox="1"/>
          <p:nvPr/>
        </p:nvSpPr>
        <p:spPr>
          <a:xfrm>
            <a:off x="6795952" y="3513854"/>
            <a:ext cx="1537382" cy="253769"/>
          </a:xfrm>
          <a:prstGeom prst="rect">
            <a:avLst/>
          </a:prstGeom>
        </p:spPr>
        <p:txBody>
          <a:bodyPr vert="horz" lIns="0" tIns="73847" rIns="0" bIns="73847" anchor="ctr"/>
          <a:lstStyle>
            <a:lvl1pPr marL="0" indent="0" algn="r" rtl="0" eaLnBrk="0" fontAlgn="base" hangingPunct="0">
              <a:lnSpc>
                <a:spcPct val="100000"/>
              </a:lnSpc>
              <a:spcBef>
                <a:spcPts val="0"/>
              </a:spcBef>
              <a:spcAft>
                <a:spcPts val="0"/>
              </a:spcAft>
              <a:buFont typeface="Arial" panose="020B0604020202020204" pitchFamily="34" charset="0"/>
              <a:buNone/>
              <a:defRPr sz="1265" b="1" kern="1200">
                <a:solidFill>
                  <a:schemeClr val="tx1">
                    <a:lumMod val="75000"/>
                    <a:lumOff val="25000"/>
                  </a:schemeClr>
                </a:solidFill>
                <a:latin typeface="Lato Regular"/>
                <a:ea typeface="+mn-ea"/>
                <a:cs typeface="Lato Regular"/>
              </a:defRPr>
            </a:lvl1pPr>
            <a:lvl2pPr marL="1041400" indent="-40005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2pPr>
            <a:lvl3pPr marL="1605280" indent="-319405"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3pPr>
            <a:lvl4pPr marL="2247900"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4pPr>
            <a:lvl5pPr marL="2891155" indent="-319405"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5pPr>
            <a:lvl6pPr marL="353441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7703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1965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62270" indent="-321310" algn="l" defTabSz="128524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a:lstStyle>
          <a:p>
            <a:pPr algn="l"/>
            <a:r>
              <a:rPr lang="zh-CN" altLang="en-US" sz="1600" dirty="0" smtClean="0">
                <a:solidFill>
                  <a:schemeClr val="bg1">
                    <a:lumMod val="75000"/>
                  </a:schemeClr>
                </a:solidFill>
                <a:ea typeface="微软雅黑" panose="020B0503020204020204" pitchFamily="34" charset="-122"/>
              </a:rPr>
              <a:t>增加道德代码</a:t>
            </a:r>
            <a:endParaRPr lang="zh-CN" altLang="en-US" sz="1600" dirty="0" smtClean="0">
              <a:solidFill>
                <a:schemeClr val="bg1">
                  <a:lumMod val="75000"/>
                </a:schemeClr>
              </a:solidFill>
              <a:ea typeface="微软雅黑" panose="020B0503020204020204" pitchFamily="34" charset="-122"/>
            </a:endParaRPr>
          </a:p>
        </p:txBody>
      </p:sp>
      <p:sp>
        <p:nvSpPr>
          <p:cNvPr id="22" name="TextBox 21"/>
          <p:cNvSpPr txBox="1"/>
          <p:nvPr/>
        </p:nvSpPr>
        <p:spPr>
          <a:xfrm>
            <a:off x="1071538" y="181259"/>
            <a:ext cx="1928826" cy="461665"/>
          </a:xfrm>
          <a:prstGeom prst="rect">
            <a:avLst/>
          </a:prstGeom>
          <a:noFill/>
        </p:spPr>
        <p:txBody>
          <a:bodyPr wrap="square" rtlCol="0">
            <a:spAutoFit/>
          </a:bodyPr>
          <a:lstStyle/>
          <a:p>
            <a:r>
              <a:rPr lang="zh-CN" altLang="en-US" sz="2400" dirty="0" smtClean="0">
                <a:solidFill>
                  <a:schemeClr val="bg1"/>
                </a:solidFill>
              </a:rPr>
              <a:t>解决方案</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fill="hold" nodeType="after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750" fill="hold"/>
                                        <p:tgtEl>
                                          <p:spTgt spid="52"/>
                                        </p:tgtEl>
                                        <p:attrNameLst>
                                          <p:attrName>ppt_x</p:attrName>
                                        </p:attrNameLst>
                                      </p:cBhvr>
                                      <p:tavLst>
                                        <p:tav tm="0">
                                          <p:val>
                                            <p:strVal val="#ppt_x"/>
                                          </p:val>
                                        </p:tav>
                                        <p:tav tm="100000">
                                          <p:val>
                                            <p:strVal val="#ppt_x"/>
                                          </p:val>
                                        </p:tav>
                                      </p:tavLst>
                                    </p:anim>
                                    <p:anim calcmode="lin" valueType="num">
                                      <p:cBhvr additive="base">
                                        <p:cTn id="8" dur="750" fill="hold"/>
                                        <p:tgtEl>
                                          <p:spTgt spid="52"/>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3" presetClass="entr" presetSubtype="16" fill="hold" grpId="0" nodeType="afterEffect">
                                  <p:stCondLst>
                                    <p:cond delay="0"/>
                                  </p:stCondLst>
                                  <p:childTnLst>
                                    <p:set>
                                      <p:cBhvr>
                                        <p:cTn id="11" dur="1" fill="hold">
                                          <p:stCondLst>
                                            <p:cond delay="0"/>
                                          </p:stCondLst>
                                        </p:cTn>
                                        <p:tgtEl>
                                          <p:spTgt spid="63"/>
                                        </p:tgtEl>
                                        <p:attrNameLst>
                                          <p:attrName>style.visibility</p:attrName>
                                        </p:attrNameLst>
                                      </p:cBhvr>
                                      <p:to>
                                        <p:strVal val="visible"/>
                                      </p:to>
                                    </p:set>
                                    <p:anim calcmode="lin" valueType="num">
                                      <p:cBhvr>
                                        <p:cTn id="12" dur="500" fill="hold"/>
                                        <p:tgtEl>
                                          <p:spTgt spid="63"/>
                                        </p:tgtEl>
                                        <p:attrNameLst>
                                          <p:attrName>ppt_w</p:attrName>
                                        </p:attrNameLst>
                                      </p:cBhvr>
                                      <p:tavLst>
                                        <p:tav tm="0">
                                          <p:val>
                                            <p:fltVal val="0"/>
                                          </p:val>
                                        </p:tav>
                                        <p:tav tm="100000">
                                          <p:val>
                                            <p:strVal val="#ppt_w"/>
                                          </p:val>
                                        </p:tav>
                                      </p:tavLst>
                                    </p:anim>
                                    <p:anim calcmode="lin" valueType="num">
                                      <p:cBhvr>
                                        <p:cTn id="13" dur="500" fill="hold"/>
                                        <p:tgtEl>
                                          <p:spTgt spid="63"/>
                                        </p:tgtEl>
                                        <p:attrNameLst>
                                          <p:attrName>ppt_h</p:attrName>
                                        </p:attrNameLst>
                                      </p:cBhvr>
                                      <p:tavLst>
                                        <p:tav tm="0">
                                          <p:val>
                                            <p:fltVal val="0"/>
                                          </p:val>
                                        </p:tav>
                                        <p:tav tm="100000">
                                          <p:val>
                                            <p:strVal val="#ppt_h"/>
                                          </p:val>
                                        </p:tav>
                                      </p:tavLst>
                                    </p:anim>
                                  </p:childTnLst>
                                </p:cTn>
                              </p:par>
                            </p:childTnLst>
                          </p:cTn>
                        </p:par>
                        <p:par>
                          <p:cTn id="14" fill="hold">
                            <p:stCondLst>
                              <p:cond delay="1500"/>
                            </p:stCondLst>
                            <p:childTnLst>
                              <p:par>
                                <p:cTn id="15" presetID="2" presetClass="entr" presetSubtype="4" accel="50000" fill="hold" nodeType="afterEffect">
                                  <p:stCondLst>
                                    <p:cond delay="0"/>
                                  </p:stCondLst>
                                  <p:childTnLst>
                                    <p:set>
                                      <p:cBhvr>
                                        <p:cTn id="16" dur="1" fill="hold">
                                          <p:stCondLst>
                                            <p:cond delay="0"/>
                                          </p:stCondLst>
                                        </p:cTn>
                                        <p:tgtEl>
                                          <p:spTgt spid="53"/>
                                        </p:tgtEl>
                                        <p:attrNameLst>
                                          <p:attrName>style.visibility</p:attrName>
                                        </p:attrNameLst>
                                      </p:cBhvr>
                                      <p:to>
                                        <p:strVal val="visible"/>
                                      </p:to>
                                    </p:set>
                                    <p:anim calcmode="lin" valueType="num">
                                      <p:cBhvr additive="base">
                                        <p:cTn id="17" dur="750" fill="hold"/>
                                        <p:tgtEl>
                                          <p:spTgt spid="53"/>
                                        </p:tgtEl>
                                        <p:attrNameLst>
                                          <p:attrName>ppt_x</p:attrName>
                                        </p:attrNameLst>
                                      </p:cBhvr>
                                      <p:tavLst>
                                        <p:tav tm="0">
                                          <p:val>
                                            <p:strVal val="#ppt_x"/>
                                          </p:val>
                                        </p:tav>
                                        <p:tav tm="100000">
                                          <p:val>
                                            <p:strVal val="#ppt_x"/>
                                          </p:val>
                                        </p:tav>
                                      </p:tavLst>
                                    </p:anim>
                                    <p:anim calcmode="lin" valueType="num">
                                      <p:cBhvr additive="base">
                                        <p:cTn id="18" dur="750" fill="hold"/>
                                        <p:tgtEl>
                                          <p:spTgt spid="53"/>
                                        </p:tgtEl>
                                        <p:attrNameLst>
                                          <p:attrName>ppt_y</p:attrName>
                                        </p:attrNameLst>
                                      </p:cBhvr>
                                      <p:tavLst>
                                        <p:tav tm="0">
                                          <p:val>
                                            <p:strVal val="1+#ppt_h/2"/>
                                          </p:val>
                                        </p:tav>
                                        <p:tav tm="100000">
                                          <p:val>
                                            <p:strVal val="#ppt_y"/>
                                          </p:val>
                                        </p:tav>
                                      </p:tavLst>
                                    </p:anim>
                                  </p:childTnLst>
                                </p:cTn>
                              </p:par>
                            </p:childTnLst>
                          </p:cTn>
                        </p:par>
                        <p:par>
                          <p:cTn id="19" fill="hold">
                            <p:stCondLst>
                              <p:cond delay="2500"/>
                            </p:stCondLst>
                            <p:childTnLst>
                              <p:par>
                                <p:cTn id="20" presetID="23" presetClass="entr" presetSubtype="16" fill="hold" grpId="0" nodeType="afterEffect">
                                  <p:stCondLst>
                                    <p:cond delay="0"/>
                                  </p:stCondLst>
                                  <p:childTnLst>
                                    <p:set>
                                      <p:cBhvr>
                                        <p:cTn id="21" dur="1" fill="hold">
                                          <p:stCondLst>
                                            <p:cond delay="0"/>
                                          </p:stCondLst>
                                        </p:cTn>
                                        <p:tgtEl>
                                          <p:spTgt spid="64"/>
                                        </p:tgtEl>
                                        <p:attrNameLst>
                                          <p:attrName>style.visibility</p:attrName>
                                        </p:attrNameLst>
                                      </p:cBhvr>
                                      <p:to>
                                        <p:strVal val="visible"/>
                                      </p:to>
                                    </p:set>
                                    <p:anim calcmode="lin" valueType="num">
                                      <p:cBhvr>
                                        <p:cTn id="22" dur="500" fill="hold"/>
                                        <p:tgtEl>
                                          <p:spTgt spid="64"/>
                                        </p:tgtEl>
                                        <p:attrNameLst>
                                          <p:attrName>ppt_w</p:attrName>
                                        </p:attrNameLst>
                                      </p:cBhvr>
                                      <p:tavLst>
                                        <p:tav tm="0">
                                          <p:val>
                                            <p:fltVal val="0"/>
                                          </p:val>
                                        </p:tav>
                                        <p:tav tm="100000">
                                          <p:val>
                                            <p:strVal val="#ppt_w"/>
                                          </p:val>
                                        </p:tav>
                                      </p:tavLst>
                                    </p:anim>
                                    <p:anim calcmode="lin" valueType="num">
                                      <p:cBhvr>
                                        <p:cTn id="23" dur="500" fill="hold"/>
                                        <p:tgtEl>
                                          <p:spTgt spid="64"/>
                                        </p:tgtEl>
                                        <p:attrNameLst>
                                          <p:attrName>ppt_h</p:attrName>
                                        </p:attrNameLst>
                                      </p:cBhvr>
                                      <p:tavLst>
                                        <p:tav tm="0">
                                          <p:val>
                                            <p:fltVal val="0"/>
                                          </p:val>
                                        </p:tav>
                                        <p:tav tm="100000">
                                          <p:val>
                                            <p:strVal val="#ppt_h"/>
                                          </p:val>
                                        </p:tav>
                                      </p:tavLst>
                                    </p:anim>
                                  </p:childTnLst>
                                </p:cTn>
                              </p:par>
                            </p:childTnLst>
                          </p:cTn>
                        </p:par>
                        <p:par>
                          <p:cTn id="24" fill="hold">
                            <p:stCondLst>
                              <p:cond delay="3000"/>
                            </p:stCondLst>
                            <p:childTnLst>
                              <p:par>
                                <p:cTn id="25" presetID="2" presetClass="entr" presetSubtype="1" accel="50000" fill="hold" nodeType="afterEffect">
                                  <p:stCondLst>
                                    <p:cond delay="0"/>
                                  </p:stCondLst>
                                  <p:childTnLst>
                                    <p:set>
                                      <p:cBhvr>
                                        <p:cTn id="26" dur="1" fill="hold">
                                          <p:stCondLst>
                                            <p:cond delay="0"/>
                                          </p:stCondLst>
                                        </p:cTn>
                                        <p:tgtEl>
                                          <p:spTgt spid="54"/>
                                        </p:tgtEl>
                                        <p:attrNameLst>
                                          <p:attrName>style.visibility</p:attrName>
                                        </p:attrNameLst>
                                      </p:cBhvr>
                                      <p:to>
                                        <p:strVal val="visible"/>
                                      </p:to>
                                    </p:set>
                                    <p:anim calcmode="lin" valueType="num">
                                      <p:cBhvr additive="base">
                                        <p:cTn id="27" dur="750" fill="hold"/>
                                        <p:tgtEl>
                                          <p:spTgt spid="54"/>
                                        </p:tgtEl>
                                        <p:attrNameLst>
                                          <p:attrName>ppt_x</p:attrName>
                                        </p:attrNameLst>
                                      </p:cBhvr>
                                      <p:tavLst>
                                        <p:tav tm="0">
                                          <p:val>
                                            <p:strVal val="#ppt_x"/>
                                          </p:val>
                                        </p:tav>
                                        <p:tav tm="100000">
                                          <p:val>
                                            <p:strVal val="#ppt_x"/>
                                          </p:val>
                                        </p:tav>
                                      </p:tavLst>
                                    </p:anim>
                                    <p:anim calcmode="lin" valueType="num">
                                      <p:cBhvr additive="base">
                                        <p:cTn id="28" dur="750" fill="hold"/>
                                        <p:tgtEl>
                                          <p:spTgt spid="54"/>
                                        </p:tgtEl>
                                        <p:attrNameLst>
                                          <p:attrName>ppt_y</p:attrName>
                                        </p:attrNameLst>
                                      </p:cBhvr>
                                      <p:tavLst>
                                        <p:tav tm="0">
                                          <p:val>
                                            <p:strVal val="0-#ppt_h/2"/>
                                          </p:val>
                                        </p:tav>
                                        <p:tav tm="100000">
                                          <p:val>
                                            <p:strVal val="#ppt_y"/>
                                          </p:val>
                                        </p:tav>
                                      </p:tavLst>
                                    </p:anim>
                                  </p:childTnLst>
                                </p:cTn>
                              </p:par>
                            </p:childTnLst>
                          </p:cTn>
                        </p:par>
                        <p:par>
                          <p:cTn id="29" fill="hold">
                            <p:stCondLst>
                              <p:cond delay="4000"/>
                            </p:stCondLst>
                            <p:childTnLst>
                              <p:par>
                                <p:cTn id="30" presetID="23" presetClass="entr" presetSubtype="16" fill="hold" grpId="0" nodeType="afterEffect">
                                  <p:stCondLst>
                                    <p:cond delay="0"/>
                                  </p:stCondLst>
                                  <p:childTnLst>
                                    <p:set>
                                      <p:cBhvr>
                                        <p:cTn id="31" dur="1" fill="hold">
                                          <p:stCondLst>
                                            <p:cond delay="0"/>
                                          </p:stCondLst>
                                        </p:cTn>
                                        <p:tgtEl>
                                          <p:spTgt spid="65"/>
                                        </p:tgtEl>
                                        <p:attrNameLst>
                                          <p:attrName>style.visibility</p:attrName>
                                        </p:attrNameLst>
                                      </p:cBhvr>
                                      <p:to>
                                        <p:strVal val="visible"/>
                                      </p:to>
                                    </p:set>
                                    <p:anim calcmode="lin" valueType="num">
                                      <p:cBhvr>
                                        <p:cTn id="32" dur="500" fill="hold"/>
                                        <p:tgtEl>
                                          <p:spTgt spid="65"/>
                                        </p:tgtEl>
                                        <p:attrNameLst>
                                          <p:attrName>ppt_w</p:attrName>
                                        </p:attrNameLst>
                                      </p:cBhvr>
                                      <p:tavLst>
                                        <p:tav tm="0">
                                          <p:val>
                                            <p:fltVal val="0"/>
                                          </p:val>
                                        </p:tav>
                                        <p:tav tm="100000">
                                          <p:val>
                                            <p:strVal val="#ppt_w"/>
                                          </p:val>
                                        </p:tav>
                                      </p:tavLst>
                                    </p:anim>
                                    <p:anim calcmode="lin" valueType="num">
                                      <p:cBhvr>
                                        <p:cTn id="33" dur="500" fill="hold"/>
                                        <p:tgtEl>
                                          <p:spTgt spid="65"/>
                                        </p:tgtEl>
                                        <p:attrNameLst>
                                          <p:attrName>ppt_h</p:attrName>
                                        </p:attrNameLst>
                                      </p:cBhvr>
                                      <p:tavLst>
                                        <p:tav tm="0">
                                          <p:val>
                                            <p:fltVal val="0"/>
                                          </p:val>
                                        </p:tav>
                                        <p:tav tm="100000">
                                          <p:val>
                                            <p:strVal val="#ppt_h"/>
                                          </p:val>
                                        </p:tav>
                                      </p:tavLst>
                                    </p:anim>
                                  </p:childTnLst>
                                </p:cTn>
                              </p:par>
                            </p:childTnLst>
                          </p:cTn>
                        </p:par>
                        <p:par>
                          <p:cTn id="34" fill="hold">
                            <p:stCondLst>
                              <p:cond delay="4500"/>
                            </p:stCondLst>
                            <p:childTnLst>
                              <p:par>
                                <p:cTn id="35" presetID="2" presetClass="entr" presetSubtype="4" accel="50000" fill="hold" nodeType="afterEffect">
                                  <p:stCondLst>
                                    <p:cond delay="0"/>
                                  </p:stCondLst>
                                  <p:childTnLst>
                                    <p:set>
                                      <p:cBhvr>
                                        <p:cTn id="36" dur="1" fill="hold">
                                          <p:stCondLst>
                                            <p:cond delay="0"/>
                                          </p:stCondLst>
                                        </p:cTn>
                                        <p:tgtEl>
                                          <p:spTgt spid="55"/>
                                        </p:tgtEl>
                                        <p:attrNameLst>
                                          <p:attrName>style.visibility</p:attrName>
                                        </p:attrNameLst>
                                      </p:cBhvr>
                                      <p:to>
                                        <p:strVal val="visible"/>
                                      </p:to>
                                    </p:set>
                                    <p:anim calcmode="lin" valueType="num">
                                      <p:cBhvr additive="base">
                                        <p:cTn id="37" dur="750" fill="hold"/>
                                        <p:tgtEl>
                                          <p:spTgt spid="55"/>
                                        </p:tgtEl>
                                        <p:attrNameLst>
                                          <p:attrName>ppt_x</p:attrName>
                                        </p:attrNameLst>
                                      </p:cBhvr>
                                      <p:tavLst>
                                        <p:tav tm="0">
                                          <p:val>
                                            <p:strVal val="#ppt_x"/>
                                          </p:val>
                                        </p:tav>
                                        <p:tav tm="100000">
                                          <p:val>
                                            <p:strVal val="#ppt_x"/>
                                          </p:val>
                                        </p:tav>
                                      </p:tavLst>
                                    </p:anim>
                                    <p:anim calcmode="lin" valueType="num">
                                      <p:cBhvr additive="base">
                                        <p:cTn id="38" dur="750" fill="hold"/>
                                        <p:tgtEl>
                                          <p:spTgt spid="55"/>
                                        </p:tgtEl>
                                        <p:attrNameLst>
                                          <p:attrName>ppt_y</p:attrName>
                                        </p:attrNameLst>
                                      </p:cBhvr>
                                      <p:tavLst>
                                        <p:tav tm="0">
                                          <p:val>
                                            <p:strVal val="1+#ppt_h/2"/>
                                          </p:val>
                                        </p:tav>
                                        <p:tav tm="100000">
                                          <p:val>
                                            <p:strVal val="#ppt_y"/>
                                          </p:val>
                                        </p:tav>
                                      </p:tavLst>
                                    </p:anim>
                                  </p:childTnLst>
                                </p:cTn>
                              </p:par>
                            </p:childTnLst>
                          </p:cTn>
                        </p:par>
                        <p:par>
                          <p:cTn id="39" fill="hold">
                            <p:stCondLst>
                              <p:cond delay="5500"/>
                            </p:stCondLst>
                            <p:childTnLst>
                              <p:par>
                                <p:cTn id="40" presetID="23" presetClass="entr" presetSubtype="16" fill="hold" grpId="0" nodeType="afterEffect">
                                  <p:stCondLst>
                                    <p:cond delay="0"/>
                                  </p:stCondLst>
                                  <p:childTnLst>
                                    <p:set>
                                      <p:cBhvr>
                                        <p:cTn id="41" dur="1" fill="hold">
                                          <p:stCondLst>
                                            <p:cond delay="0"/>
                                          </p:stCondLst>
                                        </p:cTn>
                                        <p:tgtEl>
                                          <p:spTgt spid="66"/>
                                        </p:tgtEl>
                                        <p:attrNameLst>
                                          <p:attrName>style.visibility</p:attrName>
                                        </p:attrNameLst>
                                      </p:cBhvr>
                                      <p:to>
                                        <p:strVal val="visible"/>
                                      </p:to>
                                    </p:set>
                                    <p:anim calcmode="lin" valueType="num">
                                      <p:cBhvr>
                                        <p:cTn id="42" dur="500" fill="hold"/>
                                        <p:tgtEl>
                                          <p:spTgt spid="66"/>
                                        </p:tgtEl>
                                        <p:attrNameLst>
                                          <p:attrName>ppt_w</p:attrName>
                                        </p:attrNameLst>
                                      </p:cBhvr>
                                      <p:tavLst>
                                        <p:tav tm="0">
                                          <p:val>
                                            <p:fltVal val="0"/>
                                          </p:val>
                                        </p:tav>
                                        <p:tav tm="100000">
                                          <p:val>
                                            <p:strVal val="#ppt_w"/>
                                          </p:val>
                                        </p:tav>
                                      </p:tavLst>
                                    </p:anim>
                                    <p:anim calcmode="lin" valueType="num">
                                      <p:cBhvr>
                                        <p:cTn id="43" dur="500" fill="hold"/>
                                        <p:tgtEl>
                                          <p:spTgt spid="66"/>
                                        </p:tgtEl>
                                        <p:attrNameLst>
                                          <p:attrName>ppt_h</p:attrName>
                                        </p:attrNameLst>
                                      </p:cBhvr>
                                      <p:tavLst>
                                        <p:tav tm="0">
                                          <p:val>
                                            <p:fltVal val="0"/>
                                          </p:val>
                                        </p:tav>
                                        <p:tav tm="100000">
                                          <p:val>
                                            <p:strVal val="#ppt_h"/>
                                          </p:val>
                                        </p:tav>
                                      </p:tavLst>
                                    </p:anim>
                                  </p:childTnLst>
                                </p:cTn>
                              </p:par>
                            </p:childTnLst>
                          </p:cTn>
                        </p:par>
                        <p:par>
                          <p:cTn id="44" fill="hold">
                            <p:stCondLst>
                              <p:cond delay="6000"/>
                            </p:stCondLst>
                            <p:childTnLst>
                              <p:par>
                                <p:cTn id="45" presetID="2" presetClass="entr" presetSubtype="1" accel="50000" fill="hold" nodeType="afterEffect">
                                  <p:stCondLst>
                                    <p:cond delay="0"/>
                                  </p:stCondLst>
                                  <p:childTnLst>
                                    <p:set>
                                      <p:cBhvr>
                                        <p:cTn id="46" dur="1" fill="hold">
                                          <p:stCondLst>
                                            <p:cond delay="0"/>
                                          </p:stCondLst>
                                        </p:cTn>
                                        <p:tgtEl>
                                          <p:spTgt spid="56"/>
                                        </p:tgtEl>
                                        <p:attrNameLst>
                                          <p:attrName>style.visibility</p:attrName>
                                        </p:attrNameLst>
                                      </p:cBhvr>
                                      <p:to>
                                        <p:strVal val="visible"/>
                                      </p:to>
                                    </p:set>
                                    <p:anim calcmode="lin" valueType="num">
                                      <p:cBhvr additive="base">
                                        <p:cTn id="47" dur="750" fill="hold"/>
                                        <p:tgtEl>
                                          <p:spTgt spid="56"/>
                                        </p:tgtEl>
                                        <p:attrNameLst>
                                          <p:attrName>ppt_x</p:attrName>
                                        </p:attrNameLst>
                                      </p:cBhvr>
                                      <p:tavLst>
                                        <p:tav tm="0">
                                          <p:val>
                                            <p:strVal val="#ppt_x"/>
                                          </p:val>
                                        </p:tav>
                                        <p:tav tm="100000">
                                          <p:val>
                                            <p:strVal val="#ppt_x"/>
                                          </p:val>
                                        </p:tav>
                                      </p:tavLst>
                                    </p:anim>
                                    <p:anim calcmode="lin" valueType="num">
                                      <p:cBhvr additive="base">
                                        <p:cTn id="48" dur="750" fill="hold"/>
                                        <p:tgtEl>
                                          <p:spTgt spid="56"/>
                                        </p:tgtEl>
                                        <p:attrNameLst>
                                          <p:attrName>ppt_y</p:attrName>
                                        </p:attrNameLst>
                                      </p:cBhvr>
                                      <p:tavLst>
                                        <p:tav tm="0">
                                          <p:val>
                                            <p:strVal val="0-#ppt_h/2"/>
                                          </p:val>
                                        </p:tav>
                                        <p:tav tm="100000">
                                          <p:val>
                                            <p:strVal val="#ppt_y"/>
                                          </p:val>
                                        </p:tav>
                                      </p:tavLst>
                                    </p:anim>
                                  </p:childTnLst>
                                </p:cTn>
                              </p:par>
                            </p:childTnLst>
                          </p:cTn>
                        </p:par>
                        <p:par>
                          <p:cTn id="49" fill="hold">
                            <p:stCondLst>
                              <p:cond delay="7000"/>
                            </p:stCondLst>
                            <p:childTnLst>
                              <p:par>
                                <p:cTn id="50" presetID="23" presetClass="entr" presetSubtype="16" fill="hold" grpId="0" nodeType="afterEffect">
                                  <p:stCondLst>
                                    <p:cond delay="0"/>
                                  </p:stCondLst>
                                  <p:childTnLst>
                                    <p:set>
                                      <p:cBhvr>
                                        <p:cTn id="51" dur="1" fill="hold">
                                          <p:stCondLst>
                                            <p:cond delay="0"/>
                                          </p:stCondLst>
                                        </p:cTn>
                                        <p:tgtEl>
                                          <p:spTgt spid="67"/>
                                        </p:tgtEl>
                                        <p:attrNameLst>
                                          <p:attrName>style.visibility</p:attrName>
                                        </p:attrNameLst>
                                      </p:cBhvr>
                                      <p:to>
                                        <p:strVal val="visible"/>
                                      </p:to>
                                    </p:set>
                                    <p:anim calcmode="lin" valueType="num">
                                      <p:cBhvr>
                                        <p:cTn id="52" dur="500" fill="hold"/>
                                        <p:tgtEl>
                                          <p:spTgt spid="67"/>
                                        </p:tgtEl>
                                        <p:attrNameLst>
                                          <p:attrName>ppt_w</p:attrName>
                                        </p:attrNameLst>
                                      </p:cBhvr>
                                      <p:tavLst>
                                        <p:tav tm="0">
                                          <p:val>
                                            <p:fltVal val="0"/>
                                          </p:val>
                                        </p:tav>
                                        <p:tav tm="100000">
                                          <p:val>
                                            <p:strVal val="#ppt_w"/>
                                          </p:val>
                                        </p:tav>
                                      </p:tavLst>
                                    </p:anim>
                                    <p:anim calcmode="lin" valueType="num">
                                      <p:cBhvr>
                                        <p:cTn id="53" dur="500" fill="hold"/>
                                        <p:tgtEl>
                                          <p:spTgt spid="67"/>
                                        </p:tgtEl>
                                        <p:attrNameLst>
                                          <p:attrName>ppt_h</p:attrName>
                                        </p:attrNameLst>
                                      </p:cBhvr>
                                      <p:tavLst>
                                        <p:tav tm="0">
                                          <p:val>
                                            <p:fltVal val="0"/>
                                          </p:val>
                                        </p:tav>
                                        <p:tav tm="100000">
                                          <p:val>
                                            <p:strVal val="#ppt_h"/>
                                          </p:val>
                                        </p:tav>
                                      </p:tavLst>
                                    </p:anim>
                                  </p:childTnLst>
                                </p:cTn>
                              </p:par>
                            </p:childTnLst>
                          </p:cTn>
                        </p:par>
                        <p:par>
                          <p:cTn id="54" fill="hold">
                            <p:stCondLst>
                              <p:cond delay="7500"/>
                            </p:stCondLst>
                            <p:childTnLst>
                              <p:par>
                                <p:cTn id="55" presetID="53" presetClass="entr" presetSubtype="16" fill="hold" grpId="0" nodeType="afterEffect">
                                  <p:stCondLst>
                                    <p:cond delay="0"/>
                                  </p:stCondLst>
                                  <p:childTnLst>
                                    <p:set>
                                      <p:cBhvr>
                                        <p:cTn id="56" dur="1" fill="hold">
                                          <p:stCondLst>
                                            <p:cond delay="0"/>
                                          </p:stCondLst>
                                        </p:cTn>
                                        <p:tgtEl>
                                          <p:spTgt spid="33">
                                            <p:txEl>
                                              <p:pRg st="0" end="0"/>
                                            </p:txEl>
                                          </p:spTgt>
                                        </p:tgtEl>
                                        <p:attrNameLst>
                                          <p:attrName>style.visibility</p:attrName>
                                        </p:attrNameLst>
                                      </p:cBhvr>
                                      <p:to>
                                        <p:strVal val="visible"/>
                                      </p:to>
                                    </p:set>
                                    <p:anim calcmode="lin" valueType="num">
                                      <p:cBhvr>
                                        <p:cTn id="57" dur="400" fill="hold"/>
                                        <p:tgtEl>
                                          <p:spTgt spid="33">
                                            <p:txEl>
                                              <p:pRg st="0" end="0"/>
                                            </p:txEl>
                                          </p:spTgt>
                                        </p:tgtEl>
                                        <p:attrNameLst>
                                          <p:attrName>ppt_w</p:attrName>
                                        </p:attrNameLst>
                                      </p:cBhvr>
                                      <p:tavLst>
                                        <p:tav tm="0">
                                          <p:val>
                                            <p:fltVal val="0"/>
                                          </p:val>
                                        </p:tav>
                                        <p:tav tm="100000">
                                          <p:val>
                                            <p:strVal val="#ppt_w"/>
                                          </p:val>
                                        </p:tav>
                                      </p:tavLst>
                                    </p:anim>
                                    <p:anim calcmode="lin" valueType="num">
                                      <p:cBhvr>
                                        <p:cTn id="58" dur="400" fill="hold"/>
                                        <p:tgtEl>
                                          <p:spTgt spid="33">
                                            <p:txEl>
                                              <p:pRg st="0" end="0"/>
                                            </p:txEl>
                                          </p:spTgt>
                                        </p:tgtEl>
                                        <p:attrNameLst>
                                          <p:attrName>ppt_h</p:attrName>
                                        </p:attrNameLst>
                                      </p:cBhvr>
                                      <p:tavLst>
                                        <p:tav tm="0">
                                          <p:val>
                                            <p:fltVal val="0"/>
                                          </p:val>
                                        </p:tav>
                                        <p:tav tm="100000">
                                          <p:val>
                                            <p:strVal val="#ppt_h"/>
                                          </p:val>
                                        </p:tav>
                                      </p:tavLst>
                                    </p:anim>
                                    <p:animEffect transition="in" filter="fade">
                                      <p:cBhvr>
                                        <p:cTn id="59" dur="400"/>
                                        <p:tgtEl>
                                          <p:spTgt spid="33">
                                            <p:txEl>
                                              <p:pRg st="0" end="0"/>
                                            </p:txEl>
                                          </p:spTgt>
                                        </p:tgtEl>
                                      </p:cBhvr>
                                    </p:animEffect>
                                  </p:childTnLst>
                                </p:cTn>
                              </p:par>
                            </p:childTnLst>
                          </p:cTn>
                        </p:par>
                        <p:par>
                          <p:cTn id="60" fill="hold">
                            <p:stCondLst>
                              <p:cond delay="8000"/>
                            </p:stCondLst>
                            <p:childTnLst>
                              <p:par>
                                <p:cTn id="61" presetID="53" presetClass="entr" presetSubtype="16" fill="hold" grpId="0" nodeType="afterEffect">
                                  <p:stCondLst>
                                    <p:cond delay="0"/>
                                  </p:stCondLst>
                                  <p:childTnLst>
                                    <p:set>
                                      <p:cBhvr>
                                        <p:cTn id="62" dur="1" fill="hold">
                                          <p:stCondLst>
                                            <p:cond delay="0"/>
                                          </p:stCondLst>
                                        </p:cTn>
                                        <p:tgtEl>
                                          <p:spTgt spid="35">
                                            <p:txEl>
                                              <p:pRg st="0" end="0"/>
                                            </p:txEl>
                                          </p:spTgt>
                                        </p:tgtEl>
                                        <p:attrNameLst>
                                          <p:attrName>style.visibility</p:attrName>
                                        </p:attrNameLst>
                                      </p:cBhvr>
                                      <p:to>
                                        <p:strVal val="visible"/>
                                      </p:to>
                                    </p:set>
                                    <p:anim calcmode="lin" valueType="num">
                                      <p:cBhvr>
                                        <p:cTn id="63" dur="400" fill="hold"/>
                                        <p:tgtEl>
                                          <p:spTgt spid="35">
                                            <p:txEl>
                                              <p:pRg st="0" end="0"/>
                                            </p:txEl>
                                          </p:spTgt>
                                        </p:tgtEl>
                                        <p:attrNameLst>
                                          <p:attrName>ppt_w</p:attrName>
                                        </p:attrNameLst>
                                      </p:cBhvr>
                                      <p:tavLst>
                                        <p:tav tm="0">
                                          <p:val>
                                            <p:fltVal val="0"/>
                                          </p:val>
                                        </p:tav>
                                        <p:tav tm="100000">
                                          <p:val>
                                            <p:strVal val="#ppt_w"/>
                                          </p:val>
                                        </p:tav>
                                      </p:tavLst>
                                    </p:anim>
                                    <p:anim calcmode="lin" valueType="num">
                                      <p:cBhvr>
                                        <p:cTn id="64" dur="400" fill="hold"/>
                                        <p:tgtEl>
                                          <p:spTgt spid="35">
                                            <p:txEl>
                                              <p:pRg st="0" end="0"/>
                                            </p:txEl>
                                          </p:spTgt>
                                        </p:tgtEl>
                                        <p:attrNameLst>
                                          <p:attrName>ppt_h</p:attrName>
                                        </p:attrNameLst>
                                      </p:cBhvr>
                                      <p:tavLst>
                                        <p:tav tm="0">
                                          <p:val>
                                            <p:fltVal val="0"/>
                                          </p:val>
                                        </p:tav>
                                        <p:tav tm="100000">
                                          <p:val>
                                            <p:strVal val="#ppt_h"/>
                                          </p:val>
                                        </p:tav>
                                      </p:tavLst>
                                    </p:anim>
                                    <p:animEffect transition="in" filter="fade">
                                      <p:cBhvr>
                                        <p:cTn id="65" dur="400"/>
                                        <p:tgtEl>
                                          <p:spTgt spid="35">
                                            <p:txEl>
                                              <p:pRg st="0" end="0"/>
                                            </p:txEl>
                                          </p:spTgt>
                                        </p:tgtEl>
                                      </p:cBhvr>
                                    </p:animEffect>
                                  </p:childTnLst>
                                </p:cTn>
                              </p:par>
                            </p:childTnLst>
                          </p:cTn>
                        </p:par>
                        <p:par>
                          <p:cTn id="66" fill="hold">
                            <p:stCondLst>
                              <p:cond delay="8500"/>
                            </p:stCondLst>
                            <p:childTnLst>
                              <p:par>
                                <p:cTn id="67" presetID="53" presetClass="entr" presetSubtype="16" fill="hold" grpId="0" nodeType="afterEffect">
                                  <p:stCondLst>
                                    <p:cond delay="0"/>
                                  </p:stCondLst>
                                  <p:childTnLst>
                                    <p:set>
                                      <p:cBhvr>
                                        <p:cTn id="68" dur="1" fill="hold">
                                          <p:stCondLst>
                                            <p:cond delay="0"/>
                                          </p:stCondLst>
                                        </p:cTn>
                                        <p:tgtEl>
                                          <p:spTgt spid="37">
                                            <p:txEl>
                                              <p:pRg st="0" end="0"/>
                                            </p:txEl>
                                          </p:spTgt>
                                        </p:tgtEl>
                                        <p:attrNameLst>
                                          <p:attrName>style.visibility</p:attrName>
                                        </p:attrNameLst>
                                      </p:cBhvr>
                                      <p:to>
                                        <p:strVal val="visible"/>
                                      </p:to>
                                    </p:set>
                                    <p:anim calcmode="lin" valueType="num">
                                      <p:cBhvr>
                                        <p:cTn id="69" dur="400" fill="hold"/>
                                        <p:tgtEl>
                                          <p:spTgt spid="37">
                                            <p:txEl>
                                              <p:pRg st="0" end="0"/>
                                            </p:txEl>
                                          </p:spTgt>
                                        </p:tgtEl>
                                        <p:attrNameLst>
                                          <p:attrName>ppt_w</p:attrName>
                                        </p:attrNameLst>
                                      </p:cBhvr>
                                      <p:tavLst>
                                        <p:tav tm="0">
                                          <p:val>
                                            <p:fltVal val="0"/>
                                          </p:val>
                                        </p:tav>
                                        <p:tav tm="100000">
                                          <p:val>
                                            <p:strVal val="#ppt_w"/>
                                          </p:val>
                                        </p:tav>
                                      </p:tavLst>
                                    </p:anim>
                                    <p:anim calcmode="lin" valueType="num">
                                      <p:cBhvr>
                                        <p:cTn id="70" dur="400" fill="hold"/>
                                        <p:tgtEl>
                                          <p:spTgt spid="37">
                                            <p:txEl>
                                              <p:pRg st="0" end="0"/>
                                            </p:txEl>
                                          </p:spTgt>
                                        </p:tgtEl>
                                        <p:attrNameLst>
                                          <p:attrName>ppt_h</p:attrName>
                                        </p:attrNameLst>
                                      </p:cBhvr>
                                      <p:tavLst>
                                        <p:tav tm="0">
                                          <p:val>
                                            <p:fltVal val="0"/>
                                          </p:val>
                                        </p:tav>
                                        <p:tav tm="100000">
                                          <p:val>
                                            <p:strVal val="#ppt_h"/>
                                          </p:val>
                                        </p:tav>
                                      </p:tavLst>
                                    </p:anim>
                                    <p:animEffect transition="in" filter="fade">
                                      <p:cBhvr>
                                        <p:cTn id="71" dur="400"/>
                                        <p:tgtEl>
                                          <p:spTgt spid="37">
                                            <p:txEl>
                                              <p:pRg st="0" end="0"/>
                                            </p:txEl>
                                          </p:spTgt>
                                        </p:tgtEl>
                                      </p:cBhvr>
                                    </p:animEffect>
                                  </p:childTnLst>
                                </p:cTn>
                              </p:par>
                            </p:childTnLst>
                          </p:cTn>
                        </p:par>
                        <p:par>
                          <p:cTn id="72" fill="hold">
                            <p:stCondLst>
                              <p:cond delay="9000"/>
                            </p:stCondLst>
                            <p:childTnLst>
                              <p:par>
                                <p:cTn id="73" presetID="53" presetClass="entr" presetSubtype="16" fill="hold" grpId="0" nodeType="afterEffect">
                                  <p:stCondLst>
                                    <p:cond delay="0"/>
                                  </p:stCondLst>
                                  <p:childTnLst>
                                    <p:set>
                                      <p:cBhvr>
                                        <p:cTn id="74" dur="1" fill="hold">
                                          <p:stCondLst>
                                            <p:cond delay="0"/>
                                          </p:stCondLst>
                                        </p:cTn>
                                        <p:tgtEl>
                                          <p:spTgt spid="39">
                                            <p:txEl>
                                              <p:pRg st="0" end="0"/>
                                            </p:txEl>
                                          </p:spTgt>
                                        </p:tgtEl>
                                        <p:attrNameLst>
                                          <p:attrName>style.visibility</p:attrName>
                                        </p:attrNameLst>
                                      </p:cBhvr>
                                      <p:to>
                                        <p:strVal val="visible"/>
                                      </p:to>
                                    </p:set>
                                    <p:anim calcmode="lin" valueType="num">
                                      <p:cBhvr>
                                        <p:cTn id="75" dur="400" fill="hold"/>
                                        <p:tgtEl>
                                          <p:spTgt spid="39">
                                            <p:txEl>
                                              <p:pRg st="0" end="0"/>
                                            </p:txEl>
                                          </p:spTgt>
                                        </p:tgtEl>
                                        <p:attrNameLst>
                                          <p:attrName>ppt_w</p:attrName>
                                        </p:attrNameLst>
                                      </p:cBhvr>
                                      <p:tavLst>
                                        <p:tav tm="0">
                                          <p:val>
                                            <p:fltVal val="0"/>
                                          </p:val>
                                        </p:tav>
                                        <p:tav tm="100000">
                                          <p:val>
                                            <p:strVal val="#ppt_w"/>
                                          </p:val>
                                        </p:tav>
                                      </p:tavLst>
                                    </p:anim>
                                    <p:anim calcmode="lin" valueType="num">
                                      <p:cBhvr>
                                        <p:cTn id="76" dur="400" fill="hold"/>
                                        <p:tgtEl>
                                          <p:spTgt spid="39">
                                            <p:txEl>
                                              <p:pRg st="0" end="0"/>
                                            </p:txEl>
                                          </p:spTgt>
                                        </p:tgtEl>
                                        <p:attrNameLst>
                                          <p:attrName>ppt_h</p:attrName>
                                        </p:attrNameLst>
                                      </p:cBhvr>
                                      <p:tavLst>
                                        <p:tav tm="0">
                                          <p:val>
                                            <p:fltVal val="0"/>
                                          </p:val>
                                        </p:tav>
                                        <p:tav tm="100000">
                                          <p:val>
                                            <p:strVal val="#ppt_h"/>
                                          </p:val>
                                        </p:tav>
                                      </p:tavLst>
                                    </p:anim>
                                    <p:animEffect transition="in" filter="fade">
                                      <p:cBhvr>
                                        <p:cTn id="77" dur="400"/>
                                        <p:tgtEl>
                                          <p:spTgt spid="39">
                                            <p:txEl>
                                              <p:pRg st="0" end="0"/>
                                            </p:txEl>
                                          </p:spTgt>
                                        </p:tgtEl>
                                      </p:cBhvr>
                                    </p:animEffect>
                                  </p:childTnLst>
                                </p:cTn>
                              </p:par>
                            </p:childTnLst>
                          </p:cTn>
                        </p:par>
                        <p:par>
                          <p:cTn id="78" fill="hold">
                            <p:stCondLst>
                              <p:cond delay="9500"/>
                            </p:stCondLst>
                            <p:childTnLst>
                              <p:par>
                                <p:cTn id="79" presetID="53" presetClass="entr" presetSubtype="16" fill="hold" grpId="0" nodeType="afterEffect">
                                  <p:stCondLst>
                                    <p:cond delay="0"/>
                                  </p:stCondLst>
                                  <p:childTnLst>
                                    <p:set>
                                      <p:cBhvr>
                                        <p:cTn id="80" dur="1" fill="hold">
                                          <p:stCondLst>
                                            <p:cond delay="0"/>
                                          </p:stCondLst>
                                        </p:cTn>
                                        <p:tgtEl>
                                          <p:spTgt spid="41">
                                            <p:txEl>
                                              <p:pRg st="0" end="0"/>
                                            </p:txEl>
                                          </p:spTgt>
                                        </p:tgtEl>
                                        <p:attrNameLst>
                                          <p:attrName>style.visibility</p:attrName>
                                        </p:attrNameLst>
                                      </p:cBhvr>
                                      <p:to>
                                        <p:strVal val="visible"/>
                                      </p:to>
                                    </p:set>
                                    <p:anim calcmode="lin" valueType="num">
                                      <p:cBhvr>
                                        <p:cTn id="81" dur="400" fill="hold"/>
                                        <p:tgtEl>
                                          <p:spTgt spid="41">
                                            <p:txEl>
                                              <p:pRg st="0" end="0"/>
                                            </p:txEl>
                                          </p:spTgt>
                                        </p:tgtEl>
                                        <p:attrNameLst>
                                          <p:attrName>ppt_w</p:attrName>
                                        </p:attrNameLst>
                                      </p:cBhvr>
                                      <p:tavLst>
                                        <p:tav tm="0">
                                          <p:val>
                                            <p:fltVal val="0"/>
                                          </p:val>
                                        </p:tav>
                                        <p:tav tm="100000">
                                          <p:val>
                                            <p:strVal val="#ppt_w"/>
                                          </p:val>
                                        </p:tav>
                                      </p:tavLst>
                                    </p:anim>
                                    <p:anim calcmode="lin" valueType="num">
                                      <p:cBhvr>
                                        <p:cTn id="82" dur="400" fill="hold"/>
                                        <p:tgtEl>
                                          <p:spTgt spid="41">
                                            <p:txEl>
                                              <p:pRg st="0" end="0"/>
                                            </p:txEl>
                                          </p:spTgt>
                                        </p:tgtEl>
                                        <p:attrNameLst>
                                          <p:attrName>ppt_h</p:attrName>
                                        </p:attrNameLst>
                                      </p:cBhvr>
                                      <p:tavLst>
                                        <p:tav tm="0">
                                          <p:val>
                                            <p:fltVal val="0"/>
                                          </p:val>
                                        </p:tav>
                                        <p:tav tm="100000">
                                          <p:val>
                                            <p:strVal val="#ppt_h"/>
                                          </p:val>
                                        </p:tav>
                                      </p:tavLst>
                                    </p:anim>
                                    <p:animEffect transition="in" filter="fade">
                                      <p:cBhvr>
                                        <p:cTn id="83" dur="40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animBg="1"/>
      <p:bldP spid="65" grpId="0" animBg="1"/>
      <p:bldP spid="66" grpId="0" animBg="1"/>
      <p:bldP spid="67" grpId="0" animBg="1"/>
      <p:bldP spid="33" grpId="0" build="p">
        <p:tmplLst>
          <p:tmpl lvl="1">
            <p:tnLst>
              <p:par>
                <p:cTn presetID="53" presetClass="entr" presetSubtype="16"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p:cTn dur="400" fill="hold"/>
                        <p:tgtEl>
                          <p:spTgt spid="33"/>
                        </p:tgtEl>
                        <p:attrNameLst>
                          <p:attrName>ppt_w</p:attrName>
                        </p:attrNameLst>
                      </p:cBhvr>
                      <p:tavLst>
                        <p:tav tm="0">
                          <p:val>
                            <p:fltVal val="0"/>
                          </p:val>
                        </p:tav>
                        <p:tav tm="100000">
                          <p:val>
                            <p:strVal val="#ppt_w"/>
                          </p:val>
                        </p:tav>
                      </p:tavLst>
                    </p:anim>
                    <p:anim calcmode="lin" valueType="num">
                      <p:cBhvr>
                        <p:cTn dur="400" fill="hold"/>
                        <p:tgtEl>
                          <p:spTgt spid="33"/>
                        </p:tgtEl>
                        <p:attrNameLst>
                          <p:attrName>ppt_h</p:attrName>
                        </p:attrNameLst>
                      </p:cBhvr>
                      <p:tavLst>
                        <p:tav tm="0">
                          <p:val>
                            <p:fltVal val="0"/>
                          </p:val>
                        </p:tav>
                        <p:tav tm="100000">
                          <p:val>
                            <p:strVal val="#ppt_h"/>
                          </p:val>
                        </p:tav>
                      </p:tavLst>
                    </p:anim>
                    <p:animEffect transition="in" filter="fade">
                      <p:cBhvr>
                        <p:cTn dur="400"/>
                        <p:tgtEl>
                          <p:spTgt spid="33"/>
                        </p:tgtEl>
                      </p:cBhvr>
                    </p:animEffect>
                  </p:childTnLst>
                </p:cTn>
              </p:par>
            </p:tnLst>
          </p:tmpl>
        </p:tmplLst>
      </p:bldP>
      <p:bldP spid="35" grpId="0" build="p">
        <p:tmplLst>
          <p:tmpl lvl="1">
            <p:tnLst>
              <p:par>
                <p:cTn presetID="53" presetClass="entr" presetSubtype="16"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p:cTn dur="400" fill="hold"/>
                        <p:tgtEl>
                          <p:spTgt spid="35"/>
                        </p:tgtEl>
                        <p:attrNameLst>
                          <p:attrName>ppt_w</p:attrName>
                        </p:attrNameLst>
                      </p:cBhvr>
                      <p:tavLst>
                        <p:tav tm="0">
                          <p:val>
                            <p:fltVal val="0"/>
                          </p:val>
                        </p:tav>
                        <p:tav tm="100000">
                          <p:val>
                            <p:strVal val="#ppt_w"/>
                          </p:val>
                        </p:tav>
                      </p:tavLst>
                    </p:anim>
                    <p:anim calcmode="lin" valueType="num">
                      <p:cBhvr>
                        <p:cTn dur="400" fill="hold"/>
                        <p:tgtEl>
                          <p:spTgt spid="35"/>
                        </p:tgtEl>
                        <p:attrNameLst>
                          <p:attrName>ppt_h</p:attrName>
                        </p:attrNameLst>
                      </p:cBhvr>
                      <p:tavLst>
                        <p:tav tm="0">
                          <p:val>
                            <p:fltVal val="0"/>
                          </p:val>
                        </p:tav>
                        <p:tav tm="100000">
                          <p:val>
                            <p:strVal val="#ppt_h"/>
                          </p:val>
                        </p:tav>
                      </p:tavLst>
                    </p:anim>
                    <p:animEffect transition="in" filter="fade">
                      <p:cBhvr>
                        <p:cTn dur="400"/>
                        <p:tgtEl>
                          <p:spTgt spid="35"/>
                        </p:tgtEl>
                      </p:cBhvr>
                    </p:animEffect>
                  </p:childTnLst>
                </p:cTn>
              </p:par>
            </p:tnLst>
          </p:tmpl>
        </p:tmplLst>
      </p:bldP>
      <p:bldP spid="37" grpId="0" build="p">
        <p:tmplLst>
          <p:tmpl lvl="1">
            <p:tnLst>
              <p:par>
                <p:cTn presetID="53" presetClass="entr" presetSubtype="16"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 calcmode="lin" valueType="num">
                      <p:cBhvr>
                        <p:cTn dur="400" fill="hold"/>
                        <p:tgtEl>
                          <p:spTgt spid="37"/>
                        </p:tgtEl>
                        <p:attrNameLst>
                          <p:attrName>ppt_w</p:attrName>
                        </p:attrNameLst>
                      </p:cBhvr>
                      <p:tavLst>
                        <p:tav tm="0">
                          <p:val>
                            <p:fltVal val="0"/>
                          </p:val>
                        </p:tav>
                        <p:tav tm="100000">
                          <p:val>
                            <p:strVal val="#ppt_w"/>
                          </p:val>
                        </p:tav>
                      </p:tavLst>
                    </p:anim>
                    <p:anim calcmode="lin" valueType="num">
                      <p:cBhvr>
                        <p:cTn dur="400" fill="hold"/>
                        <p:tgtEl>
                          <p:spTgt spid="37"/>
                        </p:tgtEl>
                        <p:attrNameLst>
                          <p:attrName>ppt_h</p:attrName>
                        </p:attrNameLst>
                      </p:cBhvr>
                      <p:tavLst>
                        <p:tav tm="0">
                          <p:val>
                            <p:fltVal val="0"/>
                          </p:val>
                        </p:tav>
                        <p:tav tm="100000">
                          <p:val>
                            <p:strVal val="#ppt_h"/>
                          </p:val>
                        </p:tav>
                      </p:tavLst>
                    </p:anim>
                    <p:animEffect transition="in" filter="fade">
                      <p:cBhvr>
                        <p:cTn dur="400"/>
                        <p:tgtEl>
                          <p:spTgt spid="37"/>
                        </p:tgtEl>
                      </p:cBhvr>
                    </p:animEffect>
                  </p:childTnLst>
                </p:cTn>
              </p:par>
            </p:tnLst>
          </p:tmpl>
        </p:tmplLst>
      </p:bldP>
      <p:bldP spid="39" grpId="0" build="p">
        <p:tmplLst>
          <p:tmpl lvl="1">
            <p:tnLst>
              <p:par>
                <p:cTn presetID="53" presetClass="entr" presetSubtype="16"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p:cTn dur="400" fill="hold"/>
                        <p:tgtEl>
                          <p:spTgt spid="39"/>
                        </p:tgtEl>
                        <p:attrNameLst>
                          <p:attrName>ppt_w</p:attrName>
                        </p:attrNameLst>
                      </p:cBhvr>
                      <p:tavLst>
                        <p:tav tm="0">
                          <p:val>
                            <p:fltVal val="0"/>
                          </p:val>
                        </p:tav>
                        <p:tav tm="100000">
                          <p:val>
                            <p:strVal val="#ppt_w"/>
                          </p:val>
                        </p:tav>
                      </p:tavLst>
                    </p:anim>
                    <p:anim calcmode="lin" valueType="num">
                      <p:cBhvr>
                        <p:cTn dur="400" fill="hold"/>
                        <p:tgtEl>
                          <p:spTgt spid="39"/>
                        </p:tgtEl>
                        <p:attrNameLst>
                          <p:attrName>ppt_h</p:attrName>
                        </p:attrNameLst>
                      </p:cBhvr>
                      <p:tavLst>
                        <p:tav tm="0">
                          <p:val>
                            <p:fltVal val="0"/>
                          </p:val>
                        </p:tav>
                        <p:tav tm="100000">
                          <p:val>
                            <p:strVal val="#ppt_h"/>
                          </p:val>
                        </p:tav>
                      </p:tavLst>
                    </p:anim>
                    <p:animEffect transition="in" filter="fade">
                      <p:cBhvr>
                        <p:cTn dur="400"/>
                        <p:tgtEl>
                          <p:spTgt spid="39"/>
                        </p:tgtEl>
                      </p:cBhvr>
                    </p:animEffect>
                  </p:childTnLst>
                </p:cTn>
              </p:par>
            </p:tnLst>
          </p:tmpl>
        </p:tmplLst>
      </p:bldP>
      <p:bldP spid="41" grpId="0" build="p">
        <p:tmplLst>
          <p:tmpl lvl="1">
            <p:tnLst>
              <p:par>
                <p:cTn presetID="53" presetClass="entr" presetSubtype="16" fill="hold" nodeType="afterEffect">
                  <p:stCondLst>
                    <p:cond delay="0"/>
                  </p:stCondLst>
                  <p:childTnLst>
                    <p:set>
                      <p:cBhvr>
                        <p:cTn dur="1" fill="hold">
                          <p:stCondLst>
                            <p:cond delay="0"/>
                          </p:stCondLst>
                        </p:cTn>
                        <p:tgtEl>
                          <p:spTgt spid="41"/>
                        </p:tgtEl>
                        <p:attrNameLst>
                          <p:attrName>style.visibility</p:attrName>
                        </p:attrNameLst>
                      </p:cBhvr>
                      <p:to>
                        <p:strVal val="visible"/>
                      </p:to>
                    </p:set>
                    <p:anim calcmode="lin" valueType="num">
                      <p:cBhvr>
                        <p:cTn dur="400" fill="hold"/>
                        <p:tgtEl>
                          <p:spTgt spid="41"/>
                        </p:tgtEl>
                        <p:attrNameLst>
                          <p:attrName>ppt_w</p:attrName>
                        </p:attrNameLst>
                      </p:cBhvr>
                      <p:tavLst>
                        <p:tav tm="0">
                          <p:val>
                            <p:fltVal val="0"/>
                          </p:val>
                        </p:tav>
                        <p:tav tm="100000">
                          <p:val>
                            <p:strVal val="#ppt_w"/>
                          </p:val>
                        </p:tav>
                      </p:tavLst>
                    </p:anim>
                    <p:anim calcmode="lin" valueType="num">
                      <p:cBhvr>
                        <p:cTn dur="400" fill="hold"/>
                        <p:tgtEl>
                          <p:spTgt spid="41"/>
                        </p:tgtEl>
                        <p:attrNameLst>
                          <p:attrName>ppt_h</p:attrName>
                        </p:attrNameLst>
                      </p:cBhvr>
                      <p:tavLst>
                        <p:tav tm="0">
                          <p:val>
                            <p:fltVal val="0"/>
                          </p:val>
                        </p:tav>
                        <p:tav tm="100000">
                          <p:val>
                            <p:strVal val="#ppt_h"/>
                          </p:val>
                        </p:tav>
                      </p:tavLst>
                    </p:anim>
                    <p:animEffect transition="in" filter="fade">
                      <p:cBhvr>
                        <p:cTn dur="400"/>
                        <p:tgtEl>
                          <p:spTgt spid="41"/>
                        </p:tgtEl>
                      </p:cBhvr>
                    </p:animEffect>
                  </p:childTnLst>
                </p:cTn>
              </p:par>
            </p:tnLst>
          </p:tmpl>
        </p:tmplLst>
      </p:b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42910" y="1643056"/>
            <a:ext cx="1078632" cy="10789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1600" b="1" dirty="0" smtClean="0">
                <a:solidFill>
                  <a:schemeClr val="bg1"/>
                </a:solidFill>
              </a:rPr>
              <a:t>成立人工智能统筹监管机构</a:t>
            </a:r>
            <a:endParaRPr lang="zh-CN" altLang="en-US" sz="1600" b="1" dirty="0" smtClean="0">
              <a:solidFill>
                <a:schemeClr val="bg1"/>
              </a:solidFill>
            </a:endParaRPr>
          </a:p>
          <a:p>
            <a:pPr algn="ctr"/>
            <a:endParaRPr lang="zh-CN" altLang="en-US" dirty="0">
              <a:solidFill>
                <a:schemeClr val="bg1">
                  <a:lumMod val="75000"/>
                </a:schemeClr>
              </a:solidFill>
            </a:endParaRPr>
          </a:p>
        </p:txBody>
      </p:sp>
      <p:sp>
        <p:nvSpPr>
          <p:cNvPr id="21" name="Rectangle 24"/>
          <p:cNvSpPr>
            <a:spLocks noChangeArrowheads="1"/>
          </p:cNvSpPr>
          <p:nvPr/>
        </p:nvSpPr>
        <p:spPr bwMode="auto">
          <a:xfrm>
            <a:off x="1857356" y="1714494"/>
            <a:ext cx="2574727" cy="907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defTabSz="914400">
              <a:lnSpc>
                <a:spcPct val="120000"/>
              </a:lnSpc>
              <a:spcBef>
                <a:spcPts val="300"/>
              </a:spcBef>
              <a:defRPr/>
            </a:pPr>
            <a:r>
              <a:rPr lang="zh-CN" altLang="en-US" sz="1000" dirty="0" smtClean="0">
                <a:solidFill>
                  <a:schemeClr val="bg1">
                    <a:lumMod val="75000"/>
                  </a:schemeClr>
                </a:solidFill>
                <a:latin typeface="微软雅黑" panose="020B0503020204020204" pitchFamily="34" charset="-122"/>
                <a:ea typeface="微软雅黑" panose="020B0503020204020204" pitchFamily="34" charset="-122"/>
              </a:rPr>
              <a:t>越来越多的国家、地区、国际组织、行业协会提出应将监管之手扩展到人工智能方面，尤其涉及机器决策的算法、数据等内容，以保障人工智能安全问题在法律和监管方面得到足够的支持。</a:t>
            </a:r>
            <a:endParaRPr lang="en-US" altLang="zh-CN" sz="1000" dirty="0" smtClean="0">
              <a:solidFill>
                <a:schemeClr val="bg1">
                  <a:lumMod val="75000"/>
                </a:schemeClr>
              </a:solidFill>
              <a:latin typeface="微软雅黑" panose="020B0503020204020204" pitchFamily="34" charset="-122"/>
              <a:ea typeface="微软雅黑" panose="020B0503020204020204" pitchFamily="34" charset="-122"/>
            </a:endParaRPr>
          </a:p>
        </p:txBody>
      </p:sp>
      <p:sp>
        <p:nvSpPr>
          <p:cNvPr id="22" name="矩形 21"/>
          <p:cNvSpPr/>
          <p:nvPr/>
        </p:nvSpPr>
        <p:spPr>
          <a:xfrm>
            <a:off x="4716016" y="1594610"/>
            <a:ext cx="3814915" cy="2306164"/>
          </a:xfrm>
          <a:prstGeom prst="rect">
            <a:avLst/>
          </a:prstGeom>
          <a:blipFill dpi="0" rotWithShape="1">
            <a:blip r:embed="rId1"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a:p>
        </p:txBody>
      </p:sp>
      <p:sp>
        <p:nvSpPr>
          <p:cNvPr id="16385" name="Rectangle 1"/>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Char char="•"/>
            </a:pPr>
            <a:r>
              <a:rPr kumimoji="0" lang="zh-CN" sz="1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成立人工智能统筹监管机构</a:t>
            </a:r>
            <a:endPara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10" name="图片 9"/>
          <p:cNvPicPr/>
          <p:nvPr/>
        </p:nvPicPr>
        <p:blipFill>
          <a:blip r:embed="rId2" cstate="print"/>
          <a:srcRect/>
          <a:stretch>
            <a:fillRect/>
          </a:stretch>
        </p:blipFill>
        <p:spPr bwMode="auto">
          <a:xfrm>
            <a:off x="285720" y="2786064"/>
            <a:ext cx="4293959" cy="2174569"/>
          </a:xfrm>
          <a:prstGeom prst="rect">
            <a:avLst/>
          </a:prstGeom>
          <a:noFill/>
          <a:ln w="9525">
            <a:noFill/>
            <a:miter lim="800000"/>
            <a:headEnd/>
            <a:tailEnd/>
          </a:ln>
        </p:spPr>
      </p:pic>
      <p:sp>
        <p:nvSpPr>
          <p:cNvPr id="11" name="TextBox 10"/>
          <p:cNvSpPr txBox="1"/>
          <p:nvPr/>
        </p:nvSpPr>
        <p:spPr>
          <a:xfrm>
            <a:off x="1071538" y="181259"/>
            <a:ext cx="1928826" cy="461665"/>
          </a:xfrm>
          <a:prstGeom prst="rect">
            <a:avLst/>
          </a:prstGeom>
          <a:noFill/>
        </p:spPr>
        <p:txBody>
          <a:bodyPr wrap="square" rtlCol="0">
            <a:spAutoFit/>
          </a:bodyPr>
          <a:lstStyle/>
          <a:p>
            <a:r>
              <a:rPr lang="zh-CN" altLang="en-US" sz="2400" dirty="0" smtClean="0">
                <a:solidFill>
                  <a:schemeClr val="bg1"/>
                </a:solidFill>
              </a:rPr>
              <a:t>解决方案</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60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12" presetClass="entr" presetSubtype="2" fill="hold" grpId="0" nodeType="withEffect">
                                  <p:stCondLst>
                                    <p:cond delay="1100"/>
                                  </p:stCondLst>
                                  <p:childTnLst>
                                    <p:set>
                                      <p:cBhvr>
                                        <p:cTn id="11" dur="1" fill="hold">
                                          <p:stCondLst>
                                            <p:cond delay="0"/>
                                          </p:stCondLst>
                                        </p:cTn>
                                        <p:tgtEl>
                                          <p:spTgt spid="21"/>
                                        </p:tgtEl>
                                        <p:attrNameLst>
                                          <p:attrName>style.visibility</p:attrName>
                                        </p:attrNameLst>
                                      </p:cBhvr>
                                      <p:to>
                                        <p:strVal val="visible"/>
                                      </p:to>
                                    </p:set>
                                    <p:anim calcmode="lin" valueType="num">
                                      <p:cBhvr additive="base">
                                        <p:cTn id="12" dur="500"/>
                                        <p:tgtEl>
                                          <p:spTgt spid="21"/>
                                        </p:tgtEl>
                                        <p:attrNameLst>
                                          <p:attrName>ppt_x</p:attrName>
                                        </p:attrNameLst>
                                      </p:cBhvr>
                                      <p:tavLst>
                                        <p:tav tm="0">
                                          <p:val>
                                            <p:strVal val="#ppt_x+#ppt_w*1.125000"/>
                                          </p:val>
                                        </p:tav>
                                        <p:tav tm="100000">
                                          <p:val>
                                            <p:strVal val="#ppt_x"/>
                                          </p:val>
                                        </p:tav>
                                      </p:tavLst>
                                    </p:anim>
                                    <p:animEffect transition="in" filter="wipe(left)">
                                      <p:cBhvr>
                                        <p:cTn id="13" dur="500"/>
                                        <p:tgtEl>
                                          <p:spTgt spid="21"/>
                                        </p:tgtEl>
                                      </p:cBhvr>
                                    </p:animEffect>
                                  </p:childTnLst>
                                </p:cTn>
                              </p:par>
                              <p:par>
                                <p:cTn id="14" presetID="42" presetClass="entr" presetSubtype="0" fill="hold" grpId="0" nodeType="withEffect">
                                  <p:stCondLst>
                                    <p:cond delay="16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anim calcmode="lin" valueType="num">
                                      <p:cBhvr>
                                        <p:cTn id="17" dur="500" fill="hold"/>
                                        <p:tgtEl>
                                          <p:spTgt spid="22"/>
                                        </p:tgtEl>
                                        <p:attrNameLst>
                                          <p:attrName>ppt_x</p:attrName>
                                        </p:attrNameLst>
                                      </p:cBhvr>
                                      <p:tavLst>
                                        <p:tav tm="0">
                                          <p:val>
                                            <p:strVal val="#ppt_x"/>
                                          </p:val>
                                        </p:tav>
                                        <p:tav tm="100000">
                                          <p:val>
                                            <p:strVal val="#ppt_x"/>
                                          </p:val>
                                        </p:tav>
                                      </p:tavLst>
                                    </p:anim>
                                    <p:anim calcmode="lin" valueType="num">
                                      <p:cBhvr>
                                        <p:cTn id="18" dur="500" fill="hold"/>
                                        <p:tgtEl>
                                          <p:spTgt spid="22"/>
                                        </p:tgtEl>
                                        <p:attrNameLst>
                                          <p:attrName>ppt_y</p:attrName>
                                        </p:attrNameLst>
                                      </p:cBhvr>
                                      <p:tavLst>
                                        <p:tav tm="0">
                                          <p:val>
                                            <p:strVal val="#ppt_y+.1"/>
                                          </p:val>
                                        </p:tav>
                                        <p:tav tm="100000">
                                          <p:val>
                                            <p:strVal val="#ppt_y"/>
                                          </p:val>
                                        </p:tav>
                                      </p:tavLst>
                                    </p:anim>
                                  </p:childTnLst>
                                </p:cTn>
                              </p:par>
                            </p:childTnLst>
                          </p:cTn>
                        </p:par>
                        <p:par>
                          <p:cTn id="19" fill="hold">
                            <p:stCondLst>
                              <p:cond delay="1100"/>
                            </p:stCondLst>
                            <p:childTnLst>
                              <p:par>
                                <p:cTn id="20" presetID="3" presetClass="entr" presetSubtype="10"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42910" y="1928808"/>
            <a:ext cx="1078632" cy="10789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0"/>
            <a:r>
              <a:rPr lang="zh-CN" altLang="zh-CN" sz="1600" b="1" dirty="0" smtClean="0"/>
              <a:t>构建一个合理的责任体系</a:t>
            </a:r>
            <a:endParaRPr lang="zh-CN" altLang="zh-CN" sz="1600" dirty="0" smtClean="0"/>
          </a:p>
          <a:p>
            <a:pPr algn="ctr"/>
            <a:endParaRPr lang="zh-CN" altLang="en-US" dirty="0">
              <a:solidFill>
                <a:schemeClr val="bg1">
                  <a:lumMod val="75000"/>
                </a:schemeClr>
              </a:solidFill>
            </a:endParaRPr>
          </a:p>
        </p:txBody>
      </p:sp>
      <p:sp>
        <p:nvSpPr>
          <p:cNvPr id="21" name="Rectangle 24"/>
          <p:cNvSpPr>
            <a:spLocks noChangeArrowheads="1"/>
          </p:cNvSpPr>
          <p:nvPr/>
        </p:nvSpPr>
        <p:spPr bwMode="auto">
          <a:xfrm>
            <a:off x="1857356" y="2000246"/>
            <a:ext cx="2574727" cy="795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defTabSz="914400">
              <a:lnSpc>
                <a:spcPct val="120000"/>
              </a:lnSpc>
              <a:spcBef>
                <a:spcPts val="300"/>
              </a:spcBef>
              <a:defRPr/>
            </a:pPr>
            <a:r>
              <a:rPr lang="zh-CN" altLang="en-US" sz="1100" dirty="0" smtClean="0">
                <a:solidFill>
                  <a:schemeClr val="bg1">
                    <a:lumMod val="75000"/>
                  </a:schemeClr>
                </a:solidFill>
                <a:latin typeface="微软雅黑" panose="020B0503020204020204" pitchFamily="34" charset="-122"/>
                <a:ea typeface="微软雅黑" panose="020B0503020204020204" pitchFamily="34" charset="-122"/>
              </a:rPr>
              <a:t>构建一个合理的责任体系，对人工智能项目的设计者、生产者、销售者以及使用者等在内的主体责任义务进行清楚的界定变得十分重要。</a:t>
            </a:r>
            <a:endParaRPr lang="en-US" altLang="zh-CN" sz="1100" dirty="0" smtClean="0">
              <a:solidFill>
                <a:schemeClr val="bg1">
                  <a:lumMod val="75000"/>
                </a:schemeClr>
              </a:solidFill>
              <a:latin typeface="微软雅黑" panose="020B0503020204020204" pitchFamily="34" charset="-122"/>
              <a:ea typeface="微软雅黑" panose="020B0503020204020204" pitchFamily="34" charset="-122"/>
            </a:endParaRPr>
          </a:p>
        </p:txBody>
      </p:sp>
      <p:sp>
        <p:nvSpPr>
          <p:cNvPr id="22" name="矩形 21"/>
          <p:cNvSpPr/>
          <p:nvPr/>
        </p:nvSpPr>
        <p:spPr>
          <a:xfrm>
            <a:off x="4716016" y="1594610"/>
            <a:ext cx="3814915" cy="2306164"/>
          </a:xfrm>
          <a:prstGeom prst="rect">
            <a:avLst/>
          </a:prstGeom>
          <a:blipFill dpi="0" rotWithShape="1">
            <a:blip r:embed="rId1"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a:p>
        </p:txBody>
      </p:sp>
      <p:sp>
        <p:nvSpPr>
          <p:cNvPr id="16385" name="Rectangle 1"/>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Char char="•"/>
            </a:pPr>
            <a:r>
              <a:rPr kumimoji="0" lang="zh-CN" sz="1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成立人工智能统筹监管机构</a:t>
            </a:r>
            <a:endPara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7" name="TextBox 6"/>
          <p:cNvSpPr txBox="1"/>
          <p:nvPr/>
        </p:nvSpPr>
        <p:spPr>
          <a:xfrm>
            <a:off x="1071538" y="181259"/>
            <a:ext cx="1928826" cy="461665"/>
          </a:xfrm>
          <a:prstGeom prst="rect">
            <a:avLst/>
          </a:prstGeom>
          <a:noFill/>
        </p:spPr>
        <p:txBody>
          <a:bodyPr wrap="square" rtlCol="0">
            <a:spAutoFit/>
          </a:bodyPr>
          <a:lstStyle/>
          <a:p>
            <a:r>
              <a:rPr lang="zh-CN" altLang="en-US" sz="2400" dirty="0" smtClean="0">
                <a:solidFill>
                  <a:schemeClr val="bg1"/>
                </a:solidFill>
              </a:rPr>
              <a:t>解决方案</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60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12" presetClass="entr" presetSubtype="2" fill="hold" grpId="0" nodeType="withEffect">
                                  <p:stCondLst>
                                    <p:cond delay="1100"/>
                                  </p:stCondLst>
                                  <p:childTnLst>
                                    <p:set>
                                      <p:cBhvr>
                                        <p:cTn id="11" dur="1" fill="hold">
                                          <p:stCondLst>
                                            <p:cond delay="0"/>
                                          </p:stCondLst>
                                        </p:cTn>
                                        <p:tgtEl>
                                          <p:spTgt spid="21"/>
                                        </p:tgtEl>
                                        <p:attrNameLst>
                                          <p:attrName>style.visibility</p:attrName>
                                        </p:attrNameLst>
                                      </p:cBhvr>
                                      <p:to>
                                        <p:strVal val="visible"/>
                                      </p:to>
                                    </p:set>
                                    <p:anim calcmode="lin" valueType="num">
                                      <p:cBhvr additive="base">
                                        <p:cTn id="12" dur="500"/>
                                        <p:tgtEl>
                                          <p:spTgt spid="21"/>
                                        </p:tgtEl>
                                        <p:attrNameLst>
                                          <p:attrName>ppt_x</p:attrName>
                                        </p:attrNameLst>
                                      </p:cBhvr>
                                      <p:tavLst>
                                        <p:tav tm="0">
                                          <p:val>
                                            <p:strVal val="#ppt_x+#ppt_w*1.125000"/>
                                          </p:val>
                                        </p:tav>
                                        <p:tav tm="100000">
                                          <p:val>
                                            <p:strVal val="#ppt_x"/>
                                          </p:val>
                                        </p:tav>
                                      </p:tavLst>
                                    </p:anim>
                                    <p:animEffect transition="in" filter="wipe(left)">
                                      <p:cBhvr>
                                        <p:cTn id="13" dur="500"/>
                                        <p:tgtEl>
                                          <p:spTgt spid="21"/>
                                        </p:tgtEl>
                                      </p:cBhvr>
                                    </p:animEffect>
                                  </p:childTnLst>
                                </p:cTn>
                              </p:par>
                              <p:par>
                                <p:cTn id="14" presetID="42" presetClass="entr" presetSubtype="0" fill="hold" grpId="0" nodeType="withEffect">
                                  <p:stCondLst>
                                    <p:cond delay="16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anim calcmode="lin" valueType="num">
                                      <p:cBhvr>
                                        <p:cTn id="17" dur="500" fill="hold"/>
                                        <p:tgtEl>
                                          <p:spTgt spid="22"/>
                                        </p:tgtEl>
                                        <p:attrNameLst>
                                          <p:attrName>ppt_x</p:attrName>
                                        </p:attrNameLst>
                                      </p:cBhvr>
                                      <p:tavLst>
                                        <p:tav tm="0">
                                          <p:val>
                                            <p:strVal val="#ppt_x"/>
                                          </p:val>
                                        </p:tav>
                                        <p:tav tm="100000">
                                          <p:val>
                                            <p:strVal val="#ppt_x"/>
                                          </p:val>
                                        </p:tav>
                                      </p:tavLst>
                                    </p:anim>
                                    <p:anim calcmode="lin" valueType="num">
                                      <p:cBhvr>
                                        <p:cTn id="18"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p:bldP spid="2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42910" y="1928808"/>
            <a:ext cx="1078632" cy="10789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0"/>
            <a:r>
              <a:rPr lang="zh-CN" altLang="zh-CN" sz="1600" b="1" dirty="0" smtClean="0"/>
              <a:t>标准化测试方法</a:t>
            </a:r>
            <a:endParaRPr lang="zh-CN" altLang="zh-CN" sz="1600" dirty="0" smtClean="0"/>
          </a:p>
        </p:txBody>
      </p:sp>
      <p:sp>
        <p:nvSpPr>
          <p:cNvPr id="21" name="Rectangle 24"/>
          <p:cNvSpPr>
            <a:spLocks noChangeArrowheads="1"/>
          </p:cNvSpPr>
          <p:nvPr/>
        </p:nvSpPr>
        <p:spPr bwMode="auto">
          <a:xfrm>
            <a:off x="1857356" y="2000246"/>
            <a:ext cx="2574727" cy="1036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defTabSz="914400">
              <a:lnSpc>
                <a:spcPct val="120000"/>
              </a:lnSpc>
              <a:spcBef>
                <a:spcPts val="300"/>
              </a:spcBef>
              <a:defRPr/>
            </a:pPr>
            <a:r>
              <a:rPr lang="zh-CN" altLang="en-US" sz="1100" dirty="0" smtClean="0">
                <a:solidFill>
                  <a:schemeClr val="bg1">
                    <a:lumMod val="75000"/>
                  </a:schemeClr>
                </a:solidFill>
                <a:latin typeface="微软雅黑" panose="020B0503020204020204" pitchFamily="34" charset="-122"/>
                <a:ea typeface="微软雅黑" panose="020B0503020204020204" pitchFamily="34" charset="-122"/>
              </a:rPr>
              <a:t>人工智能技术必须满足客观的标准从而保证对安全性、可信赖性、可追溯性、隐私保护等方面的要求。为了更有效的评估人工智能技术，相关的测试方法必须标准化，并创建人工智能技术基准。</a:t>
            </a:r>
            <a:endParaRPr lang="en-US" altLang="zh-CN" sz="1100" dirty="0" smtClean="0">
              <a:solidFill>
                <a:schemeClr val="bg1">
                  <a:lumMod val="75000"/>
                </a:schemeClr>
              </a:solidFill>
              <a:latin typeface="微软雅黑" panose="020B0503020204020204" pitchFamily="34" charset="-122"/>
              <a:ea typeface="微软雅黑" panose="020B0503020204020204" pitchFamily="34" charset="-122"/>
            </a:endParaRPr>
          </a:p>
        </p:txBody>
      </p:sp>
      <p:sp>
        <p:nvSpPr>
          <p:cNvPr id="22" name="矩形 21"/>
          <p:cNvSpPr/>
          <p:nvPr/>
        </p:nvSpPr>
        <p:spPr>
          <a:xfrm>
            <a:off x="4716016" y="1594610"/>
            <a:ext cx="3814915" cy="2306164"/>
          </a:xfrm>
          <a:prstGeom prst="rect">
            <a:avLst/>
          </a:prstGeom>
          <a:blipFill dpi="0" rotWithShape="1">
            <a:blip r:embed="rId1"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a:p>
        </p:txBody>
      </p:sp>
      <p:sp>
        <p:nvSpPr>
          <p:cNvPr id="16385" name="Rectangle 1"/>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Char char="•"/>
            </a:pPr>
            <a:r>
              <a:rPr kumimoji="0" lang="zh-CN" sz="1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成立人工智能统筹监管机构</a:t>
            </a:r>
            <a:endPara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TextBox 5"/>
          <p:cNvSpPr txBox="1"/>
          <p:nvPr/>
        </p:nvSpPr>
        <p:spPr>
          <a:xfrm>
            <a:off x="1071538" y="181259"/>
            <a:ext cx="1928826" cy="461665"/>
          </a:xfrm>
          <a:prstGeom prst="rect">
            <a:avLst/>
          </a:prstGeom>
          <a:noFill/>
        </p:spPr>
        <p:txBody>
          <a:bodyPr wrap="square" rtlCol="0">
            <a:spAutoFit/>
          </a:bodyPr>
          <a:lstStyle/>
          <a:p>
            <a:r>
              <a:rPr lang="zh-CN" altLang="en-US" sz="2400" dirty="0" smtClean="0">
                <a:solidFill>
                  <a:schemeClr val="bg1"/>
                </a:solidFill>
              </a:rPr>
              <a:t>解决方案</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60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12" presetClass="entr" presetSubtype="2" fill="hold" grpId="0" nodeType="withEffect">
                                  <p:stCondLst>
                                    <p:cond delay="1100"/>
                                  </p:stCondLst>
                                  <p:childTnLst>
                                    <p:set>
                                      <p:cBhvr>
                                        <p:cTn id="11" dur="1" fill="hold">
                                          <p:stCondLst>
                                            <p:cond delay="0"/>
                                          </p:stCondLst>
                                        </p:cTn>
                                        <p:tgtEl>
                                          <p:spTgt spid="21"/>
                                        </p:tgtEl>
                                        <p:attrNameLst>
                                          <p:attrName>style.visibility</p:attrName>
                                        </p:attrNameLst>
                                      </p:cBhvr>
                                      <p:to>
                                        <p:strVal val="visible"/>
                                      </p:to>
                                    </p:set>
                                    <p:anim calcmode="lin" valueType="num">
                                      <p:cBhvr additive="base">
                                        <p:cTn id="12" dur="500"/>
                                        <p:tgtEl>
                                          <p:spTgt spid="21"/>
                                        </p:tgtEl>
                                        <p:attrNameLst>
                                          <p:attrName>ppt_x</p:attrName>
                                        </p:attrNameLst>
                                      </p:cBhvr>
                                      <p:tavLst>
                                        <p:tav tm="0">
                                          <p:val>
                                            <p:strVal val="#ppt_x+#ppt_w*1.125000"/>
                                          </p:val>
                                        </p:tav>
                                        <p:tav tm="100000">
                                          <p:val>
                                            <p:strVal val="#ppt_x"/>
                                          </p:val>
                                        </p:tav>
                                      </p:tavLst>
                                    </p:anim>
                                    <p:animEffect transition="in" filter="wipe(left)">
                                      <p:cBhvr>
                                        <p:cTn id="13" dur="500"/>
                                        <p:tgtEl>
                                          <p:spTgt spid="21"/>
                                        </p:tgtEl>
                                      </p:cBhvr>
                                    </p:animEffect>
                                  </p:childTnLst>
                                </p:cTn>
                              </p:par>
                              <p:par>
                                <p:cTn id="14" presetID="42" presetClass="entr" presetSubtype="0" fill="hold" grpId="0" nodeType="withEffect">
                                  <p:stCondLst>
                                    <p:cond delay="16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anim calcmode="lin" valueType="num">
                                      <p:cBhvr>
                                        <p:cTn id="17" dur="500" fill="hold"/>
                                        <p:tgtEl>
                                          <p:spTgt spid="22"/>
                                        </p:tgtEl>
                                        <p:attrNameLst>
                                          <p:attrName>ppt_x</p:attrName>
                                        </p:attrNameLst>
                                      </p:cBhvr>
                                      <p:tavLst>
                                        <p:tav tm="0">
                                          <p:val>
                                            <p:strVal val="#ppt_x"/>
                                          </p:val>
                                        </p:tav>
                                        <p:tav tm="100000">
                                          <p:val>
                                            <p:strVal val="#ppt_x"/>
                                          </p:val>
                                        </p:tav>
                                      </p:tavLst>
                                    </p:anim>
                                    <p:anim calcmode="lin" valueType="num">
                                      <p:cBhvr>
                                        <p:cTn id="18"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p:bldP spid="2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42910" y="1928808"/>
            <a:ext cx="1078632" cy="10789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0"/>
            <a:r>
              <a:rPr lang="zh-CN" altLang="zh-CN" sz="1600" b="1" dirty="0" smtClean="0"/>
              <a:t>最小化算法歧视</a:t>
            </a:r>
            <a:endParaRPr lang="zh-CN" altLang="zh-CN" sz="1600" dirty="0"/>
          </a:p>
        </p:txBody>
      </p:sp>
      <p:sp>
        <p:nvSpPr>
          <p:cNvPr id="21" name="Rectangle 24"/>
          <p:cNvSpPr>
            <a:spLocks noChangeArrowheads="1"/>
          </p:cNvSpPr>
          <p:nvPr/>
        </p:nvSpPr>
        <p:spPr bwMode="auto">
          <a:xfrm>
            <a:off x="1857356" y="1928808"/>
            <a:ext cx="2574727" cy="1201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defTabSz="914400">
              <a:lnSpc>
                <a:spcPct val="120000"/>
              </a:lnSpc>
              <a:spcBef>
                <a:spcPts val="300"/>
              </a:spcBef>
              <a:defRPr/>
            </a:pPr>
            <a:r>
              <a:rPr lang="zh-CN" altLang="en-US" sz="1100" dirty="0" smtClean="0">
                <a:solidFill>
                  <a:schemeClr val="bg1">
                    <a:lumMod val="75000"/>
                  </a:schemeClr>
                </a:solidFill>
                <a:latin typeface="微软雅黑" panose="020B0503020204020204" pitchFamily="34" charset="-122"/>
                <a:ea typeface="微软雅黑" panose="020B0503020204020204" pitchFamily="34" charset="-122"/>
              </a:rPr>
              <a:t>人们需要摒弃算法本质上是公平的误解，考虑如何通过设计降低算法和人工智能系统的不公平性。同时一些研究机构还指出，程序员在编辑代码指引每个人的生活时，应该充分认识到其对伦理道德与社会敏感性的影响。</a:t>
            </a:r>
            <a:endParaRPr lang="en-US" altLang="zh-CN" sz="1100" dirty="0" smtClean="0">
              <a:solidFill>
                <a:schemeClr val="bg1">
                  <a:lumMod val="75000"/>
                </a:schemeClr>
              </a:solidFill>
              <a:latin typeface="微软雅黑" panose="020B0503020204020204" pitchFamily="34" charset="-122"/>
              <a:ea typeface="微软雅黑" panose="020B0503020204020204" pitchFamily="34" charset="-122"/>
            </a:endParaRPr>
          </a:p>
        </p:txBody>
      </p:sp>
      <p:sp>
        <p:nvSpPr>
          <p:cNvPr id="22" name="矩形 21"/>
          <p:cNvSpPr/>
          <p:nvPr/>
        </p:nvSpPr>
        <p:spPr>
          <a:xfrm>
            <a:off x="4716016" y="1594610"/>
            <a:ext cx="3814915" cy="2306164"/>
          </a:xfrm>
          <a:prstGeom prst="rect">
            <a:avLst/>
          </a:prstGeom>
          <a:blipFill dpi="0" rotWithShape="1">
            <a:blip r:embed="rId1"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a:p>
        </p:txBody>
      </p:sp>
      <p:sp>
        <p:nvSpPr>
          <p:cNvPr id="16385" name="Rectangle 1"/>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Char char="•"/>
            </a:pPr>
            <a:r>
              <a:rPr kumimoji="0" lang="zh-CN" sz="1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成立人工智能统筹监管机构</a:t>
            </a:r>
            <a:endPara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TextBox 5"/>
          <p:cNvSpPr txBox="1"/>
          <p:nvPr/>
        </p:nvSpPr>
        <p:spPr>
          <a:xfrm>
            <a:off x="1071538" y="181259"/>
            <a:ext cx="1928826" cy="461665"/>
          </a:xfrm>
          <a:prstGeom prst="rect">
            <a:avLst/>
          </a:prstGeom>
          <a:noFill/>
        </p:spPr>
        <p:txBody>
          <a:bodyPr wrap="square" rtlCol="0">
            <a:spAutoFit/>
          </a:bodyPr>
          <a:lstStyle/>
          <a:p>
            <a:r>
              <a:rPr lang="zh-CN" altLang="en-US" sz="2400" dirty="0" smtClean="0">
                <a:solidFill>
                  <a:schemeClr val="bg1"/>
                </a:solidFill>
              </a:rPr>
              <a:t>解决方案</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60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12" presetClass="entr" presetSubtype="2" fill="hold" grpId="0" nodeType="withEffect">
                                  <p:stCondLst>
                                    <p:cond delay="1100"/>
                                  </p:stCondLst>
                                  <p:childTnLst>
                                    <p:set>
                                      <p:cBhvr>
                                        <p:cTn id="11" dur="1" fill="hold">
                                          <p:stCondLst>
                                            <p:cond delay="0"/>
                                          </p:stCondLst>
                                        </p:cTn>
                                        <p:tgtEl>
                                          <p:spTgt spid="21"/>
                                        </p:tgtEl>
                                        <p:attrNameLst>
                                          <p:attrName>style.visibility</p:attrName>
                                        </p:attrNameLst>
                                      </p:cBhvr>
                                      <p:to>
                                        <p:strVal val="visible"/>
                                      </p:to>
                                    </p:set>
                                    <p:anim calcmode="lin" valueType="num">
                                      <p:cBhvr additive="base">
                                        <p:cTn id="12" dur="500"/>
                                        <p:tgtEl>
                                          <p:spTgt spid="21"/>
                                        </p:tgtEl>
                                        <p:attrNameLst>
                                          <p:attrName>ppt_x</p:attrName>
                                        </p:attrNameLst>
                                      </p:cBhvr>
                                      <p:tavLst>
                                        <p:tav tm="0">
                                          <p:val>
                                            <p:strVal val="#ppt_x+#ppt_w*1.125000"/>
                                          </p:val>
                                        </p:tav>
                                        <p:tav tm="100000">
                                          <p:val>
                                            <p:strVal val="#ppt_x"/>
                                          </p:val>
                                        </p:tav>
                                      </p:tavLst>
                                    </p:anim>
                                    <p:animEffect transition="in" filter="wipe(left)">
                                      <p:cBhvr>
                                        <p:cTn id="13" dur="500"/>
                                        <p:tgtEl>
                                          <p:spTgt spid="21"/>
                                        </p:tgtEl>
                                      </p:cBhvr>
                                    </p:animEffect>
                                  </p:childTnLst>
                                </p:cTn>
                              </p:par>
                              <p:par>
                                <p:cTn id="14" presetID="42" presetClass="entr" presetSubtype="0" fill="hold" grpId="0" nodeType="withEffect">
                                  <p:stCondLst>
                                    <p:cond delay="16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anim calcmode="lin" valueType="num">
                                      <p:cBhvr>
                                        <p:cTn id="17" dur="500" fill="hold"/>
                                        <p:tgtEl>
                                          <p:spTgt spid="22"/>
                                        </p:tgtEl>
                                        <p:attrNameLst>
                                          <p:attrName>ppt_x</p:attrName>
                                        </p:attrNameLst>
                                      </p:cBhvr>
                                      <p:tavLst>
                                        <p:tav tm="0">
                                          <p:val>
                                            <p:strVal val="#ppt_x"/>
                                          </p:val>
                                        </p:tav>
                                        <p:tav tm="100000">
                                          <p:val>
                                            <p:strVal val="#ppt_x"/>
                                          </p:val>
                                        </p:tav>
                                      </p:tavLst>
                                    </p:anim>
                                    <p:anim calcmode="lin" valueType="num">
                                      <p:cBhvr>
                                        <p:cTn id="18"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p:bldP spid="2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42910" y="1928808"/>
            <a:ext cx="1078632" cy="10789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0"/>
            <a:r>
              <a:rPr lang="zh-CN" altLang="zh-CN" sz="1600" b="1" dirty="0" smtClean="0"/>
              <a:t>增加道德代码</a:t>
            </a:r>
            <a:endParaRPr lang="zh-CN" altLang="zh-CN" sz="1600" dirty="0"/>
          </a:p>
        </p:txBody>
      </p:sp>
      <p:sp>
        <p:nvSpPr>
          <p:cNvPr id="21" name="Rectangle 24"/>
          <p:cNvSpPr>
            <a:spLocks noChangeArrowheads="1"/>
          </p:cNvSpPr>
          <p:nvPr/>
        </p:nvSpPr>
        <p:spPr bwMode="auto">
          <a:xfrm>
            <a:off x="1857356" y="1928808"/>
            <a:ext cx="2574727" cy="99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defTabSz="914400">
              <a:lnSpc>
                <a:spcPct val="120000"/>
              </a:lnSpc>
              <a:spcBef>
                <a:spcPts val="300"/>
              </a:spcBef>
              <a:defRPr/>
            </a:pPr>
            <a:r>
              <a:rPr lang="zh-CN" altLang="en-US" sz="1100" dirty="0" smtClean="0">
                <a:solidFill>
                  <a:schemeClr val="bg1">
                    <a:lumMod val="75000"/>
                  </a:schemeClr>
                </a:solidFill>
                <a:latin typeface="微软雅黑" panose="020B0503020204020204" pitchFamily="34" charset="-122"/>
                <a:ea typeface="微软雅黑" panose="020B0503020204020204" pitchFamily="34" charset="-122"/>
              </a:rPr>
              <a:t>在设计智能机器时，人们需要对智能机器这一能动者提出类似人类的法律、伦理等道义要求，确保机器做出的决策可以像人类一样合情理、合法律，且具有相应的外在约束和制裁机制。</a:t>
            </a:r>
            <a:endParaRPr lang="en-US" altLang="zh-CN" sz="1100" dirty="0" smtClean="0">
              <a:solidFill>
                <a:schemeClr val="bg1">
                  <a:lumMod val="75000"/>
                </a:schemeClr>
              </a:solidFill>
              <a:latin typeface="微软雅黑" panose="020B0503020204020204" pitchFamily="34" charset="-122"/>
              <a:ea typeface="微软雅黑" panose="020B0503020204020204" pitchFamily="34" charset="-122"/>
            </a:endParaRPr>
          </a:p>
        </p:txBody>
      </p:sp>
      <p:sp>
        <p:nvSpPr>
          <p:cNvPr id="22" name="矩形 21"/>
          <p:cNvSpPr/>
          <p:nvPr/>
        </p:nvSpPr>
        <p:spPr>
          <a:xfrm>
            <a:off x="4716016" y="1594610"/>
            <a:ext cx="3814915" cy="2306164"/>
          </a:xfrm>
          <a:prstGeom prst="rect">
            <a:avLst/>
          </a:prstGeom>
          <a:blipFill dpi="0" rotWithShape="1">
            <a:blip r:embed="rId1"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a:p>
        </p:txBody>
      </p:sp>
      <p:sp>
        <p:nvSpPr>
          <p:cNvPr id="16385" name="Rectangle 1"/>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Char char="•"/>
            </a:pPr>
            <a:r>
              <a:rPr kumimoji="0" lang="zh-CN" sz="1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成立人工智能统筹监管机构</a:t>
            </a:r>
            <a:endPara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TextBox 5"/>
          <p:cNvSpPr txBox="1"/>
          <p:nvPr/>
        </p:nvSpPr>
        <p:spPr>
          <a:xfrm>
            <a:off x="1071538" y="181259"/>
            <a:ext cx="1928826" cy="461665"/>
          </a:xfrm>
          <a:prstGeom prst="rect">
            <a:avLst/>
          </a:prstGeom>
          <a:noFill/>
        </p:spPr>
        <p:txBody>
          <a:bodyPr wrap="square" rtlCol="0">
            <a:spAutoFit/>
          </a:bodyPr>
          <a:lstStyle/>
          <a:p>
            <a:r>
              <a:rPr lang="zh-CN" altLang="en-US" sz="2400" dirty="0" smtClean="0">
                <a:solidFill>
                  <a:schemeClr val="bg1"/>
                </a:solidFill>
              </a:rPr>
              <a:t>解决方案</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60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12" presetClass="entr" presetSubtype="2" fill="hold" grpId="0" nodeType="withEffect">
                                  <p:stCondLst>
                                    <p:cond delay="1100"/>
                                  </p:stCondLst>
                                  <p:childTnLst>
                                    <p:set>
                                      <p:cBhvr>
                                        <p:cTn id="11" dur="1" fill="hold">
                                          <p:stCondLst>
                                            <p:cond delay="0"/>
                                          </p:stCondLst>
                                        </p:cTn>
                                        <p:tgtEl>
                                          <p:spTgt spid="21"/>
                                        </p:tgtEl>
                                        <p:attrNameLst>
                                          <p:attrName>style.visibility</p:attrName>
                                        </p:attrNameLst>
                                      </p:cBhvr>
                                      <p:to>
                                        <p:strVal val="visible"/>
                                      </p:to>
                                    </p:set>
                                    <p:anim calcmode="lin" valueType="num">
                                      <p:cBhvr additive="base">
                                        <p:cTn id="12" dur="500"/>
                                        <p:tgtEl>
                                          <p:spTgt spid="21"/>
                                        </p:tgtEl>
                                        <p:attrNameLst>
                                          <p:attrName>ppt_x</p:attrName>
                                        </p:attrNameLst>
                                      </p:cBhvr>
                                      <p:tavLst>
                                        <p:tav tm="0">
                                          <p:val>
                                            <p:strVal val="#ppt_x+#ppt_w*1.125000"/>
                                          </p:val>
                                        </p:tav>
                                        <p:tav tm="100000">
                                          <p:val>
                                            <p:strVal val="#ppt_x"/>
                                          </p:val>
                                        </p:tav>
                                      </p:tavLst>
                                    </p:anim>
                                    <p:animEffect transition="in" filter="wipe(left)">
                                      <p:cBhvr>
                                        <p:cTn id="13" dur="500"/>
                                        <p:tgtEl>
                                          <p:spTgt spid="21"/>
                                        </p:tgtEl>
                                      </p:cBhvr>
                                    </p:animEffect>
                                  </p:childTnLst>
                                </p:cTn>
                              </p:par>
                              <p:par>
                                <p:cTn id="14" presetID="42" presetClass="entr" presetSubtype="0" fill="hold" grpId="0" nodeType="withEffect">
                                  <p:stCondLst>
                                    <p:cond delay="16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anim calcmode="lin" valueType="num">
                                      <p:cBhvr>
                                        <p:cTn id="17" dur="500" fill="hold"/>
                                        <p:tgtEl>
                                          <p:spTgt spid="22"/>
                                        </p:tgtEl>
                                        <p:attrNameLst>
                                          <p:attrName>ppt_x</p:attrName>
                                        </p:attrNameLst>
                                      </p:cBhvr>
                                      <p:tavLst>
                                        <p:tav tm="0">
                                          <p:val>
                                            <p:strVal val="#ppt_x"/>
                                          </p:val>
                                        </p:tav>
                                        <p:tav tm="100000">
                                          <p:val>
                                            <p:strVal val="#ppt_x"/>
                                          </p:val>
                                        </p:tav>
                                      </p:tavLst>
                                    </p:anim>
                                    <p:anim calcmode="lin" valueType="num">
                                      <p:cBhvr>
                                        <p:cTn id="18"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a:spLocks noChangeArrowheads="1"/>
          </p:cNvSpPr>
          <p:nvPr/>
        </p:nvSpPr>
        <p:spPr bwMode="auto">
          <a:xfrm>
            <a:off x="566739" y="1000114"/>
            <a:ext cx="8016875" cy="819445"/>
          </a:xfrm>
          <a:prstGeom prst="rect">
            <a:avLst/>
          </a:prstGeom>
          <a:noFill/>
          <a:ln w="9525">
            <a:noFill/>
            <a:miter lim="800000"/>
          </a:ln>
        </p:spPr>
        <p:txBody>
          <a:bodyPr lIns="91431" tIns="45715" rIns="91431" bIns="45715">
            <a:spAutoFit/>
          </a:bodyPr>
          <a:lstStyle/>
          <a:p>
            <a:pPr>
              <a:lnSpc>
                <a:spcPct val="150000"/>
              </a:lnSpc>
              <a:spcBef>
                <a:spcPts val="600"/>
              </a:spcBef>
              <a:spcAft>
                <a:spcPts val="600"/>
              </a:spcAft>
            </a:pPr>
            <a:r>
              <a:rPr lang="zh-CN" altLang="en-US" sz="1050" dirty="0" smtClean="0">
                <a:solidFill>
                  <a:schemeClr val="bg1">
                    <a:lumMod val="75000"/>
                  </a:schemeClr>
                </a:solidFill>
                <a:latin typeface="微软雅黑" panose="020B0503020204020204" pitchFamily="34" charset="-122"/>
                <a:ea typeface="微软雅黑" panose="020B0503020204020204" pitchFamily="34" charset="-122"/>
              </a:rPr>
              <a:t>人工智能的影响是世界性的，革命性的，会带来经济、社会、法律、监管等一系列问题，甚至可能颠覆现有的治理体系。当前，人工智能发展与有关法律的冲突、缺失问题开始显现，社会关注度不断提升。加强相关法律、伦理和社会问题研究、建立保障人工智能健康发展的法律法规和伦理道德框架是值得关注的重大命题。</a:t>
            </a:r>
            <a:endParaRPr lang="zh-CN" altLang="en-US" sz="105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28" name="图片 27"/>
          <p:cNvPicPr>
            <a:picLocks noChangeAspect="1" noChangeArrowheads="1"/>
          </p:cNvPicPr>
          <p:nvPr/>
        </p:nvPicPr>
        <p:blipFill>
          <a:blip r:embed="rId1" cstate="print"/>
          <a:stretch>
            <a:fillRect/>
          </a:stretch>
        </p:blipFill>
        <p:spPr bwMode="auto">
          <a:xfrm>
            <a:off x="1857356" y="2143122"/>
            <a:ext cx="5305592" cy="2419350"/>
          </a:xfrm>
          <a:prstGeom prst="rect">
            <a:avLst/>
          </a:prstGeom>
          <a:noFill/>
          <a:ln w="9525">
            <a:noFill/>
            <a:miter lim="800000"/>
            <a:headEnd/>
            <a:tailEnd/>
          </a:ln>
        </p:spPr>
      </p:pic>
      <p:sp>
        <p:nvSpPr>
          <p:cNvPr id="6" name="TextBox 5"/>
          <p:cNvSpPr txBox="1"/>
          <p:nvPr/>
        </p:nvSpPr>
        <p:spPr>
          <a:xfrm>
            <a:off x="1071538" y="181259"/>
            <a:ext cx="1928826" cy="461665"/>
          </a:xfrm>
          <a:prstGeom prst="rect">
            <a:avLst/>
          </a:prstGeom>
          <a:noFill/>
        </p:spPr>
        <p:txBody>
          <a:bodyPr wrap="square" rtlCol="0">
            <a:spAutoFit/>
          </a:bodyPr>
          <a:lstStyle/>
          <a:p>
            <a:r>
              <a:rPr lang="zh-CN" altLang="en-US" sz="2400" dirty="0" smtClean="0">
                <a:solidFill>
                  <a:schemeClr val="bg1"/>
                </a:solidFill>
              </a:rPr>
              <a:t>解决方案</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7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8000"/>
                                  </p:iterate>
                                  <p:childTnLst>
                                    <p:set>
                                      <p:cBhvr>
                                        <p:cTn id="6" dur="1" fill="hold">
                                          <p:stCondLst>
                                            <p:cond delay="0"/>
                                          </p:stCondLst>
                                        </p:cTn>
                                        <p:tgtEl>
                                          <p:spTgt spid="27"/>
                                        </p:tgtEl>
                                        <p:attrNameLst>
                                          <p:attrName>style.visibility</p:attrName>
                                        </p:attrNameLst>
                                      </p:cBhvr>
                                      <p:to>
                                        <p:strVal val="visible"/>
                                      </p:to>
                                    </p:set>
                                    <p:animEffect transition="in" filter="wipe(left)">
                                      <p:cBhvr>
                                        <p:cTn id="7" dur="300"/>
                                        <p:tgtEl>
                                          <p:spTgt spid="27"/>
                                        </p:tgtEl>
                                      </p:cBhvr>
                                    </p:animEffect>
                                  </p:childTnLst>
                                </p:cTn>
                              </p:par>
                            </p:childTnLst>
                          </p:cTn>
                        </p:par>
                        <p:par>
                          <p:cTn id="8" fill="hold">
                            <p:stCondLst>
                              <p:cond delay="3684"/>
                            </p:stCondLst>
                            <p:childTnLst>
                              <p:par>
                                <p:cTn id="9" presetID="22" presetClass="entr" presetSubtype="2"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right)">
                                      <p:cBhvr>
                                        <p:cTn id="1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tags/tag1.xml><?xml version="1.0" encoding="utf-8"?>
<p:tagLst xmlns:p="http://schemas.openxmlformats.org/presentationml/2006/main">
  <p:tag name="ISPRING_PRESENTATION_TITLE" val="人工智能工业机器人信息化高科技PPT模版"/>
</p:tagLst>
</file>

<file path=ppt/theme/theme1.xml><?xml version="1.0" encoding="utf-8"?>
<a:theme xmlns:a="http://schemas.openxmlformats.org/drawingml/2006/main" name="Office 主题​​">
  <a:themeElements>
    <a:clrScheme name="自定义 1165">
      <a:dk1>
        <a:sysClr val="windowText" lastClr="000000"/>
      </a:dk1>
      <a:lt1>
        <a:sysClr val="window" lastClr="FFFFFF"/>
      </a:lt1>
      <a:dk2>
        <a:srgbClr val="1F497D"/>
      </a:dk2>
      <a:lt2>
        <a:srgbClr val="EEECE1"/>
      </a:lt2>
      <a:accent1>
        <a:srgbClr val="007FA2"/>
      </a:accent1>
      <a:accent2>
        <a:srgbClr val="00B0F0"/>
      </a:accent2>
      <a:accent3>
        <a:srgbClr val="007FA2"/>
      </a:accent3>
      <a:accent4>
        <a:srgbClr val="00B0F0"/>
      </a:accent4>
      <a:accent5>
        <a:srgbClr val="007FA2"/>
      </a:accent5>
      <a:accent6>
        <a:srgbClr val="00B0F0"/>
      </a:accent6>
      <a:hlink>
        <a:srgbClr val="007FA2"/>
      </a:hlink>
      <a:folHlink>
        <a:srgbClr val="FF495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3185</Words>
  <Application>WPS 演示</Application>
  <PresentationFormat>全屏显示(16:9)</PresentationFormat>
  <Paragraphs>323</Paragraphs>
  <Slides>25</Slides>
  <Notes>25</Notes>
  <HiddenSlides>0</HiddenSlides>
  <MMClips>1</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25</vt:i4>
      </vt:variant>
    </vt:vector>
  </HeadingPairs>
  <TitlesOfParts>
    <vt:vector size="48" baseType="lpstr">
      <vt:lpstr>Arial</vt:lpstr>
      <vt:lpstr>宋体</vt:lpstr>
      <vt:lpstr>Wingdings</vt:lpstr>
      <vt:lpstr>微软雅黑</vt:lpstr>
      <vt:lpstr>Open Sans</vt:lpstr>
      <vt:lpstr>Segoe Print</vt:lpstr>
      <vt:lpstr>冬青黑体简体中文 W3</vt:lpstr>
      <vt:lpstr>Lato Regular</vt:lpstr>
      <vt:lpstr>Lato Light</vt:lpstr>
      <vt:lpstr>Agency FB</vt:lpstr>
      <vt:lpstr>Trebuchet MS</vt:lpstr>
      <vt:lpstr>Roboto</vt:lpstr>
      <vt:lpstr>Verdana</vt:lpstr>
      <vt:lpstr>Times New Roman</vt:lpstr>
      <vt:lpstr>Clear Sans Light</vt:lpstr>
      <vt:lpstr>Yu Gothic UI Light</vt:lpstr>
      <vt:lpstr>华文黑体</vt:lpstr>
      <vt:lpstr>黑体</vt:lpstr>
      <vt:lpstr>Arial Unicode MS</vt:lpstr>
      <vt:lpstr>Calibri</vt:lpstr>
      <vt:lpstr>Times New Roman</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熊猫办公</dc:title>
  <dc:creator>wangyan</dc:creator>
  <cp:lastModifiedBy>Mr Nie</cp:lastModifiedBy>
  <cp:revision>19</cp:revision>
  <dcterms:created xsi:type="dcterms:W3CDTF">2014-11-09T01:07:00Z</dcterms:created>
  <dcterms:modified xsi:type="dcterms:W3CDTF">2020-07-01T07:34:46Z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2052-11.1.0.9740</vt:lpwstr>
  </property>
</Properties>
</file>