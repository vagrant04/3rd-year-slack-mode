
<file path=[Content_Types].xml><?xml version="1.0" encoding="utf-8"?>
<Types xmlns="http://schemas.openxmlformats.org/package/2006/content-types">
  <Default Extension="jpeg" ContentType="image/jpeg"/>
  <Default Extension="png" ContentType="image/png"/>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5" r:id="rId3"/>
    <p:sldMasterId id="2147483660" r:id="rId4"/>
  </p:sldMasterIdLst>
  <p:notesMasterIdLst>
    <p:notesMasterId r:id="rId6"/>
  </p:notesMasterIdLst>
  <p:sldIdLst>
    <p:sldId id="256" r:id="rId5"/>
    <p:sldId id="266" r:id="rId7"/>
    <p:sldId id="262" r:id="rId8"/>
    <p:sldId id="272" r:id="rId9"/>
    <p:sldId id="1721" r:id="rId10"/>
    <p:sldId id="1724" r:id="rId11"/>
    <p:sldId id="1725" r:id="rId12"/>
    <p:sldId id="1741" r:id="rId13"/>
    <p:sldId id="1744" r:id="rId14"/>
    <p:sldId id="1743" r:id="rId15"/>
    <p:sldId id="1735" r:id="rId16"/>
    <p:sldId id="1745" r:id="rId17"/>
    <p:sldId id="1746" r:id="rId18"/>
    <p:sldId id="1748" r:id="rId19"/>
    <p:sldId id="1749" r:id="rId20"/>
    <p:sldId id="1750" r:id="rId21"/>
    <p:sldId id="1742" r:id="rId22"/>
    <p:sldId id="1726" r:id="rId23"/>
    <p:sldId id="1752" r:id="rId24"/>
    <p:sldId id="1751" r:id="rId25"/>
    <p:sldId id="1753" r:id="rId26"/>
    <p:sldId id="1728" r:id="rId27"/>
    <p:sldId id="1754" r:id="rId28"/>
    <p:sldId id="1757" r:id="rId29"/>
    <p:sldId id="1759" r:id="rId30"/>
    <p:sldId id="1760" r:id="rId31"/>
    <p:sldId id="1755" r:id="rId32"/>
    <p:sldId id="1758" r:id="rId33"/>
    <p:sldId id="1729" r:id="rId34"/>
    <p:sldId id="1761" r:id="rId35"/>
    <p:sldId id="1734" r:id="rId36"/>
    <p:sldId id="1762" r:id="rId37"/>
    <p:sldId id="1717" r:id="rId38"/>
    <p:sldId id="1764" r:id="rId39"/>
    <p:sldId id="1765" r:id="rId40"/>
    <p:sldId id="1766" r:id="rId41"/>
    <p:sldId id="1767" r:id="rId42"/>
    <p:sldId id="1768" r:id="rId43"/>
    <p:sldId id="1769" r:id="rId44"/>
    <p:sldId id="1770" r:id="rId45"/>
    <p:sldId id="1771" r:id="rId46"/>
    <p:sldId id="1772" r:id="rId47"/>
    <p:sldId id="1773" r:id="rId48"/>
    <p:sldId id="1774" r:id="rId49"/>
    <p:sldId id="1775" r:id="rId50"/>
    <p:sldId id="1776" r:id="rId51"/>
    <p:sldId id="1777" r:id="rId52"/>
    <p:sldId id="1778" r:id="rId53"/>
    <p:sldId id="1779" r:id="rId54"/>
    <p:sldId id="1780" r:id="rId55"/>
    <p:sldId id="1781" r:id="rId56"/>
    <p:sldId id="1782" r:id="rId57"/>
    <p:sldId id="1783" r:id="rId58"/>
    <p:sldId id="1784" r:id="rId59"/>
    <p:sldId id="1785" r:id="rId60"/>
    <p:sldId id="1786" r:id="rId61"/>
    <p:sldId id="261" r:id="rId62"/>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B159"/>
    <a:srgbClr val="235787"/>
    <a:srgbClr val="26A9E0"/>
    <a:srgbClr val="2A9CA2"/>
    <a:srgbClr val="258A8F"/>
    <a:srgbClr val="2283CD"/>
    <a:srgbClr val="E71D3A"/>
    <a:srgbClr val="18BCE2"/>
    <a:srgbClr val="55BEC9"/>
    <a:srgbClr val="1561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41" autoAdjust="0"/>
    <p:restoredTop sz="83354" autoAdjust="0"/>
  </p:normalViewPr>
  <p:slideViewPr>
    <p:cSldViewPr snapToGrid="0">
      <p:cViewPr varScale="1">
        <p:scale>
          <a:sx n="64" d="100"/>
          <a:sy n="64" d="100"/>
        </p:scale>
        <p:origin x="66" y="210"/>
      </p:cViewPr>
      <p:guideLst/>
    </p:cSldViewPr>
  </p:slideViewPr>
  <p:notesTextViewPr>
    <p:cViewPr>
      <p:scale>
        <a:sx n="3" d="2"/>
        <a:sy n="3" d="2"/>
      </p:scale>
      <p:origin x="0" y="-558"/>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6" Type="http://schemas.openxmlformats.org/officeDocument/2006/relationships/tags" Target="tags/tag9.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E3A3F79-6111-4125-B0C9-04578B56CA43}" type="doc">
      <dgm:prSet loTypeId="urn:microsoft.com/office/officeart/2005/8/layout/process4" loCatId="process" qsTypeId="urn:microsoft.com/office/officeart/2005/8/quickstyle/simple5" qsCatId="simple" csTypeId="urn:microsoft.com/office/officeart/2005/8/colors/accent1_2" csCatId="accent1" phldr="1"/>
      <dgm:spPr/>
    </dgm:pt>
    <dgm:pt modelId="{F6EE26D0-1032-48BF-ACC0-D3129ECC1093}">
      <dgm:prSet phldrT="[文本]"/>
      <dgm:spPr/>
      <dgm:t>
        <a:bodyPr/>
        <a:lstStyle/>
        <a:p>
          <a:r>
            <a:rPr lang="zh-CN" altLang="en-US" dirty="0" smtClean="0"/>
            <a:t>现实生活中的繁杂业务需求</a:t>
          </a:r>
          <a:endParaRPr lang="zh-CN" altLang="en-US" dirty="0"/>
        </a:p>
      </dgm:t>
    </dgm:pt>
    <dgm:pt modelId="{65B1CC1A-7855-4E30-B169-D917E6A760C4}" cxnId="{819CC825-F6F5-4D35-9D10-EF8B91DD9092}" type="parTrans">
      <dgm:prSet/>
      <dgm:spPr/>
      <dgm:t>
        <a:bodyPr/>
        <a:lstStyle/>
        <a:p>
          <a:endParaRPr lang="zh-CN" altLang="en-US"/>
        </a:p>
      </dgm:t>
    </dgm:pt>
    <dgm:pt modelId="{114E0E4D-62D1-4A48-AD46-9DDD4D50BCDF}" cxnId="{819CC825-F6F5-4D35-9D10-EF8B91DD9092}" type="sibTrans">
      <dgm:prSet/>
      <dgm:spPr/>
      <dgm:t>
        <a:bodyPr/>
        <a:lstStyle/>
        <a:p>
          <a:endParaRPr lang="zh-CN" altLang="en-US"/>
        </a:p>
      </dgm:t>
    </dgm:pt>
    <dgm:pt modelId="{45395A94-F93E-4C1B-8EB5-E761885F266F}">
      <dgm:prSet phldrT="[文本]"/>
      <dgm:spPr/>
      <dgm:t>
        <a:bodyPr/>
        <a:lstStyle/>
        <a:p>
          <a:r>
            <a:rPr lang="zh-CN" altLang="en-US" dirty="0" smtClean="0"/>
            <a:t>经过产品经理整理的有用需求</a:t>
          </a:r>
          <a:endParaRPr lang="zh-CN" altLang="en-US" dirty="0"/>
        </a:p>
      </dgm:t>
    </dgm:pt>
    <dgm:pt modelId="{79468282-90C9-48A3-A6CA-9F4D0B40B2CA}" cxnId="{822807B9-1DAB-4A75-81F9-1E82A10BFCE1}" type="parTrans">
      <dgm:prSet/>
      <dgm:spPr/>
      <dgm:t>
        <a:bodyPr/>
        <a:lstStyle/>
        <a:p>
          <a:endParaRPr lang="zh-CN" altLang="en-US"/>
        </a:p>
      </dgm:t>
    </dgm:pt>
    <dgm:pt modelId="{1D9E4211-CE2B-48CB-9AD4-5A52D7B26163}" cxnId="{822807B9-1DAB-4A75-81F9-1E82A10BFCE1}" type="sibTrans">
      <dgm:prSet/>
      <dgm:spPr/>
      <dgm:t>
        <a:bodyPr/>
        <a:lstStyle/>
        <a:p>
          <a:endParaRPr lang="zh-CN" altLang="en-US"/>
        </a:p>
      </dgm:t>
    </dgm:pt>
    <dgm:pt modelId="{579AEBE1-FAB5-4487-B3A0-F9BDA8588BCC}">
      <dgm:prSet phldrT="[文本]"/>
      <dgm:spPr/>
      <dgm:t>
        <a:bodyPr/>
        <a:lstStyle/>
        <a:p>
          <a:r>
            <a:rPr lang="zh-CN" altLang="en-US" dirty="0" smtClean="0"/>
            <a:t>需求分析师抽象为软件功能点</a:t>
          </a:r>
          <a:endParaRPr lang="zh-CN" altLang="en-US" dirty="0"/>
        </a:p>
      </dgm:t>
    </dgm:pt>
    <dgm:pt modelId="{133E7A6B-34B0-4536-A9AC-DB1BE3ACB666}" cxnId="{37C05647-45B5-47B0-9B58-8102EF06DDA0}" type="parTrans">
      <dgm:prSet/>
      <dgm:spPr/>
      <dgm:t>
        <a:bodyPr/>
        <a:lstStyle/>
        <a:p>
          <a:endParaRPr lang="zh-CN" altLang="en-US"/>
        </a:p>
      </dgm:t>
    </dgm:pt>
    <dgm:pt modelId="{BB30F994-4791-47FD-A223-D547ED65DFF2}" cxnId="{37C05647-45B5-47B0-9B58-8102EF06DDA0}" type="sibTrans">
      <dgm:prSet/>
      <dgm:spPr/>
      <dgm:t>
        <a:bodyPr/>
        <a:lstStyle/>
        <a:p>
          <a:endParaRPr lang="zh-CN" altLang="en-US"/>
        </a:p>
      </dgm:t>
    </dgm:pt>
    <dgm:pt modelId="{C5D315BD-EA6F-40A1-9ECB-1D4F92AAF45E}" type="pres">
      <dgm:prSet presAssocID="{9E3A3F79-6111-4125-B0C9-04578B56CA43}" presName="Name0" presStyleCnt="0">
        <dgm:presLayoutVars>
          <dgm:dir/>
          <dgm:animLvl val="lvl"/>
          <dgm:resizeHandles val="exact"/>
        </dgm:presLayoutVars>
      </dgm:prSet>
      <dgm:spPr/>
    </dgm:pt>
    <dgm:pt modelId="{24B22DC1-12F6-44EC-9E4B-08EB48C51E7E}" type="pres">
      <dgm:prSet presAssocID="{579AEBE1-FAB5-4487-B3A0-F9BDA8588BCC}" presName="boxAndChildren" presStyleCnt="0"/>
      <dgm:spPr/>
    </dgm:pt>
    <dgm:pt modelId="{23BF0269-803D-4109-8E24-44A177FCCF36}" type="pres">
      <dgm:prSet presAssocID="{579AEBE1-FAB5-4487-B3A0-F9BDA8588BCC}" presName="parentTextBox" presStyleLbl="node1" presStyleIdx="0" presStyleCnt="3"/>
      <dgm:spPr/>
      <dgm:t>
        <a:bodyPr/>
        <a:lstStyle/>
        <a:p>
          <a:endParaRPr lang="zh-CN" altLang="en-US"/>
        </a:p>
      </dgm:t>
    </dgm:pt>
    <dgm:pt modelId="{2BFD43D9-62C8-4F44-BC60-1E686D90D12C}" type="pres">
      <dgm:prSet presAssocID="{1D9E4211-CE2B-48CB-9AD4-5A52D7B26163}" presName="sp" presStyleCnt="0"/>
      <dgm:spPr/>
    </dgm:pt>
    <dgm:pt modelId="{EA8C4CB1-89A8-4595-A25F-63460B47ED0F}" type="pres">
      <dgm:prSet presAssocID="{45395A94-F93E-4C1B-8EB5-E761885F266F}" presName="arrowAndChildren" presStyleCnt="0"/>
      <dgm:spPr/>
    </dgm:pt>
    <dgm:pt modelId="{B6A54559-7954-4BC2-B76B-E9F31B7B4F8F}" type="pres">
      <dgm:prSet presAssocID="{45395A94-F93E-4C1B-8EB5-E761885F266F}" presName="parentTextArrow" presStyleLbl="node1" presStyleIdx="1" presStyleCnt="3"/>
      <dgm:spPr/>
      <dgm:t>
        <a:bodyPr/>
        <a:lstStyle/>
        <a:p>
          <a:endParaRPr lang="zh-CN" altLang="en-US"/>
        </a:p>
      </dgm:t>
    </dgm:pt>
    <dgm:pt modelId="{56E1A7E8-ADB7-4BE0-8277-8AE0C7589C1E}" type="pres">
      <dgm:prSet presAssocID="{114E0E4D-62D1-4A48-AD46-9DDD4D50BCDF}" presName="sp" presStyleCnt="0"/>
      <dgm:spPr/>
    </dgm:pt>
    <dgm:pt modelId="{74F0F7AC-745D-4503-848F-ED5CFB2CEF5C}" type="pres">
      <dgm:prSet presAssocID="{F6EE26D0-1032-48BF-ACC0-D3129ECC1093}" presName="arrowAndChildren" presStyleCnt="0"/>
      <dgm:spPr/>
    </dgm:pt>
    <dgm:pt modelId="{71B772FC-2AEB-44CA-A716-F72DC24D0259}" type="pres">
      <dgm:prSet presAssocID="{F6EE26D0-1032-48BF-ACC0-D3129ECC1093}" presName="parentTextArrow" presStyleLbl="node1" presStyleIdx="2" presStyleCnt="3" custLinFactNeighborX="343" custLinFactNeighborY="-9204"/>
      <dgm:spPr/>
      <dgm:t>
        <a:bodyPr/>
        <a:lstStyle/>
        <a:p>
          <a:endParaRPr lang="zh-CN" altLang="en-US"/>
        </a:p>
      </dgm:t>
    </dgm:pt>
  </dgm:ptLst>
  <dgm:cxnLst>
    <dgm:cxn modelId="{43EC601A-8960-44FE-90A3-18D92C77E951}" type="presOf" srcId="{F6EE26D0-1032-48BF-ACC0-D3129ECC1093}" destId="{71B772FC-2AEB-44CA-A716-F72DC24D0259}" srcOrd="0" destOrd="0" presId="urn:microsoft.com/office/officeart/2005/8/layout/process4"/>
    <dgm:cxn modelId="{51C34020-BC1F-4539-A08B-E25CCE249A6A}" type="presOf" srcId="{45395A94-F93E-4C1B-8EB5-E761885F266F}" destId="{B6A54559-7954-4BC2-B76B-E9F31B7B4F8F}" srcOrd="0" destOrd="0" presId="urn:microsoft.com/office/officeart/2005/8/layout/process4"/>
    <dgm:cxn modelId="{37C05647-45B5-47B0-9B58-8102EF06DDA0}" srcId="{9E3A3F79-6111-4125-B0C9-04578B56CA43}" destId="{579AEBE1-FAB5-4487-B3A0-F9BDA8588BCC}" srcOrd="2" destOrd="0" parTransId="{133E7A6B-34B0-4536-A9AC-DB1BE3ACB666}" sibTransId="{BB30F994-4791-47FD-A223-D547ED65DFF2}"/>
    <dgm:cxn modelId="{38AE6BE8-A477-4219-869E-1544A4DABDC6}" type="presOf" srcId="{579AEBE1-FAB5-4487-B3A0-F9BDA8588BCC}" destId="{23BF0269-803D-4109-8E24-44A177FCCF36}" srcOrd="0" destOrd="0" presId="urn:microsoft.com/office/officeart/2005/8/layout/process4"/>
    <dgm:cxn modelId="{819CC825-F6F5-4D35-9D10-EF8B91DD9092}" srcId="{9E3A3F79-6111-4125-B0C9-04578B56CA43}" destId="{F6EE26D0-1032-48BF-ACC0-D3129ECC1093}" srcOrd="0" destOrd="0" parTransId="{65B1CC1A-7855-4E30-B169-D917E6A760C4}" sibTransId="{114E0E4D-62D1-4A48-AD46-9DDD4D50BCDF}"/>
    <dgm:cxn modelId="{822807B9-1DAB-4A75-81F9-1E82A10BFCE1}" srcId="{9E3A3F79-6111-4125-B0C9-04578B56CA43}" destId="{45395A94-F93E-4C1B-8EB5-E761885F266F}" srcOrd="1" destOrd="0" parTransId="{79468282-90C9-48A3-A6CA-9F4D0B40B2CA}" sibTransId="{1D9E4211-CE2B-48CB-9AD4-5A52D7B26163}"/>
    <dgm:cxn modelId="{575BF655-B23D-4EC3-A952-F35D4E8114A9}" type="presOf" srcId="{9E3A3F79-6111-4125-B0C9-04578B56CA43}" destId="{C5D315BD-EA6F-40A1-9ECB-1D4F92AAF45E}" srcOrd="0" destOrd="0" presId="urn:microsoft.com/office/officeart/2005/8/layout/process4"/>
    <dgm:cxn modelId="{E87BC72C-7D35-4E85-9BD1-C48648890507}" type="presParOf" srcId="{C5D315BD-EA6F-40A1-9ECB-1D4F92AAF45E}" destId="{24B22DC1-12F6-44EC-9E4B-08EB48C51E7E}" srcOrd="0" destOrd="0" presId="urn:microsoft.com/office/officeart/2005/8/layout/process4"/>
    <dgm:cxn modelId="{050AD6F4-A60B-4C8E-A249-32126AAE9D2D}" type="presParOf" srcId="{24B22DC1-12F6-44EC-9E4B-08EB48C51E7E}" destId="{23BF0269-803D-4109-8E24-44A177FCCF36}" srcOrd="0" destOrd="0" presId="urn:microsoft.com/office/officeart/2005/8/layout/process4"/>
    <dgm:cxn modelId="{D766E20D-C36E-4A4E-BE23-EF1AA86CF1E2}" type="presParOf" srcId="{C5D315BD-EA6F-40A1-9ECB-1D4F92AAF45E}" destId="{2BFD43D9-62C8-4F44-BC60-1E686D90D12C}" srcOrd="1" destOrd="0" presId="urn:microsoft.com/office/officeart/2005/8/layout/process4"/>
    <dgm:cxn modelId="{FFD5563A-771F-4308-83F8-544CC92E4E84}" type="presParOf" srcId="{C5D315BD-EA6F-40A1-9ECB-1D4F92AAF45E}" destId="{EA8C4CB1-89A8-4595-A25F-63460B47ED0F}" srcOrd="2" destOrd="0" presId="urn:microsoft.com/office/officeart/2005/8/layout/process4"/>
    <dgm:cxn modelId="{85A049F9-1422-475C-852A-FE7FBDBB7B32}" type="presParOf" srcId="{EA8C4CB1-89A8-4595-A25F-63460B47ED0F}" destId="{B6A54559-7954-4BC2-B76B-E9F31B7B4F8F}" srcOrd="0" destOrd="0" presId="urn:microsoft.com/office/officeart/2005/8/layout/process4"/>
    <dgm:cxn modelId="{752614CE-459B-4688-9513-EC3FEC4D8618}" type="presParOf" srcId="{C5D315BD-EA6F-40A1-9ECB-1D4F92AAF45E}" destId="{56E1A7E8-ADB7-4BE0-8277-8AE0C7589C1E}" srcOrd="3" destOrd="0" presId="urn:microsoft.com/office/officeart/2005/8/layout/process4"/>
    <dgm:cxn modelId="{8BC5B9AC-DD1C-4967-A618-CF1D4885F30E}" type="presParOf" srcId="{C5D315BD-EA6F-40A1-9ECB-1D4F92AAF45E}" destId="{74F0F7AC-745D-4503-848F-ED5CFB2CEF5C}" srcOrd="4" destOrd="0" presId="urn:microsoft.com/office/officeart/2005/8/layout/process4"/>
    <dgm:cxn modelId="{0AA95FA0-61EF-46D2-A6F4-8184AC9389BE}" type="presParOf" srcId="{74F0F7AC-745D-4503-848F-ED5CFB2CEF5C}" destId="{71B772FC-2AEB-44CA-A716-F72DC24D0259}" srcOrd="0" destOrd="0" presId="urn:microsoft.com/office/officeart/2005/8/layout/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BF0269-803D-4109-8E24-44A177FCCF36}">
      <dsp:nvSpPr>
        <dsp:cNvPr id="0" name=""/>
        <dsp:cNvSpPr/>
      </dsp:nvSpPr>
      <dsp:spPr>
        <a:xfrm>
          <a:off x="0" y="2940992"/>
          <a:ext cx="5406735" cy="96529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smtClean="0"/>
            <a:t>需求分析师抽象为软件功能点</a:t>
          </a:r>
          <a:endParaRPr lang="zh-CN" altLang="en-US" sz="2800" kern="1200" dirty="0"/>
        </a:p>
      </dsp:txBody>
      <dsp:txXfrm>
        <a:off x="0" y="2940992"/>
        <a:ext cx="5406735" cy="965299"/>
      </dsp:txXfrm>
    </dsp:sp>
    <dsp:sp modelId="{B6A54559-7954-4BC2-B76B-E9F31B7B4F8F}">
      <dsp:nvSpPr>
        <dsp:cNvPr id="0" name=""/>
        <dsp:cNvSpPr/>
      </dsp:nvSpPr>
      <dsp:spPr>
        <a:xfrm rot="10800000">
          <a:off x="0" y="1470841"/>
          <a:ext cx="5406735" cy="1484630"/>
        </a:xfrm>
        <a:prstGeom prst="upArrowCallou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smtClean="0"/>
            <a:t>经过产品经理整理的有用需求</a:t>
          </a:r>
          <a:endParaRPr lang="zh-CN" altLang="en-US" sz="2800" kern="1200" dirty="0"/>
        </a:p>
      </dsp:txBody>
      <dsp:txXfrm rot="10800000">
        <a:off x="0" y="1470841"/>
        <a:ext cx="5406735" cy="964668"/>
      </dsp:txXfrm>
    </dsp:sp>
    <dsp:sp modelId="{71B772FC-2AEB-44CA-A716-F72DC24D0259}">
      <dsp:nvSpPr>
        <dsp:cNvPr id="0" name=""/>
        <dsp:cNvSpPr/>
      </dsp:nvSpPr>
      <dsp:spPr>
        <a:xfrm rot="10800000">
          <a:off x="0" y="0"/>
          <a:ext cx="5406735" cy="1484630"/>
        </a:xfrm>
        <a:prstGeom prst="upArrowCallou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smtClean="0"/>
            <a:t>现实生活中的繁杂业务需求</a:t>
          </a:r>
          <a:endParaRPr lang="zh-CN" altLang="en-US" sz="2800" kern="1200" dirty="0"/>
        </a:p>
      </dsp:txBody>
      <dsp:txXfrm rot="10800000">
        <a:off x="0" y="0"/>
        <a:ext cx="5406735" cy="964668"/>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大家下午好，今天我所要给大家讲的主题是：与软件质量相关的职业。 </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刚开始拿到这个题目时，我觉得这个内容貌似没有那么深奥，不需要什么学术性的内容，但是当我开始着手资料时我才发现，这是一个大坑。</a:t>
            </a:r>
            <a:r>
              <a:rPr lang="zh-CN" altLang="en-US" sz="1200" kern="1200" dirty="0" smtClean="0">
                <a:solidFill>
                  <a:schemeClr val="tx1"/>
                </a:solidFill>
                <a:effectLst/>
                <a:latin typeface="+mn-lt"/>
                <a:ea typeface="+mn-ea"/>
                <a:cs typeface="+mn-cs"/>
              </a:rPr>
              <a:t>尽管软件产业在国内发展了几十余年，但是相比其他较为成熟的产业，软件产业的分工尚未十分制度化和明确化。因此我决定从分析这个题目的角度去入手。</a:t>
            </a:r>
            <a:endParaRPr lang="zh-CN" altLang="zh-CN" sz="1200" kern="1200" dirty="0" smtClean="0">
              <a:solidFill>
                <a:schemeClr val="tx1"/>
              </a:solidFill>
              <a:effectLst/>
              <a:latin typeface="+mn-lt"/>
              <a:ea typeface="+mn-ea"/>
              <a:cs typeface="+mn-cs"/>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这其实扩展了我对于“软件质量”四个字的理解。</a:t>
            </a:r>
            <a:endParaRPr lang="en-US" altLang="zh-CN" dirty="0" smtClean="0"/>
          </a:p>
          <a:p>
            <a:r>
              <a:rPr lang="en-US" altLang="zh-CN" dirty="0" smtClean="0"/>
              <a:t>1.</a:t>
            </a:r>
            <a:r>
              <a:rPr lang="zh-CN" altLang="en-US" dirty="0" smtClean="0"/>
              <a:t>性能</a:t>
            </a:r>
            <a:r>
              <a:rPr lang="en-US" altLang="zh-CN" dirty="0" smtClean="0"/>
              <a:t>(Performance)</a:t>
            </a:r>
            <a:r>
              <a:rPr lang="zh-CN" altLang="en-US" dirty="0" smtClean="0"/>
              <a:t>是指系统的响应能力，即要经过多长时间才能对某个事件作出响应，或者在某段时间内系统所能处理的事件个数；</a:t>
            </a:r>
            <a:endParaRPr lang="zh-CN" altLang="en-US" dirty="0" smtClean="0"/>
          </a:p>
          <a:p>
            <a:r>
              <a:rPr lang="en-US" altLang="zh-CN" dirty="0" smtClean="0"/>
              <a:t>2.</a:t>
            </a:r>
            <a:r>
              <a:rPr lang="zh-CN" altLang="en-US" dirty="0" smtClean="0"/>
              <a:t>可用性</a:t>
            </a:r>
            <a:r>
              <a:rPr lang="en-US" altLang="zh-CN" dirty="0" smtClean="0"/>
              <a:t>(Availability)</a:t>
            </a:r>
            <a:r>
              <a:rPr lang="zh-CN" altLang="en-US" dirty="0" smtClean="0"/>
              <a:t>是指系统能够正常运行的时间比例；</a:t>
            </a:r>
            <a:endParaRPr lang="zh-CN" altLang="en-US" dirty="0" smtClean="0"/>
          </a:p>
          <a:p>
            <a:r>
              <a:rPr lang="en-US" altLang="zh-CN" dirty="0" smtClean="0"/>
              <a:t>3.</a:t>
            </a:r>
            <a:r>
              <a:rPr lang="zh-CN" altLang="en-US" dirty="0" smtClean="0"/>
              <a:t>可靠性</a:t>
            </a:r>
            <a:r>
              <a:rPr lang="en-US" altLang="zh-CN" dirty="0" smtClean="0"/>
              <a:t>(Reliability)</a:t>
            </a:r>
            <a:r>
              <a:rPr lang="zh-CN" altLang="en-US" dirty="0" smtClean="0"/>
              <a:t>是指系统在应用或者错误面前，在意外或者错误使用的情况下维持软件系统功能特性的能力；</a:t>
            </a:r>
            <a:endParaRPr lang="zh-CN" altLang="en-US" dirty="0" smtClean="0"/>
          </a:p>
          <a:p>
            <a:r>
              <a:rPr lang="en-US" altLang="zh-CN" dirty="0" smtClean="0"/>
              <a:t>4.</a:t>
            </a:r>
            <a:r>
              <a:rPr lang="zh-CN" altLang="en-US" dirty="0" smtClean="0"/>
              <a:t>健壮性</a:t>
            </a:r>
            <a:r>
              <a:rPr lang="en-US" altLang="zh-CN" dirty="0" smtClean="0"/>
              <a:t>(Robustness)</a:t>
            </a:r>
            <a:r>
              <a:rPr lang="zh-CN" altLang="en-US" dirty="0" smtClean="0"/>
              <a:t>是指在处理或者环境中系统能够承受的压力或者变更能力；</a:t>
            </a:r>
            <a:endParaRPr lang="zh-CN" altLang="en-US" dirty="0" smtClean="0"/>
          </a:p>
          <a:p>
            <a:r>
              <a:rPr lang="en-US" altLang="zh-CN" dirty="0" smtClean="0"/>
              <a:t>5.</a:t>
            </a:r>
            <a:r>
              <a:rPr lang="zh-CN" altLang="en-US" dirty="0" smtClean="0"/>
              <a:t>安全性</a:t>
            </a:r>
            <a:r>
              <a:rPr lang="en-US" altLang="zh-CN" dirty="0" smtClean="0"/>
              <a:t>(Security)</a:t>
            </a:r>
            <a:r>
              <a:rPr lang="zh-CN" altLang="en-US" dirty="0" smtClean="0"/>
              <a:t>是指系统向合法用户提供服务的同时能够阻止非授权用户使用的企图或者拒绝服务的能力；</a:t>
            </a:r>
            <a:endParaRPr lang="zh-CN" altLang="en-US" dirty="0" smtClean="0"/>
          </a:p>
          <a:p>
            <a:r>
              <a:rPr lang="en-US" altLang="zh-CN" dirty="0" smtClean="0"/>
              <a:t>6.</a:t>
            </a:r>
            <a:r>
              <a:rPr lang="zh-CN" altLang="en-US" dirty="0" smtClean="0"/>
              <a:t>可修改性</a:t>
            </a:r>
            <a:r>
              <a:rPr lang="en-US" altLang="zh-CN" dirty="0" smtClean="0"/>
              <a:t>(Modification)</a:t>
            </a:r>
            <a:r>
              <a:rPr lang="zh-CN" altLang="en-US" dirty="0" smtClean="0"/>
              <a:t>是指能够快速地以较高的性能价格比对系统进行变更的能力；</a:t>
            </a:r>
            <a:endParaRPr lang="zh-CN" altLang="en-US" dirty="0" smtClean="0"/>
          </a:p>
          <a:p>
            <a:r>
              <a:rPr lang="en-US" altLang="zh-CN" dirty="0" smtClean="0"/>
              <a:t>7.</a:t>
            </a:r>
            <a:r>
              <a:rPr lang="zh-CN" altLang="en-US" dirty="0" smtClean="0"/>
              <a:t>可变性</a:t>
            </a:r>
            <a:r>
              <a:rPr lang="en-US" altLang="zh-CN" dirty="0" smtClean="0"/>
              <a:t>(Changeability)</a:t>
            </a:r>
            <a:r>
              <a:rPr lang="zh-CN" altLang="en-US" dirty="0" smtClean="0"/>
              <a:t>是指体系结构扩充或者变更成为新体系结构的能力；</a:t>
            </a:r>
            <a:endParaRPr lang="zh-CN" altLang="en-US" dirty="0" smtClean="0"/>
          </a:p>
          <a:p>
            <a:r>
              <a:rPr lang="en-US" altLang="zh-CN" dirty="0" smtClean="0"/>
              <a:t>8.</a:t>
            </a:r>
            <a:r>
              <a:rPr lang="zh-CN" altLang="en-US" dirty="0" smtClean="0"/>
              <a:t>易用性</a:t>
            </a:r>
            <a:r>
              <a:rPr lang="en-US" altLang="zh-CN" dirty="0" smtClean="0"/>
              <a:t>(Usability)</a:t>
            </a:r>
            <a:r>
              <a:rPr lang="zh-CN" altLang="en-US" dirty="0" smtClean="0"/>
              <a:t>是衡量用户使用软件产品完成指定任务的难易程度；</a:t>
            </a:r>
            <a:endParaRPr lang="zh-CN" altLang="en-US" dirty="0" smtClean="0"/>
          </a:p>
          <a:p>
            <a:r>
              <a:rPr lang="en-US" altLang="zh-CN" dirty="0" smtClean="0"/>
              <a:t>9.</a:t>
            </a:r>
            <a:r>
              <a:rPr lang="zh-CN" altLang="en-US" dirty="0" smtClean="0"/>
              <a:t>可测试性</a:t>
            </a:r>
            <a:r>
              <a:rPr lang="en-US" altLang="zh-CN" dirty="0" smtClean="0"/>
              <a:t>(Testability)</a:t>
            </a:r>
            <a:r>
              <a:rPr lang="zh-CN" altLang="en-US" dirty="0" smtClean="0"/>
              <a:t>是指软件发现故障并隔离定位其故障的能力特性，以及在一定的时间或者成本前提下进行测试设计、测试执行能力；</a:t>
            </a:r>
            <a:endParaRPr lang="zh-CN" altLang="en-US" dirty="0" smtClean="0"/>
          </a:p>
          <a:p>
            <a:r>
              <a:rPr lang="en-US" altLang="zh-CN" dirty="0" smtClean="0"/>
              <a:t>10.</a:t>
            </a:r>
            <a:r>
              <a:rPr lang="zh-CN" altLang="en-US" dirty="0" smtClean="0"/>
              <a:t>功能性</a:t>
            </a:r>
            <a:r>
              <a:rPr lang="en-US" altLang="zh-CN" dirty="0" smtClean="0"/>
              <a:t>(Function ability)</a:t>
            </a:r>
            <a:r>
              <a:rPr lang="zh-CN" altLang="en-US" dirty="0" smtClean="0"/>
              <a:t>是指系统所能完成所期望工作的能力；</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在了解了软件质量的定义后，我决定从软件开发的流程下手去寻找各个流程中与软件质量相关的职业。</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所选择的是瀑布模型。瀑布模型是最早出现的软件开发模型，在历史上曾被广泛采用，尽管随着互联网的发展，瀑布模型已经跟不上这个时代快速的版本更迭速度，但是仍然具有很大的参考意义。在瀑布模型中，软件开发分为五个流程，因此，我决定从这几个流程中来阐述我的观点。</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sz="600"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我们看这样一个案例，这个是软件开发中从业务需求逐步转化成软件需求的过程。</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如果没有需求分析师，那么传统的体系下，从市场到软件开发是一个线性逐级传递的结构，业务（也许是产品经理承担这一角色），分析市场得到需求，再提交给架构师，然后逐级往下。然而，</a:t>
            </a:r>
            <a:r>
              <a:rPr lang="zh-CN" altLang="en-US" sz="1200" dirty="0" smtClean="0"/>
              <a:t>信息的传递具有衰减效应</a:t>
            </a:r>
            <a:r>
              <a:rPr lang="en-US" altLang="zh-CN" sz="1200" dirty="0" smtClean="0"/>
              <a:t>….</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而需求分析师的作用就是把线性的结构变成一个网状，负责整合各个部门。</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不难发现，需求分析师与产品经理的技能树其实是大同小异的。</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smtClean="0">
                <a:solidFill>
                  <a:schemeClr val="tx1"/>
                </a:solidFill>
                <a:effectLst/>
                <a:latin typeface="+mn-lt"/>
                <a:ea typeface="+mn-ea"/>
                <a:cs typeface="+mn-cs"/>
              </a:rPr>
              <a:t>总而言之，一个与人打交道，一个与程序员打交道。</a:t>
            </a:r>
            <a:endParaRPr lang="en-US" altLang="zh-CN" sz="1200" b="1" kern="1200" dirty="0" smtClean="0">
              <a:solidFill>
                <a:schemeClr val="tx1"/>
              </a:solidFill>
              <a:effectLst/>
              <a:latin typeface="+mn-lt"/>
              <a:ea typeface="+mn-ea"/>
              <a:cs typeface="+mn-cs"/>
            </a:endParaRPr>
          </a:p>
          <a:p>
            <a:r>
              <a:rPr lang="zh-CN" altLang="zh-CN" sz="1200" b="1" kern="1200" dirty="0" smtClean="0">
                <a:solidFill>
                  <a:schemeClr val="tx1"/>
                </a:solidFill>
                <a:effectLst/>
                <a:latin typeface="+mn-lt"/>
                <a:ea typeface="+mn-ea"/>
                <a:cs typeface="+mn-cs"/>
              </a:rPr>
              <a:t>一、职位概念上的差异</a:t>
            </a:r>
            <a:endParaRPr lang="en-US" altLang="zh-CN" sz="1200" b="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smtClean="0">
                <a:solidFill>
                  <a:schemeClr val="tx1"/>
                </a:solidFill>
                <a:effectLst/>
                <a:latin typeface="+mn-lt"/>
                <a:ea typeface="+mn-ea"/>
                <a:cs typeface="+mn-cs"/>
              </a:rPr>
              <a:t>产品经理</a:t>
            </a:r>
            <a:r>
              <a:rPr lang="zh-CN" altLang="zh-CN" sz="1200" kern="1200" dirty="0" smtClean="0">
                <a:solidFill>
                  <a:schemeClr val="tx1"/>
                </a:solidFill>
                <a:effectLst/>
                <a:latin typeface="+mn-lt"/>
                <a:ea typeface="+mn-ea"/>
                <a:cs typeface="+mn-cs"/>
              </a:rPr>
              <a:t>就是在企业中专门负责产品管理的人员，产品经理主要负责调查，再根据用户的需求，确定开发何种产品，选择何种技术、商业模式等。并推动相应产品的开发组织，他还要根据产品的生命周期，协调研发、营销、运营等，确定和组织实施相应的产品策略，以及其他一系列相关的产品管理活动。</a:t>
            </a:r>
            <a:endParaRPr lang="zh-CN" altLang="zh-CN" sz="1200" b="1" kern="1200" dirty="0" smtClean="0">
              <a:solidFill>
                <a:schemeClr val="tx1"/>
              </a:solidFill>
              <a:effectLst/>
              <a:latin typeface="+mn-lt"/>
              <a:ea typeface="+mn-ea"/>
              <a:cs typeface="+mn-cs"/>
            </a:endParaRPr>
          </a:p>
          <a:p>
            <a:r>
              <a:rPr lang="zh-CN" altLang="zh-CN" sz="1200" b="1" kern="1200" dirty="0" smtClean="0">
                <a:solidFill>
                  <a:schemeClr val="tx1"/>
                </a:solidFill>
                <a:effectLst/>
                <a:latin typeface="+mn-lt"/>
                <a:ea typeface="+mn-ea"/>
                <a:cs typeface="+mn-cs"/>
              </a:rPr>
              <a:t>需求分析师，</a:t>
            </a:r>
            <a:r>
              <a:rPr lang="zh-CN" altLang="zh-CN" sz="1200" kern="1200" dirty="0" smtClean="0">
                <a:solidFill>
                  <a:schemeClr val="tx1"/>
                </a:solidFill>
                <a:effectLst/>
                <a:latin typeface="+mn-lt"/>
                <a:ea typeface="+mn-ea"/>
                <a:cs typeface="+mn-cs"/>
              </a:rPr>
              <a:t>是一个类似于技术翻译的工作，分析师们将公司业务部门所给予的客户需求进行业务规则、业务范围、业务流程等方面利用技术分析完之后，把这些需求输出成开发工程师看得懂的语言，如常见的Use Case。然后在遵守这些基本的项目流程要求的基础上，将需求通过工程师来得以实现，满足他们的需求。</a:t>
            </a:r>
            <a:endParaRPr lang="zh-CN" altLang="zh-CN" sz="1200" kern="1200" dirty="0" smtClean="0">
              <a:solidFill>
                <a:schemeClr val="tx1"/>
              </a:solidFill>
              <a:effectLst/>
              <a:latin typeface="+mn-lt"/>
              <a:ea typeface="+mn-ea"/>
              <a:cs typeface="+mn-cs"/>
            </a:endParaRPr>
          </a:p>
          <a:p>
            <a:r>
              <a:rPr lang="zh-CN" altLang="zh-CN" sz="1200" b="1" kern="1200" dirty="0" smtClean="0">
                <a:solidFill>
                  <a:schemeClr val="tx1"/>
                </a:solidFill>
                <a:effectLst/>
                <a:latin typeface="+mn-lt"/>
                <a:ea typeface="+mn-ea"/>
                <a:cs typeface="+mn-cs"/>
              </a:rPr>
              <a:t>二、工作职责上的差异</a:t>
            </a:r>
            <a:endParaRPr lang="zh-CN" altLang="zh-CN" sz="1200" b="1" kern="1200" dirty="0" smtClean="0">
              <a:solidFill>
                <a:schemeClr val="tx1"/>
              </a:solidFill>
              <a:effectLst/>
              <a:latin typeface="+mn-lt"/>
              <a:ea typeface="+mn-ea"/>
              <a:cs typeface="+mn-cs"/>
            </a:endParaRPr>
          </a:p>
          <a:p>
            <a:r>
              <a:rPr lang="zh-CN" altLang="zh-CN" sz="1200" b="1" kern="1200" dirty="0" smtClean="0">
                <a:solidFill>
                  <a:schemeClr val="tx1"/>
                </a:solidFill>
                <a:effectLst/>
                <a:latin typeface="+mn-lt"/>
                <a:ea typeface="+mn-ea"/>
                <a:cs typeface="+mn-cs"/>
              </a:rPr>
              <a:t>1、需求分析师的工作内容是：</a:t>
            </a:r>
            <a:endParaRPr lang="zh-CN" altLang="zh-CN" sz="1200" b="1"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概要需求编写详细需求规格说明书；与产品人员进行前期调研和产品设计工作，编写调研报告和项目解决方案；参与系统功能验收工作及用户手册、新增产品功能培训资料的编写；负责客户需求调研及需求反馈的分析；配合测试人员编写测试计划、测试用例和测试报告、产品用户手册编写；协助系统架构师、系统分析师对需求进行理解。</a:t>
            </a:r>
            <a:endParaRPr lang="zh-CN" altLang="zh-CN" sz="1200" kern="1200" dirty="0" smtClean="0">
              <a:solidFill>
                <a:schemeClr val="tx1"/>
              </a:solidFill>
              <a:effectLst/>
              <a:latin typeface="+mn-lt"/>
              <a:ea typeface="+mn-ea"/>
              <a:cs typeface="+mn-cs"/>
            </a:endParaRPr>
          </a:p>
          <a:p>
            <a:r>
              <a:rPr lang="zh-CN" altLang="zh-CN" sz="1200" b="1" kern="1200" dirty="0" smtClean="0">
                <a:solidFill>
                  <a:schemeClr val="tx1"/>
                </a:solidFill>
                <a:effectLst/>
                <a:latin typeface="+mn-lt"/>
                <a:ea typeface="+mn-ea"/>
                <a:cs typeface="+mn-cs"/>
              </a:rPr>
              <a:t>2、产品经理的工作内容是：</a:t>
            </a:r>
            <a:endParaRPr lang="zh-CN" altLang="zh-CN" sz="1200" b="1"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进行市场调研；确定产品的定义及设计；项目的管理；产品的宣介；产品市场的开发；产品生命周期管理等。</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总体来说，产品经理的职责范围比需求分析师要广，也可以理解为全和专的区别。需求分析师工作比较单一，需求分析师是作为技术与业务的连接点，对外沟通客户，了解客户的想法和要求，转换为可以用软件实现的流程、方案、界面等。对内，提出软件的描述和要求，作为测试的依据。而一般的产品经理在工作中是要包括这部分职能的，但是产品经理还有更多的事情需要去做，还要根据需求来确定产品，确定功能矩阵，产品的设计，公司的战略及商业模式等等。</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接着讲设计与实现，其实这是两个步骤，但是负责实现的往往是各类语言的工程师，并无什么特别之处，因此我主要讲设计方面的，也就是软件架构师。</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软件架构师，其实就相当战场上的指挥官，运筹帷幄。他一般不亲自参与代码的编写，但是却制定整个架构并制定计划。</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软件架构师的任务主要分为以下四个：首先，架构师从</a:t>
            </a:r>
            <a:r>
              <a:rPr lang="en-US" altLang="zh-CN" dirty="0" smtClean="0"/>
              <a:t>PM</a:t>
            </a:r>
            <a:r>
              <a:rPr lang="zh-CN" altLang="en-US" dirty="0" smtClean="0"/>
              <a:t>也好，</a:t>
            </a:r>
            <a:r>
              <a:rPr lang="en-US" altLang="zh-CN" dirty="0" smtClean="0"/>
              <a:t>BA</a:t>
            </a:r>
            <a:r>
              <a:rPr lang="zh-CN" altLang="en-US" dirty="0" smtClean="0"/>
              <a:t>也好拿到需求，并自己理解系统需求并二次抽象。接着，根据需求以及团队的实际情况确定系统最优的架构，然后确定软件的组织体系，并制定模块和接口，最后便是领导和协调各项技术活动。</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要成为一个好的架构师，必须要有以下条件，其中领导素质与沟通能力自不必说，丰富的经验和雄厚的技术也是极为重要的。要成为一名合格的架构师，至少得有</a:t>
            </a:r>
            <a:r>
              <a:rPr lang="en-US" altLang="zh-CN" dirty="0" smtClean="0"/>
              <a:t>8-10</a:t>
            </a:r>
            <a:r>
              <a:rPr lang="zh-CN" altLang="en-US" dirty="0" smtClean="0"/>
              <a:t>年以上的工作经验，并且熟悉主流框架和熟练运用各种语言，只有见得多了才能拥有对程序良好的整体感。</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接着，便是集成与测试</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软件测试无处不在，聂老师在周一早晨也有一门软件测试课，可见其重要性。</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a:t>
            </a:r>
            <a:r>
              <a:rPr lang="en-US" altLang="zh-CN" dirty="0" smtClean="0"/>
              <a:t>1</a:t>
            </a:r>
            <a:r>
              <a:rPr lang="zh-CN" altLang="en-US" dirty="0" smtClean="0"/>
              <a:t>）唯一性：</a:t>
            </a:r>
            <a:r>
              <a:rPr lang="zh-CN" altLang="en-US" sz="1200" dirty="0" smtClean="0"/>
              <a:t>如用户名注册，输入后即检查用户名是否已存在</a:t>
            </a:r>
            <a:endParaRPr lang="zh-CN" altLang="en-US" sz="1200" dirty="0" smtClean="0"/>
          </a:p>
          <a:p>
            <a:pPr>
              <a:lnSpc>
                <a:spcPct val="150000"/>
              </a:lnSpc>
              <a:spcBef>
                <a:spcPct val="0"/>
              </a:spcBef>
            </a:pPr>
            <a:r>
              <a:rPr lang="zh-CN" altLang="en-US" dirty="0" smtClean="0"/>
              <a:t>（</a:t>
            </a:r>
            <a:r>
              <a:rPr lang="en-US" altLang="zh-CN" dirty="0" smtClean="0"/>
              <a:t>2</a:t>
            </a:r>
            <a:r>
              <a:rPr lang="zh-CN" altLang="en-US" dirty="0" smtClean="0"/>
              <a:t>）输入类型：</a:t>
            </a:r>
            <a:r>
              <a:rPr lang="en-US" altLang="zh-CN" sz="1200" dirty="0" smtClean="0"/>
              <a:t>1.</a:t>
            </a:r>
            <a:r>
              <a:rPr lang="zh-CN" altLang="en-US" sz="1200" dirty="0" smtClean="0"/>
              <a:t>字母（大写、小写）</a:t>
            </a:r>
            <a:r>
              <a:rPr lang="en-US" altLang="zh-CN" sz="1200" dirty="0" smtClean="0"/>
              <a:t>2.</a:t>
            </a:r>
            <a:r>
              <a:rPr lang="zh-CN" altLang="en-US" sz="1200" dirty="0" smtClean="0"/>
              <a:t>数字（整数、小数；正数、负数、</a:t>
            </a:r>
            <a:r>
              <a:rPr lang="en-US" altLang="zh-CN" sz="1200" dirty="0" smtClean="0"/>
              <a:t>0</a:t>
            </a:r>
            <a:r>
              <a:rPr lang="zh-CN" altLang="en-US" sz="1200" dirty="0" smtClean="0"/>
              <a:t>）</a:t>
            </a:r>
            <a:r>
              <a:rPr lang="en-US" altLang="zh-CN" sz="1200" dirty="0" smtClean="0"/>
              <a:t>3.</a:t>
            </a:r>
            <a:r>
              <a:rPr lang="zh-CN" altLang="en-US" sz="1200" dirty="0" smtClean="0"/>
              <a:t>中文</a:t>
            </a:r>
            <a:r>
              <a:rPr lang="en-US" altLang="zh-CN" sz="1200" dirty="0" smtClean="0"/>
              <a:t>4.</a:t>
            </a:r>
            <a:r>
              <a:rPr lang="zh-CN" altLang="en-US" sz="1200" dirty="0" smtClean="0"/>
              <a:t>特殊字符（包括</a:t>
            </a:r>
            <a:r>
              <a:rPr lang="en-US" altLang="zh-CN" sz="1200" dirty="0" smtClean="0"/>
              <a:t>xml</a:t>
            </a:r>
            <a:r>
              <a:rPr lang="zh-CN" altLang="en-US" sz="1200" dirty="0" smtClean="0"/>
              <a:t>敏感字符、</a:t>
            </a:r>
            <a:r>
              <a:rPr lang="en-US" altLang="zh-CN" sz="1200" dirty="0" err="1" smtClean="0"/>
              <a:t>json</a:t>
            </a:r>
            <a:r>
              <a:rPr lang="zh-CN" altLang="en-US" sz="1200" dirty="0" smtClean="0"/>
              <a:t>敏感字符）</a:t>
            </a:r>
            <a:r>
              <a:rPr lang="en-US" altLang="zh-CN" sz="1200" dirty="0" smtClean="0"/>
              <a:t>5.</a:t>
            </a:r>
            <a:r>
              <a:rPr lang="zh-CN" altLang="en-US" sz="1200" dirty="0" smtClean="0"/>
              <a:t>空、空格</a:t>
            </a:r>
            <a:endParaRPr lang="en-US" altLang="zh-CN" sz="1200" dirty="0" smtClean="0"/>
          </a:p>
          <a:p>
            <a:pPr>
              <a:lnSpc>
                <a:spcPct val="150000"/>
              </a:lnSpc>
              <a:spcBef>
                <a:spcPct val="0"/>
              </a:spcBef>
            </a:pPr>
            <a:r>
              <a:rPr lang="zh-CN" altLang="en-US" sz="1200" dirty="0" smtClean="0"/>
              <a:t>（</a:t>
            </a:r>
            <a:r>
              <a:rPr lang="en-US" altLang="zh-CN" sz="1200" dirty="0" smtClean="0"/>
              <a:t>3</a:t>
            </a:r>
            <a:r>
              <a:rPr lang="zh-CN" altLang="en-US" sz="1200" dirty="0" smtClean="0"/>
              <a:t>）输入长度：</a:t>
            </a:r>
            <a:r>
              <a:rPr lang="en-US" altLang="zh-CN" sz="1200" dirty="0" smtClean="0"/>
              <a:t>1.</a:t>
            </a:r>
            <a:r>
              <a:rPr lang="zh-CN" altLang="en-US" sz="1200" dirty="0" smtClean="0"/>
              <a:t>允许输入范围</a:t>
            </a:r>
            <a:r>
              <a:rPr lang="en-US" altLang="zh-CN" sz="1200" baseline="0" dirty="0" smtClean="0"/>
              <a:t> 2.</a:t>
            </a:r>
            <a:r>
              <a:rPr lang="zh-CN" altLang="en-US" sz="1200" dirty="0" smtClean="0"/>
              <a:t>临界值</a:t>
            </a:r>
            <a:r>
              <a:rPr lang="zh-CN" altLang="en-US" sz="1200" baseline="0" dirty="0" smtClean="0"/>
              <a:t> </a:t>
            </a:r>
            <a:r>
              <a:rPr lang="en-US" altLang="zh-CN" sz="1200" baseline="0" dirty="0" smtClean="0"/>
              <a:t>3.</a:t>
            </a:r>
            <a:r>
              <a:rPr lang="zh-CN" altLang="en-US" sz="1200" dirty="0" smtClean="0"/>
              <a:t>不允许输入范围</a:t>
            </a:r>
            <a:endParaRPr lang="en-US" altLang="zh-CN" sz="1200" dirty="0" smtClean="0"/>
          </a:p>
          <a:p>
            <a:pPr>
              <a:lnSpc>
                <a:spcPct val="150000"/>
              </a:lnSpc>
              <a:spcBef>
                <a:spcPct val="0"/>
              </a:spcBef>
            </a:pPr>
            <a:r>
              <a:rPr lang="zh-CN" altLang="en-US" sz="1200" dirty="0" smtClean="0"/>
              <a:t>（</a:t>
            </a:r>
            <a:r>
              <a:rPr lang="en-US" altLang="zh-CN" sz="1200" dirty="0" smtClean="0"/>
              <a:t>4</a:t>
            </a:r>
            <a:r>
              <a:rPr lang="zh-CN" altLang="en-US" sz="1200" dirty="0" smtClean="0"/>
              <a:t>）兼容性：</a:t>
            </a:r>
            <a:r>
              <a:rPr lang="en-US" altLang="zh-CN" sz="1200" dirty="0" smtClean="0"/>
              <a:t>1.</a:t>
            </a:r>
            <a:r>
              <a:rPr lang="zh-CN" altLang="en-US" sz="1200" dirty="0" smtClean="0"/>
              <a:t>浏览器兼容性</a:t>
            </a:r>
            <a:r>
              <a:rPr lang="zh-CN" altLang="en-US" sz="1200" baseline="0" dirty="0" smtClean="0"/>
              <a:t> </a:t>
            </a:r>
            <a:r>
              <a:rPr lang="en-US" altLang="zh-CN" sz="1200" dirty="0" smtClean="0"/>
              <a:t>2.</a:t>
            </a:r>
            <a:r>
              <a:rPr lang="zh-CN" altLang="en-US" sz="1200" dirty="0" smtClean="0"/>
              <a:t>系统兼容性 （手机、电脑、平板等）</a:t>
            </a:r>
            <a:endParaRPr lang="zh-CN" altLang="en-US" sz="1200" dirty="0" smtClean="0"/>
          </a:p>
          <a:p>
            <a:pPr>
              <a:lnSpc>
                <a:spcPct val="150000"/>
              </a:lnSpc>
              <a:spcBef>
                <a:spcPct val="0"/>
              </a:spcBef>
            </a:pPr>
            <a:endParaRPr lang="zh-CN" altLang="en-US" sz="1200" dirty="0" smtClean="0"/>
          </a:p>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质量：保障并不断提升服务的可用性，确保用户数据安全，提升用户体验。</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效率：用自动化的工具</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平台提升软件在研发生命周期中的工程效率。</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成本：通过技术手段优化服务架构、性能调优；通过资源优化组合降低成本、提升</a:t>
            </a:r>
            <a:r>
              <a:rPr lang="en-US" altLang="zh-CN" sz="1200" b="0" i="0" kern="1200" dirty="0" smtClean="0">
                <a:solidFill>
                  <a:schemeClr val="tx1"/>
                </a:solidFill>
                <a:effectLst/>
                <a:latin typeface="+mn-lt"/>
                <a:ea typeface="+mn-ea"/>
                <a:cs typeface="+mn-cs"/>
              </a:rPr>
              <a:t>ROI</a:t>
            </a:r>
            <a:r>
              <a:rPr lang="zh-CN" altLang="en-US"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1. </a:t>
            </a:r>
            <a:r>
              <a:rPr lang="zh-CN" altLang="en-US" sz="1200" b="0" i="0" kern="1200" dirty="0" smtClean="0">
                <a:solidFill>
                  <a:schemeClr val="tx1"/>
                </a:solidFill>
                <a:effectLst/>
                <a:latin typeface="+mn-lt"/>
                <a:ea typeface="+mn-ea"/>
                <a:cs typeface="+mn-cs"/>
              </a:rPr>
              <a:t>产品发布前：负责参与并审核架构设计的合理性和可运维性，以确保在产品发布之后能高效稳定的运行。</a:t>
            </a:r>
            <a:endParaRPr lang="zh-CN" altLang="en-US"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2. </a:t>
            </a:r>
            <a:r>
              <a:rPr lang="zh-CN" altLang="en-US" sz="1200" b="0" i="0" kern="1200" dirty="0" smtClean="0">
                <a:solidFill>
                  <a:schemeClr val="tx1"/>
                </a:solidFill>
                <a:effectLst/>
                <a:latin typeface="+mn-lt"/>
                <a:ea typeface="+mn-ea"/>
                <a:cs typeface="+mn-cs"/>
              </a:rPr>
              <a:t>产品发布阶段：负责用自动化的技术或者平台确保产品可以高效的发布上线，之后可以快速稳定迭代。</a:t>
            </a:r>
            <a:endParaRPr lang="zh-CN" altLang="en-US"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3. </a:t>
            </a:r>
            <a:r>
              <a:rPr lang="zh-CN" altLang="en-US" sz="1200" b="0" i="0" kern="1200" dirty="0" smtClean="0">
                <a:solidFill>
                  <a:schemeClr val="tx1"/>
                </a:solidFill>
                <a:effectLst/>
                <a:latin typeface="+mn-lt"/>
                <a:ea typeface="+mn-ea"/>
                <a:cs typeface="+mn-cs"/>
              </a:rPr>
              <a:t>产品运行维护阶段：负责保障产品</a:t>
            </a:r>
            <a:r>
              <a:rPr lang="en-US" altLang="zh-CN" sz="1200" b="0" i="0" kern="1200" dirty="0" smtClean="0">
                <a:solidFill>
                  <a:schemeClr val="tx1"/>
                </a:solidFill>
                <a:effectLst/>
                <a:latin typeface="+mn-lt"/>
                <a:ea typeface="+mn-ea"/>
                <a:cs typeface="+mn-cs"/>
              </a:rPr>
              <a:t>7*24H</a:t>
            </a:r>
            <a:r>
              <a:rPr lang="zh-CN" altLang="en-US" sz="1200" b="0" i="0" kern="1200" dirty="0" smtClean="0">
                <a:solidFill>
                  <a:schemeClr val="tx1"/>
                </a:solidFill>
                <a:effectLst/>
                <a:latin typeface="+mn-lt"/>
                <a:ea typeface="+mn-ea"/>
                <a:cs typeface="+mn-cs"/>
              </a:rPr>
              <a:t>稳定运行，在此期间对出现的各种问题可以快速定位并解决；在日常工作中不断优化系统架构和部署的合理性，以提升系统服务的稳定性。</a:t>
            </a:r>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5" Type="http://schemas.microsoft.com/office/2007/relationships/hdphoto" Target="../media/image12.wdp"/><Relationship Id="rId4" Type="http://schemas.openxmlformats.org/officeDocument/2006/relationships/image" Target="../media/image11.png"/><Relationship Id="rId3" Type="http://schemas.openxmlformats.org/officeDocument/2006/relationships/hyperlink" Target="http://www.officeplus.cn/Template/Home.shtml" TargetMode="External"/><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7" Type="http://schemas.microsoft.com/office/2007/relationships/hdphoto" Target="../media/image12.wdp"/><Relationship Id="rId6" Type="http://schemas.openxmlformats.org/officeDocument/2006/relationships/image" Target="../media/image11.png"/><Relationship Id="rId5" Type="http://schemas.openxmlformats.org/officeDocument/2006/relationships/hyperlink" Target="http://www.officeplus.cn/Template/Home.shtml" TargetMode="External"/><Relationship Id="rId4" Type="http://schemas.openxmlformats.org/officeDocument/2006/relationships/image" Target="../media/image15.png"/><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0" name="箭头: 五边形 11227"/>
          <p:cNvSpPr/>
          <p:nvPr userDrawn="1"/>
        </p:nvSpPr>
        <p:spPr>
          <a:xfrm>
            <a:off x="0" y="2196445"/>
            <a:ext cx="12192000" cy="2465110"/>
          </a:xfrm>
          <a:prstGeom prst="rect">
            <a:avLst/>
          </a:prstGeom>
          <a:blipFill>
            <a:blip r:embed="rId2">
              <a:grayscl/>
            </a:blip>
            <a:srcRect/>
            <a:stretch>
              <a:fillRect t="-321082" b="-32108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a:off x="0" y="2196445"/>
            <a:ext cx="12192000" cy="2465110"/>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1" name="副标题 2"/>
          <p:cNvSpPr>
            <a:spLocks noGrp="1"/>
          </p:cNvSpPr>
          <p:nvPr userDrawn="1">
            <p:ph type="subTitle" idx="1"/>
          </p:nvPr>
        </p:nvSpPr>
        <p:spPr>
          <a:xfrm>
            <a:off x="687343" y="3901347"/>
            <a:ext cx="5027657" cy="558799"/>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t>Click to edit Master subtitle style</a:t>
            </a:r>
            <a:endParaRPr lang="en-US" altLang="zh-CN" dirty="0"/>
          </a:p>
        </p:txBody>
      </p:sp>
      <p:sp>
        <p:nvSpPr>
          <p:cNvPr id="9802" name="标题 1"/>
          <p:cNvSpPr>
            <a:spLocks noGrp="1"/>
          </p:cNvSpPr>
          <p:nvPr userDrawn="1">
            <p:ph type="ctrTitle"/>
          </p:nvPr>
        </p:nvSpPr>
        <p:spPr>
          <a:xfrm>
            <a:off x="687343" y="2757886"/>
            <a:ext cx="5027657" cy="1084578"/>
          </a:xfrm>
        </p:spPr>
        <p:txBody>
          <a:bodyPr anchor="ctr">
            <a:normAutofit/>
          </a:bodyPr>
          <a:lstStyle>
            <a:lvl1pPr algn="l">
              <a:defRPr sz="4000">
                <a:solidFill>
                  <a:schemeClr val="bg1"/>
                </a:solidFill>
              </a:defRPr>
            </a:lvl1pPr>
          </a:lstStyle>
          <a:p>
            <a:r>
              <a:rPr lang="en-US" altLang="zh-CN" dirty="0"/>
              <a:t>Click to edit Master title style</a:t>
            </a:r>
            <a:endParaRPr lang="zh-CN" altLang="en-US" dirty="0"/>
          </a:p>
        </p:txBody>
      </p:sp>
      <p:sp>
        <p:nvSpPr>
          <p:cNvPr id="12" name="文本占位符 13"/>
          <p:cNvSpPr>
            <a:spLocks noGrp="1"/>
          </p:cNvSpPr>
          <p:nvPr userDrawn="1">
            <p:ph type="body" sz="quarter" idx="10" hasCustomPrompt="1"/>
          </p:nvPr>
        </p:nvSpPr>
        <p:spPr>
          <a:xfrm>
            <a:off x="687342" y="4793432"/>
            <a:ext cx="5027657" cy="248371"/>
          </a:xfrm>
        </p:spPr>
        <p:txBody>
          <a:bodyPr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87342" y="5100686"/>
            <a:ext cx="5027657" cy="248371"/>
          </a:xfrm>
        </p:spPr>
        <p:txBody>
          <a:bodyPr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31" name="组合 30"/>
          <p:cNvGrpSpPr/>
          <p:nvPr userDrawn="1"/>
        </p:nvGrpSpPr>
        <p:grpSpPr>
          <a:xfrm>
            <a:off x="5368359" y="1864517"/>
            <a:ext cx="6183084" cy="5191258"/>
            <a:chOff x="5109029" y="1289957"/>
            <a:chExt cx="6183084" cy="5191258"/>
          </a:xfrm>
        </p:grpSpPr>
        <p:pic>
          <p:nvPicPr>
            <p:cNvPr id="25" name="图片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09029" y="1289957"/>
              <a:ext cx="6183084" cy="5191258"/>
            </a:xfrm>
            <a:prstGeom prst="rect">
              <a:avLst/>
            </a:prstGeom>
          </p:spPr>
        </p:pic>
        <p:sp>
          <p:nvSpPr>
            <p:cNvPr id="30" name="矩形 29"/>
            <p:cNvSpPr/>
            <p:nvPr userDrawn="1"/>
          </p:nvSpPr>
          <p:spPr>
            <a:xfrm>
              <a:off x="6464301" y="1555750"/>
              <a:ext cx="4562474" cy="2508250"/>
            </a:xfrm>
            <a:prstGeom prst="rect">
              <a:avLst/>
            </a:prstGeom>
            <a:blipFill>
              <a:blip r:embed="rId4"/>
              <a:stretch>
                <a:fillRect t="-9989" b="-988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grpSp>
        <p:nvGrpSpPr>
          <p:cNvPr id="2" name="组合 1"/>
          <p:cNvGrpSpPr/>
          <p:nvPr userDrawn="1"/>
        </p:nvGrpSpPr>
        <p:grpSpPr>
          <a:xfrm>
            <a:off x="0" y="3283396"/>
            <a:ext cx="12192000" cy="2804124"/>
            <a:chOff x="0" y="3672165"/>
            <a:chExt cx="12192000" cy="2465110"/>
          </a:xfrm>
        </p:grpSpPr>
        <p:sp>
          <p:nvSpPr>
            <p:cNvPr id="7" name="箭头: 五边形 11227"/>
            <p:cNvSpPr/>
            <p:nvPr userDrawn="1"/>
          </p:nvSpPr>
          <p:spPr>
            <a:xfrm>
              <a:off x="0" y="3672165"/>
              <a:ext cx="12192000" cy="2465110"/>
            </a:xfrm>
            <a:prstGeom prst="rect">
              <a:avLst/>
            </a:prstGeom>
            <a:blipFill>
              <a:blip r:embed="rId2">
                <a:grayscl/>
              </a:blip>
              <a:srcRect/>
              <a:stretch>
                <a:fillRect t="-321082" b="-32108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3672165"/>
              <a:ext cx="3606800" cy="2465110"/>
            </a:xfrm>
            <a:prstGeom prst="rect">
              <a:avLst/>
            </a:prstGeom>
            <a:solidFill>
              <a:schemeClr val="tx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8788400" y="3672165"/>
              <a:ext cx="3403600" cy="2465110"/>
            </a:xfrm>
            <a:prstGeom prst="rect">
              <a:avLst/>
            </a:prstGeom>
            <a:solidFill>
              <a:schemeClr val="tx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标题 1"/>
          <p:cNvSpPr>
            <a:spLocks noGrp="1"/>
          </p:cNvSpPr>
          <p:nvPr userDrawn="1">
            <p:ph type="title"/>
          </p:nvPr>
        </p:nvSpPr>
        <p:spPr>
          <a:xfrm>
            <a:off x="3828473" y="1130300"/>
            <a:ext cx="4535055" cy="656792"/>
          </a:xfrm>
        </p:spPr>
        <p:txBody>
          <a:bodyPr anchor="b">
            <a:normAutofit/>
          </a:bodyPr>
          <a:lstStyle>
            <a:lvl1pPr algn="ctr">
              <a:defRPr sz="24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userDrawn="1">
            <p:ph type="body" idx="1"/>
          </p:nvPr>
        </p:nvSpPr>
        <p:spPr>
          <a:xfrm>
            <a:off x="3822700" y="1878660"/>
            <a:ext cx="4546600" cy="1015623"/>
          </a:xfrm>
        </p:spPr>
        <p:txBody>
          <a:bodyPr anchor="t">
            <a:normAutofit/>
          </a:bodyPr>
          <a:lstStyle>
            <a:lvl1pPr marL="0" indent="0" algn="ctr">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Edit Master text styles</a:t>
            </a:r>
            <a:endParaRPr lang="en-US" altLang="zh-CN" dirty="0"/>
          </a:p>
        </p:txBody>
      </p:sp>
      <p:pic>
        <p:nvPicPr>
          <p:cNvPr id="24" name="图片 23"/>
          <p:cNvPicPr>
            <a:picLocks noChangeAspect="1"/>
          </p:cNvPicPr>
          <p:nvPr userDrawn="1"/>
        </p:nvPicPr>
        <p:blipFill rotWithShape="1">
          <a:blip r:embed="rId3" cstate="print">
            <a:extLst>
              <a:ext uri="{28A0092B-C50C-407E-A947-70E740481C1C}">
                <a14:useLocalDpi xmlns:a14="http://schemas.microsoft.com/office/drawing/2010/main" val="0"/>
              </a:ext>
            </a:extLst>
          </a:blip>
          <a:srcRect b="32822"/>
          <a:stretch>
            <a:fillRect/>
          </a:stretch>
        </p:blipFill>
        <p:spPr>
          <a:xfrm>
            <a:off x="2155371" y="2998551"/>
            <a:ext cx="6865258" cy="387214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p:cNvSpPr>
            <a:spLocks noGrp="1"/>
          </p:cNvSpPr>
          <p:nvPr>
            <p:ph idx="1"/>
          </p:nvPr>
        </p:nvSpPr>
        <p:spPr/>
        <p:txBody>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日期占位符 3"/>
          <p:cNvSpPr>
            <a:spLocks noGrp="1"/>
          </p:cNvSpPr>
          <p:nvPr>
            <p:ph type="dt" sz="half" idx="10"/>
          </p:nvPr>
        </p:nvSpPr>
        <p:spPr/>
        <p:txBody>
          <a:bodyPr/>
          <a:lstStyle/>
          <a:p>
            <a:fld id="{6489D9C7-5DC6-4263-87FF-7C99F6FB63C3}"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www.islide.cc</a:t>
            </a:r>
            <a:endParaRPr lang="zh-CN" altLang="en-US" dirty="0"/>
          </a:p>
        </p:txBody>
      </p:sp>
      <p:sp>
        <p:nvSpPr>
          <p:cNvPr id="6" name="灯片编号占位符 5"/>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3" name="日期占位符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9" name="箭头: 五边形 11227"/>
          <p:cNvSpPr/>
          <p:nvPr userDrawn="1"/>
        </p:nvSpPr>
        <p:spPr>
          <a:xfrm>
            <a:off x="0" y="2196445"/>
            <a:ext cx="12192000" cy="2465110"/>
          </a:xfrm>
          <a:prstGeom prst="rect">
            <a:avLst/>
          </a:prstGeom>
          <a:blipFill>
            <a:blip r:embed="rId2">
              <a:grayscl/>
            </a:blip>
            <a:srcRect/>
            <a:stretch>
              <a:fillRect t="-321082" b="-32108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2196445"/>
            <a:ext cx="12192000" cy="2465110"/>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32656" y="1779888"/>
            <a:ext cx="6183084" cy="5191258"/>
            <a:chOff x="986972" y="1289957"/>
            <a:chExt cx="6183084" cy="5191258"/>
          </a:xfrm>
        </p:grpSpPr>
        <p:pic>
          <p:nvPicPr>
            <p:cNvPr id="25" name="图片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6972" y="1289957"/>
              <a:ext cx="6183084" cy="5191258"/>
            </a:xfrm>
            <a:prstGeom prst="rect">
              <a:avLst/>
            </a:prstGeom>
          </p:spPr>
        </p:pic>
        <p:sp>
          <p:nvSpPr>
            <p:cNvPr id="26" name="矩形 25"/>
            <p:cNvSpPr/>
            <p:nvPr userDrawn="1"/>
          </p:nvSpPr>
          <p:spPr>
            <a:xfrm>
              <a:off x="2338388" y="1552574"/>
              <a:ext cx="4567237" cy="2511425"/>
            </a:xfrm>
            <a:prstGeom prst="rect">
              <a:avLst/>
            </a:prstGeom>
            <a:blipFill>
              <a:blip r:embed="rId4"/>
              <a:stretch>
                <a:fillRect t="-9989" b="-988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标题 1"/>
          <p:cNvSpPr>
            <a:spLocks noGrp="1"/>
          </p:cNvSpPr>
          <p:nvPr userDrawn="1">
            <p:ph type="ctrTitle" hasCustomPrompt="1"/>
          </p:nvPr>
        </p:nvSpPr>
        <p:spPr>
          <a:xfrm>
            <a:off x="7501844" y="2681895"/>
            <a:ext cx="4018644" cy="986607"/>
          </a:xfrm>
        </p:spPr>
        <p:txBody>
          <a:bodyPr anchor="ctr">
            <a:normAutofit/>
          </a:bodyPr>
          <a:lstStyle>
            <a:lvl1pPr marL="0" indent="0" algn="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4" name="文本占位符 62"/>
          <p:cNvSpPr>
            <a:spLocks noGrp="1"/>
          </p:cNvSpPr>
          <p:nvPr userDrawn="1">
            <p:ph type="body" sz="quarter" idx="17" hasCustomPrompt="1"/>
          </p:nvPr>
        </p:nvSpPr>
        <p:spPr>
          <a:xfrm>
            <a:off x="7501844" y="3673265"/>
            <a:ext cx="4018644" cy="310871"/>
          </a:xfrm>
        </p:spPr>
        <p:txBody>
          <a:bodyPr vert="horz" lIns="91440" tIns="45720" rIns="91440" bIns="45720" rtlCol="0">
            <a:normAutofit/>
          </a:bodyPr>
          <a:lstStyle>
            <a:lvl1pPr marL="0" indent="0" algn="r">
              <a:buNone/>
              <a:defRPr lang="zh-CN" altLang="en-US" sz="16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endParaRPr lang="en-US" altLang="zh-CN" dirty="0"/>
          </a:p>
        </p:txBody>
      </p:sp>
      <p:sp>
        <p:nvSpPr>
          <p:cNvPr id="15" name="文本占位符 62"/>
          <p:cNvSpPr>
            <a:spLocks noGrp="1"/>
          </p:cNvSpPr>
          <p:nvPr userDrawn="1">
            <p:ph type="body" sz="quarter" idx="18" hasCustomPrompt="1"/>
          </p:nvPr>
        </p:nvSpPr>
        <p:spPr>
          <a:xfrm>
            <a:off x="7501844" y="3988899"/>
            <a:ext cx="4018644" cy="310871"/>
          </a:xfrm>
        </p:spPr>
        <p:txBody>
          <a:bodyPr vert="horz" lIns="91440" tIns="45720" rIns="91440" bIns="45720" rtlCol="0">
            <a:normAutofit/>
          </a:bodyPr>
          <a:lstStyle>
            <a:lvl1pPr marL="0" indent="0" algn="r">
              <a:buNone/>
              <a:defRPr lang="zh-CN" altLang="en-US" sz="16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模板使用技巧 1">
    <p:spTree>
      <p:nvGrpSpPr>
        <p:cNvPr id="1" name=""/>
        <p:cNvGrpSpPr/>
        <p:nvPr/>
      </p:nvGrpSpPr>
      <p:grpSpPr>
        <a:xfrm>
          <a:off x="0" y="0"/>
          <a:ext cx="0" cy="0"/>
          <a:chOff x="0" y="0"/>
          <a:chExt cx="0" cy="0"/>
        </a:xfrm>
      </p:grpSpPr>
      <p:sp>
        <p:nvSpPr>
          <p:cNvPr id="4" name="矩形 3"/>
          <p:cNvSpPr/>
          <p:nvPr userDrawn="1"/>
        </p:nvSpPr>
        <p:spPr>
          <a:xfrm>
            <a:off x="440603" y="759873"/>
            <a:ext cx="1713931" cy="369332"/>
          </a:xfrm>
          <a:prstGeom prst="rect">
            <a:avLst/>
          </a:prstGeom>
        </p:spPr>
        <p:txBody>
          <a:bodyPr wrap="none">
            <a:spAutoFit/>
          </a:bodyPr>
          <a:lstStyle/>
          <a:p>
            <a:pPr defTabSz="609600"/>
            <a:r>
              <a:rPr lang="zh-CN" altLang="en-US" sz="1800">
                <a:solidFill>
                  <a:schemeClr val="tx1">
                    <a:lumMod val="75000"/>
                    <a:lumOff val="25000"/>
                  </a:schemeClr>
                </a:solidFill>
                <a:latin typeface="Segoe UI Light" panose="020B0502040204020203"/>
                <a:ea typeface="微软雅黑" panose="020B0503020204020204" charset="-122"/>
                <a:cs typeface="Segoe UI Light" panose="020B0502040204020203"/>
              </a:rPr>
              <a:t>模板使用技巧</a:t>
            </a:r>
            <a:r>
              <a:rPr lang="en-US" altLang="zh-CN" sz="1800">
                <a:solidFill>
                  <a:schemeClr val="tx1">
                    <a:lumMod val="75000"/>
                    <a:lumOff val="25000"/>
                  </a:schemeClr>
                </a:solidFill>
                <a:latin typeface="Segoe UI Light" panose="020B0502040204020203"/>
                <a:ea typeface="微软雅黑" panose="020B0503020204020204" charset="-122"/>
                <a:cs typeface="Segoe UI Light" panose="020B0502040204020203"/>
              </a:rPr>
              <a:t> 1</a:t>
            </a:r>
            <a:endParaRPr lang="zh-CN" altLang="en-US" sz="18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5" name="矩形 4"/>
          <p:cNvSpPr/>
          <p:nvPr userDrawn="1"/>
        </p:nvSpPr>
        <p:spPr>
          <a:xfrm>
            <a:off x="440603" y="182445"/>
            <a:ext cx="777777" cy="246221"/>
          </a:xfrm>
          <a:prstGeom prst="rect">
            <a:avLst/>
          </a:prstGeom>
        </p:spPr>
        <p:txBody>
          <a:bodyPr wrap="none">
            <a:spAutoFit/>
          </a:bodyPr>
          <a:lstStyle/>
          <a:p>
            <a:pPr defTabSz="609600"/>
            <a:r>
              <a:rPr kumimoji="1" lang="en-US" altLang="zh-CN" sz="1000" dirty="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10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9" name="文本框 8"/>
          <p:cNvSpPr txBox="1"/>
          <p:nvPr userDrawn="1"/>
        </p:nvSpPr>
        <p:spPr>
          <a:xfrm>
            <a:off x="431800" y="1174234"/>
            <a:ext cx="3467616" cy="584775"/>
          </a:xfrm>
          <a:prstGeom prst="rect">
            <a:avLst/>
          </a:prstGeom>
          <a:noFill/>
        </p:spPr>
        <p:txBody>
          <a:bodyPr wrap="none" rtlCol="0">
            <a:spAutoFit/>
          </a:bodyPr>
          <a:lstStyle/>
          <a:p>
            <a:r>
              <a:rPr lang="zh-CN" altLang="en-US" sz="3200" b="1">
                <a:solidFill>
                  <a:schemeClr val="tx1">
                    <a:lumMod val="85000"/>
                    <a:lumOff val="15000"/>
                  </a:schemeClr>
                </a:solidFill>
                <a:latin typeface="微软雅黑" panose="020B0503020204020204" charset="-122"/>
                <a:ea typeface="微软雅黑" panose="020B0503020204020204" charset="-122"/>
              </a:rPr>
              <a:t>一键调整模板颜色</a:t>
            </a:r>
            <a:endParaRPr lang="en-US" sz="3200" b="1">
              <a:solidFill>
                <a:schemeClr val="tx1">
                  <a:lumMod val="85000"/>
                  <a:lumOff val="15000"/>
                </a:schemeClr>
              </a:solidFill>
              <a:latin typeface="微软雅黑" panose="020B0503020204020204" charset="-122"/>
              <a:ea typeface="微软雅黑" panose="020B0503020204020204" charset="-122"/>
            </a:endParaRPr>
          </a:p>
        </p:txBody>
      </p:sp>
      <p:pic>
        <p:nvPicPr>
          <p:cNvPr id="10" name="图片 9"/>
          <p:cNvPicPr>
            <a:picLocks noChangeAspect="1"/>
          </p:cNvPicPr>
          <p:nvPr userDrawn="1"/>
        </p:nvPicPr>
        <p:blipFill>
          <a:blip r:embed="rId2"/>
          <a:stretch>
            <a:fillRect/>
          </a:stretch>
        </p:blipFill>
        <p:spPr>
          <a:xfrm>
            <a:off x="431800" y="2138895"/>
            <a:ext cx="5295899" cy="3847021"/>
          </a:xfrm>
          <a:prstGeom prst="rect">
            <a:avLst/>
          </a:prstGeom>
          <a:ln>
            <a:solidFill>
              <a:schemeClr val="bg1">
                <a:lumMod val="65000"/>
              </a:schemeClr>
            </a:solidFill>
          </a:ln>
        </p:spPr>
      </p:pic>
      <p:pic>
        <p:nvPicPr>
          <p:cNvPr id="11" name="图片 10"/>
          <p:cNvPicPr>
            <a:picLocks noChangeAspect="1"/>
          </p:cNvPicPr>
          <p:nvPr userDrawn="1"/>
        </p:nvPicPr>
        <p:blipFill>
          <a:blip r:embed="rId3"/>
          <a:stretch>
            <a:fillRect/>
          </a:stretch>
        </p:blipFill>
        <p:spPr>
          <a:xfrm>
            <a:off x="6464300" y="2138895"/>
            <a:ext cx="5295900" cy="3847022"/>
          </a:xfrm>
          <a:prstGeom prst="rect">
            <a:avLst/>
          </a:prstGeom>
          <a:ln>
            <a:solidFill>
              <a:schemeClr val="bg1">
                <a:lumMod val="65000"/>
              </a:schemeClr>
            </a:solidFill>
          </a:ln>
        </p:spPr>
      </p:pic>
      <p:sp>
        <p:nvSpPr>
          <p:cNvPr id="12" name="文本框 11"/>
          <p:cNvSpPr txBox="1"/>
          <p:nvPr userDrawn="1"/>
        </p:nvSpPr>
        <p:spPr>
          <a:xfrm>
            <a:off x="333477" y="6061002"/>
            <a:ext cx="3183885"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1.</a:t>
            </a:r>
            <a:r>
              <a:rPr lang="zh-CN" altLang="en-US" sz="1200" spc="150">
                <a:latin typeface="微软雅黑" panose="020B0503020204020204" charset="-122"/>
                <a:ea typeface="微软雅黑" panose="020B0503020204020204" charset="-122"/>
              </a:rPr>
              <a:t> 选择“设计”</a:t>
            </a:r>
            <a:r>
              <a:rPr lang="en-US" altLang="zh-CN" sz="1200" spc="150">
                <a:latin typeface="微软雅黑" panose="020B0503020204020204" charset="-122"/>
                <a:ea typeface="微软雅黑" panose="020B0503020204020204" charset="-122"/>
              </a:rPr>
              <a:t>-</a:t>
            </a:r>
            <a:r>
              <a:rPr lang="zh-CN" altLang="en-US" sz="1200" spc="150">
                <a:latin typeface="微软雅黑" panose="020B0503020204020204" charset="-122"/>
                <a:ea typeface="微软雅黑" panose="020B0503020204020204" charset="-122"/>
              </a:rPr>
              <a:t>“变体”</a:t>
            </a:r>
            <a:r>
              <a:rPr lang="en-US" altLang="zh-CN" sz="1200" spc="150">
                <a:latin typeface="微软雅黑" panose="020B0503020204020204" charset="-122"/>
                <a:ea typeface="微软雅黑" panose="020B0503020204020204" charset="-122"/>
              </a:rPr>
              <a:t>-</a:t>
            </a:r>
            <a:r>
              <a:rPr lang="zh-CN" altLang="en-US" sz="1200" spc="150">
                <a:latin typeface="微软雅黑" panose="020B0503020204020204" charset="-122"/>
                <a:ea typeface="微软雅黑" panose="020B0503020204020204" charset="-122"/>
              </a:rPr>
              <a:t>“颜色”；</a:t>
            </a:r>
            <a:endParaRPr lang="en-US" sz="1200" spc="150">
              <a:latin typeface="微软雅黑" panose="020B0503020204020204" charset="-122"/>
              <a:ea typeface="微软雅黑" panose="020B0503020204020204" charset="-122"/>
            </a:endParaRPr>
          </a:p>
        </p:txBody>
      </p:sp>
      <p:sp>
        <p:nvSpPr>
          <p:cNvPr id="13" name="文本框 12"/>
          <p:cNvSpPr txBox="1"/>
          <p:nvPr userDrawn="1"/>
        </p:nvSpPr>
        <p:spPr>
          <a:xfrm>
            <a:off x="6360651" y="6061002"/>
            <a:ext cx="4562467"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2.</a:t>
            </a:r>
            <a:r>
              <a:rPr lang="zh-CN" altLang="en-US" sz="1200" spc="150">
                <a:latin typeface="微软雅黑" panose="020B0503020204020204" charset="-122"/>
                <a:ea typeface="微软雅黑" panose="020B0503020204020204" charset="-122"/>
              </a:rPr>
              <a:t> 选择你喜欢的颜色搭配，模板一秒调整为你选颜色。</a:t>
            </a:r>
            <a:endParaRPr lang="en-US" sz="1200" spc="150">
              <a:latin typeface="微软雅黑" panose="020B0503020204020204" charset="-122"/>
              <a:ea typeface="微软雅黑" panose="020B0503020204020204" charset="-122"/>
            </a:endParaRPr>
          </a:p>
        </p:txBody>
      </p:sp>
      <p:pic>
        <p:nvPicPr>
          <p:cNvPr id="14" name="图片 13"/>
          <p:cNvPicPr>
            <a:picLocks noChangeAspect="1"/>
          </p:cNvPicPr>
          <p:nvPr userDrawn="1"/>
        </p:nvPicPr>
        <p:blipFill>
          <a:blip r:embed="rId4"/>
          <a:stretch>
            <a:fillRect/>
          </a:stretch>
        </p:blipFill>
        <p:spPr>
          <a:xfrm>
            <a:off x="3005928" y="2609333"/>
            <a:ext cx="819667" cy="819667"/>
          </a:xfrm>
          <a:prstGeom prst="rect">
            <a:avLst/>
          </a:prstGeom>
          <a:effectLst>
            <a:outerShdw blurRad="50800" dist="38100" dir="2700000" algn="tl" rotWithShape="0">
              <a:prstClr val="black">
                <a:alpha val="40000"/>
              </a:prstClr>
            </a:outerShdw>
          </a:effectLst>
        </p:spPr>
      </p:pic>
      <p:pic>
        <p:nvPicPr>
          <p:cNvPr id="15" name="图片 14"/>
          <p:cNvPicPr>
            <a:picLocks noChangeAspect="1"/>
          </p:cNvPicPr>
          <p:nvPr userDrawn="1"/>
        </p:nvPicPr>
        <p:blipFill>
          <a:blip r:embed="rId4"/>
          <a:stretch>
            <a:fillRect/>
          </a:stretch>
        </p:blipFill>
        <p:spPr>
          <a:xfrm>
            <a:off x="10787853" y="4257158"/>
            <a:ext cx="819667" cy="819667"/>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模板使用技巧 2">
    <p:spTree>
      <p:nvGrpSpPr>
        <p:cNvPr id="1" name=""/>
        <p:cNvGrpSpPr/>
        <p:nvPr/>
      </p:nvGrpSpPr>
      <p:grpSpPr>
        <a:xfrm>
          <a:off x="0" y="0"/>
          <a:ext cx="0" cy="0"/>
          <a:chOff x="0" y="0"/>
          <a:chExt cx="0" cy="0"/>
        </a:xfrm>
      </p:grpSpPr>
      <p:sp>
        <p:nvSpPr>
          <p:cNvPr id="3" name="矩形 2"/>
          <p:cNvSpPr/>
          <p:nvPr userDrawn="1"/>
        </p:nvSpPr>
        <p:spPr>
          <a:xfrm>
            <a:off x="440603" y="759873"/>
            <a:ext cx="1750800" cy="369332"/>
          </a:xfrm>
          <a:prstGeom prst="rect">
            <a:avLst/>
          </a:prstGeom>
        </p:spPr>
        <p:txBody>
          <a:bodyPr wrap="none">
            <a:spAutoFit/>
          </a:bodyPr>
          <a:lstStyle/>
          <a:p>
            <a:pPr defTabSz="609600"/>
            <a:r>
              <a:rPr lang="zh-CN" altLang="en-US" sz="1800">
                <a:solidFill>
                  <a:schemeClr val="tx1">
                    <a:lumMod val="75000"/>
                    <a:lumOff val="25000"/>
                  </a:schemeClr>
                </a:solidFill>
                <a:latin typeface="Segoe UI Light" panose="020B0502040204020203"/>
                <a:ea typeface="微软雅黑" panose="020B0503020204020204" charset="-122"/>
                <a:cs typeface="Segoe UI Light" panose="020B0502040204020203"/>
              </a:rPr>
              <a:t>模板使用技巧</a:t>
            </a:r>
            <a:r>
              <a:rPr lang="en-US" altLang="zh-CN" sz="1800">
                <a:solidFill>
                  <a:schemeClr val="tx1">
                    <a:lumMod val="75000"/>
                    <a:lumOff val="25000"/>
                  </a:schemeClr>
                </a:solidFill>
                <a:latin typeface="Segoe UI Light" panose="020B0502040204020203"/>
                <a:ea typeface="微软雅黑" panose="020B0503020204020204" charset="-122"/>
                <a:cs typeface="Segoe UI Light" panose="020B0502040204020203"/>
              </a:rPr>
              <a:t> 2</a:t>
            </a:r>
            <a:endParaRPr lang="zh-CN" altLang="en-US" sz="18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4" name="矩形 3"/>
          <p:cNvSpPr/>
          <p:nvPr userDrawn="1"/>
        </p:nvSpPr>
        <p:spPr>
          <a:xfrm>
            <a:off x="440603" y="182445"/>
            <a:ext cx="777777" cy="246221"/>
          </a:xfrm>
          <a:prstGeom prst="rect">
            <a:avLst/>
          </a:prstGeom>
        </p:spPr>
        <p:txBody>
          <a:bodyPr wrap="none">
            <a:spAutoFit/>
          </a:bodyPr>
          <a:lstStyle/>
          <a:p>
            <a:pPr defTabSz="609600"/>
            <a:r>
              <a:rPr kumimoji="1" lang="en-US" altLang="zh-CN" sz="1000" dirty="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10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pic>
        <p:nvPicPr>
          <p:cNvPr id="5" name="图片 4"/>
          <p:cNvPicPr>
            <a:picLocks noChangeAspect="1"/>
          </p:cNvPicPr>
          <p:nvPr userDrawn="1"/>
        </p:nvPicPr>
        <p:blipFill>
          <a:blip r:embed="rId2"/>
          <a:stretch>
            <a:fillRect/>
          </a:stretch>
        </p:blipFill>
        <p:spPr>
          <a:xfrm>
            <a:off x="431800" y="2138895"/>
            <a:ext cx="5295899" cy="3847021"/>
          </a:xfrm>
          <a:prstGeom prst="rect">
            <a:avLst/>
          </a:prstGeom>
          <a:ln>
            <a:solidFill>
              <a:schemeClr val="bg1">
                <a:lumMod val="65000"/>
              </a:schemeClr>
            </a:solidFill>
          </a:ln>
        </p:spPr>
      </p:pic>
      <p:pic>
        <p:nvPicPr>
          <p:cNvPr id="6" name="图片 5"/>
          <p:cNvPicPr>
            <a:picLocks noChangeAspect="1"/>
          </p:cNvPicPr>
          <p:nvPr userDrawn="1"/>
        </p:nvPicPr>
        <p:blipFill>
          <a:blip r:embed="rId3"/>
          <a:stretch>
            <a:fillRect/>
          </a:stretch>
        </p:blipFill>
        <p:spPr>
          <a:xfrm>
            <a:off x="6464301" y="2138895"/>
            <a:ext cx="5295900" cy="3847022"/>
          </a:xfrm>
          <a:prstGeom prst="rect">
            <a:avLst/>
          </a:prstGeom>
          <a:ln>
            <a:solidFill>
              <a:schemeClr val="bg1">
                <a:lumMod val="65000"/>
              </a:schemeClr>
            </a:solidFill>
          </a:ln>
        </p:spPr>
      </p:pic>
      <p:sp>
        <p:nvSpPr>
          <p:cNvPr id="7" name="文本框 6"/>
          <p:cNvSpPr txBox="1"/>
          <p:nvPr userDrawn="1"/>
        </p:nvSpPr>
        <p:spPr>
          <a:xfrm>
            <a:off x="431800" y="1174234"/>
            <a:ext cx="3467616" cy="584775"/>
          </a:xfrm>
          <a:prstGeom prst="rect">
            <a:avLst/>
          </a:prstGeom>
          <a:noFill/>
        </p:spPr>
        <p:txBody>
          <a:bodyPr wrap="none" rtlCol="0">
            <a:spAutoFit/>
          </a:bodyPr>
          <a:lstStyle/>
          <a:p>
            <a:r>
              <a:rPr lang="zh-CN" altLang="en-US" sz="3200" b="1">
                <a:solidFill>
                  <a:schemeClr val="tx1">
                    <a:lumMod val="85000"/>
                    <a:lumOff val="15000"/>
                  </a:schemeClr>
                </a:solidFill>
                <a:latin typeface="微软雅黑" panose="020B0503020204020204" charset="-122"/>
                <a:ea typeface="微软雅黑" panose="020B0503020204020204" charset="-122"/>
              </a:rPr>
              <a:t>随时添加模板样式</a:t>
            </a:r>
            <a:endParaRPr lang="en-US" sz="3200" b="1">
              <a:solidFill>
                <a:schemeClr val="tx1">
                  <a:lumMod val="85000"/>
                  <a:lumOff val="15000"/>
                </a:schemeClr>
              </a:solidFill>
              <a:latin typeface="微软雅黑" panose="020B0503020204020204" charset="-122"/>
              <a:ea typeface="微软雅黑" panose="020B0503020204020204" charset="-122"/>
            </a:endParaRPr>
          </a:p>
        </p:txBody>
      </p:sp>
      <p:sp>
        <p:nvSpPr>
          <p:cNvPr id="8" name="文本框 7"/>
          <p:cNvSpPr txBox="1"/>
          <p:nvPr userDrawn="1"/>
        </p:nvSpPr>
        <p:spPr>
          <a:xfrm>
            <a:off x="333477" y="6061002"/>
            <a:ext cx="3010761"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1.</a:t>
            </a:r>
            <a:r>
              <a:rPr lang="zh-CN" altLang="en-US" sz="1200" spc="150">
                <a:latin typeface="微软雅黑" panose="020B0503020204020204" charset="-122"/>
                <a:ea typeface="微软雅黑" panose="020B0503020204020204" charset="-122"/>
              </a:rPr>
              <a:t> 选择“开始”</a:t>
            </a:r>
            <a:r>
              <a:rPr lang="en-US" altLang="zh-CN" sz="1200" spc="150">
                <a:latin typeface="微软雅黑" panose="020B0503020204020204" charset="-122"/>
                <a:ea typeface="微软雅黑" panose="020B0503020204020204" charset="-122"/>
              </a:rPr>
              <a:t>-</a:t>
            </a:r>
            <a:r>
              <a:rPr lang="zh-CN" altLang="en-US" sz="1200" spc="150">
                <a:latin typeface="微软雅黑" panose="020B0503020204020204" charset="-122"/>
                <a:ea typeface="微软雅黑" panose="020B0503020204020204" charset="-122"/>
              </a:rPr>
              <a:t>“新建幻灯片”；</a:t>
            </a:r>
            <a:endParaRPr lang="en-US" sz="1200" spc="150">
              <a:latin typeface="微软雅黑" panose="020B0503020204020204" charset="-122"/>
              <a:ea typeface="微软雅黑" panose="020B0503020204020204" charset="-122"/>
            </a:endParaRPr>
          </a:p>
        </p:txBody>
      </p:sp>
      <p:sp>
        <p:nvSpPr>
          <p:cNvPr id="9" name="文本框 8"/>
          <p:cNvSpPr txBox="1"/>
          <p:nvPr userDrawn="1"/>
        </p:nvSpPr>
        <p:spPr>
          <a:xfrm>
            <a:off x="6360651" y="6061002"/>
            <a:ext cx="5256567"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2.</a:t>
            </a:r>
            <a:r>
              <a:rPr lang="zh-CN" altLang="en-US" sz="1200" spc="150">
                <a:latin typeface="微软雅黑" panose="020B0503020204020204" charset="-122"/>
                <a:ea typeface="微软雅黑" panose="020B0503020204020204" charset="-122"/>
              </a:rPr>
              <a:t> 选择你需要的页面，如封面页，目录页，副标题页，内容页等</a:t>
            </a:r>
            <a:r>
              <a:rPr lang="en-US" altLang="zh-CN" sz="1200" spc="150">
                <a:latin typeface="微软雅黑" panose="020B0503020204020204" charset="-122"/>
                <a:ea typeface="微软雅黑" panose="020B0503020204020204" charset="-122"/>
              </a:rPr>
              <a:t>…</a:t>
            </a:r>
            <a:endParaRPr lang="en-US" sz="1200" spc="150">
              <a:latin typeface="微软雅黑" panose="020B0503020204020204" charset="-122"/>
              <a:ea typeface="微软雅黑" panose="020B0503020204020204" charset="-122"/>
            </a:endParaRPr>
          </a:p>
        </p:txBody>
      </p:sp>
      <p:pic>
        <p:nvPicPr>
          <p:cNvPr id="10" name="图片 9"/>
          <p:cNvPicPr>
            <a:picLocks noChangeAspect="1"/>
          </p:cNvPicPr>
          <p:nvPr userDrawn="1"/>
        </p:nvPicPr>
        <p:blipFill>
          <a:blip r:embed="rId4"/>
          <a:stretch>
            <a:fillRect/>
          </a:stretch>
        </p:blipFill>
        <p:spPr>
          <a:xfrm>
            <a:off x="700878" y="2428358"/>
            <a:ext cx="819667" cy="819667"/>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关注微软Office文档">
    <p:spTree>
      <p:nvGrpSpPr>
        <p:cNvPr id="1" name=""/>
        <p:cNvGrpSpPr/>
        <p:nvPr/>
      </p:nvGrpSpPr>
      <p:grpSpPr>
        <a:xfrm>
          <a:off x="0" y="0"/>
          <a:ext cx="0" cy="0"/>
          <a:chOff x="0" y="0"/>
          <a:chExt cx="0" cy="0"/>
        </a:xfrm>
      </p:grpSpPr>
      <p:sp>
        <p:nvSpPr>
          <p:cNvPr id="3" name="矩形 2"/>
          <p:cNvSpPr/>
          <p:nvPr userDrawn="1"/>
        </p:nvSpPr>
        <p:spPr>
          <a:xfrm>
            <a:off x="0" y="3429000"/>
            <a:ext cx="12192000" cy="3429000"/>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4" name="矩形: 圆角 3"/>
          <p:cNvSpPr/>
          <p:nvPr userDrawn="1"/>
        </p:nvSpPr>
        <p:spPr>
          <a:xfrm>
            <a:off x="1079465" y="1527629"/>
            <a:ext cx="3802742" cy="3802742"/>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pic>
        <p:nvPicPr>
          <p:cNvPr id="5" name="图片 4" descr="图片包含 纵横字谜, 文字&#10;&#10;已生成极高可信度的说明"/>
          <p:cNvPicPr>
            <a:picLocks noChangeAspect="1"/>
          </p:cNvPicPr>
          <p:nvPr userDrawn="1"/>
        </p:nvPicPr>
        <p:blipFill>
          <a:blip r:embed="rId2">
            <a:clrChange>
              <a:clrFrom>
                <a:srgbClr val="FFFFFF"/>
              </a:clrFrom>
              <a:clrTo>
                <a:srgbClr val="FFFFFF">
                  <a:alpha val="0"/>
                </a:srgbClr>
              </a:clrTo>
            </a:clrChange>
          </a:blip>
          <a:stretch>
            <a:fillRect/>
          </a:stretch>
        </p:blipFill>
        <p:spPr>
          <a:xfrm>
            <a:off x="1308065" y="1756229"/>
            <a:ext cx="3345542" cy="3345542"/>
          </a:xfrm>
          <a:prstGeom prst="rect">
            <a:avLst/>
          </a:prstGeom>
        </p:spPr>
      </p:pic>
      <p:sp>
        <p:nvSpPr>
          <p:cNvPr id="6" name="文本框 5"/>
          <p:cNvSpPr txBox="1"/>
          <p:nvPr userDrawn="1"/>
        </p:nvSpPr>
        <p:spPr>
          <a:xfrm>
            <a:off x="5239657" y="1566506"/>
            <a:ext cx="6013185" cy="3549241"/>
          </a:xfrm>
          <a:prstGeom prst="rect">
            <a:avLst/>
          </a:prstGeom>
          <a:noFill/>
        </p:spPr>
        <p:txBody>
          <a:bodyPr wrap="none" rtlCol="0">
            <a:spAutoFit/>
          </a:bodyPr>
          <a:lstStyle/>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办公模板更新</a:t>
            </a:r>
            <a:endParaRPr lang="en-US" altLang="zh-CN"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微软</a:t>
            </a:r>
            <a:endParaRPr lang="en-US" altLang="zh-CN"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微信扫码关注</a:t>
            </a:r>
            <a:endParaRPr lang="en-US" altLang="zh-CN"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微软</a:t>
            </a:r>
            <a:r>
              <a:rPr lang="en-US" altLang="zh-CN"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Office</a:t>
            </a:r>
            <a:r>
              <a:rPr lang="zh-CN" altLang="en-US"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文档 」服务号</a:t>
            </a:r>
            <a:endParaRPr lang="en-US" altLang="zh-CN"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7" name="图片 6">
            <a:hlinkClick r:id="rId3"/>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微软黑科技">
    <p:spTree>
      <p:nvGrpSpPr>
        <p:cNvPr id="1" name=""/>
        <p:cNvGrpSpPr/>
        <p:nvPr/>
      </p:nvGrpSpPr>
      <p:grpSpPr>
        <a:xfrm>
          <a:off x="0" y="0"/>
          <a:ext cx="0" cy="0"/>
          <a:chOff x="0" y="0"/>
          <a:chExt cx="0" cy="0"/>
        </a:xfrm>
      </p:grpSpPr>
      <p:cxnSp>
        <p:nvCxnSpPr>
          <p:cNvPr id="4" name="直接连接符 3"/>
          <p:cNvCxnSpPr/>
          <p:nvPr userDrawn="1"/>
        </p:nvCxnSpPr>
        <p:spPr>
          <a:xfrm>
            <a:off x="0" y="657288"/>
            <a:ext cx="12192000" cy="0"/>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3091547"/>
            <a:ext cx="12192000" cy="3766453"/>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8" name="矩形: 圆角 7"/>
          <p:cNvSpPr/>
          <p:nvPr userDrawn="1"/>
        </p:nvSpPr>
        <p:spPr>
          <a:xfrm>
            <a:off x="621395"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9" name="矩形: 圆角 8"/>
          <p:cNvSpPr/>
          <p:nvPr userDrawn="1"/>
        </p:nvSpPr>
        <p:spPr>
          <a:xfrm>
            <a:off x="4374467"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10" name="文本框 9"/>
          <p:cNvSpPr txBox="1"/>
          <p:nvPr userDrawn="1"/>
        </p:nvSpPr>
        <p:spPr>
          <a:xfrm>
            <a:off x="1656327" y="286129"/>
            <a:ext cx="8879354" cy="670120"/>
          </a:xfrm>
          <a:prstGeom prst="rect">
            <a:avLst/>
          </a:prstGeom>
          <a:solidFill>
            <a:schemeClr val="bg1"/>
          </a:solidFill>
        </p:spPr>
        <p:txBody>
          <a:bodyPr wrap="none" rtlCol="0">
            <a:spAutoFit/>
          </a:bodyPr>
          <a:lstStyle/>
          <a:p>
            <a:pPr algn="ctr">
              <a:lnSpc>
                <a:spcPct val="130000"/>
              </a:lnSpc>
              <a:spcBef>
                <a:spcPts val="600"/>
              </a:spcBef>
            </a:pPr>
            <a:r>
              <a:rPr lang="zh-CN" altLang="en-US" sz="3200" b="1" kern="0">
                <a:latin typeface="微软雅黑" panose="020B0503020204020204" charset="-122"/>
                <a:ea typeface="微软雅黑" panose="020B0503020204020204" charset="-122"/>
                <a:cs typeface="+mn-ea"/>
                <a:sym typeface="+mn-lt"/>
              </a:rPr>
              <a:t> 微信扫描小程序码，使用微软移动办公黑科技 </a:t>
            </a:r>
            <a:endParaRPr lang="en-US" sz="3200" b="1" kern="0" dirty="0">
              <a:latin typeface="微软雅黑" panose="020B0503020204020204" charset="-122"/>
              <a:ea typeface="微软雅黑" panose="020B0503020204020204" charset="-122"/>
              <a:cs typeface="+mn-ea"/>
              <a:sym typeface="+mn-lt"/>
            </a:endParaRPr>
          </a:p>
        </p:txBody>
      </p:sp>
      <p:cxnSp>
        <p:nvCxnSpPr>
          <p:cNvPr id="11" name="直接连接符 10"/>
          <p:cNvCxnSpPr/>
          <p:nvPr userDrawn="1"/>
        </p:nvCxnSpPr>
        <p:spPr>
          <a:xfrm flipH="1">
            <a:off x="1523089"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flipH="1">
            <a:off x="10402443"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13" name="矩形: 圆角 12"/>
          <p:cNvSpPr/>
          <p:nvPr userDrawn="1"/>
        </p:nvSpPr>
        <p:spPr>
          <a:xfrm>
            <a:off x="8159751"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pic>
        <p:nvPicPr>
          <p:cNvPr id="14" name="图片 13"/>
          <p:cNvPicPr>
            <a:picLocks noChangeAspect="1"/>
          </p:cNvPicPr>
          <p:nvPr userDrawn="1"/>
        </p:nvPicPr>
        <p:blipFill rotWithShape="1">
          <a:blip r:embed="rId2">
            <a:clrChange>
              <a:clrFrom>
                <a:srgbClr val="FFFFFF"/>
              </a:clrFrom>
              <a:clrTo>
                <a:srgbClr val="FFFFFF">
                  <a:alpha val="0"/>
                </a:srgbClr>
              </a:clrTo>
            </a:clrChange>
          </a:blip>
          <a:srcRect l="13924" t="13924" r="13924" b="13924"/>
          <a:stretch>
            <a:fillRect/>
          </a:stretch>
        </p:blipFill>
        <p:spPr>
          <a:xfrm>
            <a:off x="4705130" y="1673081"/>
            <a:ext cx="2743200" cy="2743200"/>
          </a:xfrm>
          <a:prstGeom prst="rect">
            <a:avLst/>
          </a:prstGeom>
        </p:spPr>
      </p:pic>
      <p:pic>
        <p:nvPicPr>
          <p:cNvPr id="15" name="图片 14"/>
          <p:cNvPicPr>
            <a:picLocks noChangeAspect="1"/>
          </p:cNvPicPr>
          <p:nvPr userDrawn="1"/>
        </p:nvPicPr>
        <p:blipFill rotWithShape="1">
          <a:blip r:embed="rId3">
            <a:clrChange>
              <a:clrFrom>
                <a:srgbClr val="FFFFFF"/>
              </a:clrFrom>
              <a:clrTo>
                <a:srgbClr val="FFFFFF">
                  <a:alpha val="0"/>
                </a:srgbClr>
              </a:clrTo>
            </a:clrChange>
          </a:blip>
          <a:srcRect l="14439" r="14439"/>
          <a:stretch>
            <a:fillRect/>
          </a:stretch>
        </p:blipFill>
        <p:spPr>
          <a:xfrm>
            <a:off x="8519321" y="1673081"/>
            <a:ext cx="2743200" cy="2743200"/>
          </a:xfrm>
          <a:prstGeom prst="rect">
            <a:avLst/>
          </a:prstGeom>
        </p:spPr>
      </p:pic>
      <p:pic>
        <p:nvPicPr>
          <p:cNvPr id="16" name="图片 15"/>
          <p:cNvPicPr>
            <a:picLocks noChangeAspect="1"/>
          </p:cNvPicPr>
          <p:nvPr userDrawn="1"/>
        </p:nvPicPr>
        <p:blipFill>
          <a:blip r:embed="rId4">
            <a:clrChange>
              <a:clrFrom>
                <a:srgbClr val="FFFFFF"/>
              </a:clrFrom>
              <a:clrTo>
                <a:srgbClr val="FFFFFF">
                  <a:alpha val="0"/>
                </a:srgbClr>
              </a:clrTo>
            </a:clrChange>
          </a:blip>
          <a:stretch>
            <a:fillRect/>
          </a:stretch>
        </p:blipFill>
        <p:spPr>
          <a:xfrm>
            <a:off x="980965" y="1673081"/>
            <a:ext cx="2743200" cy="2743200"/>
          </a:xfrm>
          <a:prstGeom prst="rect">
            <a:avLst/>
          </a:prstGeom>
        </p:spPr>
      </p:pic>
      <p:sp>
        <p:nvSpPr>
          <p:cNvPr id="17" name="文本框 16"/>
          <p:cNvSpPr txBox="1"/>
          <p:nvPr userDrawn="1"/>
        </p:nvSpPr>
        <p:spPr>
          <a:xfrm>
            <a:off x="987447" y="5138740"/>
            <a:ext cx="2730235"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在微信访问</a:t>
            </a:r>
            <a:r>
              <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OneDrive</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 微软</a:t>
            </a:r>
            <a:r>
              <a:rPr lang="en-US" altLang="zh-CN"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Office</a:t>
            </a: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文档 」</a:t>
            </a:r>
            <a:endParaRPr lang="en-US" sz="2000" b="1" kern="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18" name="文本框 17"/>
          <p:cNvSpPr txBox="1"/>
          <p:nvPr userDrawn="1"/>
        </p:nvSpPr>
        <p:spPr>
          <a:xfrm>
            <a:off x="4862328" y="5138740"/>
            <a:ext cx="2467342"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让你的文档会说话</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 微软听听文档 」</a:t>
            </a:r>
            <a:endPar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19" name="文本框 18"/>
          <p:cNvSpPr txBox="1"/>
          <p:nvPr userDrawn="1"/>
        </p:nvSpPr>
        <p:spPr>
          <a:xfrm>
            <a:off x="8644425" y="5138740"/>
            <a:ext cx="2492990"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你的文档创作小助手</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 微软小蜜 」</a:t>
            </a:r>
            <a:endPar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cxnSp>
        <p:nvCxnSpPr>
          <p:cNvPr id="20" name="直接连接符 19"/>
          <p:cNvCxnSpPr/>
          <p:nvPr userDrawn="1"/>
        </p:nvCxnSpPr>
        <p:spPr>
          <a:xfrm>
            <a:off x="419803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797621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2" name="图片 21">
            <a:hlinkClick r:id="rId5"/>
          </p:cNvPr>
          <p:cNvPicPr>
            <a:picLocks noChangeAspect="1"/>
          </p:cNvPicPr>
          <p:nvPr userDrawn="1"/>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065491" y="1828800"/>
            <a:ext cx="8231744" cy="2895600"/>
          </a:xfrm>
        </p:spPr>
        <p:txBody>
          <a:bodyPr anchor="b">
            <a:normAutofit/>
          </a:bodyPr>
          <a:lstStyle>
            <a:lvl1pPr latinLnBrk="0">
              <a:lnSpc>
                <a:spcPct val="80000"/>
              </a:lnSpc>
              <a:defRPr lang="zh-CN" sz="6600">
                <a:solidFill>
                  <a:schemeClr val="tx1"/>
                </a:solidFill>
              </a:defRPr>
            </a:lvl1pPr>
          </a:lstStyle>
          <a:p>
            <a:r>
              <a:rPr lang="zh-CN" altLang="en-US" smtClean="0"/>
              <a:t>单击此处编辑母版标题样式</a:t>
            </a:r>
            <a:endParaRPr lang="zh-CN"/>
          </a:p>
        </p:txBody>
      </p:sp>
      <p:sp>
        <p:nvSpPr>
          <p:cNvPr id="3" name="副标题 2"/>
          <p:cNvSpPr>
            <a:spLocks noGrp="1"/>
          </p:cNvSpPr>
          <p:nvPr>
            <p:ph type="subTitle" idx="1"/>
          </p:nvPr>
        </p:nvSpPr>
        <p:spPr>
          <a:xfrm>
            <a:off x="1065490" y="4800600"/>
            <a:ext cx="8231744" cy="1219200"/>
          </a:xfrm>
        </p:spPr>
        <p:txBody>
          <a:bodyPr>
            <a:normAutofit/>
          </a:bodyPr>
          <a:lstStyle>
            <a:lvl1pPr marL="0" indent="0" algn="l" latinLnBrk="0">
              <a:spcBef>
                <a:spcPts val="0"/>
              </a:spcBef>
              <a:buNone/>
              <a:defRPr lang="zh-CN" sz="2000" cap="all" spc="200" baseline="0">
                <a:solidFill>
                  <a:schemeClr val="accent1"/>
                </a:solidFill>
              </a:defRPr>
            </a:lvl1pPr>
            <a:lvl2pPr marL="457200" indent="0" algn="ctr" latinLnBrk="0">
              <a:buNone/>
              <a:defRPr lang="zh-CN">
                <a:solidFill>
                  <a:schemeClr val="tx1">
                    <a:tint val="75000"/>
                  </a:schemeClr>
                </a:solidFill>
              </a:defRPr>
            </a:lvl2pPr>
            <a:lvl3pPr marL="914400" indent="0" algn="ctr" latinLnBrk="0">
              <a:buNone/>
              <a:defRPr lang="zh-CN">
                <a:solidFill>
                  <a:schemeClr val="tx1">
                    <a:tint val="75000"/>
                  </a:schemeClr>
                </a:solidFill>
              </a:defRPr>
            </a:lvl3pPr>
            <a:lvl4pPr marL="1371600" indent="0" algn="ctr" latinLnBrk="0">
              <a:buNone/>
              <a:defRPr lang="zh-CN">
                <a:solidFill>
                  <a:schemeClr val="tx1">
                    <a:tint val="75000"/>
                  </a:schemeClr>
                </a:solidFill>
              </a:defRPr>
            </a:lvl4pPr>
            <a:lvl5pPr marL="1828800" indent="0" algn="ctr" latinLnBrk="0">
              <a:buNone/>
              <a:defRPr lang="zh-CN">
                <a:solidFill>
                  <a:schemeClr val="tx1">
                    <a:tint val="75000"/>
                  </a:schemeClr>
                </a:solidFill>
              </a:defRPr>
            </a:lvl5pPr>
            <a:lvl6pPr marL="2286000" indent="0" algn="ctr" latinLnBrk="0">
              <a:buNone/>
              <a:defRPr lang="zh-CN">
                <a:solidFill>
                  <a:schemeClr val="tx1">
                    <a:tint val="75000"/>
                  </a:schemeClr>
                </a:solidFill>
              </a:defRPr>
            </a:lvl6pPr>
            <a:lvl7pPr marL="2743200" indent="0" algn="ctr" latinLnBrk="0">
              <a:buNone/>
              <a:defRPr lang="zh-CN">
                <a:solidFill>
                  <a:schemeClr val="tx1">
                    <a:tint val="75000"/>
                  </a:schemeClr>
                </a:solidFill>
              </a:defRPr>
            </a:lvl7pPr>
            <a:lvl8pPr marL="3200400" indent="0" algn="ctr" latinLnBrk="0">
              <a:buNone/>
              <a:defRPr lang="zh-CN">
                <a:solidFill>
                  <a:schemeClr val="tx1">
                    <a:tint val="75000"/>
                  </a:schemeClr>
                </a:solidFill>
              </a:defRPr>
            </a:lvl8pPr>
            <a:lvl9pPr marL="3657600" indent="0" algn="ctr" latinLnBrk="0">
              <a:buNone/>
              <a:defRPr lang="zh-CN">
                <a:solidFill>
                  <a:schemeClr val="tx1">
                    <a:tint val="75000"/>
                  </a:schemeClr>
                </a:solidFill>
              </a:defRPr>
            </a:lvl9pPr>
          </a:lstStyle>
          <a:p>
            <a:r>
              <a:rPr lang="zh-CN" altLang="en-US" smtClean="0"/>
              <a:t>单击此处编辑母版副标题样式</a:t>
            </a:r>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idx="1"/>
          </p:nvPr>
        </p:nvSpPr>
        <p:spPr/>
        <p:txBody>
          <a:bodyPr/>
          <a:lstStyle>
            <a:lvl5pPr latinLnBrk="0">
              <a:defRPr lang="zh-CN"/>
            </a:lvl5pPr>
            <a:lvl6pPr latinLnBrk="0">
              <a:defRPr lang="zh-CN"/>
            </a:lvl6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日期占位符 3"/>
          <p:cNvSpPr>
            <a:spLocks noGrp="1"/>
          </p:cNvSpPr>
          <p:nvPr>
            <p:ph type="dt" sz="half" idx="10"/>
          </p:nvPr>
        </p:nvSpPr>
        <p:spPr/>
        <p:txBody>
          <a:bodyPr/>
          <a:lstStyle/>
          <a:p>
            <a:fld id="{03F41C87-7AD9-4845-A077-840E4A0F3F06}"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59891" y="2514600"/>
            <a:ext cx="8694663" cy="2819400"/>
          </a:xfrm>
        </p:spPr>
        <p:txBody>
          <a:bodyPr anchor="b">
            <a:normAutofit/>
          </a:bodyPr>
          <a:lstStyle>
            <a:lvl1pPr algn="l" latinLnBrk="0">
              <a:lnSpc>
                <a:spcPct val="80000"/>
              </a:lnSpc>
              <a:defRPr lang="zh-CN" sz="4800" b="0" cap="none" baseline="0"/>
            </a:lvl1pPr>
          </a:lstStyle>
          <a:p>
            <a:r>
              <a:rPr lang="zh-CN" altLang="en-US" smtClean="0"/>
              <a:t>单击此处编辑母版标题样式</a:t>
            </a:r>
            <a:endParaRPr lang="zh-CN"/>
          </a:p>
        </p:txBody>
      </p:sp>
      <p:sp>
        <p:nvSpPr>
          <p:cNvPr id="3" name="文本占位符 2"/>
          <p:cNvSpPr>
            <a:spLocks noGrp="1"/>
          </p:cNvSpPr>
          <p:nvPr>
            <p:ph type="body" idx="1"/>
          </p:nvPr>
        </p:nvSpPr>
        <p:spPr>
          <a:xfrm>
            <a:off x="1065491" y="5410201"/>
            <a:ext cx="8689596" cy="609601"/>
          </a:xfrm>
        </p:spPr>
        <p:txBody>
          <a:bodyPr anchor="t">
            <a:normAutofit/>
          </a:bodyPr>
          <a:lstStyle>
            <a:lvl1pPr marL="0" indent="0" latinLnBrk="0">
              <a:spcBef>
                <a:spcPts val="0"/>
              </a:spcBef>
              <a:buNone/>
              <a:defRPr lang="zh-CN" sz="2000" cap="all" spc="200" baseline="0">
                <a:solidFill>
                  <a:schemeClr val="accent1"/>
                </a:solidFill>
              </a:defRPr>
            </a:lvl1pPr>
            <a:lvl2pPr marL="457200" indent="0" latinLnBrk="0">
              <a:buNone/>
              <a:defRPr lang="zh-CN" sz="1800">
                <a:solidFill>
                  <a:schemeClr val="tx1">
                    <a:tint val="75000"/>
                  </a:schemeClr>
                </a:solidFill>
              </a:defRPr>
            </a:lvl2pPr>
            <a:lvl3pPr marL="914400" indent="0" latinLnBrk="0">
              <a:buNone/>
              <a:defRPr lang="zh-CN" sz="1600">
                <a:solidFill>
                  <a:schemeClr val="tx1">
                    <a:tint val="75000"/>
                  </a:schemeClr>
                </a:solidFill>
              </a:defRPr>
            </a:lvl3pPr>
            <a:lvl4pPr marL="1371600" indent="0" latinLnBrk="0">
              <a:buNone/>
              <a:defRPr lang="zh-CN" sz="1400">
                <a:solidFill>
                  <a:schemeClr val="tx1">
                    <a:tint val="75000"/>
                  </a:schemeClr>
                </a:solidFill>
              </a:defRPr>
            </a:lvl4pPr>
            <a:lvl5pPr marL="1828800" indent="0" latinLnBrk="0">
              <a:buNone/>
              <a:defRPr lang="zh-CN" sz="1400">
                <a:solidFill>
                  <a:schemeClr val="tx1">
                    <a:tint val="75000"/>
                  </a:schemeClr>
                </a:solidFill>
              </a:defRPr>
            </a:lvl5pPr>
            <a:lvl6pPr marL="2286000" indent="0" latinLnBrk="0">
              <a:buNone/>
              <a:defRPr lang="zh-CN" sz="1400">
                <a:solidFill>
                  <a:schemeClr val="tx1">
                    <a:tint val="75000"/>
                  </a:schemeClr>
                </a:solidFill>
              </a:defRPr>
            </a:lvl6pPr>
            <a:lvl7pPr marL="2743200" indent="0" latinLnBrk="0">
              <a:buNone/>
              <a:defRPr lang="zh-CN" sz="1400">
                <a:solidFill>
                  <a:schemeClr val="tx1">
                    <a:tint val="75000"/>
                  </a:schemeClr>
                </a:solidFill>
              </a:defRPr>
            </a:lvl7pPr>
            <a:lvl8pPr marL="3200400" indent="0" latinLnBrk="0">
              <a:buNone/>
              <a:defRPr lang="zh-CN" sz="1400">
                <a:solidFill>
                  <a:schemeClr val="tx1">
                    <a:tint val="75000"/>
                  </a:schemeClr>
                </a:solidFill>
              </a:defRPr>
            </a:lvl8pPr>
            <a:lvl9pPr marL="3657600" indent="0" latinLnBrk="0">
              <a:buNone/>
              <a:defRPr lang="zh-CN"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03F41C87-7AD9-4845-A077-840E4A0F3F06}"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522809" y="381000"/>
            <a:ext cx="9146384" cy="1371600"/>
          </a:xfrm>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1505174" y="1905001"/>
            <a:ext cx="4420750" cy="41148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内容占位符 3"/>
          <p:cNvSpPr>
            <a:spLocks noGrp="1"/>
          </p:cNvSpPr>
          <p:nvPr>
            <p:ph sz="half" idx="2"/>
          </p:nvPr>
        </p:nvSpPr>
        <p:spPr>
          <a:xfrm>
            <a:off x="6230806" y="1905001"/>
            <a:ext cx="4420751" cy="41148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5" name="日期占位符 4"/>
          <p:cNvSpPr>
            <a:spLocks noGrp="1"/>
          </p:cNvSpPr>
          <p:nvPr>
            <p:ph type="dt" sz="half" idx="10"/>
          </p:nvPr>
        </p:nvSpPr>
        <p:spPr/>
        <p:txBody>
          <a:bodyPr/>
          <a:lstStyle/>
          <a:p>
            <a:fld id="{03F41C87-7AD9-4845-A077-840E4A0F3F06}"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522809" y="381000"/>
            <a:ext cx="9146384" cy="1371600"/>
          </a:xfrm>
        </p:spPr>
        <p:txBody>
          <a:bodyPr/>
          <a:lstStyle>
            <a:lvl1pPr latinLnBrk="0">
              <a:defRPr lang="zh-CN"/>
            </a:lvl1pPr>
          </a:lstStyle>
          <a:p>
            <a:r>
              <a:rPr lang="zh-CN" altLang="en-US" smtClean="0"/>
              <a:t>单击此处编辑母版标题样式</a:t>
            </a:r>
            <a:endParaRPr lang="zh-CN"/>
          </a:p>
        </p:txBody>
      </p:sp>
      <p:sp>
        <p:nvSpPr>
          <p:cNvPr id="3" name="文本占位符 2"/>
          <p:cNvSpPr>
            <a:spLocks noGrp="1"/>
          </p:cNvSpPr>
          <p:nvPr>
            <p:ph type="body" idx="1"/>
          </p:nvPr>
        </p:nvSpPr>
        <p:spPr>
          <a:xfrm>
            <a:off x="1522808" y="1905000"/>
            <a:ext cx="4417702" cy="762000"/>
          </a:xfrm>
        </p:spPr>
        <p:txBody>
          <a:bodyPr anchor="ctr">
            <a:noAutofit/>
          </a:bodyPr>
          <a:lstStyle>
            <a:lvl1pPr marL="0" indent="0" latinLnBrk="0">
              <a:spcBef>
                <a:spcPts val="0"/>
              </a:spcBef>
              <a:buNone/>
              <a:defRPr lang="zh-CN" sz="2000" b="0" cap="all" spc="200" baseline="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522808" y="2743201"/>
            <a:ext cx="4417702" cy="32766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5" name="文本占位符 4"/>
          <p:cNvSpPr>
            <a:spLocks noGrp="1"/>
          </p:cNvSpPr>
          <p:nvPr>
            <p:ph type="body" sz="quarter" idx="3"/>
          </p:nvPr>
        </p:nvSpPr>
        <p:spPr>
          <a:xfrm>
            <a:off x="6251489" y="1905000"/>
            <a:ext cx="4417702" cy="762000"/>
          </a:xfrm>
        </p:spPr>
        <p:txBody>
          <a:bodyPr anchor="ctr">
            <a:noAutofit/>
          </a:bodyPr>
          <a:lstStyle>
            <a:lvl1pPr marL="0" indent="0" latinLnBrk="0">
              <a:spcBef>
                <a:spcPts val="0"/>
              </a:spcBef>
              <a:buNone/>
              <a:defRPr lang="zh-CN" sz="2000" b="0" cap="all" spc="200" baseline="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1489" y="2743201"/>
            <a:ext cx="4417702" cy="32766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7" name="日期占位符 6"/>
          <p:cNvSpPr>
            <a:spLocks noGrp="1"/>
          </p:cNvSpPr>
          <p:nvPr>
            <p:ph type="dt" sz="half" idx="10"/>
          </p:nvPr>
        </p:nvSpPr>
        <p:spPr/>
        <p:txBody>
          <a:bodyPr/>
          <a:lstStyle/>
          <a:p>
            <a:fld id="{03F41C87-7AD9-4845-A077-840E4A0F3F06}" type="datetimeFigureOut">
              <a:rPr/>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日期占位符 2"/>
          <p:cNvSpPr>
            <a:spLocks noGrp="1"/>
          </p:cNvSpPr>
          <p:nvPr>
            <p:ph type="dt" sz="half" idx="10"/>
          </p:nvPr>
        </p:nvSpPr>
        <p:spPr/>
        <p:txBody>
          <a:bodyPr/>
          <a:lstStyle/>
          <a:p>
            <a:fld id="{03F41C87-7AD9-4845-A077-840E4A0F3F06}" type="datetimeFigureOut">
              <a:rPr/>
            </a:fld>
            <a:endParaRPr lang="zh-CN"/>
          </a:p>
        </p:txBody>
      </p:sp>
      <p:sp>
        <p:nvSpPr>
          <p:cNvPr id="4" name="页脚占位符 3"/>
          <p:cNvSpPr>
            <a:spLocks noGrp="1"/>
          </p:cNvSpPr>
          <p:nvPr>
            <p:ph type="ftr" sz="quarter" idx="11"/>
          </p:nvPr>
        </p:nvSpPr>
        <p:spPr/>
        <p:txBody>
          <a:bodyPr/>
          <a:lstStyle/>
          <a:p>
            <a:endParaRPr lang="zh-CN"/>
          </a:p>
        </p:txBody>
      </p:sp>
      <p:sp>
        <p:nvSpPr>
          <p:cNvPr id="5" name="幻灯片编号占位符 4"/>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F41C87-7AD9-4845-A077-840E4A0F3F06}" type="datetimeFigureOut">
              <a:rPr/>
            </a:fld>
            <a:endParaRPr lang="zh-CN"/>
          </a:p>
        </p:txBody>
      </p:sp>
      <p:sp>
        <p:nvSpPr>
          <p:cNvPr id="3" name="页脚占位符 2"/>
          <p:cNvSpPr>
            <a:spLocks noGrp="1"/>
          </p:cNvSpPr>
          <p:nvPr>
            <p:ph type="ftr" sz="quarter" idx="11"/>
          </p:nvPr>
        </p:nvSpPr>
        <p:spPr/>
        <p:txBody>
          <a:bodyPr/>
          <a:lstStyle/>
          <a:p>
            <a:endParaRPr lang="zh-CN"/>
          </a:p>
        </p:txBody>
      </p:sp>
      <p:sp>
        <p:nvSpPr>
          <p:cNvPr id="4" name="幻灯片编号占位符 3"/>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题注">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55879" y="1905000"/>
            <a:ext cx="3597544" cy="2667000"/>
          </a:xfrm>
        </p:spPr>
        <p:txBody>
          <a:bodyPr anchor="b">
            <a:noAutofit/>
          </a:bodyPr>
          <a:lstStyle>
            <a:lvl1pPr algn="l" latinLnBrk="0">
              <a:lnSpc>
                <a:spcPct val="90000"/>
              </a:lnSpc>
              <a:defRPr lang="zh-CN" sz="3600" b="0" baseline="0">
                <a:solidFill>
                  <a:schemeClr val="tx1"/>
                </a:solidFill>
              </a:defRPr>
            </a:lvl1pPr>
          </a:lstStyle>
          <a:p>
            <a:r>
              <a:rPr lang="zh-CN" altLang="en-US" smtClean="0"/>
              <a:t>单击此处编辑母版标题样式</a:t>
            </a:r>
            <a:endParaRPr lang="zh-CN"/>
          </a:p>
        </p:txBody>
      </p:sp>
      <p:sp>
        <p:nvSpPr>
          <p:cNvPr id="3" name="内容占位符 2"/>
          <p:cNvSpPr>
            <a:spLocks noGrp="1"/>
          </p:cNvSpPr>
          <p:nvPr>
            <p:ph idx="1"/>
          </p:nvPr>
        </p:nvSpPr>
        <p:spPr>
          <a:xfrm>
            <a:off x="4952704" y="685800"/>
            <a:ext cx="6402467" cy="53340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文本占位符 3"/>
          <p:cNvSpPr>
            <a:spLocks noGrp="1"/>
          </p:cNvSpPr>
          <p:nvPr>
            <p:ph type="body" sz="half" idx="2"/>
          </p:nvPr>
        </p:nvSpPr>
        <p:spPr>
          <a:xfrm>
            <a:off x="1065491" y="4648200"/>
            <a:ext cx="3582332" cy="1371600"/>
          </a:xfrm>
        </p:spPr>
        <p:txBody>
          <a:bodyPr>
            <a:normAutofit/>
          </a:bodyPr>
          <a:lstStyle>
            <a:lvl1pPr marL="0" indent="0" latinLnBrk="0">
              <a:lnSpc>
                <a:spcPct val="90000"/>
              </a:lnSpc>
              <a:spcBef>
                <a:spcPts val="1200"/>
              </a:spcBef>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3F41C87-7AD9-4845-A077-840E4A0F3F06}"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题注">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4952704" y="685800"/>
            <a:ext cx="6402466" cy="5334000"/>
          </a:xfrm>
          <a:solidFill>
            <a:schemeClr val="bg2"/>
          </a:solidFill>
          <a:ln w="76200">
            <a:solidFill>
              <a:schemeClr val="tx1"/>
            </a:solidFill>
            <a:miter lim="800000"/>
          </a:ln>
        </p:spPr>
        <p:txBody>
          <a:bodyPr>
            <a:normAutofit/>
          </a:bodyPr>
          <a:lstStyle>
            <a:lvl1pPr marL="0" indent="0" algn="ctr" latinLnBrk="0">
              <a:buNone/>
              <a:defRPr lang="zh-CN" sz="24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2" name="标题 1"/>
          <p:cNvSpPr>
            <a:spLocks noGrp="1"/>
          </p:cNvSpPr>
          <p:nvPr>
            <p:ph type="title"/>
          </p:nvPr>
        </p:nvSpPr>
        <p:spPr>
          <a:xfrm>
            <a:off x="1055879" y="1905000"/>
            <a:ext cx="3597544" cy="2667000"/>
          </a:xfrm>
        </p:spPr>
        <p:txBody>
          <a:bodyPr anchor="b">
            <a:normAutofit/>
          </a:bodyPr>
          <a:lstStyle>
            <a:lvl1pPr algn="l" latinLnBrk="0">
              <a:lnSpc>
                <a:spcPct val="90000"/>
              </a:lnSpc>
              <a:defRPr lang="zh-CN" sz="3600" b="0" baseline="0">
                <a:solidFill>
                  <a:schemeClr val="tx1"/>
                </a:solidFill>
              </a:defRPr>
            </a:lvl1pPr>
          </a:lstStyle>
          <a:p>
            <a:r>
              <a:rPr lang="zh-CN" altLang="en-US" smtClean="0"/>
              <a:t>单击此处编辑母版标题样式</a:t>
            </a:r>
            <a:endParaRPr lang="zh-CN"/>
          </a:p>
        </p:txBody>
      </p:sp>
      <p:sp>
        <p:nvSpPr>
          <p:cNvPr id="4" name="文本占位符 3"/>
          <p:cNvSpPr>
            <a:spLocks noGrp="1"/>
          </p:cNvSpPr>
          <p:nvPr>
            <p:ph type="body" sz="half" idx="2"/>
          </p:nvPr>
        </p:nvSpPr>
        <p:spPr>
          <a:xfrm>
            <a:off x="1065491" y="4648200"/>
            <a:ext cx="3582332" cy="1371600"/>
          </a:xfrm>
        </p:spPr>
        <p:txBody>
          <a:bodyPr>
            <a:normAutofit/>
          </a:bodyPr>
          <a:lstStyle>
            <a:lvl1pPr marL="0" indent="0" latinLnBrk="0">
              <a:lnSpc>
                <a:spcPct val="90000"/>
              </a:lnSpc>
              <a:spcBef>
                <a:spcPts val="1200"/>
              </a:spcBef>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3F41C87-7AD9-4845-A077-840E4A0F3F06}"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日期占位符 3"/>
          <p:cNvSpPr>
            <a:spLocks noGrp="1"/>
          </p:cNvSpPr>
          <p:nvPr>
            <p:ph type="dt" sz="half" idx="10"/>
          </p:nvPr>
        </p:nvSpPr>
        <p:spPr/>
        <p:txBody>
          <a:bodyPr/>
          <a:lstStyle/>
          <a:p>
            <a:fld id="{03F41C87-7AD9-4845-A077-840E4A0F3F06}"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794" y="381001"/>
            <a:ext cx="1524398" cy="5638800"/>
          </a:xfrm>
        </p:spPr>
        <p:txBody>
          <a:bodyPr vert="eaVert"/>
          <a:lstStyle/>
          <a:p>
            <a:r>
              <a:rPr lang="zh-CN" altLang="en-US" smtClean="0"/>
              <a:t>单击此处编辑母版标题样式</a:t>
            </a:r>
            <a:endParaRPr lang="zh-CN"/>
          </a:p>
        </p:txBody>
      </p:sp>
      <p:sp>
        <p:nvSpPr>
          <p:cNvPr id="3" name="竖排文字占位符 2"/>
          <p:cNvSpPr>
            <a:spLocks noGrp="1"/>
          </p:cNvSpPr>
          <p:nvPr>
            <p:ph type="body" orient="vert" idx="1"/>
          </p:nvPr>
        </p:nvSpPr>
        <p:spPr>
          <a:xfrm>
            <a:off x="1522809" y="381001"/>
            <a:ext cx="7393324" cy="5638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p>
        </p:txBody>
      </p:sp>
      <p:sp>
        <p:nvSpPr>
          <p:cNvPr id="4" name="日期占位符 3"/>
          <p:cNvSpPr>
            <a:spLocks noGrp="1"/>
          </p:cNvSpPr>
          <p:nvPr>
            <p:ph type="dt" sz="half" idx="10"/>
          </p:nvPr>
        </p:nvSpPr>
        <p:spPr/>
        <p:txBody>
          <a:bodyPr/>
          <a:lstStyle/>
          <a:p>
            <a:fld id="{03F41C87-7AD9-4845-A077-840E4A0F3F06}"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2A013F82-EE5E-44EE-A61D-E31C6657F26F}"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3" Type="http://schemas.openxmlformats.org/officeDocument/2006/relationships/theme" Target="../theme/theme3.xml"/><Relationship Id="rId12" Type="http://schemas.openxmlformats.org/officeDocument/2006/relationships/image" Target="../media/image19.jpeg"/><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fld>
            <a:endParaRPr lang="zh-CN" altLang="en-US"/>
          </a:p>
        </p:txBody>
      </p:sp>
      <p:sp>
        <p:nvSpPr>
          <p:cNvPr id="5"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6"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522810" y="381000"/>
            <a:ext cx="9146383" cy="1371600"/>
          </a:xfrm>
          <a:prstGeom prst="rect">
            <a:avLst/>
          </a:prstGeom>
        </p:spPr>
        <p:txBody>
          <a:bodyPr vert="horz" lIns="91440" tIns="45720" rIns="91440" bIns="45720" rtlCol="0" anchor="b">
            <a:normAutofit/>
          </a:bodyPr>
          <a:lstStyle/>
          <a:p>
            <a:r>
              <a:rPr lang="zh-CN"/>
              <a:t>单击此处编辑母版标题样式</a:t>
            </a:r>
            <a:endParaRPr lang="zh-CN"/>
          </a:p>
        </p:txBody>
      </p:sp>
      <p:sp>
        <p:nvSpPr>
          <p:cNvPr id="3" name="文本占位符 2"/>
          <p:cNvSpPr>
            <a:spLocks noGrp="1"/>
          </p:cNvSpPr>
          <p:nvPr>
            <p:ph type="body" idx="1"/>
          </p:nvPr>
        </p:nvSpPr>
        <p:spPr>
          <a:xfrm>
            <a:off x="1522810" y="1904999"/>
            <a:ext cx="9136770" cy="4114801"/>
          </a:xfrm>
          <a:prstGeom prst="rect">
            <a:avLst/>
          </a:prstGeom>
        </p:spPr>
        <p:txBody>
          <a:bodyPr vert="horz" lIns="91440" tIns="45720" rIns="91440" bIns="45720" rtlCol="0">
            <a:normAutofit/>
          </a:body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4" name="日期占位符 3"/>
          <p:cNvSpPr>
            <a:spLocks noGrp="1"/>
          </p:cNvSpPr>
          <p:nvPr>
            <p:ph type="dt" sz="half" idx="2"/>
          </p:nvPr>
        </p:nvSpPr>
        <p:spPr>
          <a:xfrm>
            <a:off x="8228565" y="6400800"/>
            <a:ext cx="1449767" cy="276228"/>
          </a:xfrm>
          <a:prstGeom prst="rect">
            <a:avLst/>
          </a:prstGeom>
        </p:spPr>
        <p:txBody>
          <a:bodyPr vert="horz" lIns="91440" tIns="45720" rIns="91440" bIns="45720" rtlCol="0" anchor="ctr"/>
          <a:lstStyle>
            <a:lvl1pPr algn="r" latinLnBrk="0">
              <a:defRPr lang="zh-CN" sz="1000">
                <a:solidFill>
                  <a:schemeClr val="tx1">
                    <a:tint val="75000"/>
                  </a:schemeClr>
                </a:solidFill>
                <a:latin typeface="微软雅黑" panose="020B0503020204020204" charset="-122"/>
                <a:ea typeface="微软雅黑" panose="020B0503020204020204" charset="-122"/>
              </a:defRPr>
            </a:lvl1pPr>
          </a:lstStyle>
          <a:p>
            <a:fld id="{03F41C87-7AD9-4845-A077-840E4A0F3F06}" type="datetimeFigureOut">
              <a:rPr lang="en-US" altLang="zh-CN" smtClean="0"/>
            </a:fld>
            <a:endParaRPr lang="zh-CN" altLang="en-US"/>
          </a:p>
        </p:txBody>
      </p:sp>
      <p:sp>
        <p:nvSpPr>
          <p:cNvPr id="5" name="页脚占位符 4"/>
          <p:cNvSpPr>
            <a:spLocks noGrp="1"/>
          </p:cNvSpPr>
          <p:nvPr>
            <p:ph type="ftr" sz="quarter" idx="3"/>
          </p:nvPr>
        </p:nvSpPr>
        <p:spPr>
          <a:xfrm>
            <a:off x="1522810" y="6400800"/>
            <a:ext cx="6554906" cy="276228"/>
          </a:xfrm>
          <a:prstGeom prst="rect">
            <a:avLst/>
          </a:prstGeom>
        </p:spPr>
        <p:txBody>
          <a:bodyPr vert="horz" lIns="91440" tIns="45720" rIns="91440" bIns="45720" rtlCol="0" anchor="ctr"/>
          <a:lstStyle>
            <a:lvl1pPr algn="l" latinLnBrk="0">
              <a:defRPr lang="zh-CN" sz="1000">
                <a:solidFill>
                  <a:schemeClr val="tx1">
                    <a:tint val="75000"/>
                  </a:schemeClr>
                </a:solidFill>
                <a:latin typeface="微软雅黑" panose="020B0503020204020204" charset="-122"/>
                <a:ea typeface="微软雅黑" panose="020B0503020204020204" charset="-122"/>
              </a:defRPr>
            </a:lvl1pPr>
          </a:lstStyle>
          <a:p>
            <a:endParaRPr lang="zh-CN" altLang="en-US"/>
          </a:p>
        </p:txBody>
      </p:sp>
      <p:sp>
        <p:nvSpPr>
          <p:cNvPr id="6" name="幻灯片编号占位符 5"/>
          <p:cNvSpPr>
            <a:spLocks noGrp="1"/>
          </p:cNvSpPr>
          <p:nvPr>
            <p:ph type="sldNum" sz="quarter" idx="4"/>
          </p:nvPr>
        </p:nvSpPr>
        <p:spPr>
          <a:xfrm>
            <a:off x="9830772" y="6400800"/>
            <a:ext cx="838419" cy="276228"/>
          </a:xfrm>
          <a:prstGeom prst="rect">
            <a:avLst/>
          </a:prstGeom>
        </p:spPr>
        <p:txBody>
          <a:bodyPr vert="horz" lIns="91440" tIns="45720" rIns="91440" bIns="45720" rtlCol="0" anchor="ctr"/>
          <a:lstStyle>
            <a:lvl1pPr algn="r" latinLnBrk="0">
              <a:defRPr lang="zh-CN" sz="1000">
                <a:solidFill>
                  <a:schemeClr val="tx1">
                    <a:tint val="75000"/>
                  </a:schemeClr>
                </a:solidFill>
                <a:latin typeface="微软雅黑" panose="020B0503020204020204" charset="-122"/>
                <a:ea typeface="微软雅黑" panose="020B0503020204020204" charset="-122"/>
              </a:defRPr>
            </a:lvl1pPr>
          </a:lstStyle>
          <a:p>
            <a:fld id="{2A013F82-EE5E-44EE-A61D-E31C6657F26F}" type="slidenum">
              <a:rPr lang="en-US" altLang="zh-CN" smtClean="0"/>
            </a:fld>
            <a:endParaRPr lang="en-US" altLang="zh-CN"/>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lang="zh-CN" sz="3600" kern="1200" spc="100" baseline="0">
          <a:solidFill>
            <a:schemeClr val="tx1"/>
          </a:solidFill>
          <a:latin typeface="微软雅黑" panose="020B0503020204020204" charset="-122"/>
          <a:ea typeface="微软雅黑" panose="020B0503020204020204" charset="-122"/>
          <a:cs typeface="+mj-cs"/>
        </a:defRPr>
      </a:lvl1pPr>
    </p:titleStyle>
    <p:bodyStyle>
      <a:lvl1pPr marL="224155" indent="-224155" algn="l" defTabSz="914400" rtl="0" eaLnBrk="1" latinLnBrk="0" hangingPunct="1">
        <a:lnSpc>
          <a:spcPct val="90000"/>
        </a:lnSpc>
        <a:spcBef>
          <a:spcPts val="1800"/>
        </a:spcBef>
        <a:buClr>
          <a:schemeClr val="accent1"/>
        </a:buClr>
        <a:buSzPct val="100000"/>
        <a:buFont typeface="Arial" panose="020B0604020202020204" pitchFamily="34" charset="0"/>
        <a:buChar char="•"/>
        <a:defRPr lang="zh-CN" sz="2400" kern="1200">
          <a:solidFill>
            <a:schemeClr val="tx1"/>
          </a:solidFill>
          <a:latin typeface="微软雅黑" panose="020B0503020204020204" charset="-122"/>
          <a:ea typeface="微软雅黑" panose="020B0503020204020204" charset="-122"/>
          <a:cs typeface="+mn-cs"/>
        </a:defRPr>
      </a:lvl1pPr>
      <a:lvl2pPr marL="463550" indent="-231775" algn="l" defTabSz="914400" rtl="0" eaLnBrk="1" latinLnBrk="0" hangingPunct="1">
        <a:lnSpc>
          <a:spcPct val="90000"/>
        </a:lnSpc>
        <a:spcBef>
          <a:spcPts val="1200"/>
        </a:spcBef>
        <a:buClr>
          <a:schemeClr val="accent1"/>
        </a:buClr>
        <a:buSzPct val="100000"/>
        <a:buFont typeface="Arial" panose="020B0604020202020204" pitchFamily="34" charset="0"/>
        <a:buChar char="•"/>
        <a:defRPr lang="zh-CN" sz="2000" kern="1200">
          <a:solidFill>
            <a:schemeClr val="tx1"/>
          </a:solidFill>
          <a:latin typeface="微软雅黑" panose="020B0503020204020204" charset="-122"/>
          <a:ea typeface="微软雅黑" panose="020B0503020204020204" charset="-122"/>
          <a:cs typeface="+mn-cs"/>
        </a:defRPr>
      </a:lvl2pPr>
      <a:lvl3pPr marL="682625" indent="-219075" algn="l" defTabSz="914400" rtl="0" eaLnBrk="1" latinLnBrk="0" hangingPunct="1">
        <a:lnSpc>
          <a:spcPct val="90000"/>
        </a:lnSpc>
        <a:spcBef>
          <a:spcPts val="600"/>
        </a:spcBef>
        <a:buClr>
          <a:schemeClr val="accent1"/>
        </a:buClr>
        <a:buSzPct val="100000"/>
        <a:buFont typeface="Arial" panose="020B0604020202020204" pitchFamily="34" charset="0"/>
        <a:buChar char="•"/>
        <a:defRPr lang="zh-CN" sz="1800" kern="1200">
          <a:solidFill>
            <a:schemeClr val="tx1"/>
          </a:solidFill>
          <a:latin typeface="微软雅黑" panose="020B0503020204020204" charset="-122"/>
          <a:ea typeface="微软雅黑" panose="020B0503020204020204" charset="-122"/>
          <a:cs typeface="+mn-cs"/>
        </a:defRPr>
      </a:lvl3pPr>
      <a:lvl4pPr marL="857250" indent="-174625" algn="l" defTabSz="914400" rtl="0" eaLnBrk="1" latinLnBrk="0" hangingPunct="1">
        <a:lnSpc>
          <a:spcPct val="90000"/>
        </a:lnSpc>
        <a:spcBef>
          <a:spcPts val="600"/>
        </a:spcBef>
        <a:buClr>
          <a:schemeClr val="accent1"/>
        </a:buClr>
        <a:buSzPct val="100000"/>
        <a:buFont typeface="Arial" panose="020B0604020202020204" pitchFamily="34" charset="0"/>
        <a:buChar char="•"/>
        <a:defRPr lang="zh-CN" sz="1600" kern="1200">
          <a:solidFill>
            <a:schemeClr val="tx1"/>
          </a:solidFill>
          <a:latin typeface="微软雅黑" panose="020B0503020204020204" charset="-122"/>
          <a:ea typeface="微软雅黑" panose="020B0503020204020204" charset="-122"/>
          <a:cs typeface="+mn-cs"/>
        </a:defRPr>
      </a:lvl4pPr>
      <a:lvl5pPr marL="1030605" indent="-173355" algn="l" defTabSz="914400" rtl="0" eaLnBrk="1" latinLnBrk="0" hangingPunct="1">
        <a:lnSpc>
          <a:spcPct val="90000"/>
        </a:lnSpc>
        <a:spcBef>
          <a:spcPts val="600"/>
        </a:spcBef>
        <a:buClr>
          <a:schemeClr val="accent1"/>
        </a:buClr>
        <a:buSzPct val="100000"/>
        <a:buFont typeface="Arial" panose="020B0604020202020204" pitchFamily="34" charset="0"/>
        <a:buChar char="•"/>
        <a:defRPr lang="zh-CN" sz="1600" kern="1200">
          <a:solidFill>
            <a:schemeClr val="tx1"/>
          </a:solidFill>
          <a:latin typeface="微软雅黑" panose="020B0503020204020204" charset="-122"/>
          <a:ea typeface="微软雅黑" panose="020B0503020204020204" charset="-122"/>
          <a:cs typeface="+mn-cs"/>
        </a:defRPr>
      </a:lvl5pPr>
      <a:lvl6pPr marL="1207135" indent="-173990" algn="l" defTabSz="914400" rtl="0" eaLnBrk="1" latinLnBrk="0" hangingPunct="1">
        <a:spcBef>
          <a:spcPts val="600"/>
        </a:spcBef>
        <a:buClr>
          <a:schemeClr val="accent1"/>
        </a:buClr>
        <a:buFont typeface="Arial" panose="020B0604020202020204" pitchFamily="34" charset="0"/>
        <a:buChar char="•"/>
        <a:defRPr lang="zh-CN" sz="1600" kern="1200">
          <a:solidFill>
            <a:schemeClr val="tx1"/>
          </a:solidFill>
          <a:latin typeface="+mn-lt"/>
          <a:ea typeface="+mn-ea"/>
          <a:cs typeface="+mn-cs"/>
        </a:defRPr>
      </a:lvl6pPr>
      <a:lvl7pPr marL="1380490" indent="-173990" algn="l" defTabSz="914400" rtl="0" eaLnBrk="1" latinLnBrk="0" hangingPunct="1">
        <a:spcBef>
          <a:spcPts val="600"/>
        </a:spcBef>
        <a:buClr>
          <a:schemeClr val="accent1"/>
        </a:buClr>
        <a:buFont typeface="Arial" panose="020B0604020202020204" pitchFamily="34" charset="0"/>
        <a:buChar char="•"/>
        <a:defRPr lang="zh-CN" sz="1600" kern="1200">
          <a:solidFill>
            <a:schemeClr val="tx1"/>
          </a:solidFill>
          <a:latin typeface="+mn-lt"/>
          <a:ea typeface="+mn-ea"/>
          <a:cs typeface="+mn-cs"/>
        </a:defRPr>
      </a:lvl7pPr>
      <a:lvl8pPr marL="1554480" indent="-173990" algn="l" defTabSz="914400" rtl="0" eaLnBrk="1" latinLnBrk="0" hangingPunct="1">
        <a:spcBef>
          <a:spcPts val="600"/>
        </a:spcBef>
        <a:buClr>
          <a:schemeClr val="accent1"/>
        </a:buClr>
        <a:buFont typeface="Arial" panose="020B0604020202020204" pitchFamily="34" charset="0"/>
        <a:buChar char="•"/>
        <a:defRPr lang="zh-CN" sz="1600" kern="1200">
          <a:solidFill>
            <a:schemeClr val="tx1"/>
          </a:solidFill>
          <a:latin typeface="+mn-lt"/>
          <a:ea typeface="+mn-ea"/>
          <a:cs typeface="+mn-cs"/>
        </a:defRPr>
      </a:lvl8pPr>
      <a:lvl9pPr marL="1728470" indent="-173990" algn="l" defTabSz="914400" rtl="0" eaLnBrk="1" latinLnBrk="0" hangingPunct="1">
        <a:spcBef>
          <a:spcPts val="600"/>
        </a:spcBef>
        <a:buClr>
          <a:schemeClr val="accent1"/>
        </a:buClr>
        <a:buFont typeface="Arial" panose="020B0604020202020204" pitchFamily="34" charset="0"/>
        <a:buChar char="•"/>
        <a:defRPr lang="zh-CN" sz="16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image" Target="../media/image20.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24.jpeg"/><Relationship Id="rId1" Type="http://schemas.openxmlformats.org/officeDocument/2006/relationships/image" Target="../media/image23.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28.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31.GI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3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3.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jpe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4.xml"/><Relationship Id="rId4" Type="http://schemas.openxmlformats.org/officeDocument/2006/relationships/image" Target="../media/image38.jpeg"/><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tags" Target="../tags/tag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39.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p:cNvSpPr>
            <a:spLocks noGrp="1"/>
          </p:cNvSpPr>
          <p:nvPr>
            <p:ph type="subTitle" idx="1"/>
          </p:nvPr>
        </p:nvSpPr>
        <p:spPr/>
        <p:txBody>
          <a:bodyPr/>
          <a:lstStyle/>
          <a:p>
            <a:r>
              <a:rPr lang="en-US" altLang="zh-CN" dirty="0"/>
              <a:t>Career related to software quality</a:t>
            </a:r>
            <a:endParaRPr lang="en-US" altLang="zh-CN" dirty="0"/>
          </a:p>
        </p:txBody>
      </p:sp>
      <p:sp>
        <p:nvSpPr>
          <p:cNvPr id="4" name="标题 3"/>
          <p:cNvSpPr>
            <a:spLocks noGrp="1"/>
          </p:cNvSpPr>
          <p:nvPr>
            <p:ph type="ctrTitle"/>
          </p:nvPr>
        </p:nvSpPr>
        <p:spPr/>
        <p:txBody>
          <a:bodyPr>
            <a:normAutofit fontScale="90000"/>
          </a:bodyPr>
          <a:lstStyle/>
          <a:p>
            <a:r>
              <a:rPr lang="zh-CN" altLang="en-US" dirty="0" smtClean="0"/>
              <a:t>与软件质量相关的职业</a:t>
            </a:r>
            <a:endParaRPr lang="zh-CN" altLang="en-US" dirty="0"/>
          </a:p>
        </p:txBody>
      </p:sp>
      <p:grpSp>
        <p:nvGrpSpPr>
          <p:cNvPr id="13" name="组合 12"/>
          <p:cNvGrpSpPr/>
          <p:nvPr/>
        </p:nvGrpSpPr>
        <p:grpSpPr>
          <a:xfrm>
            <a:off x="796925" y="1582146"/>
            <a:ext cx="2903807" cy="466604"/>
            <a:chOff x="416689" y="1415352"/>
            <a:chExt cx="5537071" cy="1015902"/>
          </a:xfrm>
        </p:grpSpPr>
        <p:grpSp>
          <p:nvGrpSpPr>
            <p:cNvPr id="14" name="组合 13"/>
            <p:cNvGrpSpPr/>
            <p:nvPr userDrawn="1"/>
          </p:nvGrpSpPr>
          <p:grpSpPr>
            <a:xfrm>
              <a:off x="2681968" y="1415352"/>
              <a:ext cx="3271792" cy="1015901"/>
              <a:chOff x="0" y="3026106"/>
              <a:chExt cx="2057401" cy="781570"/>
            </a:xfrm>
          </p:grpSpPr>
          <p:sp>
            <p:nvSpPr>
              <p:cNvPr id="16" name="文本框 15"/>
              <p:cNvSpPr txBox="1"/>
              <p:nvPr/>
            </p:nvSpPr>
            <p:spPr>
              <a:xfrm>
                <a:off x="1" y="3260494"/>
                <a:ext cx="2057400" cy="547182"/>
              </a:xfrm>
              <a:prstGeom prst="rect">
                <a:avLst/>
              </a:prstGeom>
              <a:noFill/>
            </p:spPr>
            <p:txBody>
              <a:bodyPr wrap="none" rtlCol="0">
                <a:prstTxWarp prst="textPlain">
                  <a:avLst/>
                </a:prstTxWarp>
                <a:spAutoFit/>
              </a:bodyPr>
              <a:lstStyle/>
              <a:p>
                <a:r>
                  <a:rPr lang="zh-CN" altLang="en-US" sz="16600" b="1" dirty="0" smtClean="0">
                    <a:solidFill>
                      <a:schemeClr val="accent1"/>
                    </a:solidFill>
                    <a:latin typeface="+mn-lt"/>
                  </a:rPr>
                  <a:t>软件质量保障</a:t>
                </a:r>
                <a:endParaRPr lang="zh-CN" altLang="en-US" sz="16600" b="1" dirty="0">
                  <a:solidFill>
                    <a:schemeClr val="accent1"/>
                  </a:solidFill>
                  <a:latin typeface="+mn-lt"/>
                </a:endParaRPr>
              </a:p>
            </p:txBody>
          </p:sp>
          <p:sp>
            <p:nvSpPr>
              <p:cNvPr id="17" name="矩形 16"/>
              <p:cNvSpPr/>
              <p:nvPr/>
            </p:nvSpPr>
            <p:spPr>
              <a:xfrm>
                <a:off x="0" y="3026106"/>
                <a:ext cx="2057401" cy="234389"/>
              </a:xfrm>
              <a:prstGeom prst="rect">
                <a:avLst/>
              </a:prstGeom>
              <a:noFill/>
            </p:spPr>
            <p:txBody>
              <a:bodyPr wrap="none" numCol="1" rtlCol="0">
                <a:prstTxWarp prst="textPlain">
                  <a:avLst/>
                </a:prstTxWarp>
                <a:spAutoFit/>
              </a:bodyPr>
              <a:lstStyle/>
              <a:p>
                <a:pPr lvl="0"/>
                <a:r>
                  <a:rPr lang="en-US" altLang="zh-CN" sz="16600" dirty="0">
                    <a:solidFill>
                      <a:schemeClr val="accent1"/>
                    </a:solidFill>
                  </a:rPr>
                  <a:t>Software quality assurance</a:t>
                </a:r>
                <a:endParaRPr lang="en-US" altLang="zh-CN" sz="16600" dirty="0">
                  <a:solidFill>
                    <a:schemeClr val="accent1"/>
                  </a:solidFill>
                </a:endParaRPr>
              </a:p>
            </p:txBody>
          </p:sp>
        </p:grpSp>
        <p:sp>
          <p:nvSpPr>
            <p:cNvPr id="15" name="文本框 14"/>
            <p:cNvSpPr txBox="1"/>
            <p:nvPr userDrawn="1"/>
          </p:nvSpPr>
          <p:spPr>
            <a:xfrm>
              <a:off x="416689" y="1415353"/>
              <a:ext cx="2125322" cy="1015901"/>
            </a:xfrm>
            <a:prstGeom prst="rect">
              <a:avLst/>
            </a:prstGeom>
            <a:noFill/>
          </p:spPr>
          <p:txBody>
            <a:bodyPr wrap="none" rtlCol="0">
              <a:prstTxWarp prst="textPlain">
                <a:avLst/>
              </a:prstTxWarp>
              <a:spAutoFit/>
            </a:bodyPr>
            <a:lstStyle/>
            <a:p>
              <a:r>
                <a:rPr lang="en-US" altLang="zh-CN" sz="9600" dirty="0">
                  <a:solidFill>
                    <a:schemeClr val="accent1"/>
                  </a:solidFill>
                  <a:latin typeface="Impact" panose="020B0806030902050204" pitchFamily="34" charset="0"/>
                </a:rPr>
                <a:t>2018</a:t>
              </a:r>
              <a:endParaRPr lang="zh-CN" altLang="en-US" sz="9600" dirty="0">
                <a:solidFill>
                  <a:schemeClr val="accent1"/>
                </a:solidFill>
                <a:latin typeface="Impact" panose="020B0806030902050204" pitchFamily="34" charset="0"/>
              </a:endParaRPr>
            </a:p>
          </p:txBody>
        </p:sp>
      </p:grpSp>
      <p:sp>
        <p:nvSpPr>
          <p:cNvPr id="2" name="矩形 1"/>
          <p:cNvSpPr/>
          <p:nvPr/>
        </p:nvSpPr>
        <p:spPr>
          <a:xfrm>
            <a:off x="4984157" y="3244334"/>
            <a:ext cx="2223686" cy="369332"/>
          </a:xfrm>
          <a:prstGeom prst="rect">
            <a:avLst/>
          </a:prstGeom>
        </p:spPr>
        <p:txBody>
          <a:bodyPr wrap="none">
            <a:spAutoFit/>
          </a:bodyPr>
          <a:lstStyle/>
          <a:p>
            <a:r>
              <a:rPr lang="en-US" altLang="zh-CN" dirty="0"/>
              <a:t>131220048   </a:t>
            </a:r>
            <a:r>
              <a:rPr lang="zh-CN" altLang="en-US" dirty="0"/>
              <a:t>彭志康</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daeb538-ba05-44f8-84fd-3560b95d104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836736"/>
            <a:ext cx="10817645" cy="4826309"/>
            <a:chOff x="0" y="1567934"/>
            <a:chExt cx="10817645" cy="4826309"/>
          </a:xfrm>
        </p:grpSpPr>
        <p:sp>
          <p:nvSpPr>
            <p:cNvPr id="3" name="îSḻïḓe"/>
            <p:cNvSpPr/>
            <p:nvPr/>
          </p:nvSpPr>
          <p:spPr>
            <a:xfrm>
              <a:off x="0" y="1705743"/>
              <a:ext cx="4576718" cy="1916489"/>
            </a:xfrm>
            <a:prstGeom prst="rect">
              <a:avLst/>
            </a:prstGeom>
            <a:blipFill>
              <a:blip r:embed="rId2"/>
              <a:stretch>
                <a:fillRect t="-39815" b="-39291"/>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 name="î$1íḍê"/>
            <p:cNvSpPr/>
            <p:nvPr/>
          </p:nvSpPr>
          <p:spPr>
            <a:xfrm>
              <a:off x="669925" y="1705743"/>
              <a:ext cx="3906793" cy="1916489"/>
            </a:xfrm>
            <a:prstGeom prst="rect">
              <a:avLst/>
            </a:prstGeom>
            <a:solidFill>
              <a:schemeClr val="tx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5" name="ï$lîḓé"/>
            <p:cNvSpPr txBox="1"/>
            <p:nvPr/>
          </p:nvSpPr>
          <p:spPr>
            <a:xfrm>
              <a:off x="2191718" y="2045039"/>
              <a:ext cx="2385000" cy="1237896"/>
            </a:xfrm>
            <a:prstGeom prst="rect">
              <a:avLst/>
            </a:prstGeom>
            <a:noFill/>
          </p:spPr>
          <p:txBody>
            <a:bodyPr wrap="none" lIns="90000" tIns="46800" rIns="90000" bIns="46800" anchor="ctr" anchorCtr="0">
              <a:normAutofit/>
            </a:bodyPr>
            <a:lstStyle/>
            <a:p>
              <a:pPr algn="r"/>
              <a:r>
                <a:rPr lang="en-US" altLang="zh-CN" sz="3200" dirty="0">
                  <a:solidFill>
                    <a:schemeClr val="bg1"/>
                  </a:solidFill>
                </a:rPr>
                <a:t>CONTENTS</a:t>
              </a:r>
              <a:endParaRPr lang="en-US" altLang="zh-CN" sz="3200" dirty="0">
                <a:solidFill>
                  <a:schemeClr val="bg1"/>
                </a:solidFill>
              </a:endParaRPr>
            </a:p>
          </p:txBody>
        </p:sp>
        <p:sp>
          <p:nvSpPr>
            <p:cNvPr id="6" name="iŝľiḍê"/>
            <p:cNvSpPr/>
            <p:nvPr/>
          </p:nvSpPr>
          <p:spPr>
            <a:xfrm>
              <a:off x="6492083" y="4950429"/>
              <a:ext cx="540000" cy="540000"/>
            </a:xfrm>
            <a:prstGeom prst="ellipse">
              <a:avLst/>
            </a:prstGeom>
            <a:solidFill>
              <a:schemeClr val="accent5">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600" dirty="0">
                  <a:solidFill>
                    <a:schemeClr val="bg1"/>
                  </a:solidFill>
                  <a:latin typeface="Impact" panose="020B0806030902050204" pitchFamily="34" charset="0"/>
                </a:rPr>
                <a:t>05</a:t>
              </a:r>
              <a:endParaRPr lang="en-US" altLang="zh-CN" sz="1600" dirty="0">
                <a:solidFill>
                  <a:schemeClr val="bg1"/>
                </a:solidFill>
                <a:latin typeface="Impact" panose="020B0806030902050204" pitchFamily="34" charset="0"/>
              </a:endParaRPr>
            </a:p>
          </p:txBody>
        </p:sp>
        <p:grpSp>
          <p:nvGrpSpPr>
            <p:cNvPr id="7" name="iṩḷidé"/>
            <p:cNvGrpSpPr/>
            <p:nvPr/>
          </p:nvGrpSpPr>
          <p:grpSpPr>
            <a:xfrm>
              <a:off x="7131000" y="4877948"/>
              <a:ext cx="3676254" cy="798584"/>
              <a:chOff x="7189746" y="4435627"/>
              <a:chExt cx="3676254" cy="798584"/>
            </a:xfrm>
          </p:grpSpPr>
          <p:sp>
            <p:nvSpPr>
              <p:cNvPr id="25" name="iṥliďê"/>
              <p:cNvSpPr txBox="1"/>
              <p:nvPr/>
            </p:nvSpPr>
            <p:spPr>
              <a:xfrm>
                <a:off x="7189746" y="4435627"/>
                <a:ext cx="3676254" cy="399292"/>
              </a:xfrm>
              <a:prstGeom prst="rect">
                <a:avLst/>
              </a:prstGeom>
              <a:noFill/>
            </p:spPr>
            <p:txBody>
              <a:bodyPr wrap="none" lIns="90000" tIns="46800" rIns="90000" bIns="46800" anchor="b" anchorCtr="0">
                <a:normAutofit/>
              </a:bodyPr>
              <a:lstStyle/>
              <a:p>
                <a:r>
                  <a:rPr lang="zh-CN" altLang="en-US" b="1" dirty="0"/>
                  <a:t>集成与</a:t>
                </a:r>
                <a:r>
                  <a:rPr lang="zh-CN" altLang="en-US" b="1" dirty="0" smtClean="0"/>
                  <a:t>测试</a:t>
                </a:r>
                <a:endParaRPr lang="zh-CN" altLang="en-US" b="1" dirty="0"/>
              </a:p>
            </p:txBody>
          </p:sp>
          <p:sp>
            <p:nvSpPr>
              <p:cNvPr id="26" name="îṣḻíḑè"/>
              <p:cNvSpPr txBox="1"/>
              <p:nvPr/>
            </p:nvSpPr>
            <p:spPr>
              <a:xfrm>
                <a:off x="7189746" y="4834919"/>
                <a:ext cx="3676254" cy="399292"/>
              </a:xfrm>
              <a:prstGeom prst="rect">
                <a:avLst/>
              </a:prstGeom>
              <a:noFill/>
            </p:spPr>
            <p:txBody>
              <a:bodyPr wrap="none" lIns="90000" tIns="46800" rIns="90000" bIns="46800" anchor="t" anchorCtr="0">
                <a:normAutofit/>
              </a:bodyPr>
              <a:lstStyle/>
              <a:p>
                <a:pPr>
                  <a:lnSpc>
                    <a:spcPct val="120000"/>
                  </a:lnSpc>
                </a:pPr>
                <a:r>
                  <a:rPr lang="en-US" altLang="zh-CN" sz="1100" dirty="0" smtClean="0"/>
                  <a:t>Verification</a:t>
                </a:r>
                <a:endParaRPr lang="en-US" altLang="zh-CN" sz="1100" dirty="0"/>
              </a:p>
            </p:txBody>
          </p:sp>
        </p:grpSp>
        <p:sp>
          <p:nvSpPr>
            <p:cNvPr id="8" name="iṥḷiḓe"/>
            <p:cNvSpPr/>
            <p:nvPr/>
          </p:nvSpPr>
          <p:spPr>
            <a:xfrm>
              <a:off x="6492083" y="4122925"/>
              <a:ext cx="540000" cy="540000"/>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600" dirty="0">
                  <a:solidFill>
                    <a:schemeClr val="bg1"/>
                  </a:solidFill>
                  <a:latin typeface="Impact" panose="020B0806030902050204" pitchFamily="34" charset="0"/>
                </a:rPr>
                <a:t>04</a:t>
              </a:r>
              <a:endParaRPr lang="en-US" altLang="zh-CN" sz="1600" dirty="0">
                <a:solidFill>
                  <a:schemeClr val="bg1"/>
                </a:solidFill>
                <a:latin typeface="Impact" panose="020B0806030902050204" pitchFamily="34" charset="0"/>
              </a:endParaRPr>
            </a:p>
          </p:txBody>
        </p:sp>
        <p:grpSp>
          <p:nvGrpSpPr>
            <p:cNvPr id="9" name="ï$ľîḍê"/>
            <p:cNvGrpSpPr/>
            <p:nvPr/>
          </p:nvGrpSpPr>
          <p:grpSpPr>
            <a:xfrm>
              <a:off x="7131000" y="4050444"/>
              <a:ext cx="3686645" cy="798584"/>
              <a:chOff x="7189746" y="4435627"/>
              <a:chExt cx="3686645" cy="798584"/>
            </a:xfrm>
          </p:grpSpPr>
          <p:sp>
            <p:nvSpPr>
              <p:cNvPr id="23" name="îšḻíḋè"/>
              <p:cNvSpPr txBox="1"/>
              <p:nvPr/>
            </p:nvSpPr>
            <p:spPr>
              <a:xfrm>
                <a:off x="7189746" y="4435627"/>
                <a:ext cx="3676254" cy="399292"/>
              </a:xfrm>
              <a:prstGeom prst="rect">
                <a:avLst/>
              </a:prstGeom>
              <a:noFill/>
            </p:spPr>
            <p:txBody>
              <a:bodyPr wrap="none" lIns="90000" tIns="46800" rIns="90000" bIns="46800" anchor="b" anchorCtr="0">
                <a:normAutofit/>
              </a:bodyPr>
              <a:lstStyle/>
              <a:p>
                <a:r>
                  <a:rPr lang="zh-CN" altLang="en-US" b="1" dirty="0" smtClean="0"/>
                  <a:t>设计与实现</a:t>
                </a:r>
                <a:endParaRPr lang="zh-CN" altLang="en-US" b="1" dirty="0"/>
              </a:p>
            </p:txBody>
          </p:sp>
          <p:sp>
            <p:nvSpPr>
              <p:cNvPr id="24" name="ï$ḷïďe"/>
              <p:cNvSpPr txBox="1"/>
              <p:nvPr/>
            </p:nvSpPr>
            <p:spPr>
              <a:xfrm>
                <a:off x="7200137" y="4834919"/>
                <a:ext cx="3676254" cy="399292"/>
              </a:xfrm>
              <a:prstGeom prst="rect">
                <a:avLst/>
              </a:prstGeom>
              <a:noFill/>
            </p:spPr>
            <p:txBody>
              <a:bodyPr wrap="none" lIns="90000" tIns="46800" rIns="90000" bIns="46800" anchor="t" anchorCtr="0">
                <a:normAutofit/>
              </a:bodyPr>
              <a:lstStyle/>
              <a:p>
                <a:pPr>
                  <a:lnSpc>
                    <a:spcPct val="120000"/>
                  </a:lnSpc>
                </a:pPr>
                <a:r>
                  <a:rPr lang="en-US" altLang="zh-CN" sz="1100" dirty="0"/>
                  <a:t>Design and Implementation</a:t>
                </a:r>
                <a:endParaRPr lang="en-US" altLang="zh-CN" sz="1100" dirty="0"/>
              </a:p>
              <a:p>
                <a:pPr>
                  <a:lnSpc>
                    <a:spcPct val="120000"/>
                  </a:lnSpc>
                </a:pPr>
                <a:endParaRPr lang="en-US" altLang="zh-CN" sz="1100" dirty="0"/>
              </a:p>
            </p:txBody>
          </p:sp>
        </p:grpSp>
        <p:sp>
          <p:nvSpPr>
            <p:cNvPr id="10" name="îṩļiḑe"/>
            <p:cNvSpPr/>
            <p:nvPr/>
          </p:nvSpPr>
          <p:spPr>
            <a:xfrm>
              <a:off x="6492083" y="3295421"/>
              <a:ext cx="540000" cy="540000"/>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600" dirty="0">
                  <a:solidFill>
                    <a:schemeClr val="bg1"/>
                  </a:solidFill>
                  <a:latin typeface="Impact" panose="020B0806030902050204" pitchFamily="34" charset="0"/>
                </a:rPr>
                <a:t>03</a:t>
              </a:r>
              <a:endParaRPr lang="en-US" altLang="zh-CN" sz="1600" dirty="0">
                <a:solidFill>
                  <a:schemeClr val="bg1"/>
                </a:solidFill>
                <a:latin typeface="Impact" panose="020B0806030902050204" pitchFamily="34" charset="0"/>
              </a:endParaRPr>
            </a:p>
          </p:txBody>
        </p:sp>
        <p:grpSp>
          <p:nvGrpSpPr>
            <p:cNvPr id="11" name="í$1ídé"/>
            <p:cNvGrpSpPr/>
            <p:nvPr/>
          </p:nvGrpSpPr>
          <p:grpSpPr>
            <a:xfrm>
              <a:off x="7131000" y="3222940"/>
              <a:ext cx="3676254" cy="798584"/>
              <a:chOff x="7189746" y="4435627"/>
              <a:chExt cx="3676254" cy="798584"/>
            </a:xfrm>
          </p:grpSpPr>
          <p:sp>
            <p:nvSpPr>
              <p:cNvPr id="21" name="iṣlíḓê"/>
              <p:cNvSpPr txBox="1"/>
              <p:nvPr/>
            </p:nvSpPr>
            <p:spPr>
              <a:xfrm>
                <a:off x="7189746" y="4435627"/>
                <a:ext cx="3676254" cy="399292"/>
              </a:xfrm>
              <a:prstGeom prst="rect">
                <a:avLst/>
              </a:prstGeom>
              <a:noFill/>
            </p:spPr>
            <p:txBody>
              <a:bodyPr wrap="none" lIns="90000" tIns="46800" rIns="90000" bIns="46800" anchor="b" anchorCtr="0">
                <a:normAutofit/>
              </a:bodyPr>
              <a:lstStyle/>
              <a:p>
                <a:r>
                  <a:rPr lang="zh-CN" altLang="en-US" b="1" dirty="0" smtClean="0"/>
                  <a:t>需求分析</a:t>
                </a:r>
                <a:endParaRPr lang="zh-CN" altLang="en-US" b="1" dirty="0"/>
              </a:p>
            </p:txBody>
          </p:sp>
          <p:sp>
            <p:nvSpPr>
              <p:cNvPr id="22" name="iṣļïḍe"/>
              <p:cNvSpPr txBox="1"/>
              <p:nvPr/>
            </p:nvSpPr>
            <p:spPr>
              <a:xfrm>
                <a:off x="7189746" y="4834919"/>
                <a:ext cx="3676254" cy="399292"/>
              </a:xfrm>
              <a:prstGeom prst="rect">
                <a:avLst/>
              </a:prstGeom>
              <a:noFill/>
            </p:spPr>
            <p:txBody>
              <a:bodyPr wrap="none" lIns="90000" tIns="46800" rIns="90000" bIns="46800" anchor="t" anchorCtr="0">
                <a:normAutofit/>
              </a:bodyPr>
              <a:lstStyle/>
              <a:p>
                <a:pPr>
                  <a:lnSpc>
                    <a:spcPct val="120000"/>
                  </a:lnSpc>
                </a:pPr>
                <a:r>
                  <a:rPr lang="en-US" altLang="zh-CN" sz="1100" dirty="0"/>
                  <a:t>Requirements</a:t>
                </a:r>
                <a:endParaRPr lang="en-US" altLang="zh-CN" sz="1100" dirty="0"/>
              </a:p>
            </p:txBody>
          </p:sp>
        </p:grpSp>
        <p:sp>
          <p:nvSpPr>
            <p:cNvPr id="12" name="ïş1iḑè"/>
            <p:cNvSpPr/>
            <p:nvPr/>
          </p:nvSpPr>
          <p:spPr>
            <a:xfrm>
              <a:off x="6492083" y="2467918"/>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600" dirty="0">
                  <a:solidFill>
                    <a:schemeClr val="bg1"/>
                  </a:solidFill>
                  <a:latin typeface="Impact" panose="020B0806030902050204" pitchFamily="34" charset="0"/>
                </a:rPr>
                <a:t>02</a:t>
              </a:r>
              <a:endParaRPr lang="en-US" altLang="zh-CN" sz="1600" dirty="0">
                <a:solidFill>
                  <a:schemeClr val="bg1"/>
                </a:solidFill>
                <a:latin typeface="Impact" panose="020B0806030902050204" pitchFamily="34" charset="0"/>
              </a:endParaRPr>
            </a:p>
          </p:txBody>
        </p:sp>
        <p:grpSp>
          <p:nvGrpSpPr>
            <p:cNvPr id="13" name="iśḻïḋè"/>
            <p:cNvGrpSpPr/>
            <p:nvPr/>
          </p:nvGrpSpPr>
          <p:grpSpPr>
            <a:xfrm>
              <a:off x="7131000" y="2395437"/>
              <a:ext cx="3676254" cy="798584"/>
              <a:chOff x="7189746" y="4435627"/>
              <a:chExt cx="3676254" cy="798584"/>
            </a:xfrm>
          </p:grpSpPr>
          <p:sp>
            <p:nvSpPr>
              <p:cNvPr id="19" name="išľïḋê"/>
              <p:cNvSpPr txBox="1"/>
              <p:nvPr/>
            </p:nvSpPr>
            <p:spPr>
              <a:xfrm>
                <a:off x="7189746" y="4435627"/>
                <a:ext cx="3676254" cy="399292"/>
              </a:xfrm>
              <a:prstGeom prst="rect">
                <a:avLst/>
              </a:prstGeom>
              <a:noFill/>
            </p:spPr>
            <p:txBody>
              <a:bodyPr wrap="none" lIns="90000" tIns="46800" rIns="90000" bIns="46800" anchor="b" anchorCtr="0">
                <a:normAutofit/>
              </a:bodyPr>
              <a:lstStyle/>
              <a:p>
                <a:r>
                  <a:rPr lang="zh-CN" altLang="en-US" b="1" dirty="0" smtClean="0"/>
                  <a:t>软件开发的流程</a:t>
                </a:r>
                <a:endParaRPr lang="zh-CN" altLang="en-US" b="1" dirty="0"/>
              </a:p>
            </p:txBody>
          </p:sp>
          <p:sp>
            <p:nvSpPr>
              <p:cNvPr id="20" name="ïšļïḑe"/>
              <p:cNvSpPr txBox="1"/>
              <p:nvPr/>
            </p:nvSpPr>
            <p:spPr>
              <a:xfrm>
                <a:off x="7189746" y="4834919"/>
                <a:ext cx="3676254" cy="399292"/>
              </a:xfrm>
              <a:prstGeom prst="rect">
                <a:avLst/>
              </a:prstGeom>
              <a:noFill/>
            </p:spPr>
            <p:txBody>
              <a:bodyPr wrap="none" lIns="90000" tIns="46800" rIns="90000" bIns="46800" anchor="t" anchorCtr="0">
                <a:normAutofit/>
              </a:bodyPr>
              <a:lstStyle/>
              <a:p>
                <a:pPr>
                  <a:lnSpc>
                    <a:spcPct val="120000"/>
                  </a:lnSpc>
                </a:pPr>
                <a:r>
                  <a:rPr lang="en-US" altLang="zh-CN" sz="1100" dirty="0"/>
                  <a:t>Software development process</a:t>
                </a:r>
                <a:endParaRPr lang="en-US" altLang="zh-CN" sz="1100" dirty="0"/>
              </a:p>
            </p:txBody>
          </p:sp>
        </p:grpSp>
        <p:sp>
          <p:nvSpPr>
            <p:cNvPr id="14" name="ïşḻîde"/>
            <p:cNvSpPr/>
            <p:nvPr/>
          </p:nvSpPr>
          <p:spPr>
            <a:xfrm>
              <a:off x="6492083" y="1640415"/>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600" dirty="0">
                  <a:solidFill>
                    <a:schemeClr val="bg1"/>
                  </a:solidFill>
                  <a:latin typeface="Impact" panose="020B0806030902050204" pitchFamily="34" charset="0"/>
                </a:rPr>
                <a:t>01</a:t>
              </a:r>
              <a:endParaRPr lang="en-US" altLang="zh-CN" sz="1600" dirty="0">
                <a:solidFill>
                  <a:schemeClr val="bg1"/>
                </a:solidFill>
                <a:latin typeface="Impact" panose="020B0806030902050204" pitchFamily="34" charset="0"/>
              </a:endParaRPr>
            </a:p>
          </p:txBody>
        </p:sp>
        <p:grpSp>
          <p:nvGrpSpPr>
            <p:cNvPr id="15" name="íSļïdè"/>
            <p:cNvGrpSpPr/>
            <p:nvPr/>
          </p:nvGrpSpPr>
          <p:grpSpPr>
            <a:xfrm>
              <a:off x="7131000" y="1567934"/>
              <a:ext cx="3676254" cy="798584"/>
              <a:chOff x="7189746" y="4435627"/>
              <a:chExt cx="3676254" cy="798584"/>
            </a:xfrm>
          </p:grpSpPr>
          <p:sp>
            <p:nvSpPr>
              <p:cNvPr id="17" name="ï$1iḋé"/>
              <p:cNvSpPr txBox="1"/>
              <p:nvPr/>
            </p:nvSpPr>
            <p:spPr>
              <a:xfrm>
                <a:off x="7189746" y="4435627"/>
                <a:ext cx="3676254" cy="399292"/>
              </a:xfrm>
              <a:prstGeom prst="rect">
                <a:avLst/>
              </a:prstGeom>
              <a:noFill/>
            </p:spPr>
            <p:txBody>
              <a:bodyPr wrap="none" lIns="90000" tIns="46800" rIns="90000" bIns="46800" anchor="b" anchorCtr="0">
                <a:normAutofit/>
              </a:bodyPr>
              <a:lstStyle/>
              <a:p>
                <a:r>
                  <a:rPr lang="zh-CN" altLang="en-US" b="1" dirty="0" smtClean="0"/>
                  <a:t>什么是软件质量</a:t>
                </a:r>
                <a:endParaRPr lang="zh-CN" altLang="en-US" b="1" dirty="0"/>
              </a:p>
            </p:txBody>
          </p:sp>
          <p:sp>
            <p:nvSpPr>
              <p:cNvPr id="18" name="îşḷîďe"/>
              <p:cNvSpPr txBox="1"/>
              <p:nvPr/>
            </p:nvSpPr>
            <p:spPr>
              <a:xfrm>
                <a:off x="7189746" y="4834919"/>
                <a:ext cx="3676254" cy="399292"/>
              </a:xfrm>
              <a:prstGeom prst="rect">
                <a:avLst/>
              </a:prstGeom>
              <a:noFill/>
            </p:spPr>
            <p:txBody>
              <a:bodyPr wrap="none" lIns="90000" tIns="46800" rIns="90000" bIns="46800" anchor="t" anchorCtr="0">
                <a:normAutofit/>
              </a:bodyPr>
              <a:lstStyle/>
              <a:p>
                <a:pPr>
                  <a:lnSpc>
                    <a:spcPct val="120000"/>
                  </a:lnSpc>
                </a:pPr>
                <a:r>
                  <a:rPr lang="en-US" altLang="zh-CN" sz="1100" dirty="0"/>
                  <a:t>What is software quality?</a:t>
                </a:r>
                <a:endParaRPr lang="en-US" altLang="zh-CN" sz="1100" dirty="0"/>
              </a:p>
            </p:txBody>
          </p:sp>
        </p:grpSp>
        <p:cxnSp>
          <p:nvCxnSpPr>
            <p:cNvPr id="16" name="直接连接符 15"/>
            <p:cNvCxnSpPr/>
            <p:nvPr/>
          </p:nvCxnSpPr>
          <p:spPr>
            <a:xfrm>
              <a:off x="6196390" y="1567934"/>
              <a:ext cx="27765" cy="4826309"/>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31" name="iṥḷiḓe"/>
          <p:cNvSpPr/>
          <p:nvPr/>
        </p:nvSpPr>
        <p:spPr>
          <a:xfrm>
            <a:off x="6492083" y="5012187"/>
            <a:ext cx="540000" cy="540000"/>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rmAutofit/>
          </a:bodyPr>
          <a:lstStyle/>
          <a:p>
            <a:pPr algn="ctr"/>
            <a:r>
              <a:rPr lang="en-US" altLang="zh-CN" sz="1600" dirty="0" smtClean="0">
                <a:solidFill>
                  <a:schemeClr val="bg1"/>
                </a:solidFill>
                <a:latin typeface="Impact" panose="020B0806030902050204" pitchFamily="34" charset="0"/>
              </a:rPr>
              <a:t>06</a:t>
            </a:r>
            <a:endParaRPr lang="en-US" altLang="zh-CN" sz="1600" dirty="0">
              <a:solidFill>
                <a:schemeClr val="bg1"/>
              </a:solidFill>
              <a:latin typeface="Impact" panose="020B0806030902050204" pitchFamily="34" charset="0"/>
            </a:endParaRPr>
          </a:p>
        </p:txBody>
      </p:sp>
      <p:sp>
        <p:nvSpPr>
          <p:cNvPr id="32" name="îšḻíḋè"/>
          <p:cNvSpPr txBox="1"/>
          <p:nvPr/>
        </p:nvSpPr>
        <p:spPr>
          <a:xfrm>
            <a:off x="7131000" y="4939706"/>
            <a:ext cx="3676254" cy="399292"/>
          </a:xfrm>
          <a:prstGeom prst="rect">
            <a:avLst/>
          </a:prstGeom>
          <a:noFill/>
        </p:spPr>
        <p:txBody>
          <a:bodyPr wrap="none" lIns="90000" tIns="46800" rIns="90000" bIns="46800" anchor="b" anchorCtr="0">
            <a:normAutofit/>
          </a:bodyPr>
          <a:lstStyle/>
          <a:p>
            <a:r>
              <a:rPr lang="zh-CN" altLang="en-US" b="1" dirty="0"/>
              <a:t>移交与维护</a:t>
            </a:r>
            <a:endParaRPr lang="zh-CN" altLang="en-US" b="1" dirty="0"/>
          </a:p>
        </p:txBody>
      </p:sp>
      <p:sp>
        <p:nvSpPr>
          <p:cNvPr id="33" name="ï$ḷïďe"/>
          <p:cNvSpPr txBox="1"/>
          <p:nvPr/>
        </p:nvSpPr>
        <p:spPr>
          <a:xfrm>
            <a:off x="7131000" y="5338998"/>
            <a:ext cx="3676254" cy="399292"/>
          </a:xfrm>
          <a:prstGeom prst="rect">
            <a:avLst/>
          </a:prstGeom>
          <a:noFill/>
        </p:spPr>
        <p:txBody>
          <a:bodyPr wrap="none" lIns="90000" tIns="46800" rIns="90000" bIns="46800" anchor="t" anchorCtr="0">
            <a:normAutofit/>
          </a:bodyPr>
          <a:lstStyle/>
          <a:p>
            <a:pPr>
              <a:lnSpc>
                <a:spcPct val="120000"/>
              </a:lnSpc>
            </a:pPr>
            <a:r>
              <a:rPr lang="en-US" altLang="zh-CN" sz="1100" dirty="0"/>
              <a:t>Maintenance</a:t>
            </a:r>
            <a:endParaRPr lang="en-US" altLang="zh-CN" sz="1100" dirty="0"/>
          </a:p>
        </p:txBody>
      </p:sp>
      <p:grpSp>
        <p:nvGrpSpPr>
          <p:cNvPr id="35" name="组合 34"/>
          <p:cNvGrpSpPr/>
          <p:nvPr/>
        </p:nvGrpSpPr>
        <p:grpSpPr>
          <a:xfrm>
            <a:off x="491461" y="4759231"/>
            <a:ext cx="4635238" cy="827503"/>
            <a:chOff x="407179" y="1415352"/>
            <a:chExt cx="5546581" cy="1015901"/>
          </a:xfrm>
        </p:grpSpPr>
        <p:grpSp>
          <p:nvGrpSpPr>
            <p:cNvPr id="36" name="组合 35"/>
            <p:cNvGrpSpPr/>
            <p:nvPr userDrawn="1"/>
          </p:nvGrpSpPr>
          <p:grpSpPr>
            <a:xfrm>
              <a:off x="2681968" y="1415352"/>
              <a:ext cx="3271792" cy="1015901"/>
              <a:chOff x="0" y="3026106"/>
              <a:chExt cx="2057401" cy="781570"/>
            </a:xfrm>
          </p:grpSpPr>
          <p:sp>
            <p:nvSpPr>
              <p:cNvPr id="38" name="文本框 37"/>
              <p:cNvSpPr txBox="1"/>
              <p:nvPr/>
            </p:nvSpPr>
            <p:spPr>
              <a:xfrm>
                <a:off x="1" y="3260494"/>
                <a:ext cx="2057400" cy="547182"/>
              </a:xfrm>
              <a:prstGeom prst="rect">
                <a:avLst/>
              </a:prstGeom>
              <a:noFill/>
            </p:spPr>
            <p:txBody>
              <a:bodyPr wrap="none" rtlCol="0">
                <a:prstTxWarp prst="textPlain">
                  <a:avLst/>
                </a:prstTxWarp>
                <a:spAutoFit/>
              </a:bodyPr>
              <a:lstStyle/>
              <a:p>
                <a:r>
                  <a:rPr lang="zh-CN" altLang="en-US" sz="16600" b="1" dirty="0" smtClean="0">
                    <a:solidFill>
                      <a:schemeClr val="accent1"/>
                    </a:solidFill>
                    <a:latin typeface="+mn-lt"/>
                  </a:rPr>
                  <a:t>软件质量保障</a:t>
                </a:r>
                <a:endParaRPr lang="zh-CN" altLang="en-US" sz="16600" b="1" dirty="0">
                  <a:solidFill>
                    <a:schemeClr val="accent1"/>
                  </a:solidFill>
                  <a:latin typeface="+mn-lt"/>
                </a:endParaRPr>
              </a:p>
            </p:txBody>
          </p:sp>
          <p:sp>
            <p:nvSpPr>
              <p:cNvPr id="39" name="矩形 38"/>
              <p:cNvSpPr/>
              <p:nvPr/>
            </p:nvSpPr>
            <p:spPr>
              <a:xfrm>
                <a:off x="0" y="3026106"/>
                <a:ext cx="2057401" cy="234389"/>
              </a:xfrm>
              <a:prstGeom prst="rect">
                <a:avLst/>
              </a:prstGeom>
              <a:noFill/>
            </p:spPr>
            <p:txBody>
              <a:bodyPr wrap="none" numCol="1" rtlCol="0">
                <a:prstTxWarp prst="textPlain">
                  <a:avLst/>
                </a:prstTxWarp>
                <a:spAutoFit/>
              </a:bodyPr>
              <a:lstStyle/>
              <a:p>
                <a:pPr lvl="0"/>
                <a:r>
                  <a:rPr lang="en-US" altLang="zh-CN" sz="16600" dirty="0">
                    <a:solidFill>
                      <a:schemeClr val="accent1"/>
                    </a:solidFill>
                  </a:rPr>
                  <a:t>Software quality assurance</a:t>
                </a:r>
                <a:endParaRPr lang="en-US" altLang="zh-CN" sz="16600" dirty="0">
                  <a:solidFill>
                    <a:schemeClr val="accent1"/>
                  </a:solidFill>
                </a:endParaRPr>
              </a:p>
            </p:txBody>
          </p:sp>
        </p:grpSp>
        <p:sp>
          <p:nvSpPr>
            <p:cNvPr id="37" name="文本框 36"/>
            <p:cNvSpPr txBox="1"/>
            <p:nvPr userDrawn="1"/>
          </p:nvSpPr>
          <p:spPr>
            <a:xfrm>
              <a:off x="407179" y="1415352"/>
              <a:ext cx="2125322" cy="1015901"/>
            </a:xfrm>
            <a:prstGeom prst="rect">
              <a:avLst/>
            </a:prstGeom>
            <a:noFill/>
          </p:spPr>
          <p:txBody>
            <a:bodyPr wrap="none" rtlCol="0">
              <a:prstTxWarp prst="textPlain">
                <a:avLst/>
              </a:prstTxWarp>
              <a:spAutoFit/>
            </a:bodyPr>
            <a:lstStyle/>
            <a:p>
              <a:r>
                <a:rPr lang="en-US" altLang="zh-CN" sz="9600" dirty="0">
                  <a:solidFill>
                    <a:schemeClr val="accent1"/>
                  </a:solidFill>
                  <a:latin typeface="Impact" panose="020B0806030902050204" pitchFamily="34" charset="0"/>
                </a:rPr>
                <a:t>2018</a:t>
              </a:r>
              <a:endParaRPr lang="zh-CN" altLang="en-US" sz="9600" dirty="0">
                <a:solidFill>
                  <a:schemeClr val="accent1"/>
                </a:solidFill>
                <a:latin typeface="Impact" panose="020B0806030902050204" pitchFamily="34" charset="0"/>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p:nvPr>
        </p:nvSpPr>
        <p:spPr>
          <a:xfrm>
            <a:off x="2872597" y="1458696"/>
            <a:ext cx="6155166" cy="656792"/>
          </a:xfrm>
        </p:spPr>
        <p:txBody>
          <a:bodyPr>
            <a:noAutofit/>
          </a:bodyPr>
          <a:lstStyle/>
          <a:p>
            <a:r>
              <a:rPr lang="zh-CN" altLang="en-US" sz="4800" dirty="0"/>
              <a:t>什么是软件质量</a:t>
            </a:r>
            <a:endParaRPr lang="zh-CN" altLang="en-US" sz="4800" dirty="0"/>
          </a:p>
        </p:txBody>
      </p:sp>
      <p:sp>
        <p:nvSpPr>
          <p:cNvPr id="6" name="文本占位符 5"/>
          <p:cNvSpPr>
            <a:spLocks noGrp="1"/>
          </p:cNvSpPr>
          <p:nvPr userDrawn="1">
            <p:ph type="body" idx="1"/>
          </p:nvPr>
        </p:nvSpPr>
        <p:spPr>
          <a:xfrm>
            <a:off x="3822699" y="2262190"/>
            <a:ext cx="4546600" cy="1015623"/>
          </a:xfrm>
        </p:spPr>
        <p:txBody>
          <a:bodyPr>
            <a:normAutofit/>
          </a:bodyPr>
          <a:lstStyle/>
          <a:p>
            <a:pPr>
              <a:lnSpc>
                <a:spcPct val="120000"/>
              </a:lnSpc>
            </a:pPr>
            <a:r>
              <a:rPr lang="en-US" altLang="zh-CN" sz="2000" dirty="0"/>
              <a:t>What is software quality</a:t>
            </a:r>
            <a:r>
              <a:rPr lang="en-US" altLang="zh-CN" sz="2000" dirty="0" smtClean="0"/>
              <a:t>?</a:t>
            </a:r>
            <a:endParaRPr lang="en-US" altLang="zh-CN" sz="2000" dirty="0"/>
          </a:p>
        </p:txBody>
      </p:sp>
      <p:sp>
        <p:nvSpPr>
          <p:cNvPr id="10" name="文本框 9"/>
          <p:cNvSpPr txBox="1"/>
          <p:nvPr/>
        </p:nvSpPr>
        <p:spPr>
          <a:xfrm>
            <a:off x="5370526" y="4149725"/>
            <a:ext cx="1450947" cy="1303910"/>
          </a:xfrm>
          <a:prstGeom prst="rect">
            <a:avLst/>
          </a:prstGeom>
          <a:noFill/>
        </p:spPr>
        <p:txBody>
          <a:bodyPr wrap="none" rtlCol="0">
            <a:prstTxWarp prst="textPlain">
              <a:avLst/>
            </a:prstTxWarp>
            <a:spAutoFit/>
          </a:bodyPr>
          <a:lstStyle/>
          <a:p>
            <a:r>
              <a:rPr lang="en-US" altLang="zh-CN" dirty="0">
                <a:solidFill>
                  <a:schemeClr val="bg1">
                    <a:alpha val="94000"/>
                  </a:schemeClr>
                </a:solidFill>
                <a:latin typeface="Impact" panose="020B0806030902050204" pitchFamily="34" charset="0"/>
                <a:cs typeface="Arial" panose="020B0604020202020204" pitchFamily="34" charset="0"/>
              </a:rPr>
              <a:t>01</a:t>
            </a:r>
            <a:endParaRPr lang="zh-CN" altLang="en-US" dirty="0">
              <a:solidFill>
                <a:schemeClr val="bg1">
                  <a:alpha val="94000"/>
                </a:schemeClr>
              </a:solidFill>
              <a:latin typeface="Impact" panose="020B080603090205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什么是软件质量</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7f2cec5c-68b9-4fc5-84cb-b9660b255b6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905450" y="1802405"/>
            <a:ext cx="7866231" cy="5197425"/>
            <a:chOff x="905450" y="1802405"/>
            <a:chExt cx="7866231" cy="5197425"/>
          </a:xfrm>
        </p:grpSpPr>
        <p:sp>
          <p:nvSpPr>
            <p:cNvPr id="6" name="ïṡļïḓe"/>
            <p:cNvSpPr/>
            <p:nvPr/>
          </p:nvSpPr>
          <p:spPr bwMode="auto">
            <a:xfrm>
              <a:off x="3782228" y="2361968"/>
              <a:ext cx="4637862" cy="4637862"/>
            </a:xfrm>
            <a:prstGeom prst="blockArc">
              <a:avLst>
                <a:gd name="adj1" fmla="val 11058826"/>
                <a:gd name="adj2" fmla="val 21364096"/>
                <a:gd name="adj3" fmla="val 7347"/>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grpSp>
          <p:nvGrpSpPr>
            <p:cNvPr id="7" name="iṥḻíḓê"/>
            <p:cNvGrpSpPr/>
            <p:nvPr/>
          </p:nvGrpSpPr>
          <p:grpSpPr>
            <a:xfrm>
              <a:off x="4909939" y="3323958"/>
              <a:ext cx="2370534" cy="2850356"/>
              <a:chOff x="3377804" y="1778794"/>
              <a:chExt cx="2370534" cy="2850356"/>
            </a:xfrm>
          </p:grpSpPr>
          <p:sp>
            <p:nvSpPr>
              <p:cNvPr id="35" name="ïşľîdé"/>
              <p:cNvSpPr/>
              <p:nvPr/>
            </p:nvSpPr>
            <p:spPr bwMode="auto">
              <a:xfrm>
                <a:off x="3377804" y="1778794"/>
                <a:ext cx="2370534" cy="2370535"/>
              </a:xfrm>
              <a:custGeom>
                <a:avLst/>
                <a:gdLst>
                  <a:gd name="T0" fmla="*/ 556 w 1252"/>
                  <a:gd name="T1" fmla="*/ 1248 h 1252"/>
                  <a:gd name="T2" fmla="*/ 375 w 1252"/>
                  <a:gd name="T3" fmla="*/ 1200 h 1252"/>
                  <a:gd name="T4" fmla="*/ 255 w 1252"/>
                  <a:gd name="T5" fmla="*/ 1130 h 1252"/>
                  <a:gd name="T6" fmla="*/ 122 w 1252"/>
                  <a:gd name="T7" fmla="*/ 998 h 1252"/>
                  <a:gd name="T8" fmla="*/ 52 w 1252"/>
                  <a:gd name="T9" fmla="*/ 877 h 1252"/>
                  <a:gd name="T10" fmla="*/ 4 w 1252"/>
                  <a:gd name="T11" fmla="*/ 696 h 1252"/>
                  <a:gd name="T12" fmla="*/ 4 w 1252"/>
                  <a:gd name="T13" fmla="*/ 560 h 1252"/>
                  <a:gd name="T14" fmla="*/ 137 w 1252"/>
                  <a:gd name="T15" fmla="*/ 458 h 1252"/>
                  <a:gd name="T16" fmla="*/ 120 w 1252"/>
                  <a:gd name="T17" fmla="*/ 257 h 1252"/>
                  <a:gd name="T18" fmla="*/ 287 w 1252"/>
                  <a:gd name="T19" fmla="*/ 236 h 1252"/>
                  <a:gd name="T20" fmla="*/ 372 w 1252"/>
                  <a:gd name="T21" fmla="*/ 54 h 1252"/>
                  <a:gd name="T22" fmla="*/ 528 w 1252"/>
                  <a:gd name="T23" fmla="*/ 119 h 1252"/>
                  <a:gd name="T24" fmla="*/ 626 w 1252"/>
                  <a:gd name="T25" fmla="*/ 0 h 1252"/>
                  <a:gd name="T26" fmla="*/ 724 w 1252"/>
                  <a:gd name="T27" fmla="*/ 119 h 1252"/>
                  <a:gd name="T28" fmla="*/ 879 w 1252"/>
                  <a:gd name="T29" fmla="*/ 54 h 1252"/>
                  <a:gd name="T30" fmla="*/ 965 w 1252"/>
                  <a:gd name="T31" fmla="*/ 236 h 1252"/>
                  <a:gd name="T32" fmla="*/ 1132 w 1252"/>
                  <a:gd name="T33" fmla="*/ 257 h 1252"/>
                  <a:gd name="T34" fmla="*/ 1115 w 1252"/>
                  <a:gd name="T35" fmla="*/ 458 h 1252"/>
                  <a:gd name="T36" fmla="*/ 1248 w 1252"/>
                  <a:gd name="T37" fmla="*/ 560 h 1252"/>
                  <a:gd name="T38" fmla="*/ 1248 w 1252"/>
                  <a:gd name="T39" fmla="*/ 696 h 1252"/>
                  <a:gd name="T40" fmla="*/ 1200 w 1252"/>
                  <a:gd name="T41" fmla="*/ 877 h 1252"/>
                  <a:gd name="T42" fmla="*/ 1130 w 1252"/>
                  <a:gd name="T43" fmla="*/ 998 h 1252"/>
                  <a:gd name="T44" fmla="*/ 997 w 1252"/>
                  <a:gd name="T45" fmla="*/ 1130 h 1252"/>
                  <a:gd name="T46" fmla="*/ 877 w 1252"/>
                  <a:gd name="T47" fmla="*/ 1200 h 1252"/>
                  <a:gd name="T48" fmla="*/ 696 w 1252"/>
                  <a:gd name="T49" fmla="*/ 1248 h 1252"/>
                  <a:gd name="T50" fmla="*/ 563 w 1252"/>
                  <a:gd name="T51" fmla="*/ 1241 h 1252"/>
                  <a:gd name="T52" fmla="*/ 717 w 1252"/>
                  <a:gd name="T53" fmla="*/ 1126 h 1252"/>
                  <a:gd name="T54" fmla="*/ 797 w 1252"/>
                  <a:gd name="T55" fmla="*/ 1105 h 1252"/>
                  <a:gd name="T56" fmla="*/ 955 w 1252"/>
                  <a:gd name="T57" fmla="*/ 1014 h 1252"/>
                  <a:gd name="T58" fmla="*/ 1013 w 1252"/>
                  <a:gd name="T59" fmla="*/ 955 h 1252"/>
                  <a:gd name="T60" fmla="*/ 1105 w 1252"/>
                  <a:gd name="T61" fmla="*/ 797 h 1252"/>
                  <a:gd name="T62" fmla="*/ 1126 w 1252"/>
                  <a:gd name="T63" fmla="*/ 718 h 1252"/>
                  <a:gd name="T64" fmla="*/ 1240 w 1252"/>
                  <a:gd name="T65" fmla="*/ 563 h 1252"/>
                  <a:gd name="T66" fmla="*/ 1106 w 1252"/>
                  <a:gd name="T67" fmla="*/ 458 h 1252"/>
                  <a:gd name="T68" fmla="*/ 1127 w 1252"/>
                  <a:gd name="T69" fmla="*/ 265 h 1252"/>
                  <a:gd name="T70" fmla="*/ 957 w 1252"/>
                  <a:gd name="T71" fmla="*/ 241 h 1252"/>
                  <a:gd name="T72" fmla="*/ 879 w 1252"/>
                  <a:gd name="T73" fmla="*/ 63 h 1252"/>
                  <a:gd name="T74" fmla="*/ 720 w 1252"/>
                  <a:gd name="T75" fmla="*/ 127 h 1252"/>
                  <a:gd name="T76" fmla="*/ 626 w 1252"/>
                  <a:gd name="T77" fmla="*/ 9 h 1252"/>
                  <a:gd name="T78" fmla="*/ 532 w 1252"/>
                  <a:gd name="T79" fmla="*/ 127 h 1252"/>
                  <a:gd name="T80" fmla="*/ 373 w 1252"/>
                  <a:gd name="T81" fmla="*/ 63 h 1252"/>
                  <a:gd name="T82" fmla="*/ 295 w 1252"/>
                  <a:gd name="T83" fmla="*/ 241 h 1252"/>
                  <a:gd name="T84" fmla="*/ 125 w 1252"/>
                  <a:gd name="T85" fmla="*/ 265 h 1252"/>
                  <a:gd name="T86" fmla="*/ 146 w 1252"/>
                  <a:gd name="T87" fmla="*/ 458 h 1252"/>
                  <a:gd name="T88" fmla="*/ 12 w 1252"/>
                  <a:gd name="T89" fmla="*/ 563 h 1252"/>
                  <a:gd name="T90" fmla="*/ 126 w 1252"/>
                  <a:gd name="T91" fmla="*/ 718 h 1252"/>
                  <a:gd name="T92" fmla="*/ 147 w 1252"/>
                  <a:gd name="T93" fmla="*/ 797 h 1252"/>
                  <a:gd name="T94" fmla="*/ 239 w 1252"/>
                  <a:gd name="T95" fmla="*/ 955 h 1252"/>
                  <a:gd name="T96" fmla="*/ 297 w 1252"/>
                  <a:gd name="T97" fmla="*/ 1014 h 1252"/>
                  <a:gd name="T98" fmla="*/ 455 w 1252"/>
                  <a:gd name="T99" fmla="*/ 1105 h 1252"/>
                  <a:gd name="T100" fmla="*/ 535 w 1252"/>
                  <a:gd name="T101" fmla="*/ 1126 h 1252"/>
                  <a:gd name="T102" fmla="*/ 288 w 1252"/>
                  <a:gd name="T103" fmla="*/ 964 h 1252"/>
                  <a:gd name="T104" fmla="*/ 626 w 1252"/>
                  <a:gd name="T105" fmla="*/ 148 h 1252"/>
                  <a:gd name="T106" fmla="*/ 964 w 1252"/>
                  <a:gd name="T107" fmla="*/ 964 h 1252"/>
                  <a:gd name="T108" fmla="*/ 157 w 1252"/>
                  <a:gd name="T109" fmla="*/ 626 h 1252"/>
                  <a:gd name="T110" fmla="*/ 626 w 1252"/>
                  <a:gd name="T111" fmla="*/ 157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52" h="1252">
                    <a:moveTo>
                      <a:pt x="626" y="1252"/>
                    </a:moveTo>
                    <a:cubicBezTo>
                      <a:pt x="604" y="1252"/>
                      <a:pt x="581" y="1251"/>
                      <a:pt x="559" y="1249"/>
                    </a:cubicBezTo>
                    <a:cubicBezTo>
                      <a:pt x="556" y="1248"/>
                      <a:pt x="556" y="1248"/>
                      <a:pt x="556" y="1248"/>
                    </a:cubicBezTo>
                    <a:cubicBezTo>
                      <a:pt x="528" y="1134"/>
                      <a:pt x="528" y="1134"/>
                      <a:pt x="528" y="1134"/>
                    </a:cubicBezTo>
                    <a:cubicBezTo>
                      <a:pt x="504" y="1129"/>
                      <a:pt x="480" y="1123"/>
                      <a:pt x="458" y="1115"/>
                    </a:cubicBezTo>
                    <a:cubicBezTo>
                      <a:pt x="375" y="1200"/>
                      <a:pt x="375" y="1200"/>
                      <a:pt x="375" y="1200"/>
                    </a:cubicBezTo>
                    <a:cubicBezTo>
                      <a:pt x="372" y="1199"/>
                      <a:pt x="372" y="1199"/>
                      <a:pt x="372" y="1199"/>
                    </a:cubicBezTo>
                    <a:cubicBezTo>
                      <a:pt x="332" y="1181"/>
                      <a:pt x="293" y="1158"/>
                      <a:pt x="257" y="1132"/>
                    </a:cubicBezTo>
                    <a:cubicBezTo>
                      <a:pt x="255" y="1130"/>
                      <a:pt x="255" y="1130"/>
                      <a:pt x="255" y="1130"/>
                    </a:cubicBezTo>
                    <a:cubicBezTo>
                      <a:pt x="287" y="1016"/>
                      <a:pt x="287" y="1016"/>
                      <a:pt x="287" y="1016"/>
                    </a:cubicBezTo>
                    <a:cubicBezTo>
                      <a:pt x="269" y="1001"/>
                      <a:pt x="252" y="983"/>
                      <a:pt x="236" y="965"/>
                    </a:cubicBezTo>
                    <a:cubicBezTo>
                      <a:pt x="122" y="998"/>
                      <a:pt x="122" y="998"/>
                      <a:pt x="122" y="998"/>
                    </a:cubicBezTo>
                    <a:cubicBezTo>
                      <a:pt x="120" y="995"/>
                      <a:pt x="120" y="995"/>
                      <a:pt x="120" y="995"/>
                    </a:cubicBezTo>
                    <a:cubicBezTo>
                      <a:pt x="94" y="959"/>
                      <a:pt x="72" y="921"/>
                      <a:pt x="54" y="880"/>
                    </a:cubicBezTo>
                    <a:cubicBezTo>
                      <a:pt x="52" y="877"/>
                      <a:pt x="52" y="877"/>
                      <a:pt x="52" y="877"/>
                    </a:cubicBezTo>
                    <a:cubicBezTo>
                      <a:pt x="137" y="795"/>
                      <a:pt x="137" y="795"/>
                      <a:pt x="137" y="795"/>
                    </a:cubicBezTo>
                    <a:cubicBezTo>
                      <a:pt x="130" y="772"/>
                      <a:pt x="123" y="748"/>
                      <a:pt x="119" y="725"/>
                    </a:cubicBezTo>
                    <a:cubicBezTo>
                      <a:pt x="4" y="696"/>
                      <a:pt x="4" y="696"/>
                      <a:pt x="4" y="696"/>
                    </a:cubicBezTo>
                    <a:cubicBezTo>
                      <a:pt x="4" y="693"/>
                      <a:pt x="4" y="693"/>
                      <a:pt x="4" y="693"/>
                    </a:cubicBezTo>
                    <a:cubicBezTo>
                      <a:pt x="1" y="671"/>
                      <a:pt x="0" y="648"/>
                      <a:pt x="0" y="626"/>
                    </a:cubicBezTo>
                    <a:cubicBezTo>
                      <a:pt x="0" y="604"/>
                      <a:pt x="1" y="582"/>
                      <a:pt x="4" y="560"/>
                    </a:cubicBezTo>
                    <a:cubicBezTo>
                      <a:pt x="4" y="557"/>
                      <a:pt x="4" y="557"/>
                      <a:pt x="4" y="557"/>
                    </a:cubicBezTo>
                    <a:cubicBezTo>
                      <a:pt x="119" y="528"/>
                      <a:pt x="119" y="528"/>
                      <a:pt x="119" y="528"/>
                    </a:cubicBezTo>
                    <a:cubicBezTo>
                      <a:pt x="123" y="504"/>
                      <a:pt x="130" y="481"/>
                      <a:pt x="137" y="458"/>
                    </a:cubicBezTo>
                    <a:cubicBezTo>
                      <a:pt x="52" y="376"/>
                      <a:pt x="52" y="376"/>
                      <a:pt x="52" y="376"/>
                    </a:cubicBezTo>
                    <a:cubicBezTo>
                      <a:pt x="54" y="373"/>
                      <a:pt x="54" y="373"/>
                      <a:pt x="54" y="373"/>
                    </a:cubicBezTo>
                    <a:cubicBezTo>
                      <a:pt x="72" y="332"/>
                      <a:pt x="94" y="293"/>
                      <a:pt x="120" y="257"/>
                    </a:cubicBezTo>
                    <a:cubicBezTo>
                      <a:pt x="122" y="255"/>
                      <a:pt x="122" y="255"/>
                      <a:pt x="122" y="255"/>
                    </a:cubicBezTo>
                    <a:cubicBezTo>
                      <a:pt x="236" y="287"/>
                      <a:pt x="236" y="287"/>
                      <a:pt x="236" y="287"/>
                    </a:cubicBezTo>
                    <a:cubicBezTo>
                      <a:pt x="252" y="269"/>
                      <a:pt x="269" y="252"/>
                      <a:pt x="287" y="236"/>
                    </a:cubicBezTo>
                    <a:cubicBezTo>
                      <a:pt x="255" y="122"/>
                      <a:pt x="255" y="122"/>
                      <a:pt x="255" y="122"/>
                    </a:cubicBezTo>
                    <a:cubicBezTo>
                      <a:pt x="257" y="121"/>
                      <a:pt x="257" y="121"/>
                      <a:pt x="257" y="121"/>
                    </a:cubicBezTo>
                    <a:cubicBezTo>
                      <a:pt x="293" y="94"/>
                      <a:pt x="332" y="72"/>
                      <a:pt x="372" y="54"/>
                    </a:cubicBezTo>
                    <a:cubicBezTo>
                      <a:pt x="375" y="53"/>
                      <a:pt x="375" y="53"/>
                      <a:pt x="375" y="53"/>
                    </a:cubicBezTo>
                    <a:cubicBezTo>
                      <a:pt x="458" y="138"/>
                      <a:pt x="458" y="138"/>
                      <a:pt x="458" y="138"/>
                    </a:cubicBezTo>
                    <a:cubicBezTo>
                      <a:pt x="480" y="130"/>
                      <a:pt x="504" y="123"/>
                      <a:pt x="528" y="119"/>
                    </a:cubicBezTo>
                    <a:cubicBezTo>
                      <a:pt x="556" y="4"/>
                      <a:pt x="556" y="4"/>
                      <a:pt x="556" y="4"/>
                    </a:cubicBezTo>
                    <a:cubicBezTo>
                      <a:pt x="559" y="4"/>
                      <a:pt x="559" y="4"/>
                      <a:pt x="559" y="4"/>
                    </a:cubicBezTo>
                    <a:cubicBezTo>
                      <a:pt x="581" y="2"/>
                      <a:pt x="604" y="0"/>
                      <a:pt x="626" y="0"/>
                    </a:cubicBezTo>
                    <a:cubicBezTo>
                      <a:pt x="648" y="0"/>
                      <a:pt x="671" y="2"/>
                      <a:pt x="693" y="4"/>
                    </a:cubicBezTo>
                    <a:cubicBezTo>
                      <a:pt x="696" y="4"/>
                      <a:pt x="696" y="4"/>
                      <a:pt x="696" y="4"/>
                    </a:cubicBezTo>
                    <a:cubicBezTo>
                      <a:pt x="724" y="119"/>
                      <a:pt x="724" y="119"/>
                      <a:pt x="724" y="119"/>
                    </a:cubicBezTo>
                    <a:cubicBezTo>
                      <a:pt x="748" y="123"/>
                      <a:pt x="772" y="130"/>
                      <a:pt x="794" y="138"/>
                    </a:cubicBezTo>
                    <a:cubicBezTo>
                      <a:pt x="877" y="53"/>
                      <a:pt x="877" y="53"/>
                      <a:pt x="877" y="53"/>
                    </a:cubicBezTo>
                    <a:cubicBezTo>
                      <a:pt x="879" y="54"/>
                      <a:pt x="879" y="54"/>
                      <a:pt x="879" y="54"/>
                    </a:cubicBezTo>
                    <a:cubicBezTo>
                      <a:pt x="920" y="72"/>
                      <a:pt x="959" y="94"/>
                      <a:pt x="995" y="121"/>
                    </a:cubicBezTo>
                    <a:cubicBezTo>
                      <a:pt x="997" y="122"/>
                      <a:pt x="997" y="122"/>
                      <a:pt x="997" y="122"/>
                    </a:cubicBezTo>
                    <a:cubicBezTo>
                      <a:pt x="965" y="236"/>
                      <a:pt x="965" y="236"/>
                      <a:pt x="965" y="236"/>
                    </a:cubicBezTo>
                    <a:cubicBezTo>
                      <a:pt x="983" y="252"/>
                      <a:pt x="1000" y="269"/>
                      <a:pt x="1016" y="287"/>
                    </a:cubicBezTo>
                    <a:cubicBezTo>
                      <a:pt x="1130" y="255"/>
                      <a:pt x="1130" y="255"/>
                      <a:pt x="1130" y="255"/>
                    </a:cubicBezTo>
                    <a:cubicBezTo>
                      <a:pt x="1132" y="257"/>
                      <a:pt x="1132" y="257"/>
                      <a:pt x="1132" y="257"/>
                    </a:cubicBezTo>
                    <a:cubicBezTo>
                      <a:pt x="1158" y="293"/>
                      <a:pt x="1180" y="332"/>
                      <a:pt x="1198" y="373"/>
                    </a:cubicBezTo>
                    <a:cubicBezTo>
                      <a:pt x="1200" y="376"/>
                      <a:pt x="1200" y="376"/>
                      <a:pt x="1200" y="376"/>
                    </a:cubicBezTo>
                    <a:cubicBezTo>
                      <a:pt x="1115" y="458"/>
                      <a:pt x="1115" y="458"/>
                      <a:pt x="1115" y="458"/>
                    </a:cubicBezTo>
                    <a:cubicBezTo>
                      <a:pt x="1123" y="481"/>
                      <a:pt x="1129" y="504"/>
                      <a:pt x="1133" y="528"/>
                    </a:cubicBezTo>
                    <a:cubicBezTo>
                      <a:pt x="1248" y="557"/>
                      <a:pt x="1248" y="557"/>
                      <a:pt x="1248" y="557"/>
                    </a:cubicBezTo>
                    <a:cubicBezTo>
                      <a:pt x="1248" y="560"/>
                      <a:pt x="1248" y="560"/>
                      <a:pt x="1248" y="560"/>
                    </a:cubicBezTo>
                    <a:cubicBezTo>
                      <a:pt x="1251" y="582"/>
                      <a:pt x="1252" y="604"/>
                      <a:pt x="1252" y="626"/>
                    </a:cubicBezTo>
                    <a:cubicBezTo>
                      <a:pt x="1252" y="649"/>
                      <a:pt x="1251" y="671"/>
                      <a:pt x="1248" y="693"/>
                    </a:cubicBezTo>
                    <a:cubicBezTo>
                      <a:pt x="1248" y="696"/>
                      <a:pt x="1248" y="696"/>
                      <a:pt x="1248" y="696"/>
                    </a:cubicBezTo>
                    <a:cubicBezTo>
                      <a:pt x="1133" y="725"/>
                      <a:pt x="1133" y="725"/>
                      <a:pt x="1133" y="725"/>
                    </a:cubicBezTo>
                    <a:cubicBezTo>
                      <a:pt x="1129" y="748"/>
                      <a:pt x="1122" y="772"/>
                      <a:pt x="1115" y="795"/>
                    </a:cubicBezTo>
                    <a:cubicBezTo>
                      <a:pt x="1200" y="877"/>
                      <a:pt x="1200" y="877"/>
                      <a:pt x="1200" y="877"/>
                    </a:cubicBezTo>
                    <a:cubicBezTo>
                      <a:pt x="1198" y="880"/>
                      <a:pt x="1198" y="880"/>
                      <a:pt x="1198" y="880"/>
                    </a:cubicBezTo>
                    <a:cubicBezTo>
                      <a:pt x="1180" y="920"/>
                      <a:pt x="1158" y="959"/>
                      <a:pt x="1132" y="995"/>
                    </a:cubicBezTo>
                    <a:cubicBezTo>
                      <a:pt x="1130" y="998"/>
                      <a:pt x="1130" y="998"/>
                      <a:pt x="1130" y="998"/>
                    </a:cubicBezTo>
                    <a:cubicBezTo>
                      <a:pt x="1016" y="965"/>
                      <a:pt x="1016" y="965"/>
                      <a:pt x="1016" y="965"/>
                    </a:cubicBezTo>
                    <a:cubicBezTo>
                      <a:pt x="1000" y="983"/>
                      <a:pt x="983" y="1001"/>
                      <a:pt x="965" y="1016"/>
                    </a:cubicBezTo>
                    <a:cubicBezTo>
                      <a:pt x="997" y="1130"/>
                      <a:pt x="997" y="1130"/>
                      <a:pt x="997" y="1130"/>
                    </a:cubicBezTo>
                    <a:cubicBezTo>
                      <a:pt x="995" y="1132"/>
                      <a:pt x="995" y="1132"/>
                      <a:pt x="995" y="1132"/>
                    </a:cubicBezTo>
                    <a:cubicBezTo>
                      <a:pt x="959" y="1158"/>
                      <a:pt x="920" y="1181"/>
                      <a:pt x="879" y="1199"/>
                    </a:cubicBezTo>
                    <a:cubicBezTo>
                      <a:pt x="877" y="1200"/>
                      <a:pt x="877" y="1200"/>
                      <a:pt x="877" y="1200"/>
                    </a:cubicBezTo>
                    <a:cubicBezTo>
                      <a:pt x="794" y="1115"/>
                      <a:pt x="794" y="1115"/>
                      <a:pt x="794" y="1115"/>
                    </a:cubicBezTo>
                    <a:cubicBezTo>
                      <a:pt x="772" y="1123"/>
                      <a:pt x="748" y="1129"/>
                      <a:pt x="724" y="1134"/>
                    </a:cubicBezTo>
                    <a:cubicBezTo>
                      <a:pt x="696" y="1248"/>
                      <a:pt x="696" y="1248"/>
                      <a:pt x="696" y="1248"/>
                    </a:cubicBezTo>
                    <a:cubicBezTo>
                      <a:pt x="693" y="1249"/>
                      <a:pt x="693" y="1249"/>
                      <a:pt x="693" y="1249"/>
                    </a:cubicBezTo>
                    <a:cubicBezTo>
                      <a:pt x="671" y="1251"/>
                      <a:pt x="648" y="1252"/>
                      <a:pt x="626" y="1252"/>
                    </a:cubicBezTo>
                    <a:close/>
                    <a:moveTo>
                      <a:pt x="563" y="1241"/>
                    </a:moveTo>
                    <a:cubicBezTo>
                      <a:pt x="584" y="1243"/>
                      <a:pt x="605" y="1244"/>
                      <a:pt x="626" y="1244"/>
                    </a:cubicBezTo>
                    <a:cubicBezTo>
                      <a:pt x="647" y="1244"/>
                      <a:pt x="668" y="1243"/>
                      <a:pt x="689" y="1241"/>
                    </a:cubicBezTo>
                    <a:cubicBezTo>
                      <a:pt x="717" y="1126"/>
                      <a:pt x="717" y="1126"/>
                      <a:pt x="717" y="1126"/>
                    </a:cubicBezTo>
                    <a:cubicBezTo>
                      <a:pt x="720" y="1126"/>
                      <a:pt x="720" y="1126"/>
                      <a:pt x="720" y="1126"/>
                    </a:cubicBezTo>
                    <a:cubicBezTo>
                      <a:pt x="745" y="1121"/>
                      <a:pt x="770" y="1114"/>
                      <a:pt x="794" y="1106"/>
                    </a:cubicBezTo>
                    <a:cubicBezTo>
                      <a:pt x="797" y="1105"/>
                      <a:pt x="797" y="1105"/>
                      <a:pt x="797" y="1105"/>
                    </a:cubicBezTo>
                    <a:cubicBezTo>
                      <a:pt x="879" y="1190"/>
                      <a:pt x="879" y="1190"/>
                      <a:pt x="879" y="1190"/>
                    </a:cubicBezTo>
                    <a:cubicBezTo>
                      <a:pt x="917" y="1173"/>
                      <a:pt x="953" y="1151"/>
                      <a:pt x="988" y="1127"/>
                    </a:cubicBezTo>
                    <a:cubicBezTo>
                      <a:pt x="955" y="1014"/>
                      <a:pt x="955" y="1014"/>
                      <a:pt x="955" y="1014"/>
                    </a:cubicBezTo>
                    <a:cubicBezTo>
                      <a:pt x="957" y="1012"/>
                      <a:pt x="957" y="1012"/>
                      <a:pt x="957" y="1012"/>
                    </a:cubicBezTo>
                    <a:cubicBezTo>
                      <a:pt x="977" y="995"/>
                      <a:pt x="995" y="977"/>
                      <a:pt x="1011" y="958"/>
                    </a:cubicBezTo>
                    <a:cubicBezTo>
                      <a:pt x="1013" y="955"/>
                      <a:pt x="1013" y="955"/>
                      <a:pt x="1013" y="955"/>
                    </a:cubicBezTo>
                    <a:cubicBezTo>
                      <a:pt x="1127" y="988"/>
                      <a:pt x="1127" y="988"/>
                      <a:pt x="1127" y="988"/>
                    </a:cubicBezTo>
                    <a:cubicBezTo>
                      <a:pt x="1151" y="954"/>
                      <a:pt x="1172" y="917"/>
                      <a:pt x="1189" y="879"/>
                    </a:cubicBezTo>
                    <a:cubicBezTo>
                      <a:pt x="1105" y="797"/>
                      <a:pt x="1105" y="797"/>
                      <a:pt x="1105" y="797"/>
                    </a:cubicBezTo>
                    <a:cubicBezTo>
                      <a:pt x="1106" y="795"/>
                      <a:pt x="1106" y="795"/>
                      <a:pt x="1106" y="795"/>
                    </a:cubicBezTo>
                    <a:cubicBezTo>
                      <a:pt x="1114" y="771"/>
                      <a:pt x="1121" y="746"/>
                      <a:pt x="1125" y="720"/>
                    </a:cubicBezTo>
                    <a:cubicBezTo>
                      <a:pt x="1126" y="718"/>
                      <a:pt x="1126" y="718"/>
                      <a:pt x="1126" y="718"/>
                    </a:cubicBezTo>
                    <a:cubicBezTo>
                      <a:pt x="1240" y="689"/>
                      <a:pt x="1240" y="689"/>
                      <a:pt x="1240" y="689"/>
                    </a:cubicBezTo>
                    <a:cubicBezTo>
                      <a:pt x="1242" y="668"/>
                      <a:pt x="1243" y="647"/>
                      <a:pt x="1243" y="626"/>
                    </a:cubicBezTo>
                    <a:cubicBezTo>
                      <a:pt x="1243" y="605"/>
                      <a:pt x="1242" y="584"/>
                      <a:pt x="1240" y="563"/>
                    </a:cubicBezTo>
                    <a:cubicBezTo>
                      <a:pt x="1126" y="535"/>
                      <a:pt x="1126" y="535"/>
                      <a:pt x="1126" y="535"/>
                    </a:cubicBezTo>
                    <a:cubicBezTo>
                      <a:pt x="1125" y="532"/>
                      <a:pt x="1125" y="532"/>
                      <a:pt x="1125" y="532"/>
                    </a:cubicBezTo>
                    <a:cubicBezTo>
                      <a:pt x="1121" y="507"/>
                      <a:pt x="1114" y="482"/>
                      <a:pt x="1106" y="458"/>
                    </a:cubicBezTo>
                    <a:cubicBezTo>
                      <a:pt x="1105" y="455"/>
                      <a:pt x="1105" y="455"/>
                      <a:pt x="1105" y="455"/>
                    </a:cubicBezTo>
                    <a:cubicBezTo>
                      <a:pt x="1189" y="374"/>
                      <a:pt x="1189" y="374"/>
                      <a:pt x="1189" y="374"/>
                    </a:cubicBezTo>
                    <a:cubicBezTo>
                      <a:pt x="1172" y="335"/>
                      <a:pt x="1151" y="299"/>
                      <a:pt x="1127" y="265"/>
                    </a:cubicBezTo>
                    <a:cubicBezTo>
                      <a:pt x="1013" y="297"/>
                      <a:pt x="1013" y="297"/>
                      <a:pt x="1013" y="297"/>
                    </a:cubicBezTo>
                    <a:cubicBezTo>
                      <a:pt x="1011" y="295"/>
                      <a:pt x="1011" y="295"/>
                      <a:pt x="1011" y="295"/>
                    </a:cubicBezTo>
                    <a:cubicBezTo>
                      <a:pt x="995" y="276"/>
                      <a:pt x="977" y="257"/>
                      <a:pt x="957" y="241"/>
                    </a:cubicBezTo>
                    <a:cubicBezTo>
                      <a:pt x="955" y="239"/>
                      <a:pt x="955" y="239"/>
                      <a:pt x="955" y="239"/>
                    </a:cubicBezTo>
                    <a:cubicBezTo>
                      <a:pt x="988" y="126"/>
                      <a:pt x="988" y="126"/>
                      <a:pt x="988" y="126"/>
                    </a:cubicBezTo>
                    <a:cubicBezTo>
                      <a:pt x="953" y="101"/>
                      <a:pt x="917" y="80"/>
                      <a:pt x="879" y="63"/>
                    </a:cubicBezTo>
                    <a:cubicBezTo>
                      <a:pt x="797" y="148"/>
                      <a:pt x="797" y="148"/>
                      <a:pt x="797" y="148"/>
                    </a:cubicBezTo>
                    <a:cubicBezTo>
                      <a:pt x="794" y="147"/>
                      <a:pt x="794" y="147"/>
                      <a:pt x="794" y="147"/>
                    </a:cubicBezTo>
                    <a:cubicBezTo>
                      <a:pt x="770" y="138"/>
                      <a:pt x="745" y="131"/>
                      <a:pt x="720" y="127"/>
                    </a:cubicBezTo>
                    <a:cubicBezTo>
                      <a:pt x="717" y="126"/>
                      <a:pt x="717" y="126"/>
                      <a:pt x="717" y="126"/>
                    </a:cubicBezTo>
                    <a:cubicBezTo>
                      <a:pt x="689" y="12"/>
                      <a:pt x="689" y="12"/>
                      <a:pt x="689" y="12"/>
                    </a:cubicBezTo>
                    <a:cubicBezTo>
                      <a:pt x="668" y="10"/>
                      <a:pt x="647" y="9"/>
                      <a:pt x="626" y="9"/>
                    </a:cubicBezTo>
                    <a:cubicBezTo>
                      <a:pt x="605" y="9"/>
                      <a:pt x="584" y="10"/>
                      <a:pt x="563" y="12"/>
                    </a:cubicBezTo>
                    <a:cubicBezTo>
                      <a:pt x="535" y="126"/>
                      <a:pt x="535" y="126"/>
                      <a:pt x="535" y="126"/>
                    </a:cubicBezTo>
                    <a:cubicBezTo>
                      <a:pt x="532" y="127"/>
                      <a:pt x="532" y="127"/>
                      <a:pt x="532" y="127"/>
                    </a:cubicBezTo>
                    <a:cubicBezTo>
                      <a:pt x="507" y="131"/>
                      <a:pt x="482" y="138"/>
                      <a:pt x="458" y="147"/>
                    </a:cubicBezTo>
                    <a:cubicBezTo>
                      <a:pt x="455" y="148"/>
                      <a:pt x="455" y="148"/>
                      <a:pt x="455" y="148"/>
                    </a:cubicBezTo>
                    <a:cubicBezTo>
                      <a:pt x="373" y="63"/>
                      <a:pt x="373" y="63"/>
                      <a:pt x="373" y="63"/>
                    </a:cubicBezTo>
                    <a:cubicBezTo>
                      <a:pt x="335" y="80"/>
                      <a:pt x="298" y="101"/>
                      <a:pt x="264" y="126"/>
                    </a:cubicBezTo>
                    <a:cubicBezTo>
                      <a:pt x="297" y="239"/>
                      <a:pt x="297" y="239"/>
                      <a:pt x="297" y="239"/>
                    </a:cubicBezTo>
                    <a:cubicBezTo>
                      <a:pt x="295" y="241"/>
                      <a:pt x="295" y="241"/>
                      <a:pt x="295" y="241"/>
                    </a:cubicBezTo>
                    <a:cubicBezTo>
                      <a:pt x="275" y="257"/>
                      <a:pt x="257" y="276"/>
                      <a:pt x="241" y="295"/>
                    </a:cubicBezTo>
                    <a:cubicBezTo>
                      <a:pt x="239" y="297"/>
                      <a:pt x="239" y="297"/>
                      <a:pt x="239" y="297"/>
                    </a:cubicBezTo>
                    <a:cubicBezTo>
                      <a:pt x="125" y="265"/>
                      <a:pt x="125" y="265"/>
                      <a:pt x="125" y="265"/>
                    </a:cubicBezTo>
                    <a:cubicBezTo>
                      <a:pt x="101" y="299"/>
                      <a:pt x="80" y="335"/>
                      <a:pt x="63" y="374"/>
                    </a:cubicBezTo>
                    <a:cubicBezTo>
                      <a:pt x="147" y="455"/>
                      <a:pt x="147" y="455"/>
                      <a:pt x="147" y="455"/>
                    </a:cubicBezTo>
                    <a:cubicBezTo>
                      <a:pt x="146" y="458"/>
                      <a:pt x="146" y="458"/>
                      <a:pt x="146" y="458"/>
                    </a:cubicBezTo>
                    <a:cubicBezTo>
                      <a:pt x="138" y="482"/>
                      <a:pt x="131" y="507"/>
                      <a:pt x="127" y="532"/>
                    </a:cubicBezTo>
                    <a:cubicBezTo>
                      <a:pt x="126" y="535"/>
                      <a:pt x="126" y="535"/>
                      <a:pt x="126" y="535"/>
                    </a:cubicBezTo>
                    <a:cubicBezTo>
                      <a:pt x="12" y="563"/>
                      <a:pt x="12" y="563"/>
                      <a:pt x="12" y="563"/>
                    </a:cubicBezTo>
                    <a:cubicBezTo>
                      <a:pt x="10" y="584"/>
                      <a:pt x="9" y="606"/>
                      <a:pt x="9" y="626"/>
                    </a:cubicBezTo>
                    <a:cubicBezTo>
                      <a:pt x="9" y="647"/>
                      <a:pt x="10" y="668"/>
                      <a:pt x="12" y="689"/>
                    </a:cubicBezTo>
                    <a:cubicBezTo>
                      <a:pt x="126" y="718"/>
                      <a:pt x="126" y="718"/>
                      <a:pt x="126" y="718"/>
                    </a:cubicBezTo>
                    <a:cubicBezTo>
                      <a:pt x="127" y="720"/>
                      <a:pt x="127" y="720"/>
                      <a:pt x="127" y="720"/>
                    </a:cubicBezTo>
                    <a:cubicBezTo>
                      <a:pt x="131" y="746"/>
                      <a:pt x="138" y="771"/>
                      <a:pt x="146" y="795"/>
                    </a:cubicBezTo>
                    <a:cubicBezTo>
                      <a:pt x="147" y="797"/>
                      <a:pt x="147" y="797"/>
                      <a:pt x="147" y="797"/>
                    </a:cubicBezTo>
                    <a:cubicBezTo>
                      <a:pt x="63" y="879"/>
                      <a:pt x="63" y="879"/>
                      <a:pt x="63" y="879"/>
                    </a:cubicBezTo>
                    <a:cubicBezTo>
                      <a:pt x="80" y="917"/>
                      <a:pt x="101" y="954"/>
                      <a:pt x="125" y="988"/>
                    </a:cubicBezTo>
                    <a:cubicBezTo>
                      <a:pt x="239" y="955"/>
                      <a:pt x="239" y="955"/>
                      <a:pt x="239" y="955"/>
                    </a:cubicBezTo>
                    <a:cubicBezTo>
                      <a:pt x="241" y="958"/>
                      <a:pt x="241" y="958"/>
                      <a:pt x="241" y="958"/>
                    </a:cubicBezTo>
                    <a:cubicBezTo>
                      <a:pt x="257" y="977"/>
                      <a:pt x="275" y="995"/>
                      <a:pt x="295" y="1012"/>
                    </a:cubicBezTo>
                    <a:cubicBezTo>
                      <a:pt x="297" y="1014"/>
                      <a:pt x="297" y="1014"/>
                      <a:pt x="297" y="1014"/>
                    </a:cubicBezTo>
                    <a:cubicBezTo>
                      <a:pt x="264" y="1127"/>
                      <a:pt x="264" y="1127"/>
                      <a:pt x="264" y="1127"/>
                    </a:cubicBezTo>
                    <a:cubicBezTo>
                      <a:pt x="298" y="1151"/>
                      <a:pt x="335" y="1173"/>
                      <a:pt x="373" y="1190"/>
                    </a:cubicBezTo>
                    <a:cubicBezTo>
                      <a:pt x="455" y="1105"/>
                      <a:pt x="455" y="1105"/>
                      <a:pt x="455" y="1105"/>
                    </a:cubicBezTo>
                    <a:cubicBezTo>
                      <a:pt x="458" y="1106"/>
                      <a:pt x="458" y="1106"/>
                      <a:pt x="458" y="1106"/>
                    </a:cubicBezTo>
                    <a:cubicBezTo>
                      <a:pt x="482" y="1114"/>
                      <a:pt x="507" y="1121"/>
                      <a:pt x="532" y="1126"/>
                    </a:cubicBezTo>
                    <a:cubicBezTo>
                      <a:pt x="535" y="1126"/>
                      <a:pt x="535" y="1126"/>
                      <a:pt x="535" y="1126"/>
                    </a:cubicBezTo>
                    <a:lnTo>
                      <a:pt x="563" y="1241"/>
                    </a:lnTo>
                    <a:close/>
                    <a:moveTo>
                      <a:pt x="626" y="1104"/>
                    </a:moveTo>
                    <a:cubicBezTo>
                      <a:pt x="498" y="1104"/>
                      <a:pt x="378" y="1055"/>
                      <a:pt x="288" y="964"/>
                    </a:cubicBezTo>
                    <a:cubicBezTo>
                      <a:pt x="198" y="874"/>
                      <a:pt x="148" y="754"/>
                      <a:pt x="148" y="626"/>
                    </a:cubicBezTo>
                    <a:cubicBezTo>
                      <a:pt x="148" y="499"/>
                      <a:pt x="198" y="379"/>
                      <a:pt x="288" y="288"/>
                    </a:cubicBezTo>
                    <a:cubicBezTo>
                      <a:pt x="378" y="198"/>
                      <a:pt x="498" y="148"/>
                      <a:pt x="626" y="148"/>
                    </a:cubicBezTo>
                    <a:cubicBezTo>
                      <a:pt x="754" y="148"/>
                      <a:pt x="874" y="198"/>
                      <a:pt x="964" y="288"/>
                    </a:cubicBezTo>
                    <a:cubicBezTo>
                      <a:pt x="1054" y="379"/>
                      <a:pt x="1104" y="499"/>
                      <a:pt x="1104" y="626"/>
                    </a:cubicBezTo>
                    <a:cubicBezTo>
                      <a:pt x="1104" y="754"/>
                      <a:pt x="1054" y="874"/>
                      <a:pt x="964" y="964"/>
                    </a:cubicBezTo>
                    <a:cubicBezTo>
                      <a:pt x="874" y="1055"/>
                      <a:pt x="754" y="1104"/>
                      <a:pt x="626" y="1104"/>
                    </a:cubicBezTo>
                    <a:close/>
                    <a:moveTo>
                      <a:pt x="626" y="157"/>
                    </a:moveTo>
                    <a:cubicBezTo>
                      <a:pt x="367" y="157"/>
                      <a:pt x="157" y="367"/>
                      <a:pt x="157" y="626"/>
                    </a:cubicBezTo>
                    <a:cubicBezTo>
                      <a:pt x="157" y="885"/>
                      <a:pt x="367" y="1096"/>
                      <a:pt x="626" y="1096"/>
                    </a:cubicBezTo>
                    <a:cubicBezTo>
                      <a:pt x="885" y="1096"/>
                      <a:pt x="1095" y="885"/>
                      <a:pt x="1095" y="626"/>
                    </a:cubicBezTo>
                    <a:cubicBezTo>
                      <a:pt x="1095" y="367"/>
                      <a:pt x="885" y="157"/>
                      <a:pt x="626" y="157"/>
                    </a:cubicBezTo>
                    <a:close/>
                  </a:path>
                </a:pathLst>
              </a:custGeom>
              <a:solidFill>
                <a:schemeClr val="tx2">
                  <a:lumMod val="40000"/>
                  <a:lumOff val="60000"/>
                </a:schemeClr>
              </a:solidFill>
              <a:ln>
                <a:noFill/>
              </a:ln>
            </p:spPr>
            <p:txBody>
              <a:bodyPr wrap="square" lIns="91440" tIns="45720" rIns="91440" bIns="45720">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rgbClr val="000000"/>
                  </a:solidFill>
                  <a:effectLst/>
                  <a:uLnTx/>
                  <a:uFillTx/>
                </a:endParaRPr>
              </a:p>
            </p:txBody>
          </p:sp>
          <p:sp>
            <p:nvSpPr>
              <p:cNvPr id="36" name="îṣḷidê"/>
              <p:cNvSpPr/>
              <p:nvPr/>
            </p:nvSpPr>
            <p:spPr bwMode="auto">
              <a:xfrm>
                <a:off x="3770710" y="2145506"/>
                <a:ext cx="1595438" cy="2483644"/>
              </a:xfrm>
              <a:custGeom>
                <a:avLst/>
                <a:gdLst>
                  <a:gd name="T0" fmla="*/ 2147483646 w 842"/>
                  <a:gd name="T1" fmla="*/ 2147483646 h 1312"/>
                  <a:gd name="T2" fmla="*/ 2147483646 w 842"/>
                  <a:gd name="T3" fmla="*/ 2147483646 h 1312"/>
                  <a:gd name="T4" fmla="*/ 2147483646 w 842"/>
                  <a:gd name="T5" fmla="*/ 2147483646 h 1312"/>
                  <a:gd name="T6" fmla="*/ 2147483646 w 842"/>
                  <a:gd name="T7" fmla="*/ 2147483646 h 1312"/>
                  <a:gd name="T8" fmla="*/ 2147483646 w 842"/>
                  <a:gd name="T9" fmla="*/ 2147483646 h 1312"/>
                  <a:gd name="T10" fmla="*/ 2147483646 w 842"/>
                  <a:gd name="T11" fmla="*/ 2147483646 h 1312"/>
                  <a:gd name="T12" fmla="*/ 2147483646 w 842"/>
                  <a:gd name="T13" fmla="*/ 2147483646 h 1312"/>
                  <a:gd name="T14" fmla="*/ 2147483646 w 842"/>
                  <a:gd name="T15" fmla="*/ 2147483646 h 1312"/>
                  <a:gd name="T16" fmla="*/ 2147483646 w 842"/>
                  <a:gd name="T17" fmla="*/ 2147483646 h 1312"/>
                  <a:gd name="T18" fmla="*/ 2147483646 w 842"/>
                  <a:gd name="T19" fmla="*/ 2147483646 h 1312"/>
                  <a:gd name="T20" fmla="*/ 2147483646 w 842"/>
                  <a:gd name="T21" fmla="*/ 2147483646 h 1312"/>
                  <a:gd name="T22" fmla="*/ 2147483646 w 842"/>
                  <a:gd name="T23" fmla="*/ 2147483646 h 1312"/>
                  <a:gd name="T24" fmla="*/ 2147483646 w 842"/>
                  <a:gd name="T25" fmla="*/ 2147483646 h 1312"/>
                  <a:gd name="T26" fmla="*/ 2147483646 w 842"/>
                  <a:gd name="T27" fmla="*/ 2147483646 h 1312"/>
                  <a:gd name="T28" fmla="*/ 2147483646 w 842"/>
                  <a:gd name="T29" fmla="*/ 2147483646 h 1312"/>
                  <a:gd name="T30" fmla="*/ 2147483646 w 842"/>
                  <a:gd name="T31" fmla="*/ 2147483646 h 1312"/>
                  <a:gd name="T32" fmla="*/ 2147483646 w 842"/>
                  <a:gd name="T33" fmla="*/ 2147483646 h 1312"/>
                  <a:gd name="T34" fmla="*/ 0 w 842"/>
                  <a:gd name="T35" fmla="*/ 2147483646 h 1312"/>
                  <a:gd name="T36" fmla="*/ 2147483646 w 842"/>
                  <a:gd name="T37" fmla="*/ 0 h 1312"/>
                  <a:gd name="T38" fmla="*/ 2147483646 w 842"/>
                  <a:gd name="T39" fmla="*/ 0 h 1312"/>
                  <a:gd name="T40" fmla="*/ 2147483646 w 842"/>
                  <a:gd name="T41" fmla="*/ 2147483646 h 1312"/>
                  <a:gd name="T42" fmla="*/ 2147483646 w 842"/>
                  <a:gd name="T43" fmla="*/ 2147483646 h 1312"/>
                  <a:gd name="T44" fmla="*/ 2147483646 w 842"/>
                  <a:gd name="T45" fmla="*/ 2147483646 h 1312"/>
                  <a:gd name="T46" fmla="*/ 2147483646 w 842"/>
                  <a:gd name="T47" fmla="*/ 2147483646 h 1312"/>
                  <a:gd name="T48" fmla="*/ 2147483646 w 842"/>
                  <a:gd name="T49" fmla="*/ 2147483646 h 1312"/>
                  <a:gd name="T50" fmla="*/ 2147483646 w 842"/>
                  <a:gd name="T51" fmla="*/ 2147483646 h 1312"/>
                  <a:gd name="T52" fmla="*/ 2147483646 w 842"/>
                  <a:gd name="T53" fmla="*/ 2147483646 h 1312"/>
                  <a:gd name="T54" fmla="*/ 2147483646 w 842"/>
                  <a:gd name="T55" fmla="*/ 2147483646 h 1312"/>
                  <a:gd name="T56" fmla="*/ 2147483646 w 842"/>
                  <a:gd name="T57" fmla="*/ 2147483646 h 1312"/>
                  <a:gd name="T58" fmla="*/ 2147483646 w 842"/>
                  <a:gd name="T59" fmla="*/ 2147483646 h 1312"/>
                  <a:gd name="T60" fmla="*/ 2147483646 w 842"/>
                  <a:gd name="T61" fmla="*/ 2147483646 h 1312"/>
                  <a:gd name="T62" fmla="*/ 2147483646 w 842"/>
                  <a:gd name="T63" fmla="*/ 2147483646 h 1312"/>
                  <a:gd name="T64" fmla="*/ 2147483646 w 842"/>
                  <a:gd name="T65" fmla="*/ 2147483646 h 1312"/>
                  <a:gd name="T66" fmla="*/ 2147483646 w 842"/>
                  <a:gd name="T67" fmla="*/ 2147483646 h 13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42" h="1312">
                    <a:moveTo>
                      <a:pt x="388" y="1312"/>
                    </a:moveTo>
                    <a:cubicBezTo>
                      <a:pt x="362" y="1312"/>
                      <a:pt x="340" y="1291"/>
                      <a:pt x="340" y="1265"/>
                    </a:cubicBezTo>
                    <a:cubicBezTo>
                      <a:pt x="340" y="1259"/>
                      <a:pt x="341" y="1254"/>
                      <a:pt x="343" y="1249"/>
                    </a:cubicBezTo>
                    <a:cubicBezTo>
                      <a:pt x="278" y="1249"/>
                      <a:pt x="278" y="1249"/>
                      <a:pt x="278" y="1249"/>
                    </a:cubicBezTo>
                    <a:cubicBezTo>
                      <a:pt x="250" y="1249"/>
                      <a:pt x="228" y="1226"/>
                      <a:pt x="228" y="1199"/>
                    </a:cubicBezTo>
                    <a:cubicBezTo>
                      <a:pt x="228" y="1186"/>
                      <a:pt x="233" y="1173"/>
                      <a:pt x="241" y="1164"/>
                    </a:cubicBezTo>
                    <a:cubicBezTo>
                      <a:pt x="228" y="1156"/>
                      <a:pt x="219" y="1140"/>
                      <a:pt x="219" y="1121"/>
                    </a:cubicBezTo>
                    <a:cubicBezTo>
                      <a:pt x="219" y="1108"/>
                      <a:pt x="223" y="1095"/>
                      <a:pt x="232" y="1086"/>
                    </a:cubicBezTo>
                    <a:cubicBezTo>
                      <a:pt x="210" y="1073"/>
                      <a:pt x="196" y="1049"/>
                      <a:pt x="196" y="1022"/>
                    </a:cubicBezTo>
                    <a:cubicBezTo>
                      <a:pt x="196" y="982"/>
                      <a:pt x="196" y="982"/>
                      <a:pt x="196" y="982"/>
                    </a:cubicBezTo>
                    <a:cubicBezTo>
                      <a:pt x="196" y="982"/>
                      <a:pt x="196" y="982"/>
                      <a:pt x="196" y="982"/>
                    </a:cubicBezTo>
                    <a:cubicBezTo>
                      <a:pt x="196" y="976"/>
                      <a:pt x="196" y="976"/>
                      <a:pt x="196" y="976"/>
                    </a:cubicBezTo>
                    <a:cubicBezTo>
                      <a:pt x="196" y="966"/>
                      <a:pt x="196" y="957"/>
                      <a:pt x="196" y="947"/>
                    </a:cubicBezTo>
                    <a:cubicBezTo>
                      <a:pt x="197" y="940"/>
                      <a:pt x="197" y="940"/>
                      <a:pt x="197" y="940"/>
                    </a:cubicBezTo>
                    <a:cubicBezTo>
                      <a:pt x="197" y="917"/>
                      <a:pt x="197" y="917"/>
                      <a:pt x="197" y="917"/>
                    </a:cubicBezTo>
                    <a:cubicBezTo>
                      <a:pt x="196" y="897"/>
                      <a:pt x="194" y="871"/>
                      <a:pt x="180" y="849"/>
                    </a:cubicBezTo>
                    <a:cubicBezTo>
                      <a:pt x="166" y="824"/>
                      <a:pt x="148" y="802"/>
                      <a:pt x="129" y="779"/>
                    </a:cubicBezTo>
                    <a:cubicBezTo>
                      <a:pt x="69" y="706"/>
                      <a:pt x="0" y="623"/>
                      <a:pt x="0" y="419"/>
                    </a:cubicBezTo>
                    <a:cubicBezTo>
                      <a:pt x="0" y="188"/>
                      <a:pt x="188" y="0"/>
                      <a:pt x="419" y="0"/>
                    </a:cubicBezTo>
                    <a:cubicBezTo>
                      <a:pt x="423" y="0"/>
                      <a:pt x="423" y="0"/>
                      <a:pt x="423" y="0"/>
                    </a:cubicBezTo>
                    <a:cubicBezTo>
                      <a:pt x="654" y="0"/>
                      <a:pt x="842" y="188"/>
                      <a:pt x="842" y="419"/>
                    </a:cubicBezTo>
                    <a:cubicBezTo>
                      <a:pt x="842" y="623"/>
                      <a:pt x="773" y="706"/>
                      <a:pt x="713" y="779"/>
                    </a:cubicBezTo>
                    <a:cubicBezTo>
                      <a:pt x="694" y="802"/>
                      <a:pt x="676" y="824"/>
                      <a:pt x="662" y="849"/>
                    </a:cubicBezTo>
                    <a:cubicBezTo>
                      <a:pt x="653" y="863"/>
                      <a:pt x="649" y="879"/>
                      <a:pt x="647" y="899"/>
                    </a:cubicBezTo>
                    <a:cubicBezTo>
                      <a:pt x="646" y="1023"/>
                      <a:pt x="646" y="1023"/>
                      <a:pt x="646" y="1023"/>
                    </a:cubicBezTo>
                    <a:cubicBezTo>
                      <a:pt x="646" y="1049"/>
                      <a:pt x="632" y="1073"/>
                      <a:pt x="610" y="1086"/>
                    </a:cubicBezTo>
                    <a:cubicBezTo>
                      <a:pt x="619" y="1095"/>
                      <a:pt x="623" y="1108"/>
                      <a:pt x="623" y="1121"/>
                    </a:cubicBezTo>
                    <a:cubicBezTo>
                      <a:pt x="623" y="1140"/>
                      <a:pt x="614" y="1156"/>
                      <a:pt x="601" y="1164"/>
                    </a:cubicBezTo>
                    <a:cubicBezTo>
                      <a:pt x="609" y="1173"/>
                      <a:pt x="614" y="1186"/>
                      <a:pt x="614" y="1199"/>
                    </a:cubicBezTo>
                    <a:cubicBezTo>
                      <a:pt x="614" y="1226"/>
                      <a:pt x="592" y="1249"/>
                      <a:pt x="564" y="1249"/>
                    </a:cubicBezTo>
                    <a:cubicBezTo>
                      <a:pt x="499" y="1249"/>
                      <a:pt x="499" y="1249"/>
                      <a:pt x="499" y="1249"/>
                    </a:cubicBezTo>
                    <a:cubicBezTo>
                      <a:pt x="501" y="1254"/>
                      <a:pt x="502" y="1259"/>
                      <a:pt x="502" y="1265"/>
                    </a:cubicBezTo>
                    <a:cubicBezTo>
                      <a:pt x="502" y="1291"/>
                      <a:pt x="480" y="1312"/>
                      <a:pt x="455" y="1312"/>
                    </a:cubicBezTo>
                    <a:lnTo>
                      <a:pt x="388" y="1312"/>
                    </a:lnTo>
                    <a:close/>
                  </a:path>
                </a:pathLst>
              </a:custGeom>
              <a:solidFill>
                <a:schemeClr val="bg1">
                  <a:lumMod val="85000"/>
                </a:schemeClr>
              </a:solidFill>
              <a:ln>
                <a:noFill/>
              </a:ln>
            </p:spPr>
            <p:txBody>
              <a:bodyPr wrap="square" lIns="91440" tIns="45720" rIns="91440" bIns="45720">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rgbClr val="000000"/>
                  </a:solidFill>
                  <a:effectLst/>
                  <a:uLnTx/>
                  <a:uFillTx/>
                </a:endParaRPr>
              </a:p>
            </p:txBody>
          </p:sp>
          <p:sp>
            <p:nvSpPr>
              <p:cNvPr id="37" name="iṧḷiḑé"/>
              <p:cNvSpPr/>
              <p:nvPr/>
            </p:nvSpPr>
            <p:spPr bwMode="auto">
              <a:xfrm>
                <a:off x="4481513" y="4523185"/>
                <a:ext cx="175022" cy="48815"/>
              </a:xfrm>
              <a:custGeom>
                <a:avLst/>
                <a:gdLst>
                  <a:gd name="T0" fmla="*/ 2147483646 w 93"/>
                  <a:gd name="T1" fmla="*/ 2147483646 h 26"/>
                  <a:gd name="T2" fmla="*/ 0 w 93"/>
                  <a:gd name="T3" fmla="*/ 2147483646 h 26"/>
                  <a:gd name="T4" fmla="*/ 2147483646 w 93"/>
                  <a:gd name="T5" fmla="*/ 0 h 26"/>
                  <a:gd name="T6" fmla="*/ 2147483646 w 93"/>
                  <a:gd name="T7" fmla="*/ 0 h 26"/>
                  <a:gd name="T8" fmla="*/ 2147483646 w 93"/>
                  <a:gd name="T9" fmla="*/ 2147483646 h 26"/>
                  <a:gd name="T10" fmla="*/ 2147483646 w 93"/>
                  <a:gd name="T11" fmla="*/ 2147483646 h 26"/>
                  <a:gd name="T12" fmla="*/ 2147483646 w 93"/>
                  <a:gd name="T13" fmla="*/ 2147483646 h 2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3" h="26">
                    <a:moveTo>
                      <a:pt x="13" y="26"/>
                    </a:moveTo>
                    <a:cubicBezTo>
                      <a:pt x="5" y="26"/>
                      <a:pt x="0" y="20"/>
                      <a:pt x="0" y="13"/>
                    </a:cubicBezTo>
                    <a:cubicBezTo>
                      <a:pt x="0" y="6"/>
                      <a:pt x="5" y="0"/>
                      <a:pt x="13" y="0"/>
                    </a:cubicBezTo>
                    <a:cubicBezTo>
                      <a:pt x="80" y="0"/>
                      <a:pt x="80" y="0"/>
                      <a:pt x="80" y="0"/>
                    </a:cubicBezTo>
                    <a:cubicBezTo>
                      <a:pt x="87" y="0"/>
                      <a:pt x="93" y="6"/>
                      <a:pt x="93" y="13"/>
                    </a:cubicBezTo>
                    <a:cubicBezTo>
                      <a:pt x="93" y="20"/>
                      <a:pt x="87" y="26"/>
                      <a:pt x="80" y="26"/>
                    </a:cubicBezTo>
                    <a:lnTo>
                      <a:pt x="13" y="26"/>
                    </a:lnTo>
                    <a:close/>
                  </a:path>
                </a:pathLst>
              </a:custGeom>
              <a:solidFill>
                <a:schemeClr val="bg1">
                  <a:lumMod val="95000"/>
                </a:schemeClr>
              </a:solidFill>
              <a:ln>
                <a:noFill/>
              </a:ln>
            </p:spPr>
            <p:txBody>
              <a:bodyPr wrap="square" lIns="91440" tIns="45720" rIns="91440" bIns="45720">
                <a:normAutofit fontScale="250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000000"/>
                  </a:solidFill>
                  <a:effectLst/>
                  <a:uLnTx/>
                  <a:uFillTx/>
                </a:endParaRPr>
              </a:p>
            </p:txBody>
          </p:sp>
          <p:sp>
            <p:nvSpPr>
              <p:cNvPr id="38" name="ïšľïdê"/>
              <p:cNvSpPr/>
              <p:nvPr/>
            </p:nvSpPr>
            <p:spPr bwMode="auto">
              <a:xfrm>
                <a:off x="4267201" y="4391025"/>
                <a:ext cx="602456" cy="61913"/>
              </a:xfrm>
              <a:custGeom>
                <a:avLst/>
                <a:gdLst>
                  <a:gd name="T0" fmla="*/ 2147483646 w 318"/>
                  <a:gd name="T1" fmla="*/ 2147483646 h 33"/>
                  <a:gd name="T2" fmla="*/ 0 w 318"/>
                  <a:gd name="T3" fmla="*/ 2147483646 h 33"/>
                  <a:gd name="T4" fmla="*/ 2147483646 w 318"/>
                  <a:gd name="T5" fmla="*/ 0 h 33"/>
                  <a:gd name="T6" fmla="*/ 2147483646 w 318"/>
                  <a:gd name="T7" fmla="*/ 0 h 33"/>
                  <a:gd name="T8" fmla="*/ 2147483646 w 318"/>
                  <a:gd name="T9" fmla="*/ 2147483646 h 33"/>
                  <a:gd name="T10" fmla="*/ 2147483646 w 318"/>
                  <a:gd name="T11" fmla="*/ 2147483646 h 33"/>
                  <a:gd name="T12" fmla="*/ 2147483646 w 318"/>
                  <a:gd name="T13" fmla="*/ 2147483646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8" h="33">
                    <a:moveTo>
                      <a:pt x="16" y="33"/>
                    </a:moveTo>
                    <a:cubicBezTo>
                      <a:pt x="7" y="33"/>
                      <a:pt x="0" y="25"/>
                      <a:pt x="0" y="16"/>
                    </a:cubicBezTo>
                    <a:cubicBezTo>
                      <a:pt x="0" y="7"/>
                      <a:pt x="7" y="0"/>
                      <a:pt x="16" y="0"/>
                    </a:cubicBezTo>
                    <a:cubicBezTo>
                      <a:pt x="302" y="0"/>
                      <a:pt x="302" y="0"/>
                      <a:pt x="302" y="0"/>
                    </a:cubicBezTo>
                    <a:cubicBezTo>
                      <a:pt x="311" y="0"/>
                      <a:pt x="318" y="7"/>
                      <a:pt x="318" y="16"/>
                    </a:cubicBezTo>
                    <a:cubicBezTo>
                      <a:pt x="318" y="25"/>
                      <a:pt x="311" y="33"/>
                      <a:pt x="302" y="33"/>
                    </a:cubicBezTo>
                    <a:lnTo>
                      <a:pt x="16" y="33"/>
                    </a:lnTo>
                    <a:close/>
                  </a:path>
                </a:pathLst>
              </a:custGeom>
              <a:solidFill>
                <a:schemeClr val="bg1">
                  <a:lumMod val="95000"/>
                </a:schemeClr>
              </a:solidFill>
              <a:ln>
                <a:noFill/>
              </a:ln>
            </p:spPr>
            <p:txBody>
              <a:bodyPr wrap="square" lIns="91440" tIns="45720" rIns="91440" bIns="45720">
                <a:normAutofit fontScale="250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000000"/>
                  </a:solidFill>
                  <a:effectLst/>
                  <a:uLnTx/>
                  <a:uFillTx/>
                </a:endParaRPr>
              </a:p>
            </p:txBody>
          </p:sp>
          <p:sp>
            <p:nvSpPr>
              <p:cNvPr id="39" name="ïṧ1iḑê"/>
              <p:cNvSpPr/>
              <p:nvPr/>
            </p:nvSpPr>
            <p:spPr bwMode="auto">
              <a:xfrm>
                <a:off x="4248150" y="4232672"/>
                <a:ext cx="628650" cy="64294"/>
              </a:xfrm>
              <a:custGeom>
                <a:avLst/>
                <a:gdLst>
                  <a:gd name="T0" fmla="*/ 2147483646 w 332"/>
                  <a:gd name="T1" fmla="*/ 2147483646 h 34"/>
                  <a:gd name="T2" fmla="*/ 0 w 332"/>
                  <a:gd name="T3" fmla="*/ 2147483646 h 34"/>
                  <a:gd name="T4" fmla="*/ 2147483646 w 332"/>
                  <a:gd name="T5" fmla="*/ 0 h 34"/>
                  <a:gd name="T6" fmla="*/ 2147483646 w 332"/>
                  <a:gd name="T7" fmla="*/ 0 h 34"/>
                  <a:gd name="T8" fmla="*/ 2147483646 w 332"/>
                  <a:gd name="T9" fmla="*/ 2147483646 h 34"/>
                  <a:gd name="T10" fmla="*/ 2147483646 w 332"/>
                  <a:gd name="T11" fmla="*/ 2147483646 h 34"/>
                  <a:gd name="T12" fmla="*/ 2147483646 w 332"/>
                  <a:gd name="T13" fmla="*/ 2147483646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2" h="34">
                    <a:moveTo>
                      <a:pt x="17" y="34"/>
                    </a:moveTo>
                    <a:cubicBezTo>
                      <a:pt x="8" y="34"/>
                      <a:pt x="0" y="26"/>
                      <a:pt x="0" y="17"/>
                    </a:cubicBezTo>
                    <a:cubicBezTo>
                      <a:pt x="0" y="7"/>
                      <a:pt x="8" y="0"/>
                      <a:pt x="17" y="0"/>
                    </a:cubicBezTo>
                    <a:cubicBezTo>
                      <a:pt x="315" y="0"/>
                      <a:pt x="315" y="0"/>
                      <a:pt x="315" y="0"/>
                    </a:cubicBezTo>
                    <a:cubicBezTo>
                      <a:pt x="324" y="0"/>
                      <a:pt x="332" y="7"/>
                      <a:pt x="332" y="17"/>
                    </a:cubicBezTo>
                    <a:cubicBezTo>
                      <a:pt x="332" y="26"/>
                      <a:pt x="324" y="34"/>
                      <a:pt x="315" y="34"/>
                    </a:cubicBezTo>
                    <a:lnTo>
                      <a:pt x="17" y="34"/>
                    </a:lnTo>
                    <a:close/>
                  </a:path>
                </a:pathLst>
              </a:custGeom>
              <a:solidFill>
                <a:schemeClr val="bg1">
                  <a:lumMod val="95000"/>
                </a:schemeClr>
              </a:solidFill>
              <a:ln>
                <a:noFill/>
              </a:ln>
            </p:spPr>
            <p:txBody>
              <a:bodyPr wrap="square" lIns="91440" tIns="45720" rIns="91440" bIns="45720">
                <a:normAutofit fontScale="250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000000"/>
                  </a:solidFill>
                  <a:effectLst/>
                  <a:uLnTx/>
                  <a:uFillTx/>
                </a:endParaRPr>
              </a:p>
            </p:txBody>
          </p:sp>
          <p:sp>
            <p:nvSpPr>
              <p:cNvPr id="40" name="iṣľïdè"/>
              <p:cNvSpPr/>
              <p:nvPr/>
            </p:nvSpPr>
            <p:spPr bwMode="auto">
              <a:xfrm>
                <a:off x="4202907" y="3823097"/>
                <a:ext cx="731044" cy="329803"/>
              </a:xfrm>
              <a:custGeom>
                <a:avLst/>
                <a:gdLst>
                  <a:gd name="T0" fmla="*/ 2147483646 w 386"/>
                  <a:gd name="T1" fmla="*/ 2147483646 h 174"/>
                  <a:gd name="T2" fmla="*/ 2147483646 w 386"/>
                  <a:gd name="T3" fmla="*/ 2147483646 h 174"/>
                  <a:gd name="T4" fmla="*/ 2147483646 w 386"/>
                  <a:gd name="T5" fmla="*/ 2147483646 h 174"/>
                  <a:gd name="T6" fmla="*/ 2147483646 w 386"/>
                  <a:gd name="T7" fmla="*/ 2147483646 h 174"/>
                  <a:gd name="T8" fmla="*/ 2147483646 w 386"/>
                  <a:gd name="T9" fmla="*/ 2147483646 h 174"/>
                  <a:gd name="T10" fmla="*/ 2147483646 w 386"/>
                  <a:gd name="T11" fmla="*/ 2147483646 h 174"/>
                  <a:gd name="T12" fmla="*/ 2147483646 w 386"/>
                  <a:gd name="T13" fmla="*/ 2147483646 h 174"/>
                  <a:gd name="T14" fmla="*/ 2147483646 w 386"/>
                  <a:gd name="T15" fmla="*/ 2147483646 h 174"/>
                  <a:gd name="T16" fmla="*/ 2147483646 w 386"/>
                  <a:gd name="T17" fmla="*/ 2147483646 h 174"/>
                  <a:gd name="T18" fmla="*/ 2147483646 w 386"/>
                  <a:gd name="T19" fmla="*/ 2147483646 h 174"/>
                  <a:gd name="T20" fmla="*/ 2147483646 w 386"/>
                  <a:gd name="T21" fmla="*/ 2147483646 h 174"/>
                  <a:gd name="T22" fmla="*/ 2147483646 w 386"/>
                  <a:gd name="T23" fmla="*/ 0 h 174"/>
                  <a:gd name="T24" fmla="*/ 0 w 386"/>
                  <a:gd name="T25" fmla="*/ 0 h 174"/>
                  <a:gd name="T26" fmla="*/ 2147483646 w 386"/>
                  <a:gd name="T27" fmla="*/ 2147483646 h 1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86" h="174">
                    <a:moveTo>
                      <a:pt x="3" y="30"/>
                    </a:moveTo>
                    <a:cubicBezTo>
                      <a:pt x="3" y="30"/>
                      <a:pt x="3" y="30"/>
                      <a:pt x="3" y="30"/>
                    </a:cubicBezTo>
                    <a:cubicBezTo>
                      <a:pt x="3" y="54"/>
                      <a:pt x="3" y="54"/>
                      <a:pt x="3" y="54"/>
                    </a:cubicBezTo>
                    <a:cubicBezTo>
                      <a:pt x="3" y="54"/>
                      <a:pt x="2" y="62"/>
                      <a:pt x="2" y="62"/>
                    </a:cubicBezTo>
                    <a:cubicBezTo>
                      <a:pt x="3" y="62"/>
                      <a:pt x="3" y="62"/>
                      <a:pt x="3" y="62"/>
                    </a:cubicBezTo>
                    <a:cubicBezTo>
                      <a:pt x="2" y="137"/>
                      <a:pt x="2" y="137"/>
                      <a:pt x="2" y="137"/>
                    </a:cubicBezTo>
                    <a:cubicBezTo>
                      <a:pt x="2" y="153"/>
                      <a:pt x="12" y="168"/>
                      <a:pt x="27" y="174"/>
                    </a:cubicBezTo>
                    <a:cubicBezTo>
                      <a:pt x="34" y="173"/>
                      <a:pt x="359" y="174"/>
                      <a:pt x="359" y="174"/>
                    </a:cubicBezTo>
                    <a:cubicBezTo>
                      <a:pt x="374" y="168"/>
                      <a:pt x="384" y="153"/>
                      <a:pt x="384" y="136"/>
                    </a:cubicBezTo>
                    <a:cubicBezTo>
                      <a:pt x="385" y="11"/>
                      <a:pt x="385" y="11"/>
                      <a:pt x="385" y="11"/>
                    </a:cubicBezTo>
                    <a:cubicBezTo>
                      <a:pt x="385" y="10"/>
                      <a:pt x="385" y="10"/>
                      <a:pt x="385" y="10"/>
                    </a:cubicBezTo>
                    <a:cubicBezTo>
                      <a:pt x="385" y="6"/>
                      <a:pt x="385" y="3"/>
                      <a:pt x="386" y="0"/>
                    </a:cubicBezTo>
                    <a:cubicBezTo>
                      <a:pt x="0" y="0"/>
                      <a:pt x="0" y="0"/>
                      <a:pt x="0" y="0"/>
                    </a:cubicBezTo>
                    <a:cubicBezTo>
                      <a:pt x="2" y="11"/>
                      <a:pt x="2" y="21"/>
                      <a:pt x="3" y="30"/>
                    </a:cubicBezTo>
                    <a:close/>
                  </a:path>
                </a:pathLst>
              </a:custGeom>
              <a:solidFill>
                <a:schemeClr val="bg1">
                  <a:lumMod val="95000"/>
                </a:schemeClr>
              </a:solidFill>
              <a:ln>
                <a:noFill/>
              </a:ln>
            </p:spPr>
            <p:txBody>
              <a:bodyPr wrap="square" lIns="91440" tIns="45720" rIns="91440" bIns="45720">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000000"/>
                  </a:solidFill>
                  <a:effectLst/>
                  <a:uLnTx/>
                  <a:uFillTx/>
                </a:endParaRPr>
              </a:p>
            </p:txBody>
          </p:sp>
          <p:sp>
            <p:nvSpPr>
              <p:cNvPr id="41" name="iŝļîdé"/>
              <p:cNvSpPr/>
              <p:nvPr/>
            </p:nvSpPr>
            <p:spPr bwMode="auto">
              <a:xfrm>
                <a:off x="3837385" y="2209800"/>
                <a:ext cx="1464469" cy="1539479"/>
              </a:xfrm>
              <a:custGeom>
                <a:avLst/>
                <a:gdLst>
                  <a:gd name="T0" fmla="*/ 2147483646 w 773"/>
                  <a:gd name="T1" fmla="*/ 2147483646 h 813"/>
                  <a:gd name="T2" fmla="*/ 2147483646 w 773"/>
                  <a:gd name="T3" fmla="*/ 2147483646 h 813"/>
                  <a:gd name="T4" fmla="*/ 2147483646 w 773"/>
                  <a:gd name="T5" fmla="*/ 2147483646 h 813"/>
                  <a:gd name="T6" fmla="*/ 2147483646 w 773"/>
                  <a:gd name="T7" fmla="*/ 0 h 813"/>
                  <a:gd name="T8" fmla="*/ 2147483646 w 773"/>
                  <a:gd name="T9" fmla="*/ 0 h 813"/>
                  <a:gd name="T10" fmla="*/ 0 w 773"/>
                  <a:gd name="T11" fmla="*/ 2147483646 h 813"/>
                  <a:gd name="T12" fmla="*/ 2147483646 w 773"/>
                  <a:gd name="T13" fmla="*/ 2147483646 h 813"/>
                  <a:gd name="T14" fmla="*/ 2147483646 w 773"/>
                  <a:gd name="T15" fmla="*/ 2147483646 h 813"/>
                  <a:gd name="T16" fmla="*/ 2147483646 w 773"/>
                  <a:gd name="T17" fmla="*/ 2147483646 h 813"/>
                  <a:gd name="T18" fmla="*/ 2147483646 w 773"/>
                  <a:gd name="T19" fmla="*/ 2147483646 h 813"/>
                  <a:gd name="T20" fmla="*/ 2147483646 w 773"/>
                  <a:gd name="T21" fmla="*/ 2147483646 h 8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73" h="813">
                    <a:moveTo>
                      <a:pt x="597" y="797"/>
                    </a:moveTo>
                    <a:cubicBezTo>
                      <a:pt x="613" y="771"/>
                      <a:pt x="632" y="748"/>
                      <a:pt x="652" y="723"/>
                    </a:cubicBezTo>
                    <a:cubicBezTo>
                      <a:pt x="709" y="655"/>
                      <a:pt x="773" y="577"/>
                      <a:pt x="773" y="385"/>
                    </a:cubicBezTo>
                    <a:cubicBezTo>
                      <a:pt x="773" y="173"/>
                      <a:pt x="600" y="0"/>
                      <a:pt x="388" y="0"/>
                    </a:cubicBezTo>
                    <a:cubicBezTo>
                      <a:pt x="384" y="0"/>
                      <a:pt x="384" y="0"/>
                      <a:pt x="384" y="0"/>
                    </a:cubicBezTo>
                    <a:cubicBezTo>
                      <a:pt x="172" y="0"/>
                      <a:pt x="0" y="173"/>
                      <a:pt x="0" y="385"/>
                    </a:cubicBezTo>
                    <a:cubicBezTo>
                      <a:pt x="0" y="577"/>
                      <a:pt x="64" y="655"/>
                      <a:pt x="120" y="723"/>
                    </a:cubicBezTo>
                    <a:cubicBezTo>
                      <a:pt x="140" y="748"/>
                      <a:pt x="159" y="771"/>
                      <a:pt x="175" y="797"/>
                    </a:cubicBezTo>
                    <a:cubicBezTo>
                      <a:pt x="178" y="803"/>
                      <a:pt x="180" y="808"/>
                      <a:pt x="183" y="813"/>
                    </a:cubicBezTo>
                    <a:cubicBezTo>
                      <a:pt x="589" y="813"/>
                      <a:pt x="589" y="813"/>
                      <a:pt x="589" y="813"/>
                    </a:cubicBezTo>
                    <a:cubicBezTo>
                      <a:pt x="592" y="808"/>
                      <a:pt x="594" y="802"/>
                      <a:pt x="597" y="797"/>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smtClean="0">
                    <a:ln>
                      <a:noFill/>
                    </a:ln>
                    <a:solidFill>
                      <a:srgbClr val="FFFFFF"/>
                    </a:solidFill>
                    <a:effectLst/>
                    <a:uLnTx/>
                    <a:uFillTx/>
                  </a:rPr>
                  <a:t>软件质量</a:t>
                </a:r>
                <a:endParaRPr kumimoji="0" lang="en-US" altLang="zh-CN" sz="1800" b="1" i="0" u="none" strike="noStrike" kern="1200" cap="none" spc="0" normalizeH="0" baseline="0" noProof="0" dirty="0">
                  <a:ln>
                    <a:noFill/>
                  </a:ln>
                  <a:solidFill>
                    <a:srgbClr val="FFFFFF"/>
                  </a:solidFill>
                  <a:effectLst/>
                  <a:uLnTx/>
                  <a:uFillTx/>
                </a:endParaRPr>
              </a:p>
            </p:txBody>
          </p:sp>
        </p:grpSp>
        <p:grpSp>
          <p:nvGrpSpPr>
            <p:cNvPr id="8" name="iślïḋè"/>
            <p:cNvGrpSpPr/>
            <p:nvPr/>
          </p:nvGrpSpPr>
          <p:grpSpPr>
            <a:xfrm>
              <a:off x="3709408" y="2116302"/>
              <a:ext cx="4771595" cy="2569997"/>
              <a:chOff x="3258303" y="1873336"/>
              <a:chExt cx="5673806" cy="3055931"/>
            </a:xfrm>
          </p:grpSpPr>
          <p:sp>
            <p:nvSpPr>
              <p:cNvPr id="25" name="iṣḻîďê"/>
              <p:cNvSpPr/>
              <p:nvPr/>
            </p:nvSpPr>
            <p:spPr bwMode="auto">
              <a:xfrm>
                <a:off x="3258303" y="4164267"/>
                <a:ext cx="765000" cy="765000"/>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6" name="îŝḷïďê"/>
              <p:cNvSpPr/>
              <p:nvPr/>
            </p:nvSpPr>
            <p:spPr bwMode="auto">
              <a:xfrm>
                <a:off x="3412370" y="4318680"/>
                <a:ext cx="456866" cy="456174"/>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7" name="ïşḻíḓe"/>
              <p:cNvSpPr/>
              <p:nvPr/>
            </p:nvSpPr>
            <p:spPr bwMode="auto">
              <a:xfrm>
                <a:off x="4092177" y="2544334"/>
                <a:ext cx="765000" cy="765000"/>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8" name="îṥ1îďé"/>
              <p:cNvSpPr/>
              <p:nvPr/>
            </p:nvSpPr>
            <p:spPr bwMode="auto">
              <a:xfrm>
                <a:off x="4246244" y="2698747"/>
                <a:ext cx="456866" cy="456174"/>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9" name="íṡḷíďê"/>
              <p:cNvSpPr/>
              <p:nvPr/>
            </p:nvSpPr>
            <p:spPr bwMode="auto">
              <a:xfrm>
                <a:off x="5712110" y="1873336"/>
                <a:ext cx="765000" cy="765000"/>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30" name="iśḷïḓè"/>
              <p:cNvSpPr/>
              <p:nvPr/>
            </p:nvSpPr>
            <p:spPr bwMode="auto">
              <a:xfrm>
                <a:off x="5866177" y="2027749"/>
                <a:ext cx="456866" cy="456174"/>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31" name="iśḻiḍê"/>
              <p:cNvSpPr/>
              <p:nvPr/>
            </p:nvSpPr>
            <p:spPr bwMode="auto">
              <a:xfrm>
                <a:off x="7332042" y="2544334"/>
                <a:ext cx="765000" cy="765000"/>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32" name="íṡļîde"/>
              <p:cNvSpPr/>
              <p:nvPr/>
            </p:nvSpPr>
            <p:spPr bwMode="auto">
              <a:xfrm>
                <a:off x="7486109" y="2698747"/>
                <a:ext cx="456866" cy="456174"/>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33" name="íŝḻídé"/>
              <p:cNvSpPr/>
              <p:nvPr/>
            </p:nvSpPr>
            <p:spPr bwMode="auto">
              <a:xfrm>
                <a:off x="8167109" y="4164267"/>
                <a:ext cx="765000" cy="765000"/>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34" name="îṥḷídé"/>
              <p:cNvSpPr/>
              <p:nvPr/>
            </p:nvSpPr>
            <p:spPr bwMode="auto">
              <a:xfrm>
                <a:off x="8321176" y="4318680"/>
                <a:ext cx="456866" cy="456174"/>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grpSp>
        <p:sp>
          <p:nvSpPr>
            <p:cNvPr id="23" name="í$ḷïḑé"/>
            <p:cNvSpPr txBox="1"/>
            <p:nvPr/>
          </p:nvSpPr>
          <p:spPr>
            <a:xfrm>
              <a:off x="905450" y="1925594"/>
              <a:ext cx="2197825" cy="392512"/>
            </a:xfrm>
            <a:prstGeom prst="rect">
              <a:avLst/>
            </a:prstGeom>
            <a:noFill/>
            <a:ln>
              <a:noFill/>
            </a:ln>
          </p:spPr>
          <p:txBody>
            <a:bodyPr wrap="square" lIns="91440" tIns="45720" rIns="91440" bIns="45720" anchor="t" anchorCtr="0">
              <a:normAutofit fontScale="92500"/>
            </a:bodyPr>
            <a:lstStyle/>
            <a:p>
              <a:pPr lvl="0" defTabSz="913765">
                <a:buSzPct val="25000"/>
                <a:defRPr/>
              </a:pPr>
              <a:r>
                <a:rPr lang="zh-CN" altLang="en-US" sz="2000" dirty="0"/>
                <a:t>性能</a:t>
              </a:r>
              <a:r>
                <a:rPr lang="en-US" altLang="zh-CN" sz="2000" dirty="0"/>
                <a:t>(Performance)</a:t>
              </a:r>
              <a:endParaRPr kumimoji="0" lang="de-DE" sz="2000" b="1" i="0" u="none" strike="noStrike" kern="1200" cap="none" spc="0" normalizeH="0" baseline="0" noProof="0" dirty="0">
                <a:ln>
                  <a:noFill/>
                </a:ln>
                <a:solidFill>
                  <a:srgbClr val="000000"/>
                </a:solidFill>
                <a:effectLst/>
                <a:uLnTx/>
                <a:uFillTx/>
              </a:endParaRPr>
            </a:p>
          </p:txBody>
        </p:sp>
        <p:sp>
          <p:nvSpPr>
            <p:cNvPr id="10" name="išliḋe"/>
            <p:cNvSpPr txBox="1"/>
            <p:nvPr/>
          </p:nvSpPr>
          <p:spPr>
            <a:xfrm>
              <a:off x="5483645" y="1802405"/>
              <a:ext cx="1224710" cy="246379"/>
            </a:xfrm>
            <a:prstGeom prst="rect">
              <a:avLst/>
            </a:prstGeom>
            <a:noFill/>
            <a:ln>
              <a:noFill/>
            </a:ln>
          </p:spPr>
          <p:txBody>
            <a:bodyPr wrap="square" lIns="91440" tIns="45720" rIns="91440" bIns="45720" anchor="ctr" anchorCtr="0">
              <a:normAutofit fontScale="77500" lnSpcReduction="20000"/>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de-DE" sz="1600" b="0" i="0" u="none" strike="noStrike" kern="1200" cap="none" spc="0" normalizeH="0" baseline="0" noProof="0" dirty="0">
                <a:ln>
                  <a:noFill/>
                </a:ln>
                <a:solidFill>
                  <a:srgbClr val="000000"/>
                </a:solidFill>
                <a:effectLst/>
                <a:uLnTx/>
                <a:uFillTx/>
              </a:endParaRPr>
            </a:p>
          </p:txBody>
        </p:sp>
        <p:sp>
          <p:nvSpPr>
            <p:cNvPr id="11" name="îŝlíďe"/>
            <p:cNvSpPr txBox="1"/>
            <p:nvPr/>
          </p:nvSpPr>
          <p:spPr>
            <a:xfrm>
              <a:off x="4120007" y="2344405"/>
              <a:ext cx="1224710" cy="246379"/>
            </a:xfrm>
            <a:prstGeom prst="rect">
              <a:avLst/>
            </a:prstGeom>
            <a:noFill/>
            <a:ln>
              <a:noFill/>
            </a:ln>
          </p:spPr>
          <p:txBody>
            <a:bodyPr wrap="square" lIns="91440" tIns="45720" rIns="91440" bIns="45720" anchor="ctr" anchorCtr="0">
              <a:normAutofit fontScale="77500" lnSpcReduction="20000"/>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de-DE" sz="1600" b="0" i="0" u="none" strike="noStrike" kern="1200" cap="none" spc="0" normalizeH="0" baseline="0" noProof="0" dirty="0">
                <a:ln>
                  <a:noFill/>
                </a:ln>
                <a:solidFill>
                  <a:srgbClr val="000000"/>
                </a:solidFill>
                <a:effectLst/>
                <a:uLnTx/>
                <a:uFillTx/>
              </a:endParaRPr>
            </a:p>
          </p:txBody>
        </p:sp>
        <p:sp>
          <p:nvSpPr>
            <p:cNvPr id="12" name="iṩḷïḍê"/>
            <p:cNvSpPr txBox="1"/>
            <p:nvPr/>
          </p:nvSpPr>
          <p:spPr>
            <a:xfrm>
              <a:off x="6844691" y="2344405"/>
              <a:ext cx="1224710" cy="246379"/>
            </a:xfrm>
            <a:prstGeom prst="rect">
              <a:avLst/>
            </a:prstGeom>
            <a:noFill/>
            <a:ln>
              <a:noFill/>
            </a:ln>
          </p:spPr>
          <p:txBody>
            <a:bodyPr wrap="square" lIns="91440" tIns="45720" rIns="91440" bIns="45720" anchor="ctr" anchorCtr="0">
              <a:normAutofit fontScale="77500" lnSpcReduction="20000"/>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de-DE" sz="1600" b="0" i="0" u="none" strike="noStrike" kern="1200" cap="none" spc="0" normalizeH="0" baseline="0" noProof="0" dirty="0">
                <a:ln>
                  <a:noFill/>
                </a:ln>
                <a:solidFill>
                  <a:srgbClr val="000000"/>
                </a:solidFill>
                <a:effectLst/>
                <a:uLnTx/>
                <a:uFillTx/>
              </a:endParaRPr>
            </a:p>
          </p:txBody>
        </p:sp>
        <p:sp>
          <p:nvSpPr>
            <p:cNvPr id="13" name="ïṧlídê"/>
            <p:cNvSpPr txBox="1"/>
            <p:nvPr/>
          </p:nvSpPr>
          <p:spPr>
            <a:xfrm>
              <a:off x="7546971" y="3712893"/>
              <a:ext cx="1224710" cy="246379"/>
            </a:xfrm>
            <a:prstGeom prst="rect">
              <a:avLst/>
            </a:prstGeom>
            <a:noFill/>
            <a:ln>
              <a:noFill/>
            </a:ln>
          </p:spPr>
          <p:txBody>
            <a:bodyPr wrap="square" lIns="91440" tIns="45720" rIns="91440" bIns="45720" anchor="ctr" anchorCtr="0">
              <a:normAutofit fontScale="77500" lnSpcReduction="20000"/>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de-DE" sz="1600" b="0" i="0" u="none" strike="noStrike" kern="1200" cap="none" spc="0" normalizeH="0" baseline="0" noProof="0" dirty="0">
                <a:ln>
                  <a:noFill/>
                </a:ln>
                <a:solidFill>
                  <a:srgbClr val="000000"/>
                </a:solidFill>
                <a:effectLst/>
                <a:uLnTx/>
                <a:uFillTx/>
              </a:endParaRPr>
            </a:p>
          </p:txBody>
        </p:sp>
        <p:sp>
          <p:nvSpPr>
            <p:cNvPr id="14" name="íś1íḍe"/>
            <p:cNvSpPr txBox="1"/>
            <p:nvPr/>
          </p:nvSpPr>
          <p:spPr>
            <a:xfrm>
              <a:off x="3418730" y="3712893"/>
              <a:ext cx="1224710" cy="246379"/>
            </a:xfrm>
            <a:prstGeom prst="rect">
              <a:avLst/>
            </a:prstGeom>
            <a:noFill/>
            <a:ln>
              <a:noFill/>
            </a:ln>
          </p:spPr>
          <p:txBody>
            <a:bodyPr wrap="square" lIns="91440" tIns="45720" rIns="91440" bIns="45720" anchor="ctr" anchorCtr="0">
              <a:normAutofit fontScale="77500" lnSpcReduction="20000"/>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de-DE" sz="1600" b="0" i="0" u="none" strike="noStrike" kern="1200" cap="none" spc="0" normalizeH="0" baseline="0" noProof="0" dirty="0">
                <a:ln>
                  <a:noFill/>
                </a:ln>
                <a:solidFill>
                  <a:srgbClr val="000000"/>
                </a:solidFill>
                <a:effectLst/>
                <a:uLnTx/>
                <a:uFillTx/>
              </a:endParaRPr>
            </a:p>
          </p:txBody>
        </p:sp>
      </p:grpSp>
      <p:sp>
        <p:nvSpPr>
          <p:cNvPr id="42" name="í$ḷïḑé"/>
          <p:cNvSpPr txBox="1"/>
          <p:nvPr/>
        </p:nvSpPr>
        <p:spPr>
          <a:xfrm>
            <a:off x="904458" y="2680602"/>
            <a:ext cx="2197825" cy="392512"/>
          </a:xfrm>
          <a:prstGeom prst="rect">
            <a:avLst/>
          </a:prstGeom>
          <a:noFill/>
          <a:ln>
            <a:noFill/>
          </a:ln>
        </p:spPr>
        <p:txBody>
          <a:bodyPr wrap="square" lIns="91440" tIns="45720" rIns="91440" bIns="45720" anchor="t" anchorCtr="0">
            <a:normAutofit fontScale="92500"/>
          </a:bodyPr>
          <a:lstStyle/>
          <a:p>
            <a:pPr lvl="0" defTabSz="913765">
              <a:buSzPct val="25000"/>
              <a:defRPr/>
            </a:pPr>
            <a:r>
              <a:rPr lang="zh-CN" altLang="en-US" sz="2000" dirty="0"/>
              <a:t>可用性</a:t>
            </a:r>
            <a:r>
              <a:rPr lang="en-US" altLang="zh-CN" sz="2000" dirty="0"/>
              <a:t>(Availability)</a:t>
            </a:r>
            <a:endParaRPr kumimoji="0" lang="de-DE" sz="2000" b="1" i="0" u="none" strike="noStrike" kern="1200" cap="none" spc="0" normalizeH="0" baseline="0" noProof="0" dirty="0">
              <a:ln>
                <a:noFill/>
              </a:ln>
              <a:solidFill>
                <a:srgbClr val="000000"/>
              </a:solidFill>
              <a:effectLst/>
              <a:uLnTx/>
              <a:uFillTx/>
            </a:endParaRPr>
          </a:p>
        </p:txBody>
      </p:sp>
      <p:sp>
        <p:nvSpPr>
          <p:cNvPr id="43" name="í$ḷïḑé"/>
          <p:cNvSpPr txBox="1"/>
          <p:nvPr/>
        </p:nvSpPr>
        <p:spPr>
          <a:xfrm>
            <a:off x="878485" y="3435610"/>
            <a:ext cx="2197825" cy="392512"/>
          </a:xfrm>
          <a:prstGeom prst="rect">
            <a:avLst/>
          </a:prstGeom>
          <a:noFill/>
          <a:ln>
            <a:noFill/>
          </a:ln>
        </p:spPr>
        <p:txBody>
          <a:bodyPr wrap="square" lIns="91440" tIns="45720" rIns="91440" bIns="45720" anchor="t" anchorCtr="0">
            <a:normAutofit lnSpcReduction="10000"/>
          </a:bodyPr>
          <a:lstStyle/>
          <a:p>
            <a:pPr lvl="0" defTabSz="913765">
              <a:buSzPct val="25000"/>
              <a:defRPr/>
            </a:pPr>
            <a:r>
              <a:rPr lang="zh-CN" altLang="en-US" sz="2000" dirty="0"/>
              <a:t>可靠性</a:t>
            </a:r>
            <a:r>
              <a:rPr lang="en-US" altLang="zh-CN" sz="2000" dirty="0"/>
              <a:t>(Reliability)</a:t>
            </a:r>
            <a:endParaRPr kumimoji="0" lang="de-DE" sz="2000" b="1" i="0" u="none" strike="noStrike" kern="1200" cap="none" spc="0" normalizeH="0" baseline="0" noProof="0" dirty="0">
              <a:ln>
                <a:noFill/>
              </a:ln>
              <a:solidFill>
                <a:srgbClr val="000000"/>
              </a:solidFill>
              <a:effectLst/>
              <a:uLnTx/>
              <a:uFillTx/>
            </a:endParaRPr>
          </a:p>
        </p:txBody>
      </p:sp>
      <p:sp>
        <p:nvSpPr>
          <p:cNvPr id="44" name="í$ḷïḑé"/>
          <p:cNvSpPr txBox="1"/>
          <p:nvPr/>
        </p:nvSpPr>
        <p:spPr>
          <a:xfrm>
            <a:off x="904458" y="4172804"/>
            <a:ext cx="2377343" cy="534398"/>
          </a:xfrm>
          <a:prstGeom prst="rect">
            <a:avLst/>
          </a:prstGeom>
          <a:noFill/>
          <a:ln>
            <a:noFill/>
          </a:ln>
        </p:spPr>
        <p:txBody>
          <a:bodyPr wrap="square" lIns="91440" tIns="45720" rIns="91440" bIns="45720" anchor="t" anchorCtr="0">
            <a:normAutofit/>
          </a:bodyPr>
          <a:lstStyle/>
          <a:p>
            <a:pPr defTabSz="913765">
              <a:buSzPct val="25000"/>
              <a:defRPr/>
            </a:pPr>
            <a:r>
              <a:rPr lang="zh-CN" altLang="en-US" sz="2000" dirty="0"/>
              <a:t>健壮性</a:t>
            </a:r>
            <a:r>
              <a:rPr lang="en-US" altLang="zh-CN" sz="2000" dirty="0"/>
              <a:t>(Robustness)</a:t>
            </a:r>
            <a:endParaRPr lang="de-DE" sz="2000" dirty="0"/>
          </a:p>
        </p:txBody>
      </p:sp>
      <p:sp>
        <p:nvSpPr>
          <p:cNvPr id="45" name="í$ḷïḑé"/>
          <p:cNvSpPr txBox="1"/>
          <p:nvPr/>
        </p:nvSpPr>
        <p:spPr>
          <a:xfrm>
            <a:off x="904458" y="4927812"/>
            <a:ext cx="2197825" cy="392512"/>
          </a:xfrm>
          <a:prstGeom prst="rect">
            <a:avLst/>
          </a:prstGeom>
          <a:noFill/>
          <a:ln>
            <a:noFill/>
          </a:ln>
        </p:spPr>
        <p:txBody>
          <a:bodyPr wrap="square" lIns="91440" tIns="45720" rIns="91440" bIns="45720" anchor="t" anchorCtr="0">
            <a:normAutofit lnSpcReduction="10000"/>
          </a:bodyPr>
          <a:lstStyle/>
          <a:p>
            <a:pPr lvl="0" defTabSz="913765">
              <a:buSzPct val="25000"/>
              <a:defRPr/>
            </a:pPr>
            <a:r>
              <a:rPr lang="zh-CN" altLang="en-US" sz="2000" dirty="0"/>
              <a:t>安全性</a:t>
            </a:r>
            <a:r>
              <a:rPr lang="en-US" altLang="zh-CN" sz="2000" dirty="0"/>
              <a:t>(</a:t>
            </a:r>
            <a:r>
              <a:rPr lang="en-US" altLang="zh-CN" sz="2000" dirty="0" smtClean="0"/>
              <a:t>Security</a:t>
            </a:r>
            <a:r>
              <a:rPr lang="en-US" altLang="zh-CN" sz="2000" dirty="0"/>
              <a:t>)</a:t>
            </a:r>
            <a:endParaRPr kumimoji="0" lang="de-DE" sz="2000" b="1" i="0" u="none" strike="noStrike" kern="1200" cap="none" spc="0" normalizeH="0" baseline="0" noProof="0" dirty="0">
              <a:ln>
                <a:noFill/>
              </a:ln>
              <a:solidFill>
                <a:srgbClr val="000000"/>
              </a:solidFill>
              <a:effectLst/>
              <a:uLnTx/>
              <a:uFillTx/>
            </a:endParaRPr>
          </a:p>
        </p:txBody>
      </p:sp>
      <p:sp>
        <p:nvSpPr>
          <p:cNvPr id="46" name="í$ḷïḑé"/>
          <p:cNvSpPr txBox="1"/>
          <p:nvPr/>
        </p:nvSpPr>
        <p:spPr>
          <a:xfrm>
            <a:off x="8886604" y="1934099"/>
            <a:ext cx="2948838" cy="392512"/>
          </a:xfrm>
          <a:prstGeom prst="rect">
            <a:avLst/>
          </a:prstGeom>
          <a:noFill/>
          <a:ln>
            <a:noFill/>
          </a:ln>
        </p:spPr>
        <p:txBody>
          <a:bodyPr wrap="square" lIns="91440" tIns="45720" rIns="91440" bIns="45720" anchor="t" anchorCtr="0">
            <a:noAutofit/>
          </a:bodyPr>
          <a:lstStyle/>
          <a:p>
            <a:pPr lvl="0" defTabSz="913765">
              <a:buSzPct val="25000"/>
              <a:defRPr/>
            </a:pPr>
            <a:r>
              <a:rPr lang="zh-CN" altLang="en-US" sz="1900" dirty="0"/>
              <a:t>可修改性</a:t>
            </a:r>
            <a:r>
              <a:rPr lang="en-US" altLang="zh-CN" sz="1900" dirty="0"/>
              <a:t>(Modification)</a:t>
            </a:r>
            <a:endParaRPr lang="de-DE" sz="1900" dirty="0"/>
          </a:p>
        </p:txBody>
      </p:sp>
      <p:sp>
        <p:nvSpPr>
          <p:cNvPr id="47" name="í$ḷïḑé"/>
          <p:cNvSpPr txBox="1"/>
          <p:nvPr/>
        </p:nvSpPr>
        <p:spPr>
          <a:xfrm>
            <a:off x="8915317" y="2675076"/>
            <a:ext cx="2816608" cy="392512"/>
          </a:xfrm>
          <a:prstGeom prst="rect">
            <a:avLst/>
          </a:prstGeom>
          <a:noFill/>
          <a:ln>
            <a:noFill/>
          </a:ln>
        </p:spPr>
        <p:txBody>
          <a:bodyPr wrap="square" lIns="91440" tIns="45720" rIns="91440" bIns="45720" anchor="t" anchorCtr="0">
            <a:noAutofit/>
          </a:bodyPr>
          <a:lstStyle/>
          <a:p>
            <a:pPr defTabSz="913765">
              <a:buSzPct val="25000"/>
              <a:defRPr/>
            </a:pPr>
            <a:r>
              <a:rPr lang="zh-CN" altLang="en-US" sz="1900" dirty="0"/>
              <a:t>可变性</a:t>
            </a:r>
            <a:r>
              <a:rPr lang="en-US" altLang="zh-CN" sz="1900" dirty="0"/>
              <a:t>(Changeability)</a:t>
            </a:r>
            <a:endParaRPr lang="de-DE" sz="1900" dirty="0"/>
          </a:p>
        </p:txBody>
      </p:sp>
      <p:sp>
        <p:nvSpPr>
          <p:cNvPr id="48" name="í$ḷïḑé"/>
          <p:cNvSpPr txBox="1"/>
          <p:nvPr/>
        </p:nvSpPr>
        <p:spPr>
          <a:xfrm>
            <a:off x="8941290" y="3430084"/>
            <a:ext cx="2197825" cy="392512"/>
          </a:xfrm>
          <a:prstGeom prst="rect">
            <a:avLst/>
          </a:prstGeom>
          <a:noFill/>
          <a:ln>
            <a:noFill/>
          </a:ln>
        </p:spPr>
        <p:txBody>
          <a:bodyPr wrap="square" lIns="91440" tIns="45720" rIns="91440" bIns="45720" anchor="t" anchorCtr="0">
            <a:normAutofit/>
          </a:bodyPr>
          <a:lstStyle/>
          <a:p>
            <a:pPr defTabSz="913765">
              <a:buSzPct val="25000"/>
              <a:defRPr/>
            </a:pPr>
            <a:r>
              <a:rPr lang="zh-CN" altLang="en-US" sz="1900" dirty="0"/>
              <a:t>易用性</a:t>
            </a:r>
            <a:r>
              <a:rPr lang="en-US" altLang="zh-CN" sz="1900" dirty="0"/>
              <a:t>(Usability)</a:t>
            </a:r>
            <a:endParaRPr lang="de-DE" sz="1900" dirty="0"/>
          </a:p>
        </p:txBody>
      </p:sp>
      <p:sp>
        <p:nvSpPr>
          <p:cNvPr id="49" name="í$ḷïḑé"/>
          <p:cNvSpPr txBox="1"/>
          <p:nvPr/>
        </p:nvSpPr>
        <p:spPr>
          <a:xfrm>
            <a:off x="8941290" y="4175222"/>
            <a:ext cx="2579197" cy="392512"/>
          </a:xfrm>
          <a:prstGeom prst="rect">
            <a:avLst/>
          </a:prstGeom>
          <a:noFill/>
          <a:ln>
            <a:noFill/>
          </a:ln>
        </p:spPr>
        <p:txBody>
          <a:bodyPr wrap="square" lIns="91440" tIns="45720" rIns="91440" bIns="45720" anchor="t" anchorCtr="0">
            <a:noAutofit/>
          </a:bodyPr>
          <a:lstStyle/>
          <a:p>
            <a:pPr defTabSz="913765">
              <a:buSzPct val="25000"/>
              <a:defRPr/>
            </a:pPr>
            <a:r>
              <a:rPr lang="zh-CN" altLang="en-US" sz="1900" dirty="0"/>
              <a:t>可测试性</a:t>
            </a:r>
            <a:r>
              <a:rPr lang="en-US" altLang="zh-CN" sz="1900" dirty="0"/>
              <a:t>(Testability)</a:t>
            </a:r>
            <a:endParaRPr lang="de-DE" sz="1900" dirty="0"/>
          </a:p>
        </p:txBody>
      </p:sp>
      <p:sp>
        <p:nvSpPr>
          <p:cNvPr id="50" name="í$ḷïḑé"/>
          <p:cNvSpPr txBox="1"/>
          <p:nvPr/>
        </p:nvSpPr>
        <p:spPr>
          <a:xfrm>
            <a:off x="8977266" y="4942552"/>
            <a:ext cx="2605171" cy="392512"/>
          </a:xfrm>
          <a:prstGeom prst="rect">
            <a:avLst/>
          </a:prstGeom>
          <a:noFill/>
          <a:ln>
            <a:noFill/>
          </a:ln>
        </p:spPr>
        <p:txBody>
          <a:bodyPr wrap="square" lIns="91440" tIns="45720" rIns="91440" bIns="45720" anchor="t" anchorCtr="0">
            <a:noAutofit/>
          </a:bodyPr>
          <a:lstStyle/>
          <a:p>
            <a:pPr lvl="0" defTabSz="913765">
              <a:buSzPct val="25000"/>
              <a:defRPr/>
            </a:pPr>
            <a:r>
              <a:rPr lang="zh-CN" altLang="en-US" sz="1900" dirty="0"/>
              <a:t>功能性</a:t>
            </a:r>
            <a:r>
              <a:rPr lang="en-US" altLang="zh-CN" sz="1900" dirty="0"/>
              <a:t>(Function ability)</a:t>
            </a:r>
            <a:endParaRPr lang="de-DE" sz="1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p:nvPr>
        </p:nvSpPr>
        <p:spPr>
          <a:xfrm>
            <a:off x="2872597" y="1458696"/>
            <a:ext cx="6155166" cy="656792"/>
          </a:xfrm>
        </p:spPr>
        <p:txBody>
          <a:bodyPr>
            <a:noAutofit/>
          </a:bodyPr>
          <a:lstStyle/>
          <a:p>
            <a:r>
              <a:rPr lang="zh-CN" altLang="en-US" sz="4800" dirty="0" smtClean="0"/>
              <a:t>软件开发的流程</a:t>
            </a:r>
            <a:endParaRPr lang="zh-CN" altLang="en-US" sz="4800" dirty="0"/>
          </a:p>
        </p:txBody>
      </p:sp>
      <p:sp>
        <p:nvSpPr>
          <p:cNvPr id="6" name="文本占位符 5"/>
          <p:cNvSpPr>
            <a:spLocks noGrp="1"/>
          </p:cNvSpPr>
          <p:nvPr userDrawn="1">
            <p:ph type="body" idx="1"/>
          </p:nvPr>
        </p:nvSpPr>
        <p:spPr>
          <a:xfrm>
            <a:off x="3822699" y="2262190"/>
            <a:ext cx="4546600" cy="1015623"/>
          </a:xfrm>
        </p:spPr>
        <p:txBody>
          <a:bodyPr>
            <a:normAutofit/>
          </a:bodyPr>
          <a:lstStyle/>
          <a:p>
            <a:pPr>
              <a:lnSpc>
                <a:spcPct val="120000"/>
              </a:lnSpc>
            </a:pPr>
            <a:r>
              <a:rPr lang="en-US" altLang="zh-CN" sz="2000" dirty="0"/>
              <a:t>Software development process</a:t>
            </a:r>
            <a:endParaRPr lang="en-US" altLang="zh-CN" sz="2000" dirty="0"/>
          </a:p>
        </p:txBody>
      </p:sp>
      <p:sp>
        <p:nvSpPr>
          <p:cNvPr id="10" name="文本框 9"/>
          <p:cNvSpPr txBox="1"/>
          <p:nvPr/>
        </p:nvSpPr>
        <p:spPr>
          <a:xfrm>
            <a:off x="5370526" y="4149725"/>
            <a:ext cx="1450947" cy="1303910"/>
          </a:xfrm>
          <a:prstGeom prst="rect">
            <a:avLst/>
          </a:prstGeom>
          <a:noFill/>
        </p:spPr>
        <p:txBody>
          <a:bodyPr wrap="none" rtlCol="0">
            <a:prstTxWarp prst="textPlain">
              <a:avLst/>
            </a:prstTxWarp>
            <a:spAutoFit/>
          </a:bodyPr>
          <a:lstStyle/>
          <a:p>
            <a:r>
              <a:rPr lang="en-US" altLang="zh-CN" dirty="0" smtClean="0">
                <a:solidFill>
                  <a:schemeClr val="bg1">
                    <a:alpha val="94000"/>
                  </a:schemeClr>
                </a:solidFill>
                <a:latin typeface="Impact" panose="020B0806030902050204" pitchFamily="34" charset="0"/>
                <a:cs typeface="Arial" panose="020B0604020202020204" pitchFamily="34" charset="0"/>
              </a:rPr>
              <a:t>02</a:t>
            </a:r>
            <a:endParaRPr lang="zh-CN" altLang="en-US" dirty="0">
              <a:solidFill>
                <a:schemeClr val="bg1">
                  <a:alpha val="94000"/>
                </a:schemeClr>
              </a:solidFill>
              <a:latin typeface="Impact" panose="020B080603090205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软件开发的</a:t>
            </a:r>
            <a:r>
              <a:rPr lang="zh-CN" altLang="en-US" dirty="0" smtClean="0"/>
              <a:t>流程</a:t>
            </a:r>
            <a:r>
              <a:rPr lang="en-US" altLang="zh-CN" dirty="0" smtClean="0"/>
              <a:t>——</a:t>
            </a:r>
            <a:r>
              <a:rPr lang="zh-CN" altLang="en-US" dirty="0" smtClean="0"/>
              <a:t>瀑布模型（</a:t>
            </a:r>
            <a:r>
              <a:rPr lang="en-US" altLang="zh-CN" dirty="0" smtClean="0"/>
              <a:t>Waterfall model</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1026" name="Picture 2" descr="https://upload.wikimedia.org/wikipedia/commons/thumb/e/e2/Waterfall_model.svg/800px-Waterfall_model.sv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45293" y="1691157"/>
            <a:ext cx="5930611" cy="444795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69924" y="1525560"/>
            <a:ext cx="4748645" cy="4921284"/>
          </a:xfrm>
          <a:prstGeom prst="rect">
            <a:avLst/>
          </a:prstGeom>
          <a:noFill/>
        </p:spPr>
        <p:txBody>
          <a:bodyPr wrap="square" rtlCol="0">
            <a:spAutoFit/>
          </a:bodyPr>
          <a:lstStyle/>
          <a:p>
            <a:pPr marL="342900" indent="-342900">
              <a:lnSpc>
                <a:spcPct val="200000"/>
              </a:lnSpc>
              <a:buFont typeface="+mj-lt"/>
              <a:buAutoNum type="arabicPeriod"/>
            </a:pPr>
            <a:r>
              <a:rPr lang="zh-CN" altLang="en-US" sz="2800" dirty="0"/>
              <a:t>需求定义（</a:t>
            </a:r>
            <a:r>
              <a:rPr lang="en-US" altLang="zh-CN" sz="2800" dirty="0"/>
              <a:t>Requirements</a:t>
            </a:r>
            <a:r>
              <a:rPr lang="zh-CN" altLang="en-US" sz="2800" dirty="0"/>
              <a:t>）</a:t>
            </a:r>
            <a:endParaRPr lang="zh-CN" altLang="en-US" sz="2800" dirty="0"/>
          </a:p>
          <a:p>
            <a:pPr marL="342900" indent="-342900">
              <a:lnSpc>
                <a:spcPct val="200000"/>
              </a:lnSpc>
              <a:buFont typeface="+mj-lt"/>
              <a:buAutoNum type="arabicPeriod"/>
            </a:pPr>
            <a:r>
              <a:rPr lang="zh-CN" altLang="en-US" sz="2800" dirty="0"/>
              <a:t>设计（</a:t>
            </a:r>
            <a:r>
              <a:rPr lang="en-US" altLang="zh-CN" sz="2800" dirty="0"/>
              <a:t>Design</a:t>
            </a:r>
            <a:r>
              <a:rPr lang="zh-CN" altLang="en-US" sz="2800" dirty="0"/>
              <a:t>）</a:t>
            </a:r>
            <a:endParaRPr lang="zh-CN" altLang="en-US" sz="2800" dirty="0"/>
          </a:p>
          <a:p>
            <a:pPr marL="342900" indent="-342900">
              <a:lnSpc>
                <a:spcPct val="200000"/>
              </a:lnSpc>
              <a:buFont typeface="+mj-lt"/>
              <a:buAutoNum type="arabicPeriod"/>
            </a:pPr>
            <a:r>
              <a:rPr lang="zh-CN" altLang="en-US" sz="2800" dirty="0"/>
              <a:t>实现（</a:t>
            </a:r>
            <a:r>
              <a:rPr lang="en-US" altLang="zh-CN" sz="2800" dirty="0"/>
              <a:t>Implementation</a:t>
            </a:r>
            <a:r>
              <a:rPr lang="zh-CN" altLang="en-US" sz="2800" dirty="0"/>
              <a:t>）</a:t>
            </a:r>
            <a:endParaRPr lang="zh-CN" altLang="en-US" sz="2800" dirty="0"/>
          </a:p>
          <a:p>
            <a:pPr marL="342900" indent="-342900">
              <a:lnSpc>
                <a:spcPct val="200000"/>
              </a:lnSpc>
              <a:buFont typeface="+mj-lt"/>
              <a:buAutoNum type="arabicPeriod"/>
            </a:pPr>
            <a:r>
              <a:rPr lang="zh-CN" altLang="en-US" sz="2800" dirty="0"/>
              <a:t>集成与测试（</a:t>
            </a:r>
            <a:r>
              <a:rPr lang="en-US" altLang="zh-CN" sz="2800" dirty="0"/>
              <a:t>Verification</a:t>
            </a:r>
            <a:r>
              <a:rPr lang="zh-CN" altLang="en-US" sz="2800" dirty="0"/>
              <a:t>）</a:t>
            </a:r>
            <a:endParaRPr lang="zh-CN" altLang="en-US" sz="2800" dirty="0"/>
          </a:p>
          <a:p>
            <a:pPr marL="342900" indent="-342900">
              <a:lnSpc>
                <a:spcPct val="200000"/>
              </a:lnSpc>
              <a:buFont typeface="+mj-lt"/>
              <a:buAutoNum type="arabicPeriod"/>
            </a:pPr>
            <a:r>
              <a:rPr lang="zh-CN" altLang="en-US" sz="2800" dirty="0"/>
              <a:t>移交与维护（</a:t>
            </a:r>
            <a:r>
              <a:rPr lang="en-US" altLang="zh-CN" sz="2800" dirty="0"/>
              <a:t>Maintenance</a:t>
            </a:r>
            <a:r>
              <a:rPr lang="zh-CN" altLang="en-US" sz="2800" dirty="0"/>
              <a:t>）</a:t>
            </a:r>
            <a:endParaRPr lang="zh-CN" altLang="en-US" sz="2800" dirty="0"/>
          </a:p>
          <a:p>
            <a:pPr>
              <a:lnSpc>
                <a:spcPct val="200000"/>
              </a:lnSpc>
            </a:pPr>
            <a:endParaRPr lang="zh-CN" alt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p:nvPr>
        </p:nvSpPr>
        <p:spPr>
          <a:xfrm>
            <a:off x="2872597" y="1458696"/>
            <a:ext cx="6155166" cy="656792"/>
          </a:xfrm>
        </p:spPr>
        <p:txBody>
          <a:bodyPr>
            <a:noAutofit/>
          </a:bodyPr>
          <a:lstStyle/>
          <a:p>
            <a:r>
              <a:rPr lang="zh-CN" altLang="en-US" sz="4800" dirty="0" smtClean="0"/>
              <a:t>需求定义</a:t>
            </a:r>
            <a:r>
              <a:rPr lang="zh-CN" altLang="en-US" sz="2800" dirty="0" smtClean="0"/>
              <a:t>有关的职业</a:t>
            </a:r>
            <a:endParaRPr lang="zh-CN" altLang="en-US" sz="2800" dirty="0"/>
          </a:p>
        </p:txBody>
      </p:sp>
      <p:sp>
        <p:nvSpPr>
          <p:cNvPr id="6" name="文本占位符 5"/>
          <p:cNvSpPr>
            <a:spLocks noGrp="1"/>
          </p:cNvSpPr>
          <p:nvPr userDrawn="1">
            <p:ph type="body" idx="1"/>
          </p:nvPr>
        </p:nvSpPr>
        <p:spPr>
          <a:xfrm>
            <a:off x="3822699" y="2262190"/>
            <a:ext cx="4546600" cy="1015623"/>
          </a:xfrm>
        </p:spPr>
        <p:txBody>
          <a:bodyPr>
            <a:normAutofit/>
          </a:bodyPr>
          <a:lstStyle/>
          <a:p>
            <a:pPr>
              <a:lnSpc>
                <a:spcPct val="120000"/>
              </a:lnSpc>
            </a:pPr>
            <a:r>
              <a:rPr lang="en-US" altLang="zh-CN" sz="2000" dirty="0" smtClean="0"/>
              <a:t>Requirements related</a:t>
            </a:r>
            <a:endParaRPr lang="en-US" altLang="zh-CN" sz="2000" dirty="0"/>
          </a:p>
        </p:txBody>
      </p:sp>
      <p:sp>
        <p:nvSpPr>
          <p:cNvPr id="10" name="文本框 9"/>
          <p:cNvSpPr txBox="1"/>
          <p:nvPr/>
        </p:nvSpPr>
        <p:spPr>
          <a:xfrm>
            <a:off x="5370526" y="4149725"/>
            <a:ext cx="1450947" cy="1303910"/>
          </a:xfrm>
          <a:prstGeom prst="rect">
            <a:avLst/>
          </a:prstGeom>
          <a:noFill/>
        </p:spPr>
        <p:txBody>
          <a:bodyPr wrap="none" rtlCol="0">
            <a:prstTxWarp prst="textPlain">
              <a:avLst/>
            </a:prstTxWarp>
            <a:spAutoFit/>
          </a:bodyPr>
          <a:lstStyle/>
          <a:p>
            <a:r>
              <a:rPr lang="en-US" altLang="zh-CN" dirty="0" smtClean="0">
                <a:solidFill>
                  <a:schemeClr val="bg1">
                    <a:alpha val="94000"/>
                  </a:schemeClr>
                </a:solidFill>
                <a:latin typeface="Impact" panose="020B0806030902050204" pitchFamily="34" charset="0"/>
                <a:cs typeface="Arial" panose="020B0604020202020204" pitchFamily="34" charset="0"/>
              </a:rPr>
              <a:t>03</a:t>
            </a:r>
            <a:endParaRPr lang="zh-CN" altLang="en-US" dirty="0">
              <a:solidFill>
                <a:schemeClr val="bg1">
                  <a:alpha val="94000"/>
                </a:schemeClr>
              </a:solidFill>
              <a:latin typeface="Impact" panose="020B080603090205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产品经理（</a:t>
            </a:r>
            <a:r>
              <a:rPr lang="en-US" altLang="zh-CN" dirty="0"/>
              <a:t>Product Manager</a:t>
            </a:r>
            <a:r>
              <a:rPr lang="zh-CN" altLang="en-US" dirty="0" smtClean="0"/>
              <a:t>）</a:t>
            </a:r>
            <a:endParaRPr lang="zh-CN" altLang="en-US" dirty="0"/>
          </a:p>
        </p:txBody>
      </p:sp>
      <p:sp>
        <p:nvSpPr>
          <p:cNvPr id="3" name="内容占位符 2"/>
          <p:cNvSpPr txBox="1"/>
          <p:nvPr/>
        </p:nvSpPr>
        <p:spPr>
          <a:xfrm>
            <a:off x="669924" y="1568162"/>
            <a:ext cx="4702176" cy="5019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dirty="0" smtClean="0"/>
              <a:t>产品经理（</a:t>
            </a:r>
            <a:r>
              <a:rPr lang="en-US" altLang="zh-CN" dirty="0" smtClean="0"/>
              <a:t>Product Manager</a:t>
            </a:r>
            <a:r>
              <a:rPr lang="zh-CN" altLang="en-US" dirty="0" smtClean="0"/>
              <a:t>）是企业中专门负责产品管理的职位，产品经理负责市场调查并根据用户的需求，确定开发何种产品，选择何种技术、商业模式等。并推动相应产品的开发组织，他还要根据产品的生命周期，协调研发、营销、运营等，确定和组织实施相应的产品策略，以及其他一系列相关的产品管理活动。</a:t>
            </a:r>
            <a:endParaRPr lang="zh-CN" altLang="en-US" dirty="0" smtClean="0"/>
          </a:p>
          <a:p>
            <a:endParaRPr lang="zh-CN" altLang="en-US" sz="2800" dirty="0"/>
          </a:p>
        </p:txBody>
      </p:sp>
      <p:pic>
        <p:nvPicPr>
          <p:cNvPr id="1028" name="Picture 4" descr="http://image.woshipm.com/wp-files/2017/01/imXsAsgvf31A2yCr4Wjx.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5205" y="1568162"/>
            <a:ext cx="4686877" cy="43504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产品经理的五个关键词</a:t>
            </a:r>
            <a:endParaRPr lang="zh-CN" altLang="en-US" dirty="0"/>
          </a:p>
        </p:txBody>
      </p:sp>
      <p:grpSp>
        <p:nvGrpSpPr>
          <p:cNvPr id="5" name="e2d29d2e-171c-4aac-b558-834483b5a6d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45275" y="1156039"/>
            <a:ext cx="11257825" cy="6087840"/>
            <a:chOff x="645275" y="1156039"/>
            <a:chExt cx="11257825" cy="6087840"/>
          </a:xfrm>
        </p:grpSpPr>
        <p:sp>
          <p:nvSpPr>
            <p:cNvPr id="6" name="îṩľiďé"/>
            <p:cNvSpPr/>
            <p:nvPr/>
          </p:nvSpPr>
          <p:spPr bwMode="auto">
            <a:xfrm>
              <a:off x="3834929" y="2601919"/>
              <a:ext cx="4544734" cy="4543272"/>
            </a:xfrm>
            <a:custGeom>
              <a:avLst/>
              <a:gdLst>
                <a:gd name="T0" fmla="*/ 2621 w 2629"/>
                <a:gd name="T1" fmla="*/ 1303 h 2628"/>
                <a:gd name="T2" fmla="*/ 2607 w 2629"/>
                <a:gd name="T3" fmla="*/ 1188 h 2628"/>
                <a:gd name="T4" fmla="*/ 2560 w 2629"/>
                <a:gd name="T5" fmla="*/ 946 h 2628"/>
                <a:gd name="T6" fmla="*/ 2528 w 2629"/>
                <a:gd name="T7" fmla="*/ 851 h 2628"/>
                <a:gd name="T8" fmla="*/ 2489 w 2629"/>
                <a:gd name="T9" fmla="*/ 742 h 2628"/>
                <a:gd name="T10" fmla="*/ 2432 w 2629"/>
                <a:gd name="T11" fmla="*/ 622 h 2628"/>
                <a:gd name="T12" fmla="*/ 2346 w 2629"/>
                <a:gd name="T13" fmla="*/ 500 h 2628"/>
                <a:gd name="T14" fmla="*/ 2253 w 2629"/>
                <a:gd name="T15" fmla="*/ 405 h 2628"/>
                <a:gd name="T16" fmla="*/ 2163 w 2629"/>
                <a:gd name="T17" fmla="*/ 331 h 2628"/>
                <a:gd name="T18" fmla="*/ 1962 w 2629"/>
                <a:gd name="T19" fmla="*/ 188 h 2628"/>
                <a:gd name="T20" fmla="*/ 1874 w 2629"/>
                <a:gd name="T21" fmla="*/ 142 h 2628"/>
                <a:gd name="T22" fmla="*/ 1770 w 2629"/>
                <a:gd name="T23" fmla="*/ 89 h 2628"/>
                <a:gd name="T24" fmla="*/ 1646 w 2629"/>
                <a:gd name="T25" fmla="*/ 41 h 2628"/>
                <a:gd name="T26" fmla="*/ 1499 w 2629"/>
                <a:gd name="T27" fmla="*/ 12 h 2628"/>
                <a:gd name="T28" fmla="*/ 1366 w 2629"/>
                <a:gd name="T29" fmla="*/ 8 h 2628"/>
                <a:gd name="T30" fmla="*/ 1250 w 2629"/>
                <a:gd name="T31" fmla="*/ 17 h 2628"/>
                <a:gd name="T32" fmla="*/ 1006 w 2629"/>
                <a:gd name="T33" fmla="*/ 52 h 2628"/>
                <a:gd name="T34" fmla="*/ 910 w 2629"/>
                <a:gd name="T35" fmla="*/ 79 h 2628"/>
                <a:gd name="T36" fmla="*/ 799 w 2629"/>
                <a:gd name="T37" fmla="*/ 113 h 2628"/>
                <a:gd name="T38" fmla="*/ 677 w 2629"/>
                <a:gd name="T39" fmla="*/ 164 h 2628"/>
                <a:gd name="T40" fmla="*/ 551 w 2629"/>
                <a:gd name="T41" fmla="*/ 244 h 2628"/>
                <a:gd name="T42" fmla="*/ 452 w 2629"/>
                <a:gd name="T43" fmla="*/ 333 h 2628"/>
                <a:gd name="T44" fmla="*/ 374 w 2629"/>
                <a:gd name="T45" fmla="*/ 419 h 2628"/>
                <a:gd name="T46" fmla="*/ 221 w 2629"/>
                <a:gd name="T47" fmla="*/ 613 h 2628"/>
                <a:gd name="T48" fmla="*/ 170 w 2629"/>
                <a:gd name="T49" fmla="*/ 699 h 2628"/>
                <a:gd name="T50" fmla="*/ 113 w 2629"/>
                <a:gd name="T51" fmla="*/ 800 h 2628"/>
                <a:gd name="T52" fmla="*/ 59 w 2629"/>
                <a:gd name="T53" fmla="*/ 922 h 2628"/>
                <a:gd name="T54" fmla="*/ 23 w 2629"/>
                <a:gd name="T55" fmla="*/ 1067 h 2628"/>
                <a:gd name="T56" fmla="*/ 13 w 2629"/>
                <a:gd name="T57" fmla="*/ 1199 h 2628"/>
                <a:gd name="T58" fmla="*/ 0 w 2629"/>
                <a:gd name="T59" fmla="*/ 1315 h 2628"/>
                <a:gd name="T60" fmla="*/ 14 w 2629"/>
                <a:gd name="T61" fmla="*/ 1448 h 2628"/>
                <a:gd name="T62" fmla="*/ 39 w 2629"/>
                <a:gd name="T63" fmla="*/ 1561 h 2628"/>
                <a:gd name="T64" fmla="*/ 109 w 2629"/>
                <a:gd name="T65" fmla="*/ 1798 h 2628"/>
                <a:gd name="T66" fmla="*/ 150 w 2629"/>
                <a:gd name="T67" fmla="*/ 1889 h 2628"/>
                <a:gd name="T68" fmla="*/ 198 w 2629"/>
                <a:gd name="T69" fmla="*/ 1994 h 2628"/>
                <a:gd name="T70" fmla="*/ 267 w 2629"/>
                <a:gd name="T71" fmla="*/ 2108 h 2628"/>
                <a:gd name="T72" fmla="*/ 363 w 2629"/>
                <a:gd name="T73" fmla="*/ 2222 h 2628"/>
                <a:gd name="T74" fmla="*/ 465 w 2629"/>
                <a:gd name="T75" fmla="*/ 2307 h 2628"/>
                <a:gd name="T76" fmla="*/ 562 w 2629"/>
                <a:gd name="T77" fmla="*/ 2372 h 2628"/>
                <a:gd name="T78" fmla="*/ 776 w 2629"/>
                <a:gd name="T79" fmla="*/ 2496 h 2628"/>
                <a:gd name="T80" fmla="*/ 868 w 2629"/>
                <a:gd name="T81" fmla="*/ 2534 h 2628"/>
                <a:gd name="T82" fmla="*/ 976 w 2629"/>
                <a:gd name="T83" fmla="*/ 2576 h 2628"/>
                <a:gd name="T84" fmla="*/ 1104 w 2629"/>
                <a:gd name="T85" fmla="*/ 2612 h 2628"/>
                <a:gd name="T86" fmla="*/ 1253 w 2629"/>
                <a:gd name="T87" fmla="*/ 2627 h 2628"/>
                <a:gd name="T88" fmla="*/ 1385 w 2629"/>
                <a:gd name="T89" fmla="*/ 2619 h 2628"/>
                <a:gd name="T90" fmla="*/ 1500 w 2629"/>
                <a:gd name="T91" fmla="*/ 2599 h 2628"/>
                <a:gd name="T92" fmla="*/ 1740 w 2629"/>
                <a:gd name="T93" fmla="*/ 2541 h 2628"/>
                <a:gd name="T94" fmla="*/ 1832 w 2629"/>
                <a:gd name="T95" fmla="*/ 2505 h 2628"/>
                <a:gd name="T96" fmla="*/ 1940 w 2629"/>
                <a:gd name="T97" fmla="*/ 2461 h 2628"/>
                <a:gd name="T98" fmla="*/ 2057 w 2629"/>
                <a:gd name="T99" fmla="*/ 2399 h 2628"/>
                <a:gd name="T100" fmla="*/ 2175 w 2629"/>
                <a:gd name="T101" fmla="*/ 2308 h 2628"/>
                <a:gd name="T102" fmla="*/ 2266 w 2629"/>
                <a:gd name="T103" fmla="*/ 2210 h 2628"/>
                <a:gd name="T104" fmla="*/ 2335 w 2629"/>
                <a:gd name="T105" fmla="*/ 2117 h 2628"/>
                <a:gd name="T106" fmla="*/ 2469 w 2629"/>
                <a:gd name="T107" fmla="*/ 1909 h 2628"/>
                <a:gd name="T108" fmla="*/ 2511 w 2629"/>
                <a:gd name="T109" fmla="*/ 1819 h 2628"/>
                <a:gd name="T110" fmla="*/ 2559 w 2629"/>
                <a:gd name="T111" fmla="*/ 1713 h 2628"/>
                <a:gd name="T112" fmla="*/ 2601 w 2629"/>
                <a:gd name="T113" fmla="*/ 1586 h 2628"/>
                <a:gd name="T114" fmla="*/ 2623 w 2629"/>
                <a:gd name="T115" fmla="*/ 1439 h 2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29" h="2628">
                  <a:moveTo>
                    <a:pt x="2613" y="1311"/>
                  </a:moveTo>
                  <a:cubicBezTo>
                    <a:pt x="2613" y="1312"/>
                    <a:pt x="2613" y="1313"/>
                    <a:pt x="2613" y="1314"/>
                  </a:cubicBezTo>
                  <a:cubicBezTo>
                    <a:pt x="2613" y="1322"/>
                    <a:pt x="2613" y="1330"/>
                    <a:pt x="2613" y="1338"/>
                  </a:cubicBezTo>
                  <a:cubicBezTo>
                    <a:pt x="2613" y="1342"/>
                    <a:pt x="2616" y="1346"/>
                    <a:pt x="2621" y="1346"/>
                  </a:cubicBezTo>
                  <a:cubicBezTo>
                    <a:pt x="2625" y="1346"/>
                    <a:pt x="2629" y="1343"/>
                    <a:pt x="2629" y="1338"/>
                  </a:cubicBezTo>
                  <a:cubicBezTo>
                    <a:pt x="2629" y="1330"/>
                    <a:pt x="2629" y="1322"/>
                    <a:pt x="2629" y="1314"/>
                  </a:cubicBezTo>
                  <a:cubicBezTo>
                    <a:pt x="2629" y="1313"/>
                    <a:pt x="2629" y="1312"/>
                    <a:pt x="2629" y="1311"/>
                  </a:cubicBezTo>
                  <a:cubicBezTo>
                    <a:pt x="2629" y="1307"/>
                    <a:pt x="2625" y="1303"/>
                    <a:pt x="2621" y="1303"/>
                  </a:cubicBezTo>
                  <a:cubicBezTo>
                    <a:pt x="2617" y="1303"/>
                    <a:pt x="2613" y="1307"/>
                    <a:pt x="2613" y="1311"/>
                  </a:cubicBezTo>
                  <a:close/>
                  <a:moveTo>
                    <a:pt x="2607" y="1188"/>
                  </a:moveTo>
                  <a:cubicBezTo>
                    <a:pt x="2608" y="1196"/>
                    <a:pt x="2608" y="1204"/>
                    <a:pt x="2609" y="1212"/>
                  </a:cubicBezTo>
                  <a:cubicBezTo>
                    <a:pt x="2609" y="1216"/>
                    <a:pt x="2613" y="1219"/>
                    <a:pt x="2618" y="1219"/>
                  </a:cubicBezTo>
                  <a:cubicBezTo>
                    <a:pt x="2622" y="1219"/>
                    <a:pt x="2625" y="1215"/>
                    <a:pt x="2625" y="1210"/>
                  </a:cubicBezTo>
                  <a:cubicBezTo>
                    <a:pt x="2624" y="1202"/>
                    <a:pt x="2624" y="1194"/>
                    <a:pt x="2623" y="1186"/>
                  </a:cubicBezTo>
                  <a:cubicBezTo>
                    <a:pt x="2622" y="1182"/>
                    <a:pt x="2619" y="1179"/>
                    <a:pt x="2614" y="1179"/>
                  </a:cubicBezTo>
                  <a:cubicBezTo>
                    <a:pt x="2610" y="1179"/>
                    <a:pt x="2607" y="1183"/>
                    <a:pt x="2607" y="1188"/>
                  </a:cubicBezTo>
                  <a:close/>
                  <a:moveTo>
                    <a:pt x="2589" y="1066"/>
                  </a:moveTo>
                  <a:cubicBezTo>
                    <a:pt x="2591" y="1073"/>
                    <a:pt x="2592" y="1081"/>
                    <a:pt x="2594" y="1089"/>
                  </a:cubicBezTo>
                  <a:cubicBezTo>
                    <a:pt x="2594" y="1093"/>
                    <a:pt x="2598" y="1096"/>
                    <a:pt x="2603" y="1096"/>
                  </a:cubicBezTo>
                  <a:cubicBezTo>
                    <a:pt x="2607" y="1095"/>
                    <a:pt x="2610" y="1091"/>
                    <a:pt x="2609" y="1086"/>
                  </a:cubicBezTo>
                  <a:cubicBezTo>
                    <a:pt x="2608" y="1078"/>
                    <a:pt x="2606" y="1070"/>
                    <a:pt x="2605" y="1062"/>
                  </a:cubicBezTo>
                  <a:cubicBezTo>
                    <a:pt x="2604" y="1058"/>
                    <a:pt x="2600" y="1055"/>
                    <a:pt x="2596" y="1056"/>
                  </a:cubicBezTo>
                  <a:cubicBezTo>
                    <a:pt x="2591" y="1057"/>
                    <a:pt x="2588" y="1061"/>
                    <a:pt x="2589" y="1066"/>
                  </a:cubicBezTo>
                  <a:close/>
                  <a:moveTo>
                    <a:pt x="2560" y="946"/>
                  </a:moveTo>
                  <a:cubicBezTo>
                    <a:pt x="2562" y="953"/>
                    <a:pt x="2564" y="961"/>
                    <a:pt x="2567" y="969"/>
                  </a:cubicBezTo>
                  <a:cubicBezTo>
                    <a:pt x="2568" y="973"/>
                    <a:pt x="2572" y="975"/>
                    <a:pt x="2576" y="974"/>
                  </a:cubicBezTo>
                  <a:cubicBezTo>
                    <a:pt x="2581" y="973"/>
                    <a:pt x="2583" y="969"/>
                    <a:pt x="2582" y="964"/>
                  </a:cubicBezTo>
                  <a:cubicBezTo>
                    <a:pt x="2580" y="956"/>
                    <a:pt x="2578" y="949"/>
                    <a:pt x="2575" y="941"/>
                  </a:cubicBezTo>
                  <a:cubicBezTo>
                    <a:pt x="2574" y="937"/>
                    <a:pt x="2570" y="934"/>
                    <a:pt x="2565" y="936"/>
                  </a:cubicBezTo>
                  <a:cubicBezTo>
                    <a:pt x="2561" y="937"/>
                    <a:pt x="2559" y="941"/>
                    <a:pt x="2560" y="946"/>
                  </a:cubicBezTo>
                  <a:close/>
                  <a:moveTo>
                    <a:pt x="2519" y="829"/>
                  </a:moveTo>
                  <a:cubicBezTo>
                    <a:pt x="2522" y="836"/>
                    <a:pt x="2525" y="844"/>
                    <a:pt x="2528" y="851"/>
                  </a:cubicBezTo>
                  <a:cubicBezTo>
                    <a:pt x="2530" y="855"/>
                    <a:pt x="2534" y="857"/>
                    <a:pt x="2538" y="856"/>
                  </a:cubicBezTo>
                  <a:cubicBezTo>
                    <a:pt x="2543" y="854"/>
                    <a:pt x="2545" y="850"/>
                    <a:pt x="2543" y="845"/>
                  </a:cubicBezTo>
                  <a:cubicBezTo>
                    <a:pt x="2540" y="838"/>
                    <a:pt x="2537" y="830"/>
                    <a:pt x="2534" y="823"/>
                  </a:cubicBezTo>
                  <a:cubicBezTo>
                    <a:pt x="2533" y="819"/>
                    <a:pt x="2528" y="817"/>
                    <a:pt x="2524" y="818"/>
                  </a:cubicBezTo>
                  <a:cubicBezTo>
                    <a:pt x="2520" y="820"/>
                    <a:pt x="2518" y="825"/>
                    <a:pt x="2519" y="829"/>
                  </a:cubicBezTo>
                  <a:close/>
                  <a:moveTo>
                    <a:pt x="2468" y="717"/>
                  </a:moveTo>
                  <a:cubicBezTo>
                    <a:pt x="2471" y="724"/>
                    <a:pt x="2475" y="731"/>
                    <a:pt x="2479" y="738"/>
                  </a:cubicBezTo>
                  <a:cubicBezTo>
                    <a:pt x="2481" y="742"/>
                    <a:pt x="2485" y="744"/>
                    <a:pt x="2489" y="742"/>
                  </a:cubicBezTo>
                  <a:cubicBezTo>
                    <a:pt x="2493" y="740"/>
                    <a:pt x="2495" y="735"/>
                    <a:pt x="2493" y="731"/>
                  </a:cubicBezTo>
                  <a:cubicBezTo>
                    <a:pt x="2489" y="724"/>
                    <a:pt x="2486" y="716"/>
                    <a:pt x="2482" y="709"/>
                  </a:cubicBezTo>
                  <a:cubicBezTo>
                    <a:pt x="2480" y="705"/>
                    <a:pt x="2475" y="704"/>
                    <a:pt x="2471" y="706"/>
                  </a:cubicBezTo>
                  <a:cubicBezTo>
                    <a:pt x="2467" y="708"/>
                    <a:pt x="2466" y="713"/>
                    <a:pt x="2468" y="717"/>
                  </a:cubicBezTo>
                  <a:close/>
                  <a:moveTo>
                    <a:pt x="2406" y="610"/>
                  </a:moveTo>
                  <a:cubicBezTo>
                    <a:pt x="2410" y="617"/>
                    <a:pt x="2414" y="623"/>
                    <a:pt x="2419" y="630"/>
                  </a:cubicBezTo>
                  <a:cubicBezTo>
                    <a:pt x="2421" y="634"/>
                    <a:pt x="2426" y="635"/>
                    <a:pt x="2430" y="633"/>
                  </a:cubicBezTo>
                  <a:cubicBezTo>
                    <a:pt x="2433" y="630"/>
                    <a:pt x="2434" y="625"/>
                    <a:pt x="2432" y="622"/>
                  </a:cubicBezTo>
                  <a:cubicBezTo>
                    <a:pt x="2428" y="615"/>
                    <a:pt x="2424" y="608"/>
                    <a:pt x="2419" y="601"/>
                  </a:cubicBezTo>
                  <a:cubicBezTo>
                    <a:pt x="2417" y="598"/>
                    <a:pt x="2412" y="597"/>
                    <a:pt x="2408" y="599"/>
                  </a:cubicBezTo>
                  <a:cubicBezTo>
                    <a:pt x="2404" y="601"/>
                    <a:pt x="2403" y="606"/>
                    <a:pt x="2406" y="610"/>
                  </a:cubicBezTo>
                  <a:close/>
                  <a:moveTo>
                    <a:pt x="2334" y="510"/>
                  </a:moveTo>
                  <a:cubicBezTo>
                    <a:pt x="2339" y="516"/>
                    <a:pt x="2344" y="522"/>
                    <a:pt x="2349" y="528"/>
                  </a:cubicBezTo>
                  <a:cubicBezTo>
                    <a:pt x="2351" y="532"/>
                    <a:pt x="2356" y="533"/>
                    <a:pt x="2360" y="530"/>
                  </a:cubicBezTo>
                  <a:cubicBezTo>
                    <a:pt x="2363" y="527"/>
                    <a:pt x="2364" y="522"/>
                    <a:pt x="2361" y="519"/>
                  </a:cubicBezTo>
                  <a:cubicBezTo>
                    <a:pt x="2356" y="512"/>
                    <a:pt x="2351" y="506"/>
                    <a:pt x="2346" y="500"/>
                  </a:cubicBezTo>
                  <a:cubicBezTo>
                    <a:pt x="2344" y="496"/>
                    <a:pt x="2339" y="496"/>
                    <a:pt x="2335" y="498"/>
                  </a:cubicBezTo>
                  <a:cubicBezTo>
                    <a:pt x="2332" y="501"/>
                    <a:pt x="2331" y="506"/>
                    <a:pt x="2334" y="510"/>
                  </a:cubicBezTo>
                  <a:close/>
                  <a:moveTo>
                    <a:pt x="2253" y="416"/>
                  </a:moveTo>
                  <a:cubicBezTo>
                    <a:pt x="2258" y="422"/>
                    <a:pt x="2264" y="428"/>
                    <a:pt x="2269" y="434"/>
                  </a:cubicBezTo>
                  <a:cubicBezTo>
                    <a:pt x="2272" y="437"/>
                    <a:pt x="2277" y="437"/>
                    <a:pt x="2280" y="434"/>
                  </a:cubicBezTo>
                  <a:cubicBezTo>
                    <a:pt x="2284" y="431"/>
                    <a:pt x="2284" y="426"/>
                    <a:pt x="2281" y="423"/>
                  </a:cubicBezTo>
                  <a:cubicBezTo>
                    <a:pt x="2275" y="417"/>
                    <a:pt x="2270" y="411"/>
                    <a:pt x="2264" y="405"/>
                  </a:cubicBezTo>
                  <a:cubicBezTo>
                    <a:pt x="2261" y="402"/>
                    <a:pt x="2256" y="402"/>
                    <a:pt x="2253" y="405"/>
                  </a:cubicBezTo>
                  <a:cubicBezTo>
                    <a:pt x="2250" y="408"/>
                    <a:pt x="2250" y="413"/>
                    <a:pt x="2253" y="416"/>
                  </a:cubicBezTo>
                  <a:close/>
                  <a:moveTo>
                    <a:pt x="2163" y="331"/>
                  </a:moveTo>
                  <a:cubicBezTo>
                    <a:pt x="2169" y="336"/>
                    <a:pt x="2175" y="342"/>
                    <a:pt x="2181" y="347"/>
                  </a:cubicBezTo>
                  <a:cubicBezTo>
                    <a:pt x="2184" y="350"/>
                    <a:pt x="2190" y="350"/>
                    <a:pt x="2192" y="346"/>
                  </a:cubicBezTo>
                  <a:cubicBezTo>
                    <a:pt x="2195" y="343"/>
                    <a:pt x="2195" y="338"/>
                    <a:pt x="2192" y="335"/>
                  </a:cubicBezTo>
                  <a:cubicBezTo>
                    <a:pt x="2186" y="330"/>
                    <a:pt x="2180" y="324"/>
                    <a:pt x="2174" y="319"/>
                  </a:cubicBezTo>
                  <a:cubicBezTo>
                    <a:pt x="2170" y="316"/>
                    <a:pt x="2165" y="317"/>
                    <a:pt x="2162" y="320"/>
                  </a:cubicBezTo>
                  <a:cubicBezTo>
                    <a:pt x="2160" y="323"/>
                    <a:pt x="2160" y="328"/>
                    <a:pt x="2163" y="331"/>
                  </a:cubicBezTo>
                  <a:close/>
                  <a:moveTo>
                    <a:pt x="2066" y="255"/>
                  </a:moveTo>
                  <a:cubicBezTo>
                    <a:pt x="2073" y="260"/>
                    <a:pt x="2079" y="264"/>
                    <a:pt x="2085" y="269"/>
                  </a:cubicBezTo>
                  <a:cubicBezTo>
                    <a:pt x="2089" y="272"/>
                    <a:pt x="2094" y="271"/>
                    <a:pt x="2097" y="267"/>
                  </a:cubicBezTo>
                  <a:cubicBezTo>
                    <a:pt x="2099" y="264"/>
                    <a:pt x="2098" y="259"/>
                    <a:pt x="2095" y="256"/>
                  </a:cubicBezTo>
                  <a:cubicBezTo>
                    <a:pt x="2088" y="251"/>
                    <a:pt x="2082" y="247"/>
                    <a:pt x="2075" y="242"/>
                  </a:cubicBezTo>
                  <a:cubicBezTo>
                    <a:pt x="2072" y="239"/>
                    <a:pt x="2067" y="240"/>
                    <a:pt x="2064" y="244"/>
                  </a:cubicBezTo>
                  <a:cubicBezTo>
                    <a:pt x="2062" y="247"/>
                    <a:pt x="2062" y="252"/>
                    <a:pt x="2066" y="255"/>
                  </a:cubicBezTo>
                  <a:close/>
                  <a:moveTo>
                    <a:pt x="1962" y="188"/>
                  </a:moveTo>
                  <a:cubicBezTo>
                    <a:pt x="1969" y="192"/>
                    <a:pt x="1976" y="196"/>
                    <a:pt x="1983" y="200"/>
                  </a:cubicBezTo>
                  <a:cubicBezTo>
                    <a:pt x="1986" y="203"/>
                    <a:pt x="1991" y="201"/>
                    <a:pt x="1994" y="198"/>
                  </a:cubicBezTo>
                  <a:cubicBezTo>
                    <a:pt x="1996" y="194"/>
                    <a:pt x="1995" y="189"/>
                    <a:pt x="1991" y="187"/>
                  </a:cubicBezTo>
                  <a:cubicBezTo>
                    <a:pt x="1984" y="182"/>
                    <a:pt x="1977" y="178"/>
                    <a:pt x="1970" y="174"/>
                  </a:cubicBezTo>
                  <a:cubicBezTo>
                    <a:pt x="1966" y="172"/>
                    <a:pt x="1961" y="173"/>
                    <a:pt x="1959" y="177"/>
                  </a:cubicBezTo>
                  <a:cubicBezTo>
                    <a:pt x="1957" y="181"/>
                    <a:pt x="1958" y="186"/>
                    <a:pt x="1962" y="188"/>
                  </a:cubicBezTo>
                  <a:close/>
                  <a:moveTo>
                    <a:pt x="1852" y="132"/>
                  </a:moveTo>
                  <a:cubicBezTo>
                    <a:pt x="1859" y="135"/>
                    <a:pt x="1866" y="138"/>
                    <a:pt x="1874" y="142"/>
                  </a:cubicBezTo>
                  <a:cubicBezTo>
                    <a:pt x="1878" y="144"/>
                    <a:pt x="1882" y="142"/>
                    <a:pt x="1884" y="138"/>
                  </a:cubicBezTo>
                  <a:cubicBezTo>
                    <a:pt x="1886" y="134"/>
                    <a:pt x="1885" y="129"/>
                    <a:pt x="1881" y="127"/>
                  </a:cubicBezTo>
                  <a:cubicBezTo>
                    <a:pt x="1873" y="124"/>
                    <a:pt x="1866" y="120"/>
                    <a:pt x="1859" y="117"/>
                  </a:cubicBezTo>
                  <a:cubicBezTo>
                    <a:pt x="1855" y="115"/>
                    <a:pt x="1850" y="117"/>
                    <a:pt x="1848" y="121"/>
                  </a:cubicBezTo>
                  <a:cubicBezTo>
                    <a:pt x="1846" y="125"/>
                    <a:pt x="1848" y="130"/>
                    <a:pt x="1852" y="132"/>
                  </a:cubicBezTo>
                  <a:close/>
                  <a:moveTo>
                    <a:pt x="1737" y="86"/>
                  </a:moveTo>
                  <a:cubicBezTo>
                    <a:pt x="1745" y="88"/>
                    <a:pt x="1752" y="91"/>
                    <a:pt x="1760" y="94"/>
                  </a:cubicBezTo>
                  <a:cubicBezTo>
                    <a:pt x="1764" y="95"/>
                    <a:pt x="1768" y="93"/>
                    <a:pt x="1770" y="89"/>
                  </a:cubicBezTo>
                  <a:cubicBezTo>
                    <a:pt x="1771" y="85"/>
                    <a:pt x="1769" y="80"/>
                    <a:pt x="1765" y="79"/>
                  </a:cubicBezTo>
                  <a:cubicBezTo>
                    <a:pt x="1758" y="76"/>
                    <a:pt x="1750" y="73"/>
                    <a:pt x="1742" y="71"/>
                  </a:cubicBezTo>
                  <a:cubicBezTo>
                    <a:pt x="1738" y="69"/>
                    <a:pt x="1734" y="71"/>
                    <a:pt x="1732" y="76"/>
                  </a:cubicBezTo>
                  <a:cubicBezTo>
                    <a:pt x="1731" y="80"/>
                    <a:pt x="1733" y="84"/>
                    <a:pt x="1737" y="86"/>
                  </a:cubicBezTo>
                  <a:close/>
                  <a:moveTo>
                    <a:pt x="1618" y="51"/>
                  </a:moveTo>
                  <a:cubicBezTo>
                    <a:pt x="1626" y="53"/>
                    <a:pt x="1634" y="55"/>
                    <a:pt x="1642" y="57"/>
                  </a:cubicBezTo>
                  <a:cubicBezTo>
                    <a:pt x="1646" y="58"/>
                    <a:pt x="1650" y="56"/>
                    <a:pt x="1651" y="51"/>
                  </a:cubicBezTo>
                  <a:cubicBezTo>
                    <a:pt x="1652" y="47"/>
                    <a:pt x="1650" y="43"/>
                    <a:pt x="1646" y="41"/>
                  </a:cubicBezTo>
                  <a:cubicBezTo>
                    <a:pt x="1638" y="39"/>
                    <a:pt x="1630" y="37"/>
                    <a:pt x="1622" y="36"/>
                  </a:cubicBezTo>
                  <a:cubicBezTo>
                    <a:pt x="1618" y="35"/>
                    <a:pt x="1614" y="37"/>
                    <a:pt x="1612" y="42"/>
                  </a:cubicBezTo>
                  <a:cubicBezTo>
                    <a:pt x="1611" y="46"/>
                    <a:pt x="1614" y="50"/>
                    <a:pt x="1618" y="51"/>
                  </a:cubicBezTo>
                  <a:close/>
                  <a:moveTo>
                    <a:pt x="1497" y="28"/>
                  </a:moveTo>
                  <a:cubicBezTo>
                    <a:pt x="1505" y="29"/>
                    <a:pt x="1513" y="30"/>
                    <a:pt x="1521" y="32"/>
                  </a:cubicBezTo>
                  <a:cubicBezTo>
                    <a:pt x="1525" y="32"/>
                    <a:pt x="1529" y="29"/>
                    <a:pt x="1530" y="25"/>
                  </a:cubicBezTo>
                  <a:cubicBezTo>
                    <a:pt x="1531" y="21"/>
                    <a:pt x="1528" y="17"/>
                    <a:pt x="1523" y="16"/>
                  </a:cubicBezTo>
                  <a:cubicBezTo>
                    <a:pt x="1515" y="15"/>
                    <a:pt x="1507" y="13"/>
                    <a:pt x="1499" y="12"/>
                  </a:cubicBezTo>
                  <a:cubicBezTo>
                    <a:pt x="1495" y="12"/>
                    <a:pt x="1491" y="15"/>
                    <a:pt x="1490" y="19"/>
                  </a:cubicBezTo>
                  <a:cubicBezTo>
                    <a:pt x="1490" y="23"/>
                    <a:pt x="1493" y="28"/>
                    <a:pt x="1497" y="28"/>
                  </a:cubicBezTo>
                  <a:close/>
                  <a:moveTo>
                    <a:pt x="1374" y="17"/>
                  </a:moveTo>
                  <a:cubicBezTo>
                    <a:pt x="1382" y="17"/>
                    <a:pt x="1390" y="18"/>
                    <a:pt x="1398" y="18"/>
                  </a:cubicBezTo>
                  <a:cubicBezTo>
                    <a:pt x="1402" y="18"/>
                    <a:pt x="1406" y="15"/>
                    <a:pt x="1406" y="11"/>
                  </a:cubicBezTo>
                  <a:cubicBezTo>
                    <a:pt x="1407" y="6"/>
                    <a:pt x="1403" y="2"/>
                    <a:pt x="1399" y="2"/>
                  </a:cubicBezTo>
                  <a:cubicBezTo>
                    <a:pt x="1391" y="2"/>
                    <a:pt x="1383" y="1"/>
                    <a:pt x="1375" y="1"/>
                  </a:cubicBezTo>
                  <a:cubicBezTo>
                    <a:pt x="1370" y="1"/>
                    <a:pt x="1367" y="4"/>
                    <a:pt x="1366" y="8"/>
                  </a:cubicBezTo>
                  <a:cubicBezTo>
                    <a:pt x="1366" y="13"/>
                    <a:pt x="1370" y="17"/>
                    <a:pt x="1374" y="17"/>
                  </a:cubicBezTo>
                  <a:close/>
                  <a:moveTo>
                    <a:pt x="1250" y="17"/>
                  </a:moveTo>
                  <a:cubicBezTo>
                    <a:pt x="1258" y="17"/>
                    <a:pt x="1266" y="16"/>
                    <a:pt x="1274" y="16"/>
                  </a:cubicBezTo>
                  <a:cubicBezTo>
                    <a:pt x="1279" y="16"/>
                    <a:pt x="1282" y="12"/>
                    <a:pt x="1282" y="8"/>
                  </a:cubicBezTo>
                  <a:cubicBezTo>
                    <a:pt x="1282" y="3"/>
                    <a:pt x="1278" y="0"/>
                    <a:pt x="1274" y="0"/>
                  </a:cubicBezTo>
                  <a:cubicBezTo>
                    <a:pt x="1266" y="0"/>
                    <a:pt x="1258" y="1"/>
                    <a:pt x="1250" y="1"/>
                  </a:cubicBezTo>
                  <a:cubicBezTo>
                    <a:pt x="1245" y="1"/>
                    <a:pt x="1242" y="5"/>
                    <a:pt x="1242" y="9"/>
                  </a:cubicBezTo>
                  <a:cubicBezTo>
                    <a:pt x="1242" y="14"/>
                    <a:pt x="1246" y="17"/>
                    <a:pt x="1250" y="17"/>
                  </a:cubicBezTo>
                  <a:close/>
                  <a:moveTo>
                    <a:pt x="1127" y="29"/>
                  </a:moveTo>
                  <a:cubicBezTo>
                    <a:pt x="1135" y="28"/>
                    <a:pt x="1143" y="27"/>
                    <a:pt x="1151" y="26"/>
                  </a:cubicBezTo>
                  <a:cubicBezTo>
                    <a:pt x="1156" y="25"/>
                    <a:pt x="1159" y="21"/>
                    <a:pt x="1158" y="17"/>
                  </a:cubicBezTo>
                  <a:cubicBezTo>
                    <a:pt x="1158" y="12"/>
                    <a:pt x="1154" y="9"/>
                    <a:pt x="1149" y="10"/>
                  </a:cubicBezTo>
                  <a:cubicBezTo>
                    <a:pt x="1141" y="11"/>
                    <a:pt x="1133" y="12"/>
                    <a:pt x="1125" y="13"/>
                  </a:cubicBezTo>
                  <a:cubicBezTo>
                    <a:pt x="1121" y="14"/>
                    <a:pt x="1118" y="18"/>
                    <a:pt x="1118" y="22"/>
                  </a:cubicBezTo>
                  <a:cubicBezTo>
                    <a:pt x="1119" y="26"/>
                    <a:pt x="1123" y="29"/>
                    <a:pt x="1127" y="29"/>
                  </a:cubicBezTo>
                  <a:close/>
                  <a:moveTo>
                    <a:pt x="1006" y="52"/>
                  </a:moveTo>
                  <a:cubicBezTo>
                    <a:pt x="1014" y="50"/>
                    <a:pt x="1022" y="48"/>
                    <a:pt x="1029" y="47"/>
                  </a:cubicBezTo>
                  <a:cubicBezTo>
                    <a:pt x="1034" y="46"/>
                    <a:pt x="1037" y="41"/>
                    <a:pt x="1036" y="37"/>
                  </a:cubicBezTo>
                  <a:cubicBezTo>
                    <a:pt x="1035" y="33"/>
                    <a:pt x="1030" y="30"/>
                    <a:pt x="1026" y="31"/>
                  </a:cubicBezTo>
                  <a:cubicBezTo>
                    <a:pt x="1018" y="33"/>
                    <a:pt x="1010" y="35"/>
                    <a:pt x="1002" y="37"/>
                  </a:cubicBezTo>
                  <a:cubicBezTo>
                    <a:pt x="998" y="38"/>
                    <a:pt x="995" y="42"/>
                    <a:pt x="997" y="46"/>
                  </a:cubicBezTo>
                  <a:cubicBezTo>
                    <a:pt x="998" y="51"/>
                    <a:pt x="1002" y="53"/>
                    <a:pt x="1006" y="52"/>
                  </a:cubicBezTo>
                  <a:close/>
                  <a:moveTo>
                    <a:pt x="888" y="87"/>
                  </a:moveTo>
                  <a:cubicBezTo>
                    <a:pt x="895" y="85"/>
                    <a:pt x="903" y="82"/>
                    <a:pt x="910" y="79"/>
                  </a:cubicBezTo>
                  <a:cubicBezTo>
                    <a:pt x="915" y="78"/>
                    <a:pt x="917" y="74"/>
                    <a:pt x="915" y="69"/>
                  </a:cubicBezTo>
                  <a:cubicBezTo>
                    <a:pt x="914" y="65"/>
                    <a:pt x="910" y="63"/>
                    <a:pt x="905" y="64"/>
                  </a:cubicBezTo>
                  <a:cubicBezTo>
                    <a:pt x="898" y="67"/>
                    <a:pt x="890" y="69"/>
                    <a:pt x="882" y="72"/>
                  </a:cubicBezTo>
                  <a:cubicBezTo>
                    <a:pt x="878" y="73"/>
                    <a:pt x="876" y="78"/>
                    <a:pt x="878" y="82"/>
                  </a:cubicBezTo>
                  <a:cubicBezTo>
                    <a:pt x="879" y="86"/>
                    <a:pt x="884" y="89"/>
                    <a:pt x="888" y="87"/>
                  </a:cubicBezTo>
                  <a:close/>
                  <a:moveTo>
                    <a:pt x="773" y="133"/>
                  </a:moveTo>
                  <a:cubicBezTo>
                    <a:pt x="780" y="130"/>
                    <a:pt x="788" y="127"/>
                    <a:pt x="795" y="123"/>
                  </a:cubicBezTo>
                  <a:cubicBezTo>
                    <a:pt x="799" y="122"/>
                    <a:pt x="801" y="117"/>
                    <a:pt x="799" y="113"/>
                  </a:cubicBezTo>
                  <a:cubicBezTo>
                    <a:pt x="797" y="109"/>
                    <a:pt x="793" y="107"/>
                    <a:pt x="789" y="109"/>
                  </a:cubicBezTo>
                  <a:cubicBezTo>
                    <a:pt x="781" y="112"/>
                    <a:pt x="774" y="115"/>
                    <a:pt x="767" y="119"/>
                  </a:cubicBezTo>
                  <a:cubicBezTo>
                    <a:pt x="763" y="120"/>
                    <a:pt x="761" y="125"/>
                    <a:pt x="763" y="129"/>
                  </a:cubicBezTo>
                  <a:cubicBezTo>
                    <a:pt x="764" y="133"/>
                    <a:pt x="769" y="135"/>
                    <a:pt x="773" y="133"/>
                  </a:cubicBezTo>
                  <a:close/>
                  <a:moveTo>
                    <a:pt x="664" y="190"/>
                  </a:moveTo>
                  <a:cubicBezTo>
                    <a:pt x="671" y="186"/>
                    <a:pt x="677" y="182"/>
                    <a:pt x="684" y="178"/>
                  </a:cubicBezTo>
                  <a:cubicBezTo>
                    <a:pt x="688" y="176"/>
                    <a:pt x="690" y="171"/>
                    <a:pt x="688" y="167"/>
                  </a:cubicBezTo>
                  <a:cubicBezTo>
                    <a:pt x="685" y="163"/>
                    <a:pt x="680" y="162"/>
                    <a:pt x="677" y="164"/>
                  </a:cubicBezTo>
                  <a:cubicBezTo>
                    <a:pt x="670" y="168"/>
                    <a:pt x="663" y="172"/>
                    <a:pt x="656" y="176"/>
                  </a:cubicBezTo>
                  <a:cubicBezTo>
                    <a:pt x="652" y="178"/>
                    <a:pt x="651" y="183"/>
                    <a:pt x="653" y="187"/>
                  </a:cubicBezTo>
                  <a:cubicBezTo>
                    <a:pt x="655" y="191"/>
                    <a:pt x="660" y="192"/>
                    <a:pt x="664" y="190"/>
                  </a:cubicBezTo>
                  <a:close/>
                  <a:moveTo>
                    <a:pt x="560" y="257"/>
                  </a:moveTo>
                  <a:cubicBezTo>
                    <a:pt x="566" y="252"/>
                    <a:pt x="573" y="248"/>
                    <a:pt x="579" y="243"/>
                  </a:cubicBezTo>
                  <a:cubicBezTo>
                    <a:pt x="583" y="241"/>
                    <a:pt x="584" y="236"/>
                    <a:pt x="582" y="232"/>
                  </a:cubicBezTo>
                  <a:cubicBezTo>
                    <a:pt x="579" y="228"/>
                    <a:pt x="574" y="228"/>
                    <a:pt x="570" y="230"/>
                  </a:cubicBezTo>
                  <a:cubicBezTo>
                    <a:pt x="564" y="235"/>
                    <a:pt x="557" y="239"/>
                    <a:pt x="551" y="244"/>
                  </a:cubicBezTo>
                  <a:cubicBezTo>
                    <a:pt x="547" y="246"/>
                    <a:pt x="546" y="251"/>
                    <a:pt x="549" y="255"/>
                  </a:cubicBezTo>
                  <a:cubicBezTo>
                    <a:pt x="551" y="259"/>
                    <a:pt x="556" y="259"/>
                    <a:pt x="560" y="257"/>
                  </a:cubicBezTo>
                  <a:close/>
                  <a:moveTo>
                    <a:pt x="463" y="333"/>
                  </a:moveTo>
                  <a:cubicBezTo>
                    <a:pt x="469" y="328"/>
                    <a:pt x="475" y="323"/>
                    <a:pt x="481" y="318"/>
                  </a:cubicBezTo>
                  <a:cubicBezTo>
                    <a:pt x="485" y="315"/>
                    <a:pt x="485" y="310"/>
                    <a:pt x="482" y="307"/>
                  </a:cubicBezTo>
                  <a:cubicBezTo>
                    <a:pt x="479" y="303"/>
                    <a:pt x="474" y="303"/>
                    <a:pt x="471" y="306"/>
                  </a:cubicBezTo>
                  <a:cubicBezTo>
                    <a:pt x="465" y="311"/>
                    <a:pt x="459" y="316"/>
                    <a:pt x="452" y="321"/>
                  </a:cubicBezTo>
                  <a:cubicBezTo>
                    <a:pt x="449" y="324"/>
                    <a:pt x="449" y="329"/>
                    <a:pt x="452" y="333"/>
                  </a:cubicBezTo>
                  <a:cubicBezTo>
                    <a:pt x="455" y="336"/>
                    <a:pt x="460" y="336"/>
                    <a:pt x="463" y="333"/>
                  </a:cubicBezTo>
                  <a:close/>
                  <a:moveTo>
                    <a:pt x="374" y="419"/>
                  </a:moveTo>
                  <a:cubicBezTo>
                    <a:pt x="379" y="413"/>
                    <a:pt x="385" y="407"/>
                    <a:pt x="390" y="402"/>
                  </a:cubicBezTo>
                  <a:cubicBezTo>
                    <a:pt x="393" y="398"/>
                    <a:pt x="393" y="393"/>
                    <a:pt x="390" y="390"/>
                  </a:cubicBezTo>
                  <a:cubicBezTo>
                    <a:pt x="387" y="387"/>
                    <a:pt x="382" y="387"/>
                    <a:pt x="379" y="390"/>
                  </a:cubicBezTo>
                  <a:cubicBezTo>
                    <a:pt x="373" y="396"/>
                    <a:pt x="368" y="402"/>
                    <a:pt x="362" y="408"/>
                  </a:cubicBezTo>
                  <a:cubicBezTo>
                    <a:pt x="359" y="411"/>
                    <a:pt x="359" y="416"/>
                    <a:pt x="362" y="419"/>
                  </a:cubicBezTo>
                  <a:cubicBezTo>
                    <a:pt x="366" y="422"/>
                    <a:pt x="371" y="422"/>
                    <a:pt x="374" y="419"/>
                  </a:cubicBezTo>
                  <a:close/>
                  <a:moveTo>
                    <a:pt x="293" y="512"/>
                  </a:moveTo>
                  <a:cubicBezTo>
                    <a:pt x="298" y="506"/>
                    <a:pt x="303" y="500"/>
                    <a:pt x="308" y="494"/>
                  </a:cubicBezTo>
                  <a:cubicBezTo>
                    <a:pt x="310" y="490"/>
                    <a:pt x="310" y="485"/>
                    <a:pt x="307" y="482"/>
                  </a:cubicBezTo>
                  <a:cubicBezTo>
                    <a:pt x="303" y="480"/>
                    <a:pt x="298" y="480"/>
                    <a:pt x="295" y="483"/>
                  </a:cubicBezTo>
                  <a:cubicBezTo>
                    <a:pt x="290" y="490"/>
                    <a:pt x="285" y="496"/>
                    <a:pt x="280" y="502"/>
                  </a:cubicBezTo>
                  <a:cubicBezTo>
                    <a:pt x="277" y="506"/>
                    <a:pt x="278" y="511"/>
                    <a:pt x="282" y="514"/>
                  </a:cubicBezTo>
                  <a:cubicBezTo>
                    <a:pt x="285" y="516"/>
                    <a:pt x="290" y="516"/>
                    <a:pt x="293" y="512"/>
                  </a:cubicBezTo>
                  <a:close/>
                  <a:moveTo>
                    <a:pt x="221" y="613"/>
                  </a:moveTo>
                  <a:cubicBezTo>
                    <a:pt x="225" y="606"/>
                    <a:pt x="230" y="600"/>
                    <a:pt x="234" y="593"/>
                  </a:cubicBezTo>
                  <a:cubicBezTo>
                    <a:pt x="237" y="589"/>
                    <a:pt x="236" y="584"/>
                    <a:pt x="232" y="582"/>
                  </a:cubicBezTo>
                  <a:cubicBezTo>
                    <a:pt x="228" y="579"/>
                    <a:pt x="223" y="580"/>
                    <a:pt x="221" y="584"/>
                  </a:cubicBezTo>
                  <a:cubicBezTo>
                    <a:pt x="216" y="591"/>
                    <a:pt x="212" y="598"/>
                    <a:pt x="208" y="604"/>
                  </a:cubicBezTo>
                  <a:cubicBezTo>
                    <a:pt x="205" y="608"/>
                    <a:pt x="206" y="613"/>
                    <a:pt x="210" y="615"/>
                  </a:cubicBezTo>
                  <a:cubicBezTo>
                    <a:pt x="214" y="618"/>
                    <a:pt x="219" y="617"/>
                    <a:pt x="221" y="613"/>
                  </a:cubicBezTo>
                  <a:close/>
                  <a:moveTo>
                    <a:pt x="159" y="720"/>
                  </a:moveTo>
                  <a:cubicBezTo>
                    <a:pt x="163" y="713"/>
                    <a:pt x="167" y="706"/>
                    <a:pt x="170" y="699"/>
                  </a:cubicBezTo>
                  <a:cubicBezTo>
                    <a:pt x="173" y="695"/>
                    <a:pt x="171" y="690"/>
                    <a:pt x="167" y="688"/>
                  </a:cubicBezTo>
                  <a:cubicBezTo>
                    <a:pt x="163" y="686"/>
                    <a:pt x="158" y="687"/>
                    <a:pt x="156" y="691"/>
                  </a:cubicBezTo>
                  <a:cubicBezTo>
                    <a:pt x="152" y="698"/>
                    <a:pt x="149" y="706"/>
                    <a:pt x="145" y="713"/>
                  </a:cubicBezTo>
                  <a:cubicBezTo>
                    <a:pt x="143" y="717"/>
                    <a:pt x="145" y="722"/>
                    <a:pt x="148" y="724"/>
                  </a:cubicBezTo>
                  <a:cubicBezTo>
                    <a:pt x="152" y="726"/>
                    <a:pt x="157" y="724"/>
                    <a:pt x="159" y="720"/>
                  </a:cubicBezTo>
                  <a:close/>
                  <a:moveTo>
                    <a:pt x="108" y="833"/>
                  </a:moveTo>
                  <a:cubicBezTo>
                    <a:pt x="111" y="825"/>
                    <a:pt x="114" y="818"/>
                    <a:pt x="117" y="810"/>
                  </a:cubicBezTo>
                  <a:cubicBezTo>
                    <a:pt x="119" y="806"/>
                    <a:pt x="117" y="802"/>
                    <a:pt x="113" y="800"/>
                  </a:cubicBezTo>
                  <a:cubicBezTo>
                    <a:pt x="109" y="798"/>
                    <a:pt x="104" y="800"/>
                    <a:pt x="102" y="804"/>
                  </a:cubicBezTo>
                  <a:cubicBezTo>
                    <a:pt x="99" y="812"/>
                    <a:pt x="96" y="819"/>
                    <a:pt x="93" y="827"/>
                  </a:cubicBezTo>
                  <a:cubicBezTo>
                    <a:pt x="91" y="831"/>
                    <a:pt x="93" y="835"/>
                    <a:pt x="98" y="837"/>
                  </a:cubicBezTo>
                  <a:cubicBezTo>
                    <a:pt x="102" y="839"/>
                    <a:pt x="106" y="837"/>
                    <a:pt x="108" y="833"/>
                  </a:cubicBezTo>
                  <a:close/>
                  <a:moveTo>
                    <a:pt x="68" y="950"/>
                  </a:moveTo>
                  <a:cubicBezTo>
                    <a:pt x="70" y="942"/>
                    <a:pt x="72" y="934"/>
                    <a:pt x="75" y="927"/>
                  </a:cubicBezTo>
                  <a:cubicBezTo>
                    <a:pt x="76" y="922"/>
                    <a:pt x="73" y="918"/>
                    <a:pt x="69" y="917"/>
                  </a:cubicBezTo>
                  <a:cubicBezTo>
                    <a:pt x="65" y="915"/>
                    <a:pt x="61" y="918"/>
                    <a:pt x="59" y="922"/>
                  </a:cubicBezTo>
                  <a:cubicBezTo>
                    <a:pt x="57" y="930"/>
                    <a:pt x="55" y="937"/>
                    <a:pt x="52" y="945"/>
                  </a:cubicBezTo>
                  <a:cubicBezTo>
                    <a:pt x="51" y="949"/>
                    <a:pt x="53" y="954"/>
                    <a:pt x="58" y="955"/>
                  </a:cubicBezTo>
                  <a:cubicBezTo>
                    <a:pt x="62" y="956"/>
                    <a:pt x="66" y="954"/>
                    <a:pt x="68" y="950"/>
                  </a:cubicBezTo>
                  <a:close/>
                  <a:moveTo>
                    <a:pt x="39" y="1070"/>
                  </a:moveTo>
                  <a:cubicBezTo>
                    <a:pt x="40" y="1062"/>
                    <a:pt x="42" y="1054"/>
                    <a:pt x="43" y="1046"/>
                  </a:cubicBezTo>
                  <a:cubicBezTo>
                    <a:pt x="44" y="1042"/>
                    <a:pt x="42" y="1038"/>
                    <a:pt x="37" y="1037"/>
                  </a:cubicBezTo>
                  <a:cubicBezTo>
                    <a:pt x="33" y="1036"/>
                    <a:pt x="29" y="1039"/>
                    <a:pt x="28" y="1043"/>
                  </a:cubicBezTo>
                  <a:cubicBezTo>
                    <a:pt x="26" y="1051"/>
                    <a:pt x="25" y="1059"/>
                    <a:pt x="23" y="1067"/>
                  </a:cubicBezTo>
                  <a:cubicBezTo>
                    <a:pt x="22" y="1071"/>
                    <a:pt x="25" y="1075"/>
                    <a:pt x="29" y="1076"/>
                  </a:cubicBezTo>
                  <a:cubicBezTo>
                    <a:pt x="34" y="1077"/>
                    <a:pt x="38" y="1074"/>
                    <a:pt x="39" y="1070"/>
                  </a:cubicBezTo>
                  <a:close/>
                  <a:moveTo>
                    <a:pt x="21" y="1192"/>
                  </a:moveTo>
                  <a:cubicBezTo>
                    <a:pt x="22" y="1184"/>
                    <a:pt x="23" y="1176"/>
                    <a:pt x="24" y="1168"/>
                  </a:cubicBezTo>
                  <a:cubicBezTo>
                    <a:pt x="24" y="1164"/>
                    <a:pt x="21" y="1160"/>
                    <a:pt x="17" y="1159"/>
                  </a:cubicBezTo>
                  <a:cubicBezTo>
                    <a:pt x="12" y="1159"/>
                    <a:pt x="8" y="1162"/>
                    <a:pt x="8" y="1166"/>
                  </a:cubicBezTo>
                  <a:cubicBezTo>
                    <a:pt x="7" y="1174"/>
                    <a:pt x="6" y="1182"/>
                    <a:pt x="6" y="1191"/>
                  </a:cubicBezTo>
                  <a:cubicBezTo>
                    <a:pt x="5" y="1195"/>
                    <a:pt x="8" y="1199"/>
                    <a:pt x="13" y="1199"/>
                  </a:cubicBezTo>
                  <a:cubicBezTo>
                    <a:pt x="17" y="1200"/>
                    <a:pt x="21" y="1196"/>
                    <a:pt x="21" y="1192"/>
                  </a:cubicBezTo>
                  <a:close/>
                  <a:moveTo>
                    <a:pt x="16" y="1315"/>
                  </a:moveTo>
                  <a:cubicBezTo>
                    <a:pt x="16" y="1315"/>
                    <a:pt x="16" y="1314"/>
                    <a:pt x="16" y="1314"/>
                  </a:cubicBezTo>
                  <a:cubicBezTo>
                    <a:pt x="16" y="1306"/>
                    <a:pt x="16" y="1299"/>
                    <a:pt x="16" y="1291"/>
                  </a:cubicBezTo>
                  <a:cubicBezTo>
                    <a:pt x="16" y="1287"/>
                    <a:pt x="13" y="1283"/>
                    <a:pt x="8" y="1283"/>
                  </a:cubicBezTo>
                  <a:cubicBezTo>
                    <a:pt x="4" y="1283"/>
                    <a:pt x="0" y="1287"/>
                    <a:pt x="0" y="1291"/>
                  </a:cubicBezTo>
                  <a:cubicBezTo>
                    <a:pt x="0" y="1299"/>
                    <a:pt x="0" y="1306"/>
                    <a:pt x="0" y="1314"/>
                  </a:cubicBezTo>
                  <a:cubicBezTo>
                    <a:pt x="0" y="1314"/>
                    <a:pt x="0" y="1315"/>
                    <a:pt x="0" y="1315"/>
                  </a:cubicBezTo>
                  <a:cubicBezTo>
                    <a:pt x="0" y="1320"/>
                    <a:pt x="3" y="1323"/>
                    <a:pt x="8" y="1323"/>
                  </a:cubicBezTo>
                  <a:cubicBezTo>
                    <a:pt x="12" y="1323"/>
                    <a:pt x="16" y="1320"/>
                    <a:pt x="16" y="1315"/>
                  </a:cubicBezTo>
                  <a:close/>
                  <a:moveTo>
                    <a:pt x="22" y="1439"/>
                  </a:moveTo>
                  <a:cubicBezTo>
                    <a:pt x="21" y="1431"/>
                    <a:pt x="20" y="1423"/>
                    <a:pt x="20" y="1415"/>
                  </a:cubicBezTo>
                  <a:cubicBezTo>
                    <a:pt x="19" y="1411"/>
                    <a:pt x="15" y="1407"/>
                    <a:pt x="11" y="1408"/>
                  </a:cubicBezTo>
                  <a:cubicBezTo>
                    <a:pt x="7" y="1408"/>
                    <a:pt x="3" y="1412"/>
                    <a:pt x="4" y="1416"/>
                  </a:cubicBezTo>
                  <a:cubicBezTo>
                    <a:pt x="4" y="1424"/>
                    <a:pt x="5" y="1432"/>
                    <a:pt x="6" y="1440"/>
                  </a:cubicBezTo>
                  <a:cubicBezTo>
                    <a:pt x="6" y="1445"/>
                    <a:pt x="10" y="1448"/>
                    <a:pt x="14" y="1448"/>
                  </a:cubicBezTo>
                  <a:cubicBezTo>
                    <a:pt x="19" y="1447"/>
                    <a:pt x="22" y="1443"/>
                    <a:pt x="22" y="1439"/>
                  </a:cubicBezTo>
                  <a:close/>
                  <a:moveTo>
                    <a:pt x="39" y="1561"/>
                  </a:moveTo>
                  <a:cubicBezTo>
                    <a:pt x="38" y="1553"/>
                    <a:pt x="36" y="1545"/>
                    <a:pt x="35" y="1538"/>
                  </a:cubicBezTo>
                  <a:cubicBezTo>
                    <a:pt x="34" y="1533"/>
                    <a:pt x="30" y="1530"/>
                    <a:pt x="26" y="1531"/>
                  </a:cubicBezTo>
                  <a:cubicBezTo>
                    <a:pt x="21" y="1532"/>
                    <a:pt x="18" y="1536"/>
                    <a:pt x="19" y="1540"/>
                  </a:cubicBezTo>
                  <a:cubicBezTo>
                    <a:pt x="21" y="1548"/>
                    <a:pt x="22" y="1556"/>
                    <a:pt x="24" y="1564"/>
                  </a:cubicBezTo>
                  <a:cubicBezTo>
                    <a:pt x="24" y="1568"/>
                    <a:pt x="29" y="1571"/>
                    <a:pt x="33" y="1570"/>
                  </a:cubicBezTo>
                  <a:cubicBezTo>
                    <a:pt x="37" y="1570"/>
                    <a:pt x="40" y="1565"/>
                    <a:pt x="39" y="1561"/>
                  </a:cubicBezTo>
                  <a:close/>
                  <a:moveTo>
                    <a:pt x="68" y="1681"/>
                  </a:moveTo>
                  <a:cubicBezTo>
                    <a:pt x="66" y="1674"/>
                    <a:pt x="64" y="1666"/>
                    <a:pt x="62" y="1658"/>
                  </a:cubicBezTo>
                  <a:cubicBezTo>
                    <a:pt x="61" y="1654"/>
                    <a:pt x="56" y="1651"/>
                    <a:pt x="52" y="1653"/>
                  </a:cubicBezTo>
                  <a:cubicBezTo>
                    <a:pt x="48" y="1654"/>
                    <a:pt x="45" y="1658"/>
                    <a:pt x="46" y="1662"/>
                  </a:cubicBezTo>
                  <a:cubicBezTo>
                    <a:pt x="49" y="1670"/>
                    <a:pt x="51" y="1678"/>
                    <a:pt x="53" y="1686"/>
                  </a:cubicBezTo>
                  <a:cubicBezTo>
                    <a:pt x="54" y="1690"/>
                    <a:pt x="59" y="1692"/>
                    <a:pt x="63" y="1691"/>
                  </a:cubicBezTo>
                  <a:cubicBezTo>
                    <a:pt x="67" y="1690"/>
                    <a:pt x="70" y="1685"/>
                    <a:pt x="68" y="1681"/>
                  </a:cubicBezTo>
                  <a:close/>
                  <a:moveTo>
                    <a:pt x="109" y="1798"/>
                  </a:moveTo>
                  <a:cubicBezTo>
                    <a:pt x="106" y="1790"/>
                    <a:pt x="103" y="1783"/>
                    <a:pt x="100" y="1776"/>
                  </a:cubicBezTo>
                  <a:cubicBezTo>
                    <a:pt x="99" y="1771"/>
                    <a:pt x="94" y="1769"/>
                    <a:pt x="90" y="1771"/>
                  </a:cubicBezTo>
                  <a:cubicBezTo>
                    <a:pt x="86" y="1773"/>
                    <a:pt x="84" y="1777"/>
                    <a:pt x="85" y="1781"/>
                  </a:cubicBezTo>
                  <a:cubicBezTo>
                    <a:pt x="88" y="1789"/>
                    <a:pt x="91" y="1796"/>
                    <a:pt x="94" y="1804"/>
                  </a:cubicBezTo>
                  <a:cubicBezTo>
                    <a:pt x="96" y="1808"/>
                    <a:pt x="100" y="1810"/>
                    <a:pt x="104" y="1808"/>
                  </a:cubicBezTo>
                  <a:cubicBezTo>
                    <a:pt x="109" y="1807"/>
                    <a:pt x="111" y="1802"/>
                    <a:pt x="109" y="1798"/>
                  </a:cubicBezTo>
                  <a:close/>
                  <a:moveTo>
                    <a:pt x="160" y="1910"/>
                  </a:moveTo>
                  <a:cubicBezTo>
                    <a:pt x="157" y="1903"/>
                    <a:pt x="153" y="1896"/>
                    <a:pt x="150" y="1889"/>
                  </a:cubicBezTo>
                  <a:cubicBezTo>
                    <a:pt x="148" y="1885"/>
                    <a:pt x="143" y="1883"/>
                    <a:pt x="139" y="1885"/>
                  </a:cubicBezTo>
                  <a:cubicBezTo>
                    <a:pt x="135" y="1887"/>
                    <a:pt x="133" y="1892"/>
                    <a:pt x="135" y="1896"/>
                  </a:cubicBezTo>
                  <a:cubicBezTo>
                    <a:pt x="139" y="1903"/>
                    <a:pt x="142" y="1910"/>
                    <a:pt x="146" y="1917"/>
                  </a:cubicBezTo>
                  <a:cubicBezTo>
                    <a:pt x="148" y="1921"/>
                    <a:pt x="153" y="1923"/>
                    <a:pt x="157" y="1921"/>
                  </a:cubicBezTo>
                  <a:cubicBezTo>
                    <a:pt x="161" y="1919"/>
                    <a:pt x="162" y="1914"/>
                    <a:pt x="160" y="1910"/>
                  </a:cubicBezTo>
                  <a:close/>
                  <a:moveTo>
                    <a:pt x="222" y="2017"/>
                  </a:moveTo>
                  <a:cubicBezTo>
                    <a:pt x="218" y="2010"/>
                    <a:pt x="214" y="2003"/>
                    <a:pt x="209" y="1997"/>
                  </a:cubicBezTo>
                  <a:cubicBezTo>
                    <a:pt x="207" y="1993"/>
                    <a:pt x="202" y="1992"/>
                    <a:pt x="198" y="1994"/>
                  </a:cubicBezTo>
                  <a:cubicBezTo>
                    <a:pt x="195" y="1996"/>
                    <a:pt x="194" y="2001"/>
                    <a:pt x="196" y="2005"/>
                  </a:cubicBezTo>
                  <a:cubicBezTo>
                    <a:pt x="200" y="2012"/>
                    <a:pt x="204" y="2019"/>
                    <a:pt x="209" y="2026"/>
                  </a:cubicBezTo>
                  <a:cubicBezTo>
                    <a:pt x="211" y="2029"/>
                    <a:pt x="216" y="2030"/>
                    <a:pt x="220" y="2028"/>
                  </a:cubicBezTo>
                  <a:cubicBezTo>
                    <a:pt x="224" y="2026"/>
                    <a:pt x="225" y="2021"/>
                    <a:pt x="222" y="2017"/>
                  </a:cubicBezTo>
                  <a:close/>
                  <a:moveTo>
                    <a:pt x="294" y="2117"/>
                  </a:moveTo>
                  <a:cubicBezTo>
                    <a:pt x="289" y="2111"/>
                    <a:pt x="284" y="2105"/>
                    <a:pt x="279" y="2098"/>
                  </a:cubicBezTo>
                  <a:cubicBezTo>
                    <a:pt x="277" y="2095"/>
                    <a:pt x="272" y="2094"/>
                    <a:pt x="268" y="2097"/>
                  </a:cubicBezTo>
                  <a:cubicBezTo>
                    <a:pt x="265" y="2100"/>
                    <a:pt x="264" y="2105"/>
                    <a:pt x="267" y="2108"/>
                  </a:cubicBezTo>
                  <a:cubicBezTo>
                    <a:pt x="272" y="2115"/>
                    <a:pt x="276" y="2121"/>
                    <a:pt x="281" y="2127"/>
                  </a:cubicBezTo>
                  <a:cubicBezTo>
                    <a:pt x="284" y="2131"/>
                    <a:pt x="289" y="2131"/>
                    <a:pt x="293" y="2129"/>
                  </a:cubicBezTo>
                  <a:cubicBezTo>
                    <a:pt x="296" y="2126"/>
                    <a:pt x="297" y="2121"/>
                    <a:pt x="294" y="2117"/>
                  </a:cubicBezTo>
                  <a:close/>
                  <a:moveTo>
                    <a:pt x="375" y="2211"/>
                  </a:moveTo>
                  <a:cubicBezTo>
                    <a:pt x="370" y="2205"/>
                    <a:pt x="364" y="2199"/>
                    <a:pt x="359" y="2193"/>
                  </a:cubicBezTo>
                  <a:cubicBezTo>
                    <a:pt x="356" y="2190"/>
                    <a:pt x="351" y="2190"/>
                    <a:pt x="347" y="2193"/>
                  </a:cubicBezTo>
                  <a:cubicBezTo>
                    <a:pt x="344" y="2196"/>
                    <a:pt x="344" y="2201"/>
                    <a:pt x="347" y="2204"/>
                  </a:cubicBezTo>
                  <a:cubicBezTo>
                    <a:pt x="352" y="2210"/>
                    <a:pt x="358" y="2216"/>
                    <a:pt x="363" y="2222"/>
                  </a:cubicBezTo>
                  <a:cubicBezTo>
                    <a:pt x="366" y="2225"/>
                    <a:pt x="372" y="2225"/>
                    <a:pt x="375" y="2222"/>
                  </a:cubicBezTo>
                  <a:cubicBezTo>
                    <a:pt x="378" y="2219"/>
                    <a:pt x="378" y="2214"/>
                    <a:pt x="375" y="2211"/>
                  </a:cubicBezTo>
                  <a:close/>
                  <a:moveTo>
                    <a:pt x="464" y="2296"/>
                  </a:moveTo>
                  <a:cubicBezTo>
                    <a:pt x="458" y="2291"/>
                    <a:pt x="452" y="2285"/>
                    <a:pt x="447" y="2280"/>
                  </a:cubicBezTo>
                  <a:cubicBezTo>
                    <a:pt x="443" y="2277"/>
                    <a:pt x="438" y="2277"/>
                    <a:pt x="435" y="2281"/>
                  </a:cubicBezTo>
                  <a:cubicBezTo>
                    <a:pt x="432" y="2284"/>
                    <a:pt x="433" y="2289"/>
                    <a:pt x="436" y="2292"/>
                  </a:cubicBezTo>
                  <a:cubicBezTo>
                    <a:pt x="442" y="2297"/>
                    <a:pt x="448" y="2303"/>
                    <a:pt x="454" y="2308"/>
                  </a:cubicBezTo>
                  <a:cubicBezTo>
                    <a:pt x="457" y="2311"/>
                    <a:pt x="462" y="2311"/>
                    <a:pt x="465" y="2307"/>
                  </a:cubicBezTo>
                  <a:cubicBezTo>
                    <a:pt x="468" y="2304"/>
                    <a:pt x="468" y="2299"/>
                    <a:pt x="464" y="2296"/>
                  </a:cubicBezTo>
                  <a:close/>
                  <a:moveTo>
                    <a:pt x="562" y="2372"/>
                  </a:moveTo>
                  <a:cubicBezTo>
                    <a:pt x="555" y="2368"/>
                    <a:pt x="549" y="2363"/>
                    <a:pt x="542" y="2358"/>
                  </a:cubicBezTo>
                  <a:cubicBezTo>
                    <a:pt x="539" y="2356"/>
                    <a:pt x="534" y="2356"/>
                    <a:pt x="531" y="2360"/>
                  </a:cubicBezTo>
                  <a:cubicBezTo>
                    <a:pt x="528" y="2363"/>
                    <a:pt x="529" y="2368"/>
                    <a:pt x="533" y="2371"/>
                  </a:cubicBezTo>
                  <a:cubicBezTo>
                    <a:pt x="539" y="2376"/>
                    <a:pt x="546" y="2381"/>
                    <a:pt x="552" y="2385"/>
                  </a:cubicBezTo>
                  <a:cubicBezTo>
                    <a:pt x="556" y="2388"/>
                    <a:pt x="561" y="2387"/>
                    <a:pt x="564" y="2383"/>
                  </a:cubicBezTo>
                  <a:cubicBezTo>
                    <a:pt x="566" y="2380"/>
                    <a:pt x="565" y="2375"/>
                    <a:pt x="562" y="2372"/>
                  </a:cubicBezTo>
                  <a:close/>
                  <a:moveTo>
                    <a:pt x="666" y="2439"/>
                  </a:moveTo>
                  <a:cubicBezTo>
                    <a:pt x="659" y="2435"/>
                    <a:pt x="652" y="2431"/>
                    <a:pt x="645" y="2427"/>
                  </a:cubicBezTo>
                  <a:cubicBezTo>
                    <a:pt x="641" y="2425"/>
                    <a:pt x="636" y="2426"/>
                    <a:pt x="634" y="2430"/>
                  </a:cubicBezTo>
                  <a:cubicBezTo>
                    <a:pt x="632" y="2434"/>
                    <a:pt x="633" y="2438"/>
                    <a:pt x="637" y="2441"/>
                  </a:cubicBezTo>
                  <a:cubicBezTo>
                    <a:pt x="644" y="2445"/>
                    <a:pt x="651" y="2449"/>
                    <a:pt x="658" y="2453"/>
                  </a:cubicBezTo>
                  <a:cubicBezTo>
                    <a:pt x="661" y="2455"/>
                    <a:pt x="666" y="2454"/>
                    <a:pt x="669" y="2450"/>
                  </a:cubicBezTo>
                  <a:cubicBezTo>
                    <a:pt x="671" y="2446"/>
                    <a:pt x="669" y="2441"/>
                    <a:pt x="666" y="2439"/>
                  </a:cubicBezTo>
                  <a:close/>
                  <a:moveTo>
                    <a:pt x="776" y="2496"/>
                  </a:moveTo>
                  <a:cubicBezTo>
                    <a:pt x="768" y="2493"/>
                    <a:pt x="761" y="2489"/>
                    <a:pt x="754" y="2486"/>
                  </a:cubicBezTo>
                  <a:cubicBezTo>
                    <a:pt x="750" y="2484"/>
                    <a:pt x="745" y="2485"/>
                    <a:pt x="743" y="2489"/>
                  </a:cubicBezTo>
                  <a:cubicBezTo>
                    <a:pt x="741" y="2493"/>
                    <a:pt x="743" y="2498"/>
                    <a:pt x="747" y="2500"/>
                  </a:cubicBezTo>
                  <a:cubicBezTo>
                    <a:pt x="754" y="2504"/>
                    <a:pt x="762" y="2507"/>
                    <a:pt x="769" y="2510"/>
                  </a:cubicBezTo>
                  <a:cubicBezTo>
                    <a:pt x="773" y="2512"/>
                    <a:pt x="778" y="2511"/>
                    <a:pt x="780" y="2506"/>
                  </a:cubicBezTo>
                  <a:cubicBezTo>
                    <a:pt x="781" y="2502"/>
                    <a:pt x="780" y="2498"/>
                    <a:pt x="776" y="2496"/>
                  </a:cubicBezTo>
                  <a:close/>
                  <a:moveTo>
                    <a:pt x="890" y="2542"/>
                  </a:moveTo>
                  <a:cubicBezTo>
                    <a:pt x="883" y="2539"/>
                    <a:pt x="875" y="2537"/>
                    <a:pt x="868" y="2534"/>
                  </a:cubicBezTo>
                  <a:cubicBezTo>
                    <a:pt x="864" y="2532"/>
                    <a:pt x="859" y="2534"/>
                    <a:pt x="858" y="2539"/>
                  </a:cubicBezTo>
                  <a:cubicBezTo>
                    <a:pt x="856" y="2543"/>
                    <a:pt x="858" y="2547"/>
                    <a:pt x="862" y="2549"/>
                  </a:cubicBezTo>
                  <a:cubicBezTo>
                    <a:pt x="870" y="2552"/>
                    <a:pt x="878" y="2554"/>
                    <a:pt x="885" y="2557"/>
                  </a:cubicBezTo>
                  <a:cubicBezTo>
                    <a:pt x="889" y="2558"/>
                    <a:pt x="894" y="2556"/>
                    <a:pt x="895" y="2552"/>
                  </a:cubicBezTo>
                  <a:cubicBezTo>
                    <a:pt x="897" y="2548"/>
                    <a:pt x="895" y="2543"/>
                    <a:pt x="890" y="2542"/>
                  </a:cubicBezTo>
                  <a:close/>
                  <a:moveTo>
                    <a:pt x="1009" y="2577"/>
                  </a:moveTo>
                  <a:cubicBezTo>
                    <a:pt x="1001" y="2575"/>
                    <a:pt x="994" y="2573"/>
                    <a:pt x="986" y="2571"/>
                  </a:cubicBezTo>
                  <a:cubicBezTo>
                    <a:pt x="982" y="2570"/>
                    <a:pt x="977" y="2572"/>
                    <a:pt x="976" y="2576"/>
                  </a:cubicBezTo>
                  <a:cubicBezTo>
                    <a:pt x="975" y="2581"/>
                    <a:pt x="977" y="2585"/>
                    <a:pt x="982" y="2586"/>
                  </a:cubicBezTo>
                  <a:cubicBezTo>
                    <a:pt x="990" y="2588"/>
                    <a:pt x="997" y="2590"/>
                    <a:pt x="1005" y="2592"/>
                  </a:cubicBezTo>
                  <a:cubicBezTo>
                    <a:pt x="1010" y="2593"/>
                    <a:pt x="1014" y="2590"/>
                    <a:pt x="1015" y="2586"/>
                  </a:cubicBezTo>
                  <a:cubicBezTo>
                    <a:pt x="1016" y="2582"/>
                    <a:pt x="1013" y="2578"/>
                    <a:pt x="1009" y="2577"/>
                  </a:cubicBezTo>
                  <a:close/>
                  <a:moveTo>
                    <a:pt x="1130" y="2600"/>
                  </a:moveTo>
                  <a:cubicBezTo>
                    <a:pt x="1122" y="2599"/>
                    <a:pt x="1115" y="2597"/>
                    <a:pt x="1107" y="2596"/>
                  </a:cubicBezTo>
                  <a:cubicBezTo>
                    <a:pt x="1102" y="2595"/>
                    <a:pt x="1098" y="2598"/>
                    <a:pt x="1098" y="2603"/>
                  </a:cubicBezTo>
                  <a:cubicBezTo>
                    <a:pt x="1097" y="2607"/>
                    <a:pt x="1100" y="2611"/>
                    <a:pt x="1104" y="2612"/>
                  </a:cubicBezTo>
                  <a:cubicBezTo>
                    <a:pt x="1112" y="2613"/>
                    <a:pt x="1120" y="2614"/>
                    <a:pt x="1128" y="2616"/>
                  </a:cubicBezTo>
                  <a:cubicBezTo>
                    <a:pt x="1132" y="2616"/>
                    <a:pt x="1137" y="2613"/>
                    <a:pt x="1137" y="2609"/>
                  </a:cubicBezTo>
                  <a:cubicBezTo>
                    <a:pt x="1138" y="2604"/>
                    <a:pt x="1135" y="2600"/>
                    <a:pt x="1130" y="2600"/>
                  </a:cubicBezTo>
                  <a:close/>
                  <a:moveTo>
                    <a:pt x="1253" y="2611"/>
                  </a:moveTo>
                  <a:cubicBezTo>
                    <a:pt x="1245" y="2611"/>
                    <a:pt x="1237" y="2610"/>
                    <a:pt x="1229" y="2610"/>
                  </a:cubicBezTo>
                  <a:cubicBezTo>
                    <a:pt x="1225" y="2610"/>
                    <a:pt x="1221" y="2613"/>
                    <a:pt x="1221" y="2617"/>
                  </a:cubicBezTo>
                  <a:cubicBezTo>
                    <a:pt x="1221" y="2622"/>
                    <a:pt x="1224" y="2626"/>
                    <a:pt x="1228" y="2626"/>
                  </a:cubicBezTo>
                  <a:cubicBezTo>
                    <a:pt x="1236" y="2626"/>
                    <a:pt x="1245" y="2627"/>
                    <a:pt x="1253" y="2627"/>
                  </a:cubicBezTo>
                  <a:cubicBezTo>
                    <a:pt x="1257" y="2627"/>
                    <a:pt x="1261" y="2624"/>
                    <a:pt x="1261" y="2620"/>
                  </a:cubicBezTo>
                  <a:cubicBezTo>
                    <a:pt x="1261" y="2615"/>
                    <a:pt x="1258" y="2611"/>
                    <a:pt x="1253" y="2611"/>
                  </a:cubicBezTo>
                  <a:close/>
                  <a:moveTo>
                    <a:pt x="1377" y="2611"/>
                  </a:moveTo>
                  <a:cubicBezTo>
                    <a:pt x="1369" y="2612"/>
                    <a:pt x="1361" y="2612"/>
                    <a:pt x="1353" y="2612"/>
                  </a:cubicBezTo>
                  <a:cubicBezTo>
                    <a:pt x="1349" y="2612"/>
                    <a:pt x="1345" y="2616"/>
                    <a:pt x="1345" y="2620"/>
                  </a:cubicBezTo>
                  <a:cubicBezTo>
                    <a:pt x="1345" y="2625"/>
                    <a:pt x="1349" y="2628"/>
                    <a:pt x="1353" y="2628"/>
                  </a:cubicBezTo>
                  <a:cubicBezTo>
                    <a:pt x="1362" y="2628"/>
                    <a:pt x="1370" y="2627"/>
                    <a:pt x="1378" y="2627"/>
                  </a:cubicBezTo>
                  <a:cubicBezTo>
                    <a:pt x="1382" y="2627"/>
                    <a:pt x="1386" y="2623"/>
                    <a:pt x="1385" y="2619"/>
                  </a:cubicBezTo>
                  <a:cubicBezTo>
                    <a:pt x="1385" y="2614"/>
                    <a:pt x="1381" y="2611"/>
                    <a:pt x="1377" y="2611"/>
                  </a:cubicBezTo>
                  <a:close/>
                  <a:moveTo>
                    <a:pt x="1500" y="2599"/>
                  </a:moveTo>
                  <a:cubicBezTo>
                    <a:pt x="1492" y="2601"/>
                    <a:pt x="1484" y="2602"/>
                    <a:pt x="1476" y="2603"/>
                  </a:cubicBezTo>
                  <a:cubicBezTo>
                    <a:pt x="1472" y="2603"/>
                    <a:pt x="1469" y="2607"/>
                    <a:pt x="1469" y="2612"/>
                  </a:cubicBezTo>
                  <a:cubicBezTo>
                    <a:pt x="1470" y="2616"/>
                    <a:pt x="1474" y="2619"/>
                    <a:pt x="1478" y="2619"/>
                  </a:cubicBezTo>
                  <a:cubicBezTo>
                    <a:pt x="1486" y="2618"/>
                    <a:pt x="1494" y="2616"/>
                    <a:pt x="1502" y="2615"/>
                  </a:cubicBezTo>
                  <a:cubicBezTo>
                    <a:pt x="1507" y="2615"/>
                    <a:pt x="1510" y="2611"/>
                    <a:pt x="1509" y="2606"/>
                  </a:cubicBezTo>
                  <a:cubicBezTo>
                    <a:pt x="1508" y="2602"/>
                    <a:pt x="1504" y="2599"/>
                    <a:pt x="1500" y="2599"/>
                  </a:cubicBezTo>
                  <a:close/>
                  <a:moveTo>
                    <a:pt x="1621" y="2576"/>
                  </a:moveTo>
                  <a:cubicBezTo>
                    <a:pt x="1613" y="2578"/>
                    <a:pt x="1606" y="2580"/>
                    <a:pt x="1598" y="2582"/>
                  </a:cubicBezTo>
                  <a:cubicBezTo>
                    <a:pt x="1594" y="2583"/>
                    <a:pt x="1591" y="2587"/>
                    <a:pt x="1592" y="2591"/>
                  </a:cubicBezTo>
                  <a:cubicBezTo>
                    <a:pt x="1593" y="2595"/>
                    <a:pt x="1597" y="2598"/>
                    <a:pt x="1601" y="2597"/>
                  </a:cubicBezTo>
                  <a:cubicBezTo>
                    <a:pt x="1609" y="2595"/>
                    <a:pt x="1617" y="2594"/>
                    <a:pt x="1625" y="2592"/>
                  </a:cubicBezTo>
                  <a:cubicBezTo>
                    <a:pt x="1629" y="2591"/>
                    <a:pt x="1632" y="2586"/>
                    <a:pt x="1631" y="2582"/>
                  </a:cubicBezTo>
                  <a:cubicBezTo>
                    <a:pt x="1630" y="2578"/>
                    <a:pt x="1626" y="2575"/>
                    <a:pt x="1621" y="2576"/>
                  </a:cubicBezTo>
                  <a:close/>
                  <a:moveTo>
                    <a:pt x="1740" y="2541"/>
                  </a:moveTo>
                  <a:cubicBezTo>
                    <a:pt x="1732" y="2544"/>
                    <a:pt x="1725" y="2546"/>
                    <a:pt x="1717" y="2549"/>
                  </a:cubicBezTo>
                  <a:cubicBezTo>
                    <a:pt x="1713" y="2550"/>
                    <a:pt x="1711" y="2555"/>
                    <a:pt x="1712" y="2559"/>
                  </a:cubicBezTo>
                  <a:cubicBezTo>
                    <a:pt x="1713" y="2563"/>
                    <a:pt x="1718" y="2566"/>
                    <a:pt x="1722" y="2564"/>
                  </a:cubicBezTo>
                  <a:cubicBezTo>
                    <a:pt x="1730" y="2562"/>
                    <a:pt x="1737" y="2559"/>
                    <a:pt x="1745" y="2556"/>
                  </a:cubicBezTo>
                  <a:cubicBezTo>
                    <a:pt x="1749" y="2555"/>
                    <a:pt x="1751" y="2550"/>
                    <a:pt x="1750" y="2546"/>
                  </a:cubicBezTo>
                  <a:cubicBezTo>
                    <a:pt x="1749" y="2542"/>
                    <a:pt x="1744" y="2540"/>
                    <a:pt x="1740" y="2541"/>
                  </a:cubicBezTo>
                  <a:close/>
                  <a:moveTo>
                    <a:pt x="1854" y="2495"/>
                  </a:moveTo>
                  <a:cubicBezTo>
                    <a:pt x="1847" y="2499"/>
                    <a:pt x="1840" y="2502"/>
                    <a:pt x="1832" y="2505"/>
                  </a:cubicBezTo>
                  <a:cubicBezTo>
                    <a:pt x="1828" y="2507"/>
                    <a:pt x="1827" y="2512"/>
                    <a:pt x="1828" y="2516"/>
                  </a:cubicBezTo>
                  <a:cubicBezTo>
                    <a:pt x="1830" y="2520"/>
                    <a:pt x="1835" y="2522"/>
                    <a:pt x="1839" y="2520"/>
                  </a:cubicBezTo>
                  <a:cubicBezTo>
                    <a:pt x="1846" y="2517"/>
                    <a:pt x="1854" y="2513"/>
                    <a:pt x="1861" y="2510"/>
                  </a:cubicBezTo>
                  <a:cubicBezTo>
                    <a:pt x="1865" y="2508"/>
                    <a:pt x="1867" y="2503"/>
                    <a:pt x="1865" y="2499"/>
                  </a:cubicBezTo>
                  <a:cubicBezTo>
                    <a:pt x="1863" y="2495"/>
                    <a:pt x="1858" y="2494"/>
                    <a:pt x="1854" y="2495"/>
                  </a:cubicBezTo>
                  <a:close/>
                  <a:moveTo>
                    <a:pt x="1964" y="2439"/>
                  </a:moveTo>
                  <a:cubicBezTo>
                    <a:pt x="1957" y="2443"/>
                    <a:pt x="1950" y="2447"/>
                    <a:pt x="1943" y="2451"/>
                  </a:cubicBezTo>
                  <a:cubicBezTo>
                    <a:pt x="1939" y="2453"/>
                    <a:pt x="1938" y="2458"/>
                    <a:pt x="1940" y="2461"/>
                  </a:cubicBezTo>
                  <a:cubicBezTo>
                    <a:pt x="1942" y="2465"/>
                    <a:pt x="1947" y="2467"/>
                    <a:pt x="1951" y="2465"/>
                  </a:cubicBezTo>
                  <a:cubicBezTo>
                    <a:pt x="1958" y="2461"/>
                    <a:pt x="1965" y="2457"/>
                    <a:pt x="1972" y="2453"/>
                  </a:cubicBezTo>
                  <a:cubicBezTo>
                    <a:pt x="1976" y="2450"/>
                    <a:pt x="1977" y="2445"/>
                    <a:pt x="1975" y="2442"/>
                  </a:cubicBezTo>
                  <a:cubicBezTo>
                    <a:pt x="1973" y="2438"/>
                    <a:pt x="1968" y="2437"/>
                    <a:pt x="1964" y="2439"/>
                  </a:cubicBezTo>
                  <a:close/>
                  <a:moveTo>
                    <a:pt x="2068" y="2372"/>
                  </a:moveTo>
                  <a:cubicBezTo>
                    <a:pt x="2061" y="2377"/>
                    <a:pt x="2055" y="2381"/>
                    <a:pt x="2048" y="2386"/>
                  </a:cubicBezTo>
                  <a:cubicBezTo>
                    <a:pt x="2045" y="2388"/>
                    <a:pt x="2044" y="2393"/>
                    <a:pt x="2046" y="2397"/>
                  </a:cubicBezTo>
                  <a:cubicBezTo>
                    <a:pt x="2049" y="2400"/>
                    <a:pt x="2054" y="2401"/>
                    <a:pt x="2057" y="2399"/>
                  </a:cubicBezTo>
                  <a:cubicBezTo>
                    <a:pt x="2064" y="2394"/>
                    <a:pt x="2070" y="2390"/>
                    <a:pt x="2077" y="2385"/>
                  </a:cubicBezTo>
                  <a:cubicBezTo>
                    <a:pt x="2081" y="2382"/>
                    <a:pt x="2081" y="2377"/>
                    <a:pt x="2079" y="2374"/>
                  </a:cubicBezTo>
                  <a:cubicBezTo>
                    <a:pt x="2076" y="2370"/>
                    <a:pt x="2071" y="2369"/>
                    <a:pt x="2068" y="2372"/>
                  </a:cubicBezTo>
                  <a:close/>
                  <a:moveTo>
                    <a:pt x="2165" y="2295"/>
                  </a:moveTo>
                  <a:cubicBezTo>
                    <a:pt x="2159" y="2301"/>
                    <a:pt x="2153" y="2306"/>
                    <a:pt x="2147" y="2311"/>
                  </a:cubicBezTo>
                  <a:cubicBezTo>
                    <a:pt x="2143" y="2314"/>
                    <a:pt x="2143" y="2319"/>
                    <a:pt x="2146" y="2322"/>
                  </a:cubicBezTo>
                  <a:cubicBezTo>
                    <a:pt x="2148" y="2326"/>
                    <a:pt x="2153" y="2326"/>
                    <a:pt x="2157" y="2323"/>
                  </a:cubicBezTo>
                  <a:cubicBezTo>
                    <a:pt x="2163" y="2318"/>
                    <a:pt x="2169" y="2313"/>
                    <a:pt x="2175" y="2308"/>
                  </a:cubicBezTo>
                  <a:cubicBezTo>
                    <a:pt x="2179" y="2305"/>
                    <a:pt x="2179" y="2300"/>
                    <a:pt x="2176" y="2296"/>
                  </a:cubicBezTo>
                  <a:cubicBezTo>
                    <a:pt x="2173" y="2293"/>
                    <a:pt x="2168" y="2293"/>
                    <a:pt x="2165" y="2295"/>
                  </a:cubicBezTo>
                  <a:close/>
                  <a:moveTo>
                    <a:pt x="2254" y="2210"/>
                  </a:moveTo>
                  <a:cubicBezTo>
                    <a:pt x="2249" y="2216"/>
                    <a:pt x="2243" y="2222"/>
                    <a:pt x="2238" y="2227"/>
                  </a:cubicBezTo>
                  <a:cubicBezTo>
                    <a:pt x="2234" y="2230"/>
                    <a:pt x="2234" y="2236"/>
                    <a:pt x="2238" y="2239"/>
                  </a:cubicBezTo>
                  <a:cubicBezTo>
                    <a:pt x="2241" y="2242"/>
                    <a:pt x="2246" y="2242"/>
                    <a:pt x="2249" y="2239"/>
                  </a:cubicBezTo>
                  <a:cubicBezTo>
                    <a:pt x="2255" y="2233"/>
                    <a:pt x="2260" y="2227"/>
                    <a:pt x="2266" y="2221"/>
                  </a:cubicBezTo>
                  <a:cubicBezTo>
                    <a:pt x="2269" y="2218"/>
                    <a:pt x="2269" y="2213"/>
                    <a:pt x="2266" y="2210"/>
                  </a:cubicBezTo>
                  <a:cubicBezTo>
                    <a:pt x="2262" y="2207"/>
                    <a:pt x="2257" y="2207"/>
                    <a:pt x="2254" y="2210"/>
                  </a:cubicBezTo>
                  <a:close/>
                  <a:moveTo>
                    <a:pt x="2335" y="2117"/>
                  </a:moveTo>
                  <a:cubicBezTo>
                    <a:pt x="2330" y="2123"/>
                    <a:pt x="2325" y="2129"/>
                    <a:pt x="2320" y="2136"/>
                  </a:cubicBezTo>
                  <a:cubicBezTo>
                    <a:pt x="2317" y="2139"/>
                    <a:pt x="2318" y="2144"/>
                    <a:pt x="2321" y="2147"/>
                  </a:cubicBezTo>
                  <a:cubicBezTo>
                    <a:pt x="2325" y="2150"/>
                    <a:pt x="2330" y="2149"/>
                    <a:pt x="2333" y="2146"/>
                  </a:cubicBezTo>
                  <a:cubicBezTo>
                    <a:pt x="2338" y="2139"/>
                    <a:pt x="2343" y="2133"/>
                    <a:pt x="2348" y="2127"/>
                  </a:cubicBezTo>
                  <a:cubicBezTo>
                    <a:pt x="2350" y="2123"/>
                    <a:pt x="2350" y="2118"/>
                    <a:pt x="2346" y="2115"/>
                  </a:cubicBezTo>
                  <a:cubicBezTo>
                    <a:pt x="2343" y="2113"/>
                    <a:pt x="2338" y="2113"/>
                    <a:pt x="2335" y="2117"/>
                  </a:cubicBezTo>
                  <a:close/>
                  <a:moveTo>
                    <a:pt x="2407" y="2016"/>
                  </a:moveTo>
                  <a:cubicBezTo>
                    <a:pt x="2403" y="2023"/>
                    <a:pt x="2398" y="2030"/>
                    <a:pt x="2394" y="2036"/>
                  </a:cubicBezTo>
                  <a:cubicBezTo>
                    <a:pt x="2391" y="2040"/>
                    <a:pt x="2392" y="2045"/>
                    <a:pt x="2396" y="2047"/>
                  </a:cubicBezTo>
                  <a:cubicBezTo>
                    <a:pt x="2400" y="2050"/>
                    <a:pt x="2405" y="2049"/>
                    <a:pt x="2407" y="2045"/>
                  </a:cubicBezTo>
                  <a:cubicBezTo>
                    <a:pt x="2412" y="2038"/>
                    <a:pt x="2416" y="2032"/>
                    <a:pt x="2420" y="2025"/>
                  </a:cubicBezTo>
                  <a:cubicBezTo>
                    <a:pt x="2423" y="2021"/>
                    <a:pt x="2422" y="2016"/>
                    <a:pt x="2418" y="2014"/>
                  </a:cubicBezTo>
                  <a:cubicBezTo>
                    <a:pt x="2414" y="2011"/>
                    <a:pt x="2409" y="2012"/>
                    <a:pt x="2407" y="2016"/>
                  </a:cubicBezTo>
                  <a:close/>
                  <a:moveTo>
                    <a:pt x="2469" y="1909"/>
                  </a:moveTo>
                  <a:cubicBezTo>
                    <a:pt x="2465" y="1916"/>
                    <a:pt x="2461" y="1923"/>
                    <a:pt x="2458" y="1930"/>
                  </a:cubicBezTo>
                  <a:cubicBezTo>
                    <a:pt x="2456" y="1934"/>
                    <a:pt x="2457" y="1939"/>
                    <a:pt x="2461" y="1941"/>
                  </a:cubicBezTo>
                  <a:cubicBezTo>
                    <a:pt x="2465" y="1943"/>
                    <a:pt x="2470" y="1942"/>
                    <a:pt x="2472" y="1938"/>
                  </a:cubicBezTo>
                  <a:cubicBezTo>
                    <a:pt x="2476" y="1931"/>
                    <a:pt x="2479" y="1924"/>
                    <a:pt x="2483" y="1917"/>
                  </a:cubicBezTo>
                  <a:cubicBezTo>
                    <a:pt x="2485" y="1913"/>
                    <a:pt x="2484" y="1908"/>
                    <a:pt x="2480" y="1906"/>
                  </a:cubicBezTo>
                  <a:cubicBezTo>
                    <a:pt x="2476" y="1904"/>
                    <a:pt x="2471" y="1905"/>
                    <a:pt x="2469" y="1909"/>
                  </a:cubicBezTo>
                  <a:close/>
                  <a:moveTo>
                    <a:pt x="2520" y="1797"/>
                  </a:moveTo>
                  <a:cubicBezTo>
                    <a:pt x="2517" y="1804"/>
                    <a:pt x="2514" y="1811"/>
                    <a:pt x="2511" y="1819"/>
                  </a:cubicBezTo>
                  <a:cubicBezTo>
                    <a:pt x="2509" y="1823"/>
                    <a:pt x="2511" y="1828"/>
                    <a:pt x="2515" y="1829"/>
                  </a:cubicBezTo>
                  <a:cubicBezTo>
                    <a:pt x="2520" y="1831"/>
                    <a:pt x="2524" y="1829"/>
                    <a:pt x="2526" y="1825"/>
                  </a:cubicBezTo>
                  <a:cubicBezTo>
                    <a:pt x="2529" y="1818"/>
                    <a:pt x="2532" y="1810"/>
                    <a:pt x="2535" y="1803"/>
                  </a:cubicBezTo>
                  <a:cubicBezTo>
                    <a:pt x="2537" y="1799"/>
                    <a:pt x="2535" y="1794"/>
                    <a:pt x="2531" y="1792"/>
                  </a:cubicBezTo>
                  <a:cubicBezTo>
                    <a:pt x="2527" y="1791"/>
                    <a:pt x="2522" y="1793"/>
                    <a:pt x="2520" y="1797"/>
                  </a:cubicBezTo>
                  <a:close/>
                  <a:moveTo>
                    <a:pt x="2561" y="1680"/>
                  </a:moveTo>
                  <a:cubicBezTo>
                    <a:pt x="2559" y="1687"/>
                    <a:pt x="2556" y="1695"/>
                    <a:pt x="2554" y="1703"/>
                  </a:cubicBezTo>
                  <a:cubicBezTo>
                    <a:pt x="2553" y="1707"/>
                    <a:pt x="2555" y="1711"/>
                    <a:pt x="2559" y="1713"/>
                  </a:cubicBezTo>
                  <a:cubicBezTo>
                    <a:pt x="2563" y="1714"/>
                    <a:pt x="2568" y="1712"/>
                    <a:pt x="2569" y="1707"/>
                  </a:cubicBezTo>
                  <a:cubicBezTo>
                    <a:pt x="2572" y="1700"/>
                    <a:pt x="2574" y="1692"/>
                    <a:pt x="2576" y="1684"/>
                  </a:cubicBezTo>
                  <a:cubicBezTo>
                    <a:pt x="2577" y="1680"/>
                    <a:pt x="2575" y="1676"/>
                    <a:pt x="2571" y="1674"/>
                  </a:cubicBezTo>
                  <a:cubicBezTo>
                    <a:pt x="2566" y="1673"/>
                    <a:pt x="2562" y="1676"/>
                    <a:pt x="2561" y="1680"/>
                  </a:cubicBezTo>
                  <a:close/>
                  <a:moveTo>
                    <a:pt x="2590" y="1560"/>
                  </a:moveTo>
                  <a:cubicBezTo>
                    <a:pt x="2588" y="1568"/>
                    <a:pt x="2587" y="1575"/>
                    <a:pt x="2585" y="1583"/>
                  </a:cubicBezTo>
                  <a:cubicBezTo>
                    <a:pt x="2584" y="1587"/>
                    <a:pt x="2587" y="1592"/>
                    <a:pt x="2591" y="1593"/>
                  </a:cubicBezTo>
                  <a:cubicBezTo>
                    <a:pt x="2596" y="1594"/>
                    <a:pt x="2600" y="1591"/>
                    <a:pt x="2601" y="1586"/>
                  </a:cubicBezTo>
                  <a:cubicBezTo>
                    <a:pt x="2602" y="1579"/>
                    <a:pt x="2604" y="1571"/>
                    <a:pt x="2606" y="1563"/>
                  </a:cubicBezTo>
                  <a:cubicBezTo>
                    <a:pt x="2606" y="1558"/>
                    <a:pt x="2603" y="1554"/>
                    <a:pt x="2599" y="1553"/>
                  </a:cubicBezTo>
                  <a:cubicBezTo>
                    <a:pt x="2595" y="1553"/>
                    <a:pt x="2591" y="1555"/>
                    <a:pt x="2590" y="1560"/>
                  </a:cubicBezTo>
                  <a:close/>
                  <a:moveTo>
                    <a:pt x="2607" y="1437"/>
                  </a:moveTo>
                  <a:cubicBezTo>
                    <a:pt x="2606" y="1445"/>
                    <a:pt x="2606" y="1453"/>
                    <a:pt x="2605" y="1461"/>
                  </a:cubicBezTo>
                  <a:cubicBezTo>
                    <a:pt x="2604" y="1466"/>
                    <a:pt x="2607" y="1470"/>
                    <a:pt x="2612" y="1470"/>
                  </a:cubicBezTo>
                  <a:cubicBezTo>
                    <a:pt x="2616" y="1471"/>
                    <a:pt x="2620" y="1467"/>
                    <a:pt x="2621" y="1463"/>
                  </a:cubicBezTo>
                  <a:cubicBezTo>
                    <a:pt x="2622" y="1455"/>
                    <a:pt x="2622" y="1447"/>
                    <a:pt x="2623" y="1439"/>
                  </a:cubicBezTo>
                  <a:cubicBezTo>
                    <a:pt x="2624" y="1435"/>
                    <a:pt x="2620" y="1431"/>
                    <a:pt x="2616" y="1430"/>
                  </a:cubicBezTo>
                  <a:cubicBezTo>
                    <a:pt x="2612" y="1430"/>
                    <a:pt x="2608" y="1433"/>
                    <a:pt x="2607" y="1437"/>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endParaRPr>
            </a:p>
          </p:txBody>
        </p:sp>
        <p:sp>
          <p:nvSpPr>
            <p:cNvPr id="7" name="íŝḻïḓè"/>
            <p:cNvSpPr/>
            <p:nvPr/>
          </p:nvSpPr>
          <p:spPr bwMode="auto">
            <a:xfrm>
              <a:off x="4094439" y="3160416"/>
              <a:ext cx="4025712" cy="4025712"/>
            </a:xfrm>
            <a:custGeom>
              <a:avLst/>
              <a:gdLst>
                <a:gd name="T0" fmla="*/ 2329 w 2329"/>
                <a:gd name="T1" fmla="*/ 1162 h 2329"/>
                <a:gd name="T2" fmla="*/ 2325 w 2329"/>
                <a:gd name="T3" fmla="*/ 1062 h 2329"/>
                <a:gd name="T4" fmla="*/ 2301 w 2329"/>
                <a:gd name="T5" fmla="*/ 949 h 2329"/>
                <a:gd name="T6" fmla="*/ 2262 w 2329"/>
                <a:gd name="T7" fmla="*/ 824 h 2329"/>
                <a:gd name="T8" fmla="*/ 2219 w 2329"/>
                <a:gd name="T9" fmla="*/ 709 h 2329"/>
                <a:gd name="T10" fmla="*/ 2165 w 2329"/>
                <a:gd name="T11" fmla="*/ 600 h 2329"/>
                <a:gd name="T12" fmla="*/ 2099 w 2329"/>
                <a:gd name="T13" fmla="*/ 497 h 2329"/>
                <a:gd name="T14" fmla="*/ 2007 w 2329"/>
                <a:gd name="T15" fmla="*/ 384 h 2329"/>
                <a:gd name="T16" fmla="*/ 2007 w 2329"/>
                <a:gd name="T17" fmla="*/ 384 h 2329"/>
                <a:gd name="T18" fmla="*/ 1919 w 2329"/>
                <a:gd name="T19" fmla="*/ 299 h 2329"/>
                <a:gd name="T20" fmla="*/ 1821 w 2329"/>
                <a:gd name="T21" fmla="*/ 212 h 2329"/>
                <a:gd name="T22" fmla="*/ 1716 w 2329"/>
                <a:gd name="T23" fmla="*/ 148 h 2329"/>
                <a:gd name="T24" fmla="*/ 1605 w 2329"/>
                <a:gd name="T25" fmla="*/ 95 h 2329"/>
                <a:gd name="T26" fmla="*/ 1489 w 2329"/>
                <a:gd name="T27" fmla="*/ 54 h 2329"/>
                <a:gd name="T28" fmla="*/ 1369 w 2329"/>
                <a:gd name="T29" fmla="*/ 26 h 2329"/>
                <a:gd name="T30" fmla="*/ 1247 w 2329"/>
                <a:gd name="T31" fmla="*/ 11 h 2329"/>
                <a:gd name="T32" fmla="*/ 1124 w 2329"/>
                <a:gd name="T33" fmla="*/ 9 h 2329"/>
                <a:gd name="T34" fmla="*/ 1001 w 2329"/>
                <a:gd name="T35" fmla="*/ 19 h 2329"/>
                <a:gd name="T36" fmla="*/ 886 w 2329"/>
                <a:gd name="T37" fmla="*/ 33 h 2329"/>
                <a:gd name="T38" fmla="*/ 768 w 2329"/>
                <a:gd name="T39" fmla="*/ 69 h 2329"/>
                <a:gd name="T40" fmla="*/ 675 w 2329"/>
                <a:gd name="T41" fmla="*/ 107 h 2329"/>
                <a:gd name="T42" fmla="*/ 566 w 2329"/>
                <a:gd name="T43" fmla="*/ 165 h 2329"/>
                <a:gd name="T44" fmla="*/ 463 w 2329"/>
                <a:gd name="T45" fmla="*/ 235 h 2329"/>
                <a:gd name="T46" fmla="*/ 368 w 2329"/>
                <a:gd name="T47" fmla="*/ 315 h 2329"/>
                <a:gd name="T48" fmla="*/ 283 w 2329"/>
                <a:gd name="T49" fmla="*/ 404 h 2329"/>
                <a:gd name="T50" fmla="*/ 207 w 2329"/>
                <a:gd name="T51" fmla="*/ 502 h 2329"/>
                <a:gd name="T52" fmla="*/ 141 w 2329"/>
                <a:gd name="T53" fmla="*/ 607 h 2329"/>
                <a:gd name="T54" fmla="*/ 88 w 2329"/>
                <a:gd name="T55" fmla="*/ 719 h 2329"/>
                <a:gd name="T56" fmla="*/ 47 w 2329"/>
                <a:gd name="T57" fmla="*/ 836 h 2329"/>
                <a:gd name="T58" fmla="*/ 28 w 2329"/>
                <a:gd name="T59" fmla="*/ 950 h 2329"/>
                <a:gd name="T60" fmla="*/ 11 w 2329"/>
                <a:gd name="T61" fmla="*/ 1072 h 2329"/>
                <a:gd name="T62" fmla="*/ 8 w 2329"/>
                <a:gd name="T63" fmla="*/ 1195 h 2329"/>
                <a:gd name="T64" fmla="*/ 18 w 2329"/>
                <a:gd name="T65" fmla="*/ 1318 h 2329"/>
                <a:gd name="T66" fmla="*/ 41 w 2329"/>
                <a:gd name="T67" fmla="*/ 1439 h 2329"/>
                <a:gd name="T68" fmla="*/ 76 w 2329"/>
                <a:gd name="T69" fmla="*/ 1557 h 2329"/>
                <a:gd name="T70" fmla="*/ 135 w 2329"/>
                <a:gd name="T71" fmla="*/ 1674 h 2329"/>
                <a:gd name="T72" fmla="*/ 195 w 2329"/>
                <a:gd name="T73" fmla="*/ 1780 h 2329"/>
                <a:gd name="T74" fmla="*/ 281 w 2329"/>
                <a:gd name="T75" fmla="*/ 1898 h 2329"/>
                <a:gd name="T76" fmla="*/ 281 w 2329"/>
                <a:gd name="T77" fmla="*/ 1898 h 2329"/>
                <a:gd name="T78" fmla="*/ 364 w 2329"/>
                <a:gd name="T79" fmla="*/ 1988 h 2329"/>
                <a:gd name="T80" fmla="*/ 456 w 2329"/>
                <a:gd name="T81" fmla="*/ 2068 h 2329"/>
                <a:gd name="T82" fmla="*/ 556 w 2329"/>
                <a:gd name="T83" fmla="*/ 2139 h 2329"/>
                <a:gd name="T84" fmla="*/ 663 w 2329"/>
                <a:gd name="T85" fmla="*/ 2198 h 2329"/>
                <a:gd name="T86" fmla="*/ 775 w 2329"/>
                <a:gd name="T87" fmla="*/ 2246 h 2329"/>
                <a:gd name="T88" fmla="*/ 892 w 2329"/>
                <a:gd name="T89" fmla="*/ 2281 h 2329"/>
                <a:gd name="T90" fmla="*/ 1013 w 2329"/>
                <a:gd name="T91" fmla="*/ 2303 h 2329"/>
                <a:gd name="T92" fmla="*/ 1134 w 2329"/>
                <a:gd name="T93" fmla="*/ 2313 h 2329"/>
                <a:gd name="T94" fmla="*/ 1257 w 2329"/>
                <a:gd name="T95" fmla="*/ 2309 h 2329"/>
                <a:gd name="T96" fmla="*/ 1378 w 2329"/>
                <a:gd name="T97" fmla="*/ 2293 h 2329"/>
                <a:gd name="T98" fmla="*/ 1497 w 2329"/>
                <a:gd name="T99" fmla="*/ 2264 h 2329"/>
                <a:gd name="T100" fmla="*/ 1622 w 2329"/>
                <a:gd name="T101" fmla="*/ 2227 h 2329"/>
                <a:gd name="T102" fmla="*/ 1732 w 2329"/>
                <a:gd name="T103" fmla="*/ 2172 h 2329"/>
                <a:gd name="T104" fmla="*/ 1836 w 2329"/>
                <a:gd name="T105" fmla="*/ 2106 h 2329"/>
                <a:gd name="T106" fmla="*/ 1931 w 2329"/>
                <a:gd name="T107" fmla="*/ 2041 h 2329"/>
                <a:gd name="T108" fmla="*/ 2020 w 2329"/>
                <a:gd name="T109" fmla="*/ 1954 h 2329"/>
                <a:gd name="T110" fmla="*/ 2099 w 2329"/>
                <a:gd name="T111" fmla="*/ 1859 h 2329"/>
                <a:gd name="T112" fmla="*/ 2155 w 2329"/>
                <a:gd name="T113" fmla="*/ 1776 h 2329"/>
                <a:gd name="T114" fmla="*/ 2215 w 2329"/>
                <a:gd name="T115" fmla="*/ 1668 h 2329"/>
                <a:gd name="T116" fmla="*/ 2263 w 2329"/>
                <a:gd name="T117" fmla="*/ 1553 h 2329"/>
                <a:gd name="T118" fmla="*/ 2298 w 2329"/>
                <a:gd name="T119" fmla="*/ 1434 h 2329"/>
                <a:gd name="T120" fmla="*/ 2320 w 2329"/>
                <a:gd name="T121" fmla="*/ 1312 h 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29" h="2329">
                  <a:moveTo>
                    <a:pt x="2313" y="1162"/>
                  </a:moveTo>
                  <a:cubicBezTo>
                    <a:pt x="2313" y="1163"/>
                    <a:pt x="2313" y="1164"/>
                    <a:pt x="2313" y="1165"/>
                  </a:cubicBezTo>
                  <a:cubicBezTo>
                    <a:pt x="2313" y="1172"/>
                    <a:pt x="2313" y="1180"/>
                    <a:pt x="2313" y="1188"/>
                  </a:cubicBezTo>
                  <a:cubicBezTo>
                    <a:pt x="2313" y="1193"/>
                    <a:pt x="2316" y="1196"/>
                    <a:pt x="2321" y="1196"/>
                  </a:cubicBezTo>
                  <a:cubicBezTo>
                    <a:pt x="2325" y="1196"/>
                    <a:pt x="2329" y="1193"/>
                    <a:pt x="2329" y="1189"/>
                  </a:cubicBezTo>
                  <a:cubicBezTo>
                    <a:pt x="2329" y="1181"/>
                    <a:pt x="2329" y="1173"/>
                    <a:pt x="2329" y="1165"/>
                  </a:cubicBezTo>
                  <a:cubicBezTo>
                    <a:pt x="2329" y="1164"/>
                    <a:pt x="2329" y="1163"/>
                    <a:pt x="2329" y="1162"/>
                  </a:cubicBezTo>
                  <a:cubicBezTo>
                    <a:pt x="2329" y="1158"/>
                    <a:pt x="2325" y="1154"/>
                    <a:pt x="2321" y="1154"/>
                  </a:cubicBezTo>
                  <a:cubicBezTo>
                    <a:pt x="2317" y="1154"/>
                    <a:pt x="2313" y="1158"/>
                    <a:pt x="2313" y="1162"/>
                  </a:cubicBezTo>
                  <a:cubicBezTo>
                    <a:pt x="2313" y="1162"/>
                    <a:pt x="2313" y="1162"/>
                    <a:pt x="2313" y="1162"/>
                  </a:cubicBezTo>
                  <a:moveTo>
                    <a:pt x="2306" y="1040"/>
                  </a:moveTo>
                  <a:cubicBezTo>
                    <a:pt x="2307" y="1048"/>
                    <a:pt x="2308" y="1056"/>
                    <a:pt x="2309" y="1063"/>
                  </a:cubicBezTo>
                  <a:cubicBezTo>
                    <a:pt x="2309" y="1068"/>
                    <a:pt x="2313" y="1071"/>
                    <a:pt x="2317" y="1071"/>
                  </a:cubicBezTo>
                  <a:cubicBezTo>
                    <a:pt x="2322" y="1070"/>
                    <a:pt x="2325" y="1066"/>
                    <a:pt x="2325" y="1062"/>
                  </a:cubicBezTo>
                  <a:cubicBezTo>
                    <a:pt x="2324" y="1054"/>
                    <a:pt x="2323" y="1046"/>
                    <a:pt x="2322" y="1038"/>
                  </a:cubicBezTo>
                  <a:cubicBezTo>
                    <a:pt x="2322" y="1034"/>
                    <a:pt x="2318" y="1031"/>
                    <a:pt x="2313" y="1031"/>
                  </a:cubicBezTo>
                  <a:cubicBezTo>
                    <a:pt x="2309" y="1032"/>
                    <a:pt x="2306" y="1036"/>
                    <a:pt x="2306" y="1040"/>
                  </a:cubicBezTo>
                  <a:cubicBezTo>
                    <a:pt x="2306" y="1040"/>
                    <a:pt x="2306" y="1040"/>
                    <a:pt x="2306" y="1040"/>
                  </a:cubicBezTo>
                  <a:moveTo>
                    <a:pt x="2287" y="919"/>
                  </a:moveTo>
                  <a:cubicBezTo>
                    <a:pt x="2288" y="927"/>
                    <a:pt x="2290" y="935"/>
                    <a:pt x="2291" y="942"/>
                  </a:cubicBezTo>
                  <a:cubicBezTo>
                    <a:pt x="2292" y="947"/>
                    <a:pt x="2297" y="950"/>
                    <a:pt x="2301" y="949"/>
                  </a:cubicBezTo>
                  <a:cubicBezTo>
                    <a:pt x="2305" y="948"/>
                    <a:pt x="2308" y="944"/>
                    <a:pt x="2307" y="939"/>
                  </a:cubicBezTo>
                  <a:cubicBezTo>
                    <a:pt x="2306" y="932"/>
                    <a:pt x="2304" y="924"/>
                    <a:pt x="2302" y="916"/>
                  </a:cubicBezTo>
                  <a:cubicBezTo>
                    <a:pt x="2301" y="912"/>
                    <a:pt x="2297" y="909"/>
                    <a:pt x="2293" y="910"/>
                  </a:cubicBezTo>
                  <a:cubicBezTo>
                    <a:pt x="2289" y="911"/>
                    <a:pt x="2286" y="915"/>
                    <a:pt x="2287" y="919"/>
                  </a:cubicBezTo>
                  <a:cubicBezTo>
                    <a:pt x="2287" y="919"/>
                    <a:pt x="2287" y="919"/>
                    <a:pt x="2287" y="919"/>
                  </a:cubicBezTo>
                  <a:moveTo>
                    <a:pt x="2254" y="801"/>
                  </a:moveTo>
                  <a:cubicBezTo>
                    <a:pt x="2257" y="809"/>
                    <a:pt x="2259" y="816"/>
                    <a:pt x="2262" y="824"/>
                  </a:cubicBezTo>
                  <a:cubicBezTo>
                    <a:pt x="2263" y="828"/>
                    <a:pt x="2267" y="831"/>
                    <a:pt x="2272" y="829"/>
                  </a:cubicBezTo>
                  <a:cubicBezTo>
                    <a:pt x="2276" y="828"/>
                    <a:pt x="2278" y="823"/>
                    <a:pt x="2277" y="819"/>
                  </a:cubicBezTo>
                  <a:cubicBezTo>
                    <a:pt x="2275" y="812"/>
                    <a:pt x="2272" y="804"/>
                    <a:pt x="2270" y="796"/>
                  </a:cubicBezTo>
                  <a:cubicBezTo>
                    <a:pt x="2268" y="792"/>
                    <a:pt x="2264" y="790"/>
                    <a:pt x="2259" y="791"/>
                  </a:cubicBezTo>
                  <a:cubicBezTo>
                    <a:pt x="2255" y="793"/>
                    <a:pt x="2253" y="797"/>
                    <a:pt x="2254" y="801"/>
                  </a:cubicBezTo>
                  <a:moveTo>
                    <a:pt x="2210" y="688"/>
                  </a:moveTo>
                  <a:cubicBezTo>
                    <a:pt x="2213" y="695"/>
                    <a:pt x="2216" y="702"/>
                    <a:pt x="2219" y="709"/>
                  </a:cubicBezTo>
                  <a:cubicBezTo>
                    <a:pt x="2221" y="713"/>
                    <a:pt x="2226" y="715"/>
                    <a:pt x="2230" y="714"/>
                  </a:cubicBezTo>
                  <a:cubicBezTo>
                    <a:pt x="2234" y="712"/>
                    <a:pt x="2236" y="707"/>
                    <a:pt x="2234" y="703"/>
                  </a:cubicBezTo>
                  <a:cubicBezTo>
                    <a:pt x="2231" y="696"/>
                    <a:pt x="2228" y="688"/>
                    <a:pt x="2224" y="681"/>
                  </a:cubicBezTo>
                  <a:cubicBezTo>
                    <a:pt x="2222" y="677"/>
                    <a:pt x="2218" y="675"/>
                    <a:pt x="2214" y="677"/>
                  </a:cubicBezTo>
                  <a:cubicBezTo>
                    <a:pt x="2210" y="679"/>
                    <a:pt x="2208" y="684"/>
                    <a:pt x="2210" y="688"/>
                  </a:cubicBezTo>
                  <a:moveTo>
                    <a:pt x="2153" y="580"/>
                  </a:moveTo>
                  <a:cubicBezTo>
                    <a:pt x="2157" y="586"/>
                    <a:pt x="2161" y="593"/>
                    <a:pt x="2165" y="600"/>
                  </a:cubicBezTo>
                  <a:cubicBezTo>
                    <a:pt x="2167" y="604"/>
                    <a:pt x="2172" y="605"/>
                    <a:pt x="2176" y="603"/>
                  </a:cubicBezTo>
                  <a:cubicBezTo>
                    <a:pt x="2180" y="601"/>
                    <a:pt x="2181" y="596"/>
                    <a:pt x="2179" y="592"/>
                  </a:cubicBezTo>
                  <a:cubicBezTo>
                    <a:pt x="2175" y="585"/>
                    <a:pt x="2171" y="578"/>
                    <a:pt x="2167" y="571"/>
                  </a:cubicBezTo>
                  <a:cubicBezTo>
                    <a:pt x="2165" y="568"/>
                    <a:pt x="2160" y="566"/>
                    <a:pt x="2156" y="569"/>
                  </a:cubicBezTo>
                  <a:cubicBezTo>
                    <a:pt x="2152" y="571"/>
                    <a:pt x="2151" y="576"/>
                    <a:pt x="2153" y="580"/>
                  </a:cubicBezTo>
                  <a:moveTo>
                    <a:pt x="2085" y="478"/>
                  </a:moveTo>
                  <a:cubicBezTo>
                    <a:pt x="2090" y="484"/>
                    <a:pt x="2095" y="491"/>
                    <a:pt x="2099" y="497"/>
                  </a:cubicBezTo>
                  <a:cubicBezTo>
                    <a:pt x="2102" y="501"/>
                    <a:pt x="2107" y="501"/>
                    <a:pt x="2110" y="499"/>
                  </a:cubicBezTo>
                  <a:cubicBezTo>
                    <a:pt x="2114" y="496"/>
                    <a:pt x="2115" y="491"/>
                    <a:pt x="2112" y="488"/>
                  </a:cubicBezTo>
                  <a:cubicBezTo>
                    <a:pt x="2108" y="481"/>
                    <a:pt x="2103" y="475"/>
                    <a:pt x="2098" y="468"/>
                  </a:cubicBezTo>
                  <a:cubicBezTo>
                    <a:pt x="2095" y="465"/>
                    <a:pt x="2090" y="464"/>
                    <a:pt x="2087" y="467"/>
                  </a:cubicBezTo>
                  <a:cubicBezTo>
                    <a:pt x="2083" y="469"/>
                    <a:pt x="2083" y="474"/>
                    <a:pt x="2085" y="478"/>
                  </a:cubicBezTo>
                  <a:cubicBezTo>
                    <a:pt x="2085" y="478"/>
                    <a:pt x="2085" y="478"/>
                    <a:pt x="2085" y="478"/>
                  </a:cubicBezTo>
                  <a:moveTo>
                    <a:pt x="2007" y="384"/>
                  </a:moveTo>
                  <a:cubicBezTo>
                    <a:pt x="2012" y="390"/>
                    <a:pt x="2018" y="396"/>
                    <a:pt x="2023" y="402"/>
                  </a:cubicBezTo>
                  <a:cubicBezTo>
                    <a:pt x="2026" y="405"/>
                    <a:pt x="2031" y="405"/>
                    <a:pt x="2034" y="402"/>
                  </a:cubicBezTo>
                  <a:cubicBezTo>
                    <a:pt x="2037" y="399"/>
                    <a:pt x="2038" y="394"/>
                    <a:pt x="2035" y="391"/>
                  </a:cubicBezTo>
                  <a:cubicBezTo>
                    <a:pt x="2030" y="385"/>
                    <a:pt x="2024" y="379"/>
                    <a:pt x="2019" y="373"/>
                  </a:cubicBezTo>
                  <a:cubicBezTo>
                    <a:pt x="2016" y="370"/>
                    <a:pt x="2011" y="370"/>
                    <a:pt x="2007" y="373"/>
                  </a:cubicBezTo>
                  <a:cubicBezTo>
                    <a:pt x="2004" y="376"/>
                    <a:pt x="2004" y="381"/>
                    <a:pt x="2007" y="384"/>
                  </a:cubicBezTo>
                  <a:cubicBezTo>
                    <a:pt x="2007" y="384"/>
                    <a:pt x="2007" y="384"/>
                    <a:pt x="2007" y="384"/>
                  </a:cubicBezTo>
                  <a:moveTo>
                    <a:pt x="1919" y="299"/>
                  </a:moveTo>
                  <a:cubicBezTo>
                    <a:pt x="1925" y="304"/>
                    <a:pt x="1931" y="309"/>
                    <a:pt x="1937" y="315"/>
                  </a:cubicBezTo>
                  <a:cubicBezTo>
                    <a:pt x="1940" y="318"/>
                    <a:pt x="1945" y="317"/>
                    <a:pt x="1948" y="314"/>
                  </a:cubicBezTo>
                  <a:cubicBezTo>
                    <a:pt x="1951" y="311"/>
                    <a:pt x="1951" y="306"/>
                    <a:pt x="1948" y="303"/>
                  </a:cubicBezTo>
                  <a:cubicBezTo>
                    <a:pt x="1942" y="297"/>
                    <a:pt x="1936" y="292"/>
                    <a:pt x="1930" y="287"/>
                  </a:cubicBezTo>
                  <a:cubicBezTo>
                    <a:pt x="1926" y="284"/>
                    <a:pt x="1921" y="284"/>
                    <a:pt x="1919" y="288"/>
                  </a:cubicBezTo>
                  <a:cubicBezTo>
                    <a:pt x="1916" y="291"/>
                    <a:pt x="1916" y="296"/>
                    <a:pt x="1919" y="299"/>
                  </a:cubicBezTo>
                  <a:cubicBezTo>
                    <a:pt x="1919" y="299"/>
                    <a:pt x="1919" y="299"/>
                    <a:pt x="1919" y="299"/>
                  </a:cubicBezTo>
                  <a:moveTo>
                    <a:pt x="1823" y="223"/>
                  </a:moveTo>
                  <a:cubicBezTo>
                    <a:pt x="1829" y="228"/>
                    <a:pt x="1836" y="233"/>
                    <a:pt x="1842" y="237"/>
                  </a:cubicBezTo>
                  <a:cubicBezTo>
                    <a:pt x="1846" y="240"/>
                    <a:pt x="1851" y="239"/>
                    <a:pt x="1853" y="236"/>
                  </a:cubicBezTo>
                  <a:cubicBezTo>
                    <a:pt x="1856" y="232"/>
                    <a:pt x="1855" y="227"/>
                    <a:pt x="1852" y="224"/>
                  </a:cubicBezTo>
                  <a:cubicBezTo>
                    <a:pt x="1845" y="220"/>
                    <a:pt x="1839" y="215"/>
                    <a:pt x="1832" y="210"/>
                  </a:cubicBezTo>
                  <a:cubicBezTo>
                    <a:pt x="1829" y="208"/>
                    <a:pt x="1824" y="209"/>
                    <a:pt x="1821" y="212"/>
                  </a:cubicBezTo>
                  <a:cubicBezTo>
                    <a:pt x="1819" y="216"/>
                    <a:pt x="1819" y="221"/>
                    <a:pt x="1823" y="223"/>
                  </a:cubicBezTo>
                  <a:moveTo>
                    <a:pt x="1719" y="159"/>
                  </a:moveTo>
                  <a:cubicBezTo>
                    <a:pt x="1726" y="162"/>
                    <a:pt x="1733" y="166"/>
                    <a:pt x="1740" y="170"/>
                  </a:cubicBezTo>
                  <a:cubicBezTo>
                    <a:pt x="1744" y="173"/>
                    <a:pt x="1749" y="171"/>
                    <a:pt x="1751" y="167"/>
                  </a:cubicBezTo>
                  <a:cubicBezTo>
                    <a:pt x="1753" y="164"/>
                    <a:pt x="1752" y="159"/>
                    <a:pt x="1748" y="157"/>
                  </a:cubicBezTo>
                  <a:cubicBezTo>
                    <a:pt x="1741" y="152"/>
                    <a:pt x="1734" y="149"/>
                    <a:pt x="1727" y="145"/>
                  </a:cubicBezTo>
                  <a:cubicBezTo>
                    <a:pt x="1723" y="143"/>
                    <a:pt x="1718" y="144"/>
                    <a:pt x="1716" y="148"/>
                  </a:cubicBezTo>
                  <a:cubicBezTo>
                    <a:pt x="1714" y="152"/>
                    <a:pt x="1715" y="157"/>
                    <a:pt x="1719" y="159"/>
                  </a:cubicBezTo>
                  <a:moveTo>
                    <a:pt x="1609" y="105"/>
                  </a:moveTo>
                  <a:cubicBezTo>
                    <a:pt x="1617" y="108"/>
                    <a:pt x="1624" y="111"/>
                    <a:pt x="1631" y="115"/>
                  </a:cubicBezTo>
                  <a:cubicBezTo>
                    <a:pt x="1635" y="117"/>
                    <a:pt x="1640" y="115"/>
                    <a:pt x="1642" y="111"/>
                  </a:cubicBezTo>
                  <a:cubicBezTo>
                    <a:pt x="1643" y="107"/>
                    <a:pt x="1642" y="102"/>
                    <a:pt x="1637" y="100"/>
                  </a:cubicBezTo>
                  <a:cubicBezTo>
                    <a:pt x="1630" y="97"/>
                    <a:pt x="1623" y="94"/>
                    <a:pt x="1615" y="91"/>
                  </a:cubicBezTo>
                  <a:cubicBezTo>
                    <a:pt x="1611" y="89"/>
                    <a:pt x="1607" y="91"/>
                    <a:pt x="1605" y="95"/>
                  </a:cubicBezTo>
                  <a:cubicBezTo>
                    <a:pt x="1603" y="99"/>
                    <a:pt x="1605" y="104"/>
                    <a:pt x="1609" y="105"/>
                  </a:cubicBezTo>
                  <a:moveTo>
                    <a:pt x="1494" y="64"/>
                  </a:moveTo>
                  <a:cubicBezTo>
                    <a:pt x="1502" y="66"/>
                    <a:pt x="1509" y="69"/>
                    <a:pt x="1517" y="71"/>
                  </a:cubicBezTo>
                  <a:cubicBezTo>
                    <a:pt x="1521" y="72"/>
                    <a:pt x="1525" y="70"/>
                    <a:pt x="1527" y="66"/>
                  </a:cubicBezTo>
                  <a:cubicBezTo>
                    <a:pt x="1528" y="62"/>
                    <a:pt x="1526" y="57"/>
                    <a:pt x="1522" y="56"/>
                  </a:cubicBezTo>
                  <a:cubicBezTo>
                    <a:pt x="1514" y="53"/>
                    <a:pt x="1506" y="51"/>
                    <a:pt x="1499" y="49"/>
                  </a:cubicBezTo>
                  <a:cubicBezTo>
                    <a:pt x="1494" y="47"/>
                    <a:pt x="1490" y="50"/>
                    <a:pt x="1489" y="54"/>
                  </a:cubicBezTo>
                  <a:cubicBezTo>
                    <a:pt x="1487" y="58"/>
                    <a:pt x="1490" y="63"/>
                    <a:pt x="1494" y="64"/>
                  </a:cubicBezTo>
                  <a:moveTo>
                    <a:pt x="1375" y="35"/>
                  </a:moveTo>
                  <a:cubicBezTo>
                    <a:pt x="1383" y="37"/>
                    <a:pt x="1391" y="38"/>
                    <a:pt x="1399" y="40"/>
                  </a:cubicBezTo>
                  <a:cubicBezTo>
                    <a:pt x="1403" y="41"/>
                    <a:pt x="1407" y="38"/>
                    <a:pt x="1408" y="34"/>
                  </a:cubicBezTo>
                  <a:cubicBezTo>
                    <a:pt x="1409" y="29"/>
                    <a:pt x="1406" y="25"/>
                    <a:pt x="1402" y="24"/>
                  </a:cubicBezTo>
                  <a:cubicBezTo>
                    <a:pt x="1394" y="23"/>
                    <a:pt x="1386" y="21"/>
                    <a:pt x="1378" y="20"/>
                  </a:cubicBezTo>
                  <a:cubicBezTo>
                    <a:pt x="1374" y="19"/>
                    <a:pt x="1370" y="22"/>
                    <a:pt x="1369" y="26"/>
                  </a:cubicBezTo>
                  <a:cubicBezTo>
                    <a:pt x="1368" y="30"/>
                    <a:pt x="1371" y="34"/>
                    <a:pt x="1375" y="35"/>
                  </a:cubicBezTo>
                  <a:moveTo>
                    <a:pt x="1254" y="19"/>
                  </a:moveTo>
                  <a:cubicBezTo>
                    <a:pt x="1262" y="20"/>
                    <a:pt x="1270" y="21"/>
                    <a:pt x="1278" y="21"/>
                  </a:cubicBezTo>
                  <a:cubicBezTo>
                    <a:pt x="1282" y="22"/>
                    <a:pt x="1286" y="19"/>
                    <a:pt x="1286" y="14"/>
                  </a:cubicBezTo>
                  <a:cubicBezTo>
                    <a:pt x="1287" y="10"/>
                    <a:pt x="1284" y="6"/>
                    <a:pt x="1279" y="6"/>
                  </a:cubicBezTo>
                  <a:cubicBezTo>
                    <a:pt x="1271" y="5"/>
                    <a:pt x="1263" y="4"/>
                    <a:pt x="1255" y="3"/>
                  </a:cubicBezTo>
                  <a:cubicBezTo>
                    <a:pt x="1251" y="3"/>
                    <a:pt x="1247" y="6"/>
                    <a:pt x="1247" y="11"/>
                  </a:cubicBezTo>
                  <a:cubicBezTo>
                    <a:pt x="1246" y="15"/>
                    <a:pt x="1250" y="19"/>
                    <a:pt x="1254" y="19"/>
                  </a:cubicBezTo>
                  <a:moveTo>
                    <a:pt x="1132" y="16"/>
                  </a:moveTo>
                  <a:cubicBezTo>
                    <a:pt x="1140" y="16"/>
                    <a:pt x="1148" y="16"/>
                    <a:pt x="1156" y="16"/>
                  </a:cubicBezTo>
                  <a:cubicBezTo>
                    <a:pt x="1160" y="16"/>
                    <a:pt x="1164" y="12"/>
                    <a:pt x="1164" y="8"/>
                  </a:cubicBezTo>
                  <a:cubicBezTo>
                    <a:pt x="1163" y="4"/>
                    <a:pt x="1160" y="0"/>
                    <a:pt x="1155" y="0"/>
                  </a:cubicBezTo>
                  <a:cubicBezTo>
                    <a:pt x="1147" y="0"/>
                    <a:pt x="1139" y="0"/>
                    <a:pt x="1131" y="0"/>
                  </a:cubicBezTo>
                  <a:cubicBezTo>
                    <a:pt x="1127" y="1"/>
                    <a:pt x="1124" y="4"/>
                    <a:pt x="1124" y="9"/>
                  </a:cubicBezTo>
                  <a:cubicBezTo>
                    <a:pt x="1124" y="13"/>
                    <a:pt x="1128" y="17"/>
                    <a:pt x="1132" y="16"/>
                  </a:cubicBezTo>
                  <a:moveTo>
                    <a:pt x="1010" y="26"/>
                  </a:moveTo>
                  <a:cubicBezTo>
                    <a:pt x="1018" y="25"/>
                    <a:pt x="1026" y="24"/>
                    <a:pt x="1034" y="23"/>
                  </a:cubicBezTo>
                  <a:cubicBezTo>
                    <a:pt x="1038" y="23"/>
                    <a:pt x="1041" y="19"/>
                    <a:pt x="1041" y="14"/>
                  </a:cubicBezTo>
                  <a:cubicBezTo>
                    <a:pt x="1040" y="10"/>
                    <a:pt x="1036" y="7"/>
                    <a:pt x="1032" y="7"/>
                  </a:cubicBezTo>
                  <a:cubicBezTo>
                    <a:pt x="1024" y="8"/>
                    <a:pt x="1016" y="9"/>
                    <a:pt x="1008" y="10"/>
                  </a:cubicBezTo>
                  <a:cubicBezTo>
                    <a:pt x="1004" y="11"/>
                    <a:pt x="1001" y="15"/>
                    <a:pt x="1001" y="19"/>
                  </a:cubicBezTo>
                  <a:cubicBezTo>
                    <a:pt x="1002" y="24"/>
                    <a:pt x="1006" y="27"/>
                    <a:pt x="1010" y="26"/>
                  </a:cubicBezTo>
                  <a:cubicBezTo>
                    <a:pt x="1010" y="26"/>
                    <a:pt x="1010" y="26"/>
                    <a:pt x="1010" y="26"/>
                  </a:cubicBezTo>
                  <a:moveTo>
                    <a:pt x="890" y="49"/>
                  </a:moveTo>
                  <a:cubicBezTo>
                    <a:pt x="898" y="47"/>
                    <a:pt x="905" y="45"/>
                    <a:pt x="913" y="44"/>
                  </a:cubicBezTo>
                  <a:cubicBezTo>
                    <a:pt x="917" y="43"/>
                    <a:pt x="920" y="38"/>
                    <a:pt x="919" y="34"/>
                  </a:cubicBezTo>
                  <a:cubicBezTo>
                    <a:pt x="918" y="30"/>
                    <a:pt x="914" y="27"/>
                    <a:pt x="910" y="28"/>
                  </a:cubicBezTo>
                  <a:cubicBezTo>
                    <a:pt x="902" y="30"/>
                    <a:pt x="894" y="32"/>
                    <a:pt x="886" y="33"/>
                  </a:cubicBezTo>
                  <a:cubicBezTo>
                    <a:pt x="882" y="34"/>
                    <a:pt x="879" y="39"/>
                    <a:pt x="880" y="43"/>
                  </a:cubicBezTo>
                  <a:cubicBezTo>
                    <a:pt x="881" y="47"/>
                    <a:pt x="886" y="50"/>
                    <a:pt x="890" y="49"/>
                  </a:cubicBezTo>
                  <a:moveTo>
                    <a:pt x="773" y="84"/>
                  </a:moveTo>
                  <a:cubicBezTo>
                    <a:pt x="780" y="82"/>
                    <a:pt x="788" y="79"/>
                    <a:pt x="795" y="77"/>
                  </a:cubicBezTo>
                  <a:cubicBezTo>
                    <a:pt x="800" y="75"/>
                    <a:pt x="802" y="71"/>
                    <a:pt x="800" y="66"/>
                  </a:cubicBezTo>
                  <a:cubicBezTo>
                    <a:pt x="799" y="62"/>
                    <a:pt x="794" y="60"/>
                    <a:pt x="790" y="61"/>
                  </a:cubicBezTo>
                  <a:cubicBezTo>
                    <a:pt x="783" y="64"/>
                    <a:pt x="775" y="67"/>
                    <a:pt x="768" y="69"/>
                  </a:cubicBezTo>
                  <a:cubicBezTo>
                    <a:pt x="763" y="71"/>
                    <a:pt x="761" y="75"/>
                    <a:pt x="763" y="80"/>
                  </a:cubicBezTo>
                  <a:cubicBezTo>
                    <a:pt x="764" y="84"/>
                    <a:pt x="769" y="86"/>
                    <a:pt x="773" y="84"/>
                  </a:cubicBezTo>
                  <a:cubicBezTo>
                    <a:pt x="773" y="84"/>
                    <a:pt x="773" y="84"/>
                    <a:pt x="773" y="84"/>
                  </a:cubicBezTo>
                  <a:moveTo>
                    <a:pt x="661" y="132"/>
                  </a:moveTo>
                  <a:cubicBezTo>
                    <a:pt x="668" y="129"/>
                    <a:pt x="675" y="125"/>
                    <a:pt x="682" y="122"/>
                  </a:cubicBezTo>
                  <a:cubicBezTo>
                    <a:pt x="686" y="120"/>
                    <a:pt x="688" y="115"/>
                    <a:pt x="686" y="111"/>
                  </a:cubicBezTo>
                  <a:cubicBezTo>
                    <a:pt x="684" y="107"/>
                    <a:pt x="679" y="106"/>
                    <a:pt x="675" y="107"/>
                  </a:cubicBezTo>
                  <a:cubicBezTo>
                    <a:pt x="668" y="111"/>
                    <a:pt x="661" y="114"/>
                    <a:pt x="654" y="118"/>
                  </a:cubicBezTo>
                  <a:cubicBezTo>
                    <a:pt x="650" y="120"/>
                    <a:pt x="648" y="124"/>
                    <a:pt x="650" y="128"/>
                  </a:cubicBezTo>
                  <a:cubicBezTo>
                    <a:pt x="652" y="132"/>
                    <a:pt x="657" y="134"/>
                    <a:pt x="661" y="132"/>
                  </a:cubicBezTo>
                  <a:moveTo>
                    <a:pt x="554" y="191"/>
                  </a:moveTo>
                  <a:cubicBezTo>
                    <a:pt x="561" y="187"/>
                    <a:pt x="567" y="183"/>
                    <a:pt x="574" y="179"/>
                  </a:cubicBezTo>
                  <a:cubicBezTo>
                    <a:pt x="578" y="177"/>
                    <a:pt x="579" y="172"/>
                    <a:pt x="577" y="168"/>
                  </a:cubicBezTo>
                  <a:cubicBezTo>
                    <a:pt x="575" y="164"/>
                    <a:pt x="570" y="163"/>
                    <a:pt x="566" y="165"/>
                  </a:cubicBezTo>
                  <a:cubicBezTo>
                    <a:pt x="559" y="169"/>
                    <a:pt x="552" y="174"/>
                    <a:pt x="545" y="178"/>
                  </a:cubicBezTo>
                  <a:cubicBezTo>
                    <a:pt x="542" y="180"/>
                    <a:pt x="541" y="185"/>
                    <a:pt x="543" y="189"/>
                  </a:cubicBezTo>
                  <a:cubicBezTo>
                    <a:pt x="545" y="193"/>
                    <a:pt x="550" y="194"/>
                    <a:pt x="554" y="191"/>
                  </a:cubicBezTo>
                  <a:moveTo>
                    <a:pt x="454" y="262"/>
                  </a:moveTo>
                  <a:cubicBezTo>
                    <a:pt x="460" y="257"/>
                    <a:pt x="466" y="252"/>
                    <a:pt x="473" y="247"/>
                  </a:cubicBezTo>
                  <a:cubicBezTo>
                    <a:pt x="476" y="245"/>
                    <a:pt x="477" y="240"/>
                    <a:pt x="474" y="236"/>
                  </a:cubicBezTo>
                  <a:cubicBezTo>
                    <a:pt x="472" y="233"/>
                    <a:pt x="467" y="232"/>
                    <a:pt x="463" y="235"/>
                  </a:cubicBezTo>
                  <a:cubicBezTo>
                    <a:pt x="457" y="240"/>
                    <a:pt x="450" y="244"/>
                    <a:pt x="444" y="249"/>
                  </a:cubicBezTo>
                  <a:cubicBezTo>
                    <a:pt x="441" y="252"/>
                    <a:pt x="440" y="257"/>
                    <a:pt x="443" y="261"/>
                  </a:cubicBezTo>
                  <a:cubicBezTo>
                    <a:pt x="446" y="264"/>
                    <a:pt x="451" y="265"/>
                    <a:pt x="454" y="262"/>
                  </a:cubicBezTo>
                  <a:moveTo>
                    <a:pt x="362" y="343"/>
                  </a:moveTo>
                  <a:cubicBezTo>
                    <a:pt x="368" y="337"/>
                    <a:pt x="374" y="332"/>
                    <a:pt x="379" y="326"/>
                  </a:cubicBezTo>
                  <a:cubicBezTo>
                    <a:pt x="383" y="323"/>
                    <a:pt x="383" y="318"/>
                    <a:pt x="380" y="315"/>
                  </a:cubicBezTo>
                  <a:cubicBezTo>
                    <a:pt x="377" y="312"/>
                    <a:pt x="372" y="311"/>
                    <a:pt x="368" y="315"/>
                  </a:cubicBezTo>
                  <a:cubicBezTo>
                    <a:pt x="363" y="320"/>
                    <a:pt x="357" y="326"/>
                    <a:pt x="351" y="331"/>
                  </a:cubicBezTo>
                  <a:cubicBezTo>
                    <a:pt x="348" y="334"/>
                    <a:pt x="348" y="339"/>
                    <a:pt x="351" y="342"/>
                  </a:cubicBezTo>
                  <a:cubicBezTo>
                    <a:pt x="354" y="346"/>
                    <a:pt x="359" y="346"/>
                    <a:pt x="362" y="343"/>
                  </a:cubicBezTo>
                  <a:moveTo>
                    <a:pt x="279" y="432"/>
                  </a:moveTo>
                  <a:cubicBezTo>
                    <a:pt x="284" y="426"/>
                    <a:pt x="289" y="420"/>
                    <a:pt x="295" y="414"/>
                  </a:cubicBezTo>
                  <a:cubicBezTo>
                    <a:pt x="298" y="411"/>
                    <a:pt x="297" y="406"/>
                    <a:pt x="294" y="403"/>
                  </a:cubicBezTo>
                  <a:cubicBezTo>
                    <a:pt x="290" y="400"/>
                    <a:pt x="285" y="401"/>
                    <a:pt x="283" y="404"/>
                  </a:cubicBezTo>
                  <a:cubicBezTo>
                    <a:pt x="277" y="410"/>
                    <a:pt x="272" y="416"/>
                    <a:pt x="267" y="422"/>
                  </a:cubicBezTo>
                  <a:cubicBezTo>
                    <a:pt x="264" y="426"/>
                    <a:pt x="265" y="431"/>
                    <a:pt x="268" y="434"/>
                  </a:cubicBezTo>
                  <a:cubicBezTo>
                    <a:pt x="271" y="436"/>
                    <a:pt x="277" y="436"/>
                    <a:pt x="279" y="432"/>
                  </a:cubicBezTo>
                  <a:moveTo>
                    <a:pt x="206" y="531"/>
                  </a:moveTo>
                  <a:cubicBezTo>
                    <a:pt x="211" y="524"/>
                    <a:pt x="215" y="518"/>
                    <a:pt x="220" y="511"/>
                  </a:cubicBezTo>
                  <a:cubicBezTo>
                    <a:pt x="222" y="507"/>
                    <a:pt x="221" y="502"/>
                    <a:pt x="218" y="500"/>
                  </a:cubicBezTo>
                  <a:cubicBezTo>
                    <a:pt x="214" y="497"/>
                    <a:pt x="209" y="498"/>
                    <a:pt x="207" y="502"/>
                  </a:cubicBezTo>
                  <a:cubicBezTo>
                    <a:pt x="202" y="508"/>
                    <a:pt x="198" y="515"/>
                    <a:pt x="193" y="522"/>
                  </a:cubicBezTo>
                  <a:cubicBezTo>
                    <a:pt x="191" y="525"/>
                    <a:pt x="192" y="530"/>
                    <a:pt x="195" y="533"/>
                  </a:cubicBezTo>
                  <a:cubicBezTo>
                    <a:pt x="199" y="535"/>
                    <a:pt x="204" y="534"/>
                    <a:pt x="206" y="531"/>
                  </a:cubicBezTo>
                  <a:moveTo>
                    <a:pt x="144" y="636"/>
                  </a:moveTo>
                  <a:cubicBezTo>
                    <a:pt x="148" y="629"/>
                    <a:pt x="152" y="622"/>
                    <a:pt x="156" y="615"/>
                  </a:cubicBezTo>
                  <a:cubicBezTo>
                    <a:pt x="158" y="611"/>
                    <a:pt x="156" y="606"/>
                    <a:pt x="152" y="604"/>
                  </a:cubicBezTo>
                  <a:cubicBezTo>
                    <a:pt x="148" y="602"/>
                    <a:pt x="144" y="604"/>
                    <a:pt x="141" y="607"/>
                  </a:cubicBezTo>
                  <a:cubicBezTo>
                    <a:pt x="138" y="614"/>
                    <a:pt x="134" y="622"/>
                    <a:pt x="130" y="629"/>
                  </a:cubicBezTo>
                  <a:cubicBezTo>
                    <a:pt x="128" y="633"/>
                    <a:pt x="130" y="637"/>
                    <a:pt x="134" y="639"/>
                  </a:cubicBezTo>
                  <a:cubicBezTo>
                    <a:pt x="138" y="641"/>
                    <a:pt x="142" y="640"/>
                    <a:pt x="144" y="636"/>
                  </a:cubicBezTo>
                  <a:moveTo>
                    <a:pt x="94" y="747"/>
                  </a:moveTo>
                  <a:cubicBezTo>
                    <a:pt x="97" y="740"/>
                    <a:pt x="100" y="733"/>
                    <a:pt x="103" y="725"/>
                  </a:cubicBezTo>
                  <a:cubicBezTo>
                    <a:pt x="104" y="721"/>
                    <a:pt x="103" y="717"/>
                    <a:pt x="98" y="715"/>
                  </a:cubicBezTo>
                  <a:cubicBezTo>
                    <a:pt x="94" y="713"/>
                    <a:pt x="90" y="715"/>
                    <a:pt x="88" y="719"/>
                  </a:cubicBezTo>
                  <a:cubicBezTo>
                    <a:pt x="85" y="727"/>
                    <a:pt x="82" y="734"/>
                    <a:pt x="79" y="742"/>
                  </a:cubicBezTo>
                  <a:cubicBezTo>
                    <a:pt x="77" y="746"/>
                    <a:pt x="79" y="750"/>
                    <a:pt x="84" y="752"/>
                  </a:cubicBezTo>
                  <a:cubicBezTo>
                    <a:pt x="88" y="754"/>
                    <a:pt x="92" y="752"/>
                    <a:pt x="94" y="747"/>
                  </a:cubicBezTo>
                  <a:moveTo>
                    <a:pt x="56" y="864"/>
                  </a:moveTo>
                  <a:cubicBezTo>
                    <a:pt x="58" y="856"/>
                    <a:pt x="60" y="848"/>
                    <a:pt x="62" y="841"/>
                  </a:cubicBezTo>
                  <a:cubicBezTo>
                    <a:pt x="63" y="837"/>
                    <a:pt x="61" y="832"/>
                    <a:pt x="57" y="831"/>
                  </a:cubicBezTo>
                  <a:cubicBezTo>
                    <a:pt x="52" y="830"/>
                    <a:pt x="48" y="832"/>
                    <a:pt x="47" y="836"/>
                  </a:cubicBezTo>
                  <a:cubicBezTo>
                    <a:pt x="44" y="844"/>
                    <a:pt x="42" y="852"/>
                    <a:pt x="40" y="859"/>
                  </a:cubicBezTo>
                  <a:cubicBezTo>
                    <a:pt x="39" y="864"/>
                    <a:pt x="42" y="868"/>
                    <a:pt x="46" y="869"/>
                  </a:cubicBezTo>
                  <a:cubicBezTo>
                    <a:pt x="50" y="870"/>
                    <a:pt x="55" y="868"/>
                    <a:pt x="56" y="864"/>
                  </a:cubicBezTo>
                  <a:cubicBezTo>
                    <a:pt x="56" y="864"/>
                    <a:pt x="56" y="864"/>
                    <a:pt x="56" y="864"/>
                  </a:cubicBezTo>
                  <a:moveTo>
                    <a:pt x="30" y="983"/>
                  </a:moveTo>
                  <a:cubicBezTo>
                    <a:pt x="31" y="975"/>
                    <a:pt x="33" y="967"/>
                    <a:pt x="34" y="960"/>
                  </a:cubicBezTo>
                  <a:cubicBezTo>
                    <a:pt x="35" y="955"/>
                    <a:pt x="32" y="951"/>
                    <a:pt x="28" y="950"/>
                  </a:cubicBezTo>
                  <a:cubicBezTo>
                    <a:pt x="23" y="950"/>
                    <a:pt x="19" y="953"/>
                    <a:pt x="18" y="957"/>
                  </a:cubicBezTo>
                  <a:cubicBezTo>
                    <a:pt x="17" y="965"/>
                    <a:pt x="16" y="973"/>
                    <a:pt x="14" y="981"/>
                  </a:cubicBezTo>
                  <a:cubicBezTo>
                    <a:pt x="14" y="985"/>
                    <a:pt x="17" y="989"/>
                    <a:pt x="21" y="990"/>
                  </a:cubicBezTo>
                  <a:cubicBezTo>
                    <a:pt x="25" y="990"/>
                    <a:pt x="29" y="987"/>
                    <a:pt x="30" y="983"/>
                  </a:cubicBezTo>
                  <a:moveTo>
                    <a:pt x="17" y="1105"/>
                  </a:moveTo>
                  <a:cubicBezTo>
                    <a:pt x="18" y="1097"/>
                    <a:pt x="18" y="1089"/>
                    <a:pt x="19" y="1081"/>
                  </a:cubicBezTo>
                  <a:cubicBezTo>
                    <a:pt x="19" y="1077"/>
                    <a:pt x="16" y="1073"/>
                    <a:pt x="11" y="1072"/>
                  </a:cubicBezTo>
                  <a:cubicBezTo>
                    <a:pt x="7" y="1072"/>
                    <a:pt x="3" y="1075"/>
                    <a:pt x="3" y="1080"/>
                  </a:cubicBezTo>
                  <a:cubicBezTo>
                    <a:pt x="2" y="1088"/>
                    <a:pt x="2" y="1096"/>
                    <a:pt x="1" y="1104"/>
                  </a:cubicBezTo>
                  <a:cubicBezTo>
                    <a:pt x="1" y="1108"/>
                    <a:pt x="5" y="1112"/>
                    <a:pt x="9" y="1112"/>
                  </a:cubicBezTo>
                  <a:cubicBezTo>
                    <a:pt x="13" y="1112"/>
                    <a:pt x="17" y="1109"/>
                    <a:pt x="17" y="1105"/>
                  </a:cubicBezTo>
                  <a:moveTo>
                    <a:pt x="17" y="1227"/>
                  </a:moveTo>
                  <a:cubicBezTo>
                    <a:pt x="17" y="1219"/>
                    <a:pt x="17" y="1211"/>
                    <a:pt x="16" y="1203"/>
                  </a:cubicBezTo>
                  <a:cubicBezTo>
                    <a:pt x="16" y="1199"/>
                    <a:pt x="13" y="1195"/>
                    <a:pt x="8" y="1195"/>
                  </a:cubicBezTo>
                  <a:cubicBezTo>
                    <a:pt x="4" y="1196"/>
                    <a:pt x="0" y="1199"/>
                    <a:pt x="0" y="1204"/>
                  </a:cubicBezTo>
                  <a:cubicBezTo>
                    <a:pt x="1" y="1212"/>
                    <a:pt x="1" y="1220"/>
                    <a:pt x="2" y="1228"/>
                  </a:cubicBezTo>
                  <a:cubicBezTo>
                    <a:pt x="2" y="1232"/>
                    <a:pt x="6" y="1236"/>
                    <a:pt x="10" y="1235"/>
                  </a:cubicBezTo>
                  <a:cubicBezTo>
                    <a:pt x="14" y="1235"/>
                    <a:pt x="18" y="1231"/>
                    <a:pt x="17" y="1227"/>
                  </a:cubicBezTo>
                  <a:moveTo>
                    <a:pt x="30" y="1348"/>
                  </a:moveTo>
                  <a:cubicBezTo>
                    <a:pt x="29" y="1341"/>
                    <a:pt x="28" y="1333"/>
                    <a:pt x="27" y="1325"/>
                  </a:cubicBezTo>
                  <a:cubicBezTo>
                    <a:pt x="26" y="1321"/>
                    <a:pt x="22" y="1318"/>
                    <a:pt x="18" y="1318"/>
                  </a:cubicBezTo>
                  <a:cubicBezTo>
                    <a:pt x="14" y="1319"/>
                    <a:pt x="10" y="1323"/>
                    <a:pt x="11" y="1327"/>
                  </a:cubicBezTo>
                  <a:cubicBezTo>
                    <a:pt x="12" y="1335"/>
                    <a:pt x="13" y="1343"/>
                    <a:pt x="15" y="1351"/>
                  </a:cubicBezTo>
                  <a:cubicBezTo>
                    <a:pt x="15" y="1355"/>
                    <a:pt x="19" y="1358"/>
                    <a:pt x="24" y="1358"/>
                  </a:cubicBezTo>
                  <a:cubicBezTo>
                    <a:pt x="28" y="1357"/>
                    <a:pt x="31" y="1353"/>
                    <a:pt x="30" y="1348"/>
                  </a:cubicBezTo>
                  <a:moveTo>
                    <a:pt x="56" y="1468"/>
                  </a:moveTo>
                  <a:cubicBezTo>
                    <a:pt x="54" y="1460"/>
                    <a:pt x="52" y="1453"/>
                    <a:pt x="50" y="1445"/>
                  </a:cubicBezTo>
                  <a:cubicBezTo>
                    <a:pt x="49" y="1441"/>
                    <a:pt x="45" y="1438"/>
                    <a:pt x="41" y="1439"/>
                  </a:cubicBezTo>
                  <a:cubicBezTo>
                    <a:pt x="36" y="1440"/>
                    <a:pt x="34" y="1445"/>
                    <a:pt x="35" y="1449"/>
                  </a:cubicBezTo>
                  <a:cubicBezTo>
                    <a:pt x="37" y="1457"/>
                    <a:pt x="39" y="1464"/>
                    <a:pt x="41" y="1472"/>
                  </a:cubicBezTo>
                  <a:cubicBezTo>
                    <a:pt x="42" y="1476"/>
                    <a:pt x="46" y="1479"/>
                    <a:pt x="51" y="1478"/>
                  </a:cubicBezTo>
                  <a:cubicBezTo>
                    <a:pt x="55" y="1477"/>
                    <a:pt x="57" y="1472"/>
                    <a:pt x="56" y="1468"/>
                  </a:cubicBezTo>
                  <a:moveTo>
                    <a:pt x="95" y="1584"/>
                  </a:moveTo>
                  <a:cubicBezTo>
                    <a:pt x="92" y="1577"/>
                    <a:pt x="89" y="1569"/>
                    <a:pt x="86" y="1562"/>
                  </a:cubicBezTo>
                  <a:cubicBezTo>
                    <a:pt x="85" y="1558"/>
                    <a:pt x="80" y="1555"/>
                    <a:pt x="76" y="1557"/>
                  </a:cubicBezTo>
                  <a:cubicBezTo>
                    <a:pt x="72" y="1559"/>
                    <a:pt x="70" y="1563"/>
                    <a:pt x="71" y="1567"/>
                  </a:cubicBezTo>
                  <a:cubicBezTo>
                    <a:pt x="74" y="1575"/>
                    <a:pt x="77" y="1582"/>
                    <a:pt x="80" y="1590"/>
                  </a:cubicBezTo>
                  <a:cubicBezTo>
                    <a:pt x="81" y="1594"/>
                    <a:pt x="86" y="1596"/>
                    <a:pt x="90" y="1594"/>
                  </a:cubicBezTo>
                  <a:cubicBezTo>
                    <a:pt x="94" y="1593"/>
                    <a:pt x="96" y="1588"/>
                    <a:pt x="95" y="1584"/>
                  </a:cubicBezTo>
                  <a:cubicBezTo>
                    <a:pt x="95" y="1584"/>
                    <a:pt x="95" y="1584"/>
                    <a:pt x="95" y="1584"/>
                  </a:cubicBezTo>
                  <a:moveTo>
                    <a:pt x="145" y="1695"/>
                  </a:moveTo>
                  <a:cubicBezTo>
                    <a:pt x="142" y="1688"/>
                    <a:pt x="138" y="1681"/>
                    <a:pt x="135" y="1674"/>
                  </a:cubicBezTo>
                  <a:cubicBezTo>
                    <a:pt x="133" y="1670"/>
                    <a:pt x="128" y="1668"/>
                    <a:pt x="124" y="1670"/>
                  </a:cubicBezTo>
                  <a:cubicBezTo>
                    <a:pt x="120" y="1672"/>
                    <a:pt x="118" y="1677"/>
                    <a:pt x="120" y="1681"/>
                  </a:cubicBezTo>
                  <a:cubicBezTo>
                    <a:pt x="124" y="1688"/>
                    <a:pt x="128" y="1695"/>
                    <a:pt x="131" y="1702"/>
                  </a:cubicBezTo>
                  <a:cubicBezTo>
                    <a:pt x="133" y="1706"/>
                    <a:pt x="138" y="1708"/>
                    <a:pt x="142" y="1706"/>
                  </a:cubicBezTo>
                  <a:cubicBezTo>
                    <a:pt x="146" y="1704"/>
                    <a:pt x="147" y="1699"/>
                    <a:pt x="145" y="1695"/>
                  </a:cubicBezTo>
                  <a:moveTo>
                    <a:pt x="208" y="1800"/>
                  </a:moveTo>
                  <a:cubicBezTo>
                    <a:pt x="203" y="1794"/>
                    <a:pt x="199" y="1787"/>
                    <a:pt x="195" y="1780"/>
                  </a:cubicBezTo>
                  <a:cubicBezTo>
                    <a:pt x="192" y="1777"/>
                    <a:pt x="187" y="1776"/>
                    <a:pt x="184" y="1778"/>
                  </a:cubicBezTo>
                  <a:cubicBezTo>
                    <a:pt x="180" y="1780"/>
                    <a:pt x="179" y="1785"/>
                    <a:pt x="181" y="1789"/>
                  </a:cubicBezTo>
                  <a:cubicBezTo>
                    <a:pt x="185" y="1796"/>
                    <a:pt x="190" y="1802"/>
                    <a:pt x="194" y="1809"/>
                  </a:cubicBezTo>
                  <a:cubicBezTo>
                    <a:pt x="197" y="1813"/>
                    <a:pt x="202" y="1814"/>
                    <a:pt x="205" y="1811"/>
                  </a:cubicBezTo>
                  <a:cubicBezTo>
                    <a:pt x="209" y="1809"/>
                    <a:pt x="210" y="1804"/>
                    <a:pt x="208" y="1800"/>
                  </a:cubicBezTo>
                  <a:cubicBezTo>
                    <a:pt x="208" y="1800"/>
                    <a:pt x="208" y="1800"/>
                    <a:pt x="208" y="1800"/>
                  </a:cubicBezTo>
                  <a:moveTo>
                    <a:pt x="281" y="1898"/>
                  </a:moveTo>
                  <a:cubicBezTo>
                    <a:pt x="276" y="1892"/>
                    <a:pt x="271" y="1886"/>
                    <a:pt x="266" y="1880"/>
                  </a:cubicBezTo>
                  <a:cubicBezTo>
                    <a:pt x="263" y="1876"/>
                    <a:pt x="258" y="1876"/>
                    <a:pt x="254" y="1879"/>
                  </a:cubicBezTo>
                  <a:cubicBezTo>
                    <a:pt x="251" y="1881"/>
                    <a:pt x="250" y="1886"/>
                    <a:pt x="253" y="1890"/>
                  </a:cubicBezTo>
                  <a:cubicBezTo>
                    <a:pt x="258" y="1896"/>
                    <a:pt x="263" y="1902"/>
                    <a:pt x="268" y="1908"/>
                  </a:cubicBezTo>
                  <a:cubicBezTo>
                    <a:pt x="271" y="1912"/>
                    <a:pt x="276" y="1912"/>
                    <a:pt x="280" y="1909"/>
                  </a:cubicBezTo>
                  <a:cubicBezTo>
                    <a:pt x="283" y="1907"/>
                    <a:pt x="283" y="1902"/>
                    <a:pt x="281" y="1898"/>
                  </a:cubicBezTo>
                  <a:cubicBezTo>
                    <a:pt x="281" y="1898"/>
                    <a:pt x="281" y="1898"/>
                    <a:pt x="281" y="1898"/>
                  </a:cubicBezTo>
                  <a:moveTo>
                    <a:pt x="364" y="1988"/>
                  </a:moveTo>
                  <a:cubicBezTo>
                    <a:pt x="358" y="1982"/>
                    <a:pt x="352" y="1977"/>
                    <a:pt x="347" y="1971"/>
                  </a:cubicBezTo>
                  <a:cubicBezTo>
                    <a:pt x="344" y="1968"/>
                    <a:pt x="339" y="1968"/>
                    <a:pt x="335" y="1971"/>
                  </a:cubicBezTo>
                  <a:cubicBezTo>
                    <a:pt x="332" y="1974"/>
                    <a:pt x="332" y="1979"/>
                    <a:pt x="335" y="1982"/>
                  </a:cubicBezTo>
                  <a:cubicBezTo>
                    <a:pt x="341" y="1988"/>
                    <a:pt x="347" y="1994"/>
                    <a:pt x="352" y="1999"/>
                  </a:cubicBezTo>
                  <a:cubicBezTo>
                    <a:pt x="356" y="2002"/>
                    <a:pt x="361" y="2002"/>
                    <a:pt x="364" y="1999"/>
                  </a:cubicBezTo>
                  <a:cubicBezTo>
                    <a:pt x="367" y="1996"/>
                    <a:pt x="367" y="1991"/>
                    <a:pt x="364" y="1988"/>
                  </a:cubicBezTo>
                  <a:moveTo>
                    <a:pt x="456" y="2068"/>
                  </a:moveTo>
                  <a:cubicBezTo>
                    <a:pt x="449" y="2064"/>
                    <a:pt x="443" y="2059"/>
                    <a:pt x="437" y="2054"/>
                  </a:cubicBezTo>
                  <a:cubicBezTo>
                    <a:pt x="434" y="2051"/>
                    <a:pt x="429" y="2051"/>
                    <a:pt x="426" y="2055"/>
                  </a:cubicBezTo>
                  <a:cubicBezTo>
                    <a:pt x="423" y="2058"/>
                    <a:pt x="424" y="2063"/>
                    <a:pt x="427" y="2066"/>
                  </a:cubicBezTo>
                  <a:cubicBezTo>
                    <a:pt x="433" y="2071"/>
                    <a:pt x="439" y="2076"/>
                    <a:pt x="446" y="2081"/>
                  </a:cubicBezTo>
                  <a:cubicBezTo>
                    <a:pt x="449" y="2084"/>
                    <a:pt x="454" y="2083"/>
                    <a:pt x="457" y="2080"/>
                  </a:cubicBezTo>
                  <a:cubicBezTo>
                    <a:pt x="460" y="2076"/>
                    <a:pt x="459" y="2071"/>
                    <a:pt x="456" y="2068"/>
                  </a:cubicBezTo>
                  <a:moveTo>
                    <a:pt x="556" y="2139"/>
                  </a:moveTo>
                  <a:cubicBezTo>
                    <a:pt x="549" y="2135"/>
                    <a:pt x="542" y="2130"/>
                    <a:pt x="536" y="2126"/>
                  </a:cubicBezTo>
                  <a:cubicBezTo>
                    <a:pt x="532" y="2123"/>
                    <a:pt x="527" y="2125"/>
                    <a:pt x="525" y="2128"/>
                  </a:cubicBezTo>
                  <a:cubicBezTo>
                    <a:pt x="522" y="2132"/>
                    <a:pt x="523" y="2137"/>
                    <a:pt x="527" y="2139"/>
                  </a:cubicBezTo>
                  <a:cubicBezTo>
                    <a:pt x="534" y="2144"/>
                    <a:pt x="540" y="2148"/>
                    <a:pt x="547" y="2152"/>
                  </a:cubicBezTo>
                  <a:cubicBezTo>
                    <a:pt x="551" y="2155"/>
                    <a:pt x="556" y="2153"/>
                    <a:pt x="558" y="2150"/>
                  </a:cubicBezTo>
                  <a:cubicBezTo>
                    <a:pt x="561" y="2146"/>
                    <a:pt x="559" y="2141"/>
                    <a:pt x="556" y="2139"/>
                  </a:cubicBezTo>
                  <a:moveTo>
                    <a:pt x="663" y="2198"/>
                  </a:moveTo>
                  <a:cubicBezTo>
                    <a:pt x="656" y="2195"/>
                    <a:pt x="648" y="2191"/>
                    <a:pt x="641" y="2187"/>
                  </a:cubicBezTo>
                  <a:cubicBezTo>
                    <a:pt x="637" y="2185"/>
                    <a:pt x="633" y="2187"/>
                    <a:pt x="631" y="2191"/>
                  </a:cubicBezTo>
                  <a:cubicBezTo>
                    <a:pt x="629" y="2195"/>
                    <a:pt x="630" y="2200"/>
                    <a:pt x="634" y="2202"/>
                  </a:cubicBezTo>
                  <a:cubicBezTo>
                    <a:pt x="641" y="2205"/>
                    <a:pt x="648" y="2209"/>
                    <a:pt x="656" y="2212"/>
                  </a:cubicBezTo>
                  <a:cubicBezTo>
                    <a:pt x="660" y="2214"/>
                    <a:pt x="664" y="2213"/>
                    <a:pt x="666" y="2209"/>
                  </a:cubicBezTo>
                  <a:cubicBezTo>
                    <a:pt x="668" y="2205"/>
                    <a:pt x="667" y="2200"/>
                    <a:pt x="663" y="2198"/>
                  </a:cubicBezTo>
                  <a:moveTo>
                    <a:pt x="775" y="2246"/>
                  </a:moveTo>
                  <a:cubicBezTo>
                    <a:pt x="768" y="2243"/>
                    <a:pt x="761" y="2240"/>
                    <a:pt x="753" y="2237"/>
                  </a:cubicBezTo>
                  <a:cubicBezTo>
                    <a:pt x="749" y="2236"/>
                    <a:pt x="744" y="2238"/>
                    <a:pt x="743" y="2242"/>
                  </a:cubicBezTo>
                  <a:cubicBezTo>
                    <a:pt x="741" y="2246"/>
                    <a:pt x="743" y="2251"/>
                    <a:pt x="747" y="2252"/>
                  </a:cubicBezTo>
                  <a:cubicBezTo>
                    <a:pt x="755" y="2255"/>
                    <a:pt x="762" y="2258"/>
                    <a:pt x="770" y="2261"/>
                  </a:cubicBezTo>
                  <a:cubicBezTo>
                    <a:pt x="774" y="2262"/>
                    <a:pt x="779" y="2260"/>
                    <a:pt x="780" y="2256"/>
                  </a:cubicBezTo>
                  <a:cubicBezTo>
                    <a:pt x="782" y="2252"/>
                    <a:pt x="780" y="2247"/>
                    <a:pt x="775" y="2246"/>
                  </a:cubicBezTo>
                  <a:moveTo>
                    <a:pt x="892" y="2281"/>
                  </a:moveTo>
                  <a:cubicBezTo>
                    <a:pt x="885" y="2279"/>
                    <a:pt x="877" y="2277"/>
                    <a:pt x="869" y="2275"/>
                  </a:cubicBezTo>
                  <a:cubicBezTo>
                    <a:pt x="865" y="2274"/>
                    <a:pt x="861" y="2276"/>
                    <a:pt x="860" y="2281"/>
                  </a:cubicBezTo>
                  <a:cubicBezTo>
                    <a:pt x="859" y="2285"/>
                    <a:pt x="861" y="2289"/>
                    <a:pt x="865" y="2290"/>
                  </a:cubicBezTo>
                  <a:cubicBezTo>
                    <a:pt x="873" y="2292"/>
                    <a:pt x="881" y="2294"/>
                    <a:pt x="889" y="2296"/>
                  </a:cubicBezTo>
                  <a:cubicBezTo>
                    <a:pt x="893" y="2297"/>
                    <a:pt x="897" y="2295"/>
                    <a:pt x="898" y="2290"/>
                  </a:cubicBezTo>
                  <a:cubicBezTo>
                    <a:pt x="899" y="2286"/>
                    <a:pt x="897" y="2282"/>
                    <a:pt x="892" y="2281"/>
                  </a:cubicBezTo>
                  <a:moveTo>
                    <a:pt x="1013" y="2303"/>
                  </a:moveTo>
                  <a:cubicBezTo>
                    <a:pt x="1005" y="2302"/>
                    <a:pt x="997" y="2301"/>
                    <a:pt x="989" y="2300"/>
                  </a:cubicBezTo>
                  <a:cubicBezTo>
                    <a:pt x="985" y="2299"/>
                    <a:pt x="981" y="2302"/>
                    <a:pt x="980" y="2307"/>
                  </a:cubicBezTo>
                  <a:cubicBezTo>
                    <a:pt x="979" y="2311"/>
                    <a:pt x="982" y="2315"/>
                    <a:pt x="987" y="2316"/>
                  </a:cubicBezTo>
                  <a:cubicBezTo>
                    <a:pt x="995" y="2317"/>
                    <a:pt x="1003" y="2318"/>
                    <a:pt x="1010" y="2319"/>
                  </a:cubicBezTo>
                  <a:cubicBezTo>
                    <a:pt x="1015" y="2320"/>
                    <a:pt x="1019" y="2317"/>
                    <a:pt x="1019" y="2312"/>
                  </a:cubicBezTo>
                  <a:cubicBezTo>
                    <a:pt x="1020" y="2308"/>
                    <a:pt x="1017" y="2304"/>
                    <a:pt x="1013" y="2303"/>
                  </a:cubicBezTo>
                  <a:moveTo>
                    <a:pt x="1134" y="2313"/>
                  </a:moveTo>
                  <a:cubicBezTo>
                    <a:pt x="1127" y="2313"/>
                    <a:pt x="1119" y="2312"/>
                    <a:pt x="1111" y="2312"/>
                  </a:cubicBezTo>
                  <a:cubicBezTo>
                    <a:pt x="1106" y="2312"/>
                    <a:pt x="1103" y="2315"/>
                    <a:pt x="1102" y="2319"/>
                  </a:cubicBezTo>
                  <a:cubicBezTo>
                    <a:pt x="1102" y="2324"/>
                    <a:pt x="1106" y="2328"/>
                    <a:pt x="1110" y="2328"/>
                  </a:cubicBezTo>
                  <a:cubicBezTo>
                    <a:pt x="1118" y="2328"/>
                    <a:pt x="1126" y="2329"/>
                    <a:pt x="1134" y="2329"/>
                  </a:cubicBezTo>
                  <a:cubicBezTo>
                    <a:pt x="1138" y="2329"/>
                    <a:pt x="1142" y="2325"/>
                    <a:pt x="1142" y="2321"/>
                  </a:cubicBezTo>
                  <a:cubicBezTo>
                    <a:pt x="1142" y="2316"/>
                    <a:pt x="1139" y="2313"/>
                    <a:pt x="1134" y="2313"/>
                  </a:cubicBezTo>
                  <a:moveTo>
                    <a:pt x="1257" y="2309"/>
                  </a:moveTo>
                  <a:cubicBezTo>
                    <a:pt x="1249" y="2310"/>
                    <a:pt x="1241" y="2311"/>
                    <a:pt x="1233" y="2311"/>
                  </a:cubicBezTo>
                  <a:cubicBezTo>
                    <a:pt x="1229" y="2311"/>
                    <a:pt x="1225" y="2315"/>
                    <a:pt x="1226" y="2320"/>
                  </a:cubicBezTo>
                  <a:cubicBezTo>
                    <a:pt x="1226" y="2324"/>
                    <a:pt x="1230" y="2327"/>
                    <a:pt x="1234" y="2327"/>
                  </a:cubicBezTo>
                  <a:cubicBezTo>
                    <a:pt x="1242" y="2327"/>
                    <a:pt x="1250" y="2326"/>
                    <a:pt x="1258" y="2325"/>
                  </a:cubicBezTo>
                  <a:cubicBezTo>
                    <a:pt x="1262" y="2325"/>
                    <a:pt x="1266" y="2321"/>
                    <a:pt x="1265" y="2317"/>
                  </a:cubicBezTo>
                  <a:cubicBezTo>
                    <a:pt x="1265" y="2312"/>
                    <a:pt x="1261" y="2309"/>
                    <a:pt x="1257" y="2309"/>
                  </a:cubicBezTo>
                  <a:moveTo>
                    <a:pt x="1378" y="2293"/>
                  </a:moveTo>
                  <a:cubicBezTo>
                    <a:pt x="1370" y="2295"/>
                    <a:pt x="1362" y="2296"/>
                    <a:pt x="1354" y="2297"/>
                  </a:cubicBezTo>
                  <a:cubicBezTo>
                    <a:pt x="1350" y="2298"/>
                    <a:pt x="1347" y="2302"/>
                    <a:pt x="1348" y="2307"/>
                  </a:cubicBezTo>
                  <a:cubicBezTo>
                    <a:pt x="1349" y="2311"/>
                    <a:pt x="1353" y="2314"/>
                    <a:pt x="1357" y="2313"/>
                  </a:cubicBezTo>
                  <a:cubicBezTo>
                    <a:pt x="1365" y="2312"/>
                    <a:pt x="1373" y="2311"/>
                    <a:pt x="1381" y="2309"/>
                  </a:cubicBezTo>
                  <a:cubicBezTo>
                    <a:pt x="1385" y="2308"/>
                    <a:pt x="1388" y="2304"/>
                    <a:pt x="1387" y="2300"/>
                  </a:cubicBezTo>
                  <a:cubicBezTo>
                    <a:pt x="1386" y="2295"/>
                    <a:pt x="1382" y="2292"/>
                    <a:pt x="1378" y="2293"/>
                  </a:cubicBezTo>
                  <a:moveTo>
                    <a:pt x="1497" y="2264"/>
                  </a:moveTo>
                  <a:cubicBezTo>
                    <a:pt x="1489" y="2267"/>
                    <a:pt x="1481" y="2269"/>
                    <a:pt x="1474" y="2271"/>
                  </a:cubicBezTo>
                  <a:cubicBezTo>
                    <a:pt x="1470" y="2272"/>
                    <a:pt x="1467" y="2277"/>
                    <a:pt x="1468" y="2281"/>
                  </a:cubicBezTo>
                  <a:cubicBezTo>
                    <a:pt x="1469" y="2285"/>
                    <a:pt x="1474" y="2288"/>
                    <a:pt x="1478" y="2286"/>
                  </a:cubicBezTo>
                  <a:cubicBezTo>
                    <a:pt x="1486" y="2284"/>
                    <a:pt x="1493" y="2282"/>
                    <a:pt x="1501" y="2280"/>
                  </a:cubicBezTo>
                  <a:cubicBezTo>
                    <a:pt x="1505" y="2278"/>
                    <a:pt x="1508" y="2274"/>
                    <a:pt x="1506" y="2270"/>
                  </a:cubicBezTo>
                  <a:cubicBezTo>
                    <a:pt x="1505" y="2265"/>
                    <a:pt x="1501" y="2263"/>
                    <a:pt x="1497" y="2264"/>
                  </a:cubicBezTo>
                  <a:cubicBezTo>
                    <a:pt x="1497" y="2264"/>
                    <a:pt x="1497" y="2264"/>
                    <a:pt x="1497" y="2264"/>
                  </a:cubicBezTo>
                  <a:moveTo>
                    <a:pt x="1611" y="2223"/>
                  </a:moveTo>
                  <a:cubicBezTo>
                    <a:pt x="1604" y="2226"/>
                    <a:pt x="1597" y="2229"/>
                    <a:pt x="1590" y="2232"/>
                  </a:cubicBezTo>
                  <a:cubicBezTo>
                    <a:pt x="1585" y="2233"/>
                    <a:pt x="1583" y="2238"/>
                    <a:pt x="1585" y="2242"/>
                  </a:cubicBezTo>
                  <a:cubicBezTo>
                    <a:pt x="1587" y="2246"/>
                    <a:pt x="1591" y="2248"/>
                    <a:pt x="1596" y="2247"/>
                  </a:cubicBezTo>
                  <a:cubicBezTo>
                    <a:pt x="1603" y="2244"/>
                    <a:pt x="1610" y="2241"/>
                    <a:pt x="1618" y="2238"/>
                  </a:cubicBezTo>
                  <a:cubicBezTo>
                    <a:pt x="1622" y="2236"/>
                    <a:pt x="1624" y="2231"/>
                    <a:pt x="1622" y="2227"/>
                  </a:cubicBezTo>
                  <a:cubicBezTo>
                    <a:pt x="1620" y="2223"/>
                    <a:pt x="1615" y="2221"/>
                    <a:pt x="1611" y="2223"/>
                  </a:cubicBezTo>
                  <a:moveTo>
                    <a:pt x="1721" y="2169"/>
                  </a:moveTo>
                  <a:cubicBezTo>
                    <a:pt x="1714" y="2173"/>
                    <a:pt x="1707" y="2177"/>
                    <a:pt x="1700" y="2181"/>
                  </a:cubicBezTo>
                  <a:cubicBezTo>
                    <a:pt x="1697" y="2183"/>
                    <a:pt x="1695" y="2188"/>
                    <a:pt x="1697" y="2191"/>
                  </a:cubicBezTo>
                  <a:cubicBezTo>
                    <a:pt x="1699" y="2195"/>
                    <a:pt x="1704" y="2197"/>
                    <a:pt x="1708" y="2195"/>
                  </a:cubicBezTo>
                  <a:cubicBezTo>
                    <a:pt x="1715" y="2191"/>
                    <a:pt x="1722" y="2187"/>
                    <a:pt x="1729" y="2183"/>
                  </a:cubicBezTo>
                  <a:cubicBezTo>
                    <a:pt x="1733" y="2181"/>
                    <a:pt x="1734" y="2176"/>
                    <a:pt x="1732" y="2172"/>
                  </a:cubicBezTo>
                  <a:cubicBezTo>
                    <a:pt x="1730" y="2169"/>
                    <a:pt x="1725" y="2167"/>
                    <a:pt x="1721" y="2169"/>
                  </a:cubicBezTo>
                  <a:moveTo>
                    <a:pt x="1825" y="2104"/>
                  </a:moveTo>
                  <a:cubicBezTo>
                    <a:pt x="1818" y="2109"/>
                    <a:pt x="1812" y="2113"/>
                    <a:pt x="1805" y="2118"/>
                  </a:cubicBezTo>
                  <a:cubicBezTo>
                    <a:pt x="1802" y="2120"/>
                    <a:pt x="1801" y="2125"/>
                    <a:pt x="1803" y="2129"/>
                  </a:cubicBezTo>
                  <a:cubicBezTo>
                    <a:pt x="1806" y="2133"/>
                    <a:pt x="1810" y="2134"/>
                    <a:pt x="1814" y="2131"/>
                  </a:cubicBezTo>
                  <a:cubicBezTo>
                    <a:pt x="1821" y="2127"/>
                    <a:pt x="1827" y="2122"/>
                    <a:pt x="1834" y="2118"/>
                  </a:cubicBezTo>
                  <a:cubicBezTo>
                    <a:pt x="1837" y="2115"/>
                    <a:pt x="1838" y="2110"/>
                    <a:pt x="1836" y="2106"/>
                  </a:cubicBezTo>
                  <a:cubicBezTo>
                    <a:pt x="1833" y="2103"/>
                    <a:pt x="1828" y="2102"/>
                    <a:pt x="1825" y="2104"/>
                  </a:cubicBezTo>
                  <a:cubicBezTo>
                    <a:pt x="1825" y="2104"/>
                    <a:pt x="1825" y="2104"/>
                    <a:pt x="1825" y="2104"/>
                  </a:cubicBezTo>
                  <a:moveTo>
                    <a:pt x="1921" y="2029"/>
                  </a:moveTo>
                  <a:cubicBezTo>
                    <a:pt x="1915" y="2034"/>
                    <a:pt x="1909" y="2039"/>
                    <a:pt x="1903" y="2044"/>
                  </a:cubicBezTo>
                  <a:cubicBezTo>
                    <a:pt x="1899" y="2047"/>
                    <a:pt x="1899" y="2052"/>
                    <a:pt x="1902" y="2056"/>
                  </a:cubicBezTo>
                  <a:cubicBezTo>
                    <a:pt x="1905" y="2059"/>
                    <a:pt x="1910" y="2059"/>
                    <a:pt x="1913" y="2057"/>
                  </a:cubicBezTo>
                  <a:cubicBezTo>
                    <a:pt x="1919" y="2051"/>
                    <a:pt x="1925" y="2046"/>
                    <a:pt x="1931" y="2041"/>
                  </a:cubicBezTo>
                  <a:cubicBezTo>
                    <a:pt x="1935" y="2038"/>
                    <a:pt x="1935" y="2033"/>
                    <a:pt x="1932" y="2030"/>
                  </a:cubicBezTo>
                  <a:cubicBezTo>
                    <a:pt x="1929" y="2026"/>
                    <a:pt x="1924" y="2026"/>
                    <a:pt x="1921" y="2029"/>
                  </a:cubicBezTo>
                  <a:moveTo>
                    <a:pt x="2008" y="1944"/>
                  </a:moveTo>
                  <a:cubicBezTo>
                    <a:pt x="2003" y="1949"/>
                    <a:pt x="1998" y="1955"/>
                    <a:pt x="1992" y="1961"/>
                  </a:cubicBezTo>
                  <a:cubicBezTo>
                    <a:pt x="1989" y="1964"/>
                    <a:pt x="1989" y="1969"/>
                    <a:pt x="1992" y="1972"/>
                  </a:cubicBezTo>
                  <a:cubicBezTo>
                    <a:pt x="1995" y="1975"/>
                    <a:pt x="2001" y="1975"/>
                    <a:pt x="2004" y="1972"/>
                  </a:cubicBezTo>
                  <a:cubicBezTo>
                    <a:pt x="2009" y="1966"/>
                    <a:pt x="2015" y="1960"/>
                    <a:pt x="2020" y="1954"/>
                  </a:cubicBezTo>
                  <a:cubicBezTo>
                    <a:pt x="2023" y="1951"/>
                    <a:pt x="2023" y="1946"/>
                    <a:pt x="2020" y="1943"/>
                  </a:cubicBezTo>
                  <a:cubicBezTo>
                    <a:pt x="2016" y="1940"/>
                    <a:pt x="2011" y="1940"/>
                    <a:pt x="2008" y="1944"/>
                  </a:cubicBezTo>
                  <a:moveTo>
                    <a:pt x="2086" y="1850"/>
                  </a:moveTo>
                  <a:cubicBezTo>
                    <a:pt x="2082" y="1856"/>
                    <a:pt x="2077" y="1862"/>
                    <a:pt x="2072" y="1868"/>
                  </a:cubicBezTo>
                  <a:cubicBezTo>
                    <a:pt x="2069" y="1872"/>
                    <a:pt x="2070" y="1877"/>
                    <a:pt x="2073" y="1880"/>
                  </a:cubicBezTo>
                  <a:cubicBezTo>
                    <a:pt x="2077" y="1882"/>
                    <a:pt x="2082" y="1882"/>
                    <a:pt x="2085" y="1878"/>
                  </a:cubicBezTo>
                  <a:cubicBezTo>
                    <a:pt x="2090" y="1872"/>
                    <a:pt x="2094" y="1866"/>
                    <a:pt x="2099" y="1859"/>
                  </a:cubicBezTo>
                  <a:cubicBezTo>
                    <a:pt x="2102" y="1856"/>
                    <a:pt x="2101" y="1851"/>
                    <a:pt x="2098" y="1848"/>
                  </a:cubicBezTo>
                  <a:cubicBezTo>
                    <a:pt x="2094" y="1845"/>
                    <a:pt x="2089" y="1846"/>
                    <a:pt x="2086" y="1850"/>
                  </a:cubicBezTo>
                  <a:cubicBezTo>
                    <a:pt x="2086" y="1850"/>
                    <a:pt x="2086" y="1850"/>
                    <a:pt x="2086" y="1850"/>
                  </a:cubicBezTo>
                  <a:moveTo>
                    <a:pt x="2154" y="1748"/>
                  </a:moveTo>
                  <a:cubicBezTo>
                    <a:pt x="2150" y="1754"/>
                    <a:pt x="2146" y="1761"/>
                    <a:pt x="2142" y="1768"/>
                  </a:cubicBezTo>
                  <a:cubicBezTo>
                    <a:pt x="2140" y="1772"/>
                    <a:pt x="2141" y="1777"/>
                    <a:pt x="2144" y="1779"/>
                  </a:cubicBezTo>
                  <a:cubicBezTo>
                    <a:pt x="2148" y="1781"/>
                    <a:pt x="2153" y="1780"/>
                    <a:pt x="2155" y="1776"/>
                  </a:cubicBezTo>
                  <a:cubicBezTo>
                    <a:pt x="2160" y="1770"/>
                    <a:pt x="2164" y="1763"/>
                    <a:pt x="2168" y="1756"/>
                  </a:cubicBezTo>
                  <a:cubicBezTo>
                    <a:pt x="2170" y="1752"/>
                    <a:pt x="2169" y="1747"/>
                    <a:pt x="2165" y="1745"/>
                  </a:cubicBezTo>
                  <a:cubicBezTo>
                    <a:pt x="2161" y="1743"/>
                    <a:pt x="2156" y="1744"/>
                    <a:pt x="2154" y="1748"/>
                  </a:cubicBezTo>
                  <a:moveTo>
                    <a:pt x="2211" y="1639"/>
                  </a:moveTo>
                  <a:cubicBezTo>
                    <a:pt x="2207" y="1646"/>
                    <a:pt x="2204" y="1654"/>
                    <a:pt x="2201" y="1661"/>
                  </a:cubicBezTo>
                  <a:cubicBezTo>
                    <a:pt x="2199" y="1665"/>
                    <a:pt x="2200" y="1669"/>
                    <a:pt x="2204" y="1671"/>
                  </a:cubicBezTo>
                  <a:cubicBezTo>
                    <a:pt x="2208" y="1673"/>
                    <a:pt x="2213" y="1672"/>
                    <a:pt x="2215" y="1668"/>
                  </a:cubicBezTo>
                  <a:cubicBezTo>
                    <a:pt x="2218" y="1660"/>
                    <a:pt x="2222" y="1653"/>
                    <a:pt x="2225" y="1646"/>
                  </a:cubicBezTo>
                  <a:cubicBezTo>
                    <a:pt x="2227" y="1642"/>
                    <a:pt x="2225" y="1637"/>
                    <a:pt x="2221" y="1635"/>
                  </a:cubicBezTo>
                  <a:cubicBezTo>
                    <a:pt x="2217" y="1633"/>
                    <a:pt x="2212" y="1635"/>
                    <a:pt x="2211" y="1639"/>
                  </a:cubicBezTo>
                  <a:moveTo>
                    <a:pt x="2255" y="1525"/>
                  </a:moveTo>
                  <a:cubicBezTo>
                    <a:pt x="2253" y="1533"/>
                    <a:pt x="2250" y="1540"/>
                    <a:pt x="2247" y="1548"/>
                  </a:cubicBezTo>
                  <a:cubicBezTo>
                    <a:pt x="2246" y="1552"/>
                    <a:pt x="2248" y="1556"/>
                    <a:pt x="2252" y="1558"/>
                  </a:cubicBezTo>
                  <a:cubicBezTo>
                    <a:pt x="2257" y="1559"/>
                    <a:pt x="2261" y="1557"/>
                    <a:pt x="2263" y="1553"/>
                  </a:cubicBezTo>
                  <a:cubicBezTo>
                    <a:pt x="2265" y="1545"/>
                    <a:pt x="2268" y="1538"/>
                    <a:pt x="2270" y="1530"/>
                  </a:cubicBezTo>
                  <a:cubicBezTo>
                    <a:pt x="2272" y="1526"/>
                    <a:pt x="2269" y="1522"/>
                    <a:pt x="2265" y="1520"/>
                  </a:cubicBezTo>
                  <a:cubicBezTo>
                    <a:pt x="2261" y="1519"/>
                    <a:pt x="2257" y="1521"/>
                    <a:pt x="2255" y="1525"/>
                  </a:cubicBezTo>
                  <a:moveTo>
                    <a:pt x="2287" y="1407"/>
                  </a:moveTo>
                  <a:cubicBezTo>
                    <a:pt x="2286" y="1415"/>
                    <a:pt x="2284" y="1423"/>
                    <a:pt x="2282" y="1430"/>
                  </a:cubicBezTo>
                  <a:cubicBezTo>
                    <a:pt x="2281" y="1435"/>
                    <a:pt x="2284" y="1439"/>
                    <a:pt x="2288" y="1440"/>
                  </a:cubicBezTo>
                  <a:cubicBezTo>
                    <a:pt x="2292" y="1441"/>
                    <a:pt x="2297" y="1438"/>
                    <a:pt x="2298" y="1434"/>
                  </a:cubicBezTo>
                  <a:cubicBezTo>
                    <a:pt x="2299" y="1426"/>
                    <a:pt x="2301" y="1418"/>
                    <a:pt x="2303" y="1411"/>
                  </a:cubicBezTo>
                  <a:cubicBezTo>
                    <a:pt x="2304" y="1406"/>
                    <a:pt x="2301" y="1402"/>
                    <a:pt x="2297" y="1401"/>
                  </a:cubicBezTo>
                  <a:cubicBezTo>
                    <a:pt x="2292" y="1400"/>
                    <a:pt x="2288" y="1403"/>
                    <a:pt x="2287" y="1407"/>
                  </a:cubicBezTo>
                  <a:moveTo>
                    <a:pt x="2307" y="1287"/>
                  </a:moveTo>
                  <a:cubicBezTo>
                    <a:pt x="2306" y="1294"/>
                    <a:pt x="2305" y="1302"/>
                    <a:pt x="2304" y="1310"/>
                  </a:cubicBezTo>
                  <a:cubicBezTo>
                    <a:pt x="2303" y="1314"/>
                    <a:pt x="2306" y="1318"/>
                    <a:pt x="2311" y="1319"/>
                  </a:cubicBezTo>
                  <a:cubicBezTo>
                    <a:pt x="2315" y="1320"/>
                    <a:pt x="2319" y="1317"/>
                    <a:pt x="2320" y="1312"/>
                  </a:cubicBezTo>
                  <a:cubicBezTo>
                    <a:pt x="2321" y="1304"/>
                    <a:pt x="2322" y="1296"/>
                    <a:pt x="2322" y="1288"/>
                  </a:cubicBezTo>
                  <a:cubicBezTo>
                    <a:pt x="2323" y="1284"/>
                    <a:pt x="2320" y="1280"/>
                    <a:pt x="2315" y="1279"/>
                  </a:cubicBezTo>
                  <a:cubicBezTo>
                    <a:pt x="2311" y="1279"/>
                    <a:pt x="2307" y="1282"/>
                    <a:pt x="2307" y="1287"/>
                  </a:cubicBezTo>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 name="íSļide"/>
            <p:cNvSpPr/>
            <p:nvPr/>
          </p:nvSpPr>
          <p:spPr bwMode="auto">
            <a:xfrm>
              <a:off x="4266960" y="3566131"/>
              <a:ext cx="3680672" cy="3677748"/>
            </a:xfrm>
            <a:custGeom>
              <a:avLst/>
              <a:gdLst>
                <a:gd name="T0" fmla="*/ 2129 w 2129"/>
                <a:gd name="T1" fmla="*/ 1064 h 2127"/>
                <a:gd name="T2" fmla="*/ 2117 w 2129"/>
                <a:gd name="T3" fmla="*/ 970 h 2127"/>
                <a:gd name="T4" fmla="*/ 2089 w 2129"/>
                <a:gd name="T5" fmla="*/ 843 h 2127"/>
                <a:gd name="T6" fmla="*/ 2049 w 2129"/>
                <a:gd name="T7" fmla="*/ 703 h 2127"/>
                <a:gd name="T8" fmla="*/ 2049 w 2129"/>
                <a:gd name="T9" fmla="*/ 703 h 2127"/>
                <a:gd name="T10" fmla="*/ 2004 w 2129"/>
                <a:gd name="T11" fmla="*/ 581 h 2127"/>
                <a:gd name="T12" fmla="*/ 1953 w 2129"/>
                <a:gd name="T13" fmla="*/ 477 h 2127"/>
                <a:gd name="T14" fmla="*/ 1894 w 2129"/>
                <a:gd name="T15" fmla="*/ 397 h 2127"/>
                <a:gd name="T16" fmla="*/ 1811 w 2129"/>
                <a:gd name="T17" fmla="*/ 316 h 2127"/>
                <a:gd name="T18" fmla="*/ 1708 w 2129"/>
                <a:gd name="T19" fmla="*/ 236 h 2127"/>
                <a:gd name="T20" fmla="*/ 1587 w 2129"/>
                <a:gd name="T21" fmla="*/ 155 h 2127"/>
                <a:gd name="T22" fmla="*/ 1587 w 2129"/>
                <a:gd name="T23" fmla="*/ 155 h 2127"/>
                <a:gd name="T24" fmla="*/ 1474 w 2129"/>
                <a:gd name="T25" fmla="*/ 90 h 2127"/>
                <a:gd name="T26" fmla="*/ 1368 w 2129"/>
                <a:gd name="T27" fmla="*/ 43 h 2127"/>
                <a:gd name="T28" fmla="*/ 1271 w 2129"/>
                <a:gd name="T29" fmla="*/ 19 h 2127"/>
                <a:gd name="T30" fmla="*/ 1156 w 2129"/>
                <a:gd name="T31" fmla="*/ 11 h 2127"/>
                <a:gd name="T32" fmla="*/ 1025 w 2129"/>
                <a:gd name="T33" fmla="*/ 16 h 2127"/>
                <a:gd name="T34" fmla="*/ 881 w 2129"/>
                <a:gd name="T35" fmla="*/ 32 h 2127"/>
                <a:gd name="T36" fmla="*/ 881 w 2129"/>
                <a:gd name="T37" fmla="*/ 32 h 2127"/>
                <a:gd name="T38" fmla="*/ 752 w 2129"/>
                <a:gd name="T39" fmla="*/ 54 h 2127"/>
                <a:gd name="T40" fmla="*/ 641 w 2129"/>
                <a:gd name="T41" fmla="*/ 87 h 2127"/>
                <a:gd name="T42" fmla="*/ 552 w 2129"/>
                <a:gd name="T43" fmla="*/ 131 h 2127"/>
                <a:gd name="T44" fmla="*/ 458 w 2129"/>
                <a:gd name="T45" fmla="*/ 199 h 2127"/>
                <a:gd name="T46" fmla="*/ 361 w 2129"/>
                <a:gd name="T47" fmla="*/ 286 h 2127"/>
                <a:gd name="T48" fmla="*/ 261 w 2129"/>
                <a:gd name="T49" fmla="*/ 391 h 2127"/>
                <a:gd name="T50" fmla="*/ 261 w 2129"/>
                <a:gd name="T51" fmla="*/ 391 h 2127"/>
                <a:gd name="T52" fmla="*/ 177 w 2129"/>
                <a:gd name="T53" fmla="*/ 491 h 2127"/>
                <a:gd name="T54" fmla="*/ 113 w 2129"/>
                <a:gd name="T55" fmla="*/ 587 h 2127"/>
                <a:gd name="T56" fmla="*/ 72 w 2129"/>
                <a:gd name="T57" fmla="*/ 678 h 2127"/>
                <a:gd name="T58" fmla="*/ 44 w 2129"/>
                <a:gd name="T59" fmla="*/ 790 h 2127"/>
                <a:gd name="T60" fmla="*/ 26 w 2129"/>
                <a:gd name="T61" fmla="*/ 920 h 2127"/>
                <a:gd name="T62" fmla="*/ 16 w 2129"/>
                <a:gd name="T63" fmla="*/ 1065 h 2127"/>
                <a:gd name="T64" fmla="*/ 0 w 2129"/>
                <a:gd name="T65" fmla="*/ 1065 h 2127"/>
                <a:gd name="T66" fmla="*/ 5 w 2129"/>
                <a:gd name="T67" fmla="*/ 1165 h 2127"/>
                <a:gd name="T68" fmla="*/ 30 w 2129"/>
                <a:gd name="T69" fmla="*/ 1277 h 2127"/>
                <a:gd name="T70" fmla="*/ 72 w 2129"/>
                <a:gd name="T71" fmla="*/ 1401 h 2127"/>
                <a:gd name="T72" fmla="*/ 128 w 2129"/>
                <a:gd name="T73" fmla="*/ 1535 h 2127"/>
                <a:gd name="T74" fmla="*/ 128 w 2129"/>
                <a:gd name="T75" fmla="*/ 1535 h 2127"/>
                <a:gd name="T76" fmla="*/ 187 w 2129"/>
                <a:gd name="T77" fmla="*/ 1652 h 2127"/>
                <a:gd name="T78" fmla="*/ 250 w 2129"/>
                <a:gd name="T79" fmla="*/ 1748 h 2127"/>
                <a:gd name="T80" fmla="*/ 317 w 2129"/>
                <a:gd name="T81" fmla="*/ 1822 h 2127"/>
                <a:gd name="T82" fmla="*/ 409 w 2129"/>
                <a:gd name="T83" fmla="*/ 1892 h 2127"/>
                <a:gd name="T84" fmla="*/ 520 w 2129"/>
                <a:gd name="T85" fmla="*/ 1960 h 2127"/>
                <a:gd name="T86" fmla="*/ 650 w 2129"/>
                <a:gd name="T87" fmla="*/ 2027 h 2127"/>
                <a:gd name="T88" fmla="*/ 650 w 2129"/>
                <a:gd name="T89" fmla="*/ 2027 h 2127"/>
                <a:gd name="T90" fmla="*/ 770 w 2129"/>
                <a:gd name="T91" fmla="*/ 2078 h 2127"/>
                <a:gd name="T92" fmla="*/ 880 w 2129"/>
                <a:gd name="T93" fmla="*/ 2112 h 2127"/>
                <a:gd name="T94" fmla="*/ 979 w 2129"/>
                <a:gd name="T95" fmla="*/ 2125 h 2127"/>
                <a:gd name="T96" fmla="*/ 1095 w 2129"/>
                <a:gd name="T97" fmla="*/ 2120 h 2127"/>
                <a:gd name="T98" fmla="*/ 1224 w 2129"/>
                <a:gd name="T99" fmla="*/ 2100 h 2127"/>
                <a:gd name="T100" fmla="*/ 1366 w 2129"/>
                <a:gd name="T101" fmla="*/ 2068 h 2127"/>
                <a:gd name="T102" fmla="*/ 1366 w 2129"/>
                <a:gd name="T103" fmla="*/ 2068 h 2127"/>
                <a:gd name="T104" fmla="*/ 1490 w 2129"/>
                <a:gd name="T105" fmla="*/ 2031 h 2127"/>
                <a:gd name="T106" fmla="*/ 1597 w 2129"/>
                <a:gd name="T107" fmla="*/ 1985 h 2127"/>
                <a:gd name="T108" fmla="*/ 1681 w 2129"/>
                <a:gd name="T109" fmla="*/ 1931 h 2127"/>
                <a:gd name="T110" fmla="*/ 1766 w 2129"/>
                <a:gd name="T111" fmla="*/ 1853 h 2127"/>
                <a:gd name="T112" fmla="*/ 1852 w 2129"/>
                <a:gd name="T113" fmla="*/ 1755 h 2127"/>
                <a:gd name="T114" fmla="*/ 1940 w 2129"/>
                <a:gd name="T115" fmla="*/ 1640 h 2127"/>
                <a:gd name="T116" fmla="*/ 1940 w 2129"/>
                <a:gd name="T117" fmla="*/ 1640 h 2127"/>
                <a:gd name="T118" fmla="*/ 2012 w 2129"/>
                <a:gd name="T119" fmla="*/ 1531 h 2127"/>
                <a:gd name="T120" fmla="*/ 2065 w 2129"/>
                <a:gd name="T121" fmla="*/ 1428 h 2127"/>
                <a:gd name="T122" fmla="*/ 2094 w 2129"/>
                <a:gd name="T123" fmla="*/ 1332 h 2127"/>
                <a:gd name="T124" fmla="*/ 2110 w 2129"/>
                <a:gd name="T125" fmla="*/ 1218 h 2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29" h="2127">
                  <a:moveTo>
                    <a:pt x="2113" y="1061"/>
                  </a:moveTo>
                  <a:cubicBezTo>
                    <a:pt x="2113" y="1062"/>
                    <a:pt x="2113" y="1063"/>
                    <a:pt x="2113" y="1064"/>
                  </a:cubicBezTo>
                  <a:cubicBezTo>
                    <a:pt x="2113" y="1072"/>
                    <a:pt x="2113" y="1079"/>
                    <a:pt x="2112" y="1087"/>
                  </a:cubicBezTo>
                  <a:cubicBezTo>
                    <a:pt x="2112" y="1092"/>
                    <a:pt x="2116" y="1095"/>
                    <a:pt x="2120" y="1096"/>
                  </a:cubicBezTo>
                  <a:cubicBezTo>
                    <a:pt x="2125" y="1096"/>
                    <a:pt x="2128" y="1092"/>
                    <a:pt x="2128" y="1088"/>
                  </a:cubicBezTo>
                  <a:cubicBezTo>
                    <a:pt x="2129" y="1080"/>
                    <a:pt x="2129" y="1072"/>
                    <a:pt x="2129" y="1064"/>
                  </a:cubicBezTo>
                  <a:cubicBezTo>
                    <a:pt x="2129" y="1063"/>
                    <a:pt x="2129" y="1062"/>
                    <a:pt x="2129" y="1061"/>
                  </a:cubicBezTo>
                  <a:cubicBezTo>
                    <a:pt x="2129" y="1057"/>
                    <a:pt x="2125" y="1053"/>
                    <a:pt x="2121" y="1053"/>
                  </a:cubicBezTo>
                  <a:cubicBezTo>
                    <a:pt x="2116" y="1053"/>
                    <a:pt x="2113" y="1057"/>
                    <a:pt x="2113" y="1061"/>
                  </a:cubicBezTo>
                  <a:close/>
                  <a:moveTo>
                    <a:pt x="2105" y="940"/>
                  </a:moveTo>
                  <a:cubicBezTo>
                    <a:pt x="2106" y="948"/>
                    <a:pt x="2107" y="955"/>
                    <a:pt x="2108" y="963"/>
                  </a:cubicBezTo>
                  <a:cubicBezTo>
                    <a:pt x="2108" y="968"/>
                    <a:pt x="2112" y="971"/>
                    <a:pt x="2117" y="970"/>
                  </a:cubicBezTo>
                  <a:cubicBezTo>
                    <a:pt x="2121" y="970"/>
                    <a:pt x="2124" y="966"/>
                    <a:pt x="2124" y="962"/>
                  </a:cubicBezTo>
                  <a:cubicBezTo>
                    <a:pt x="2123" y="954"/>
                    <a:pt x="2122" y="946"/>
                    <a:pt x="2121" y="938"/>
                  </a:cubicBezTo>
                  <a:cubicBezTo>
                    <a:pt x="2121" y="933"/>
                    <a:pt x="2117" y="930"/>
                    <a:pt x="2112" y="931"/>
                  </a:cubicBezTo>
                  <a:cubicBezTo>
                    <a:pt x="2108" y="931"/>
                    <a:pt x="2105" y="935"/>
                    <a:pt x="2105" y="940"/>
                  </a:cubicBezTo>
                  <a:close/>
                  <a:moveTo>
                    <a:pt x="2084" y="820"/>
                  </a:moveTo>
                  <a:cubicBezTo>
                    <a:pt x="2086" y="827"/>
                    <a:pt x="2088" y="835"/>
                    <a:pt x="2089" y="843"/>
                  </a:cubicBezTo>
                  <a:cubicBezTo>
                    <a:pt x="2090" y="847"/>
                    <a:pt x="2095" y="850"/>
                    <a:pt x="2099" y="849"/>
                  </a:cubicBezTo>
                  <a:cubicBezTo>
                    <a:pt x="2103" y="848"/>
                    <a:pt x="2106" y="844"/>
                    <a:pt x="2105" y="839"/>
                  </a:cubicBezTo>
                  <a:cubicBezTo>
                    <a:pt x="2103" y="832"/>
                    <a:pt x="2102" y="824"/>
                    <a:pt x="2100" y="816"/>
                  </a:cubicBezTo>
                  <a:cubicBezTo>
                    <a:pt x="2099" y="812"/>
                    <a:pt x="2094" y="809"/>
                    <a:pt x="2090" y="810"/>
                  </a:cubicBezTo>
                  <a:cubicBezTo>
                    <a:pt x="2086" y="811"/>
                    <a:pt x="2083" y="815"/>
                    <a:pt x="2084" y="820"/>
                  </a:cubicBezTo>
                  <a:close/>
                  <a:moveTo>
                    <a:pt x="2049" y="703"/>
                  </a:moveTo>
                  <a:cubicBezTo>
                    <a:pt x="2052" y="710"/>
                    <a:pt x="2054" y="718"/>
                    <a:pt x="2057" y="725"/>
                  </a:cubicBezTo>
                  <a:cubicBezTo>
                    <a:pt x="2058" y="730"/>
                    <a:pt x="2063" y="732"/>
                    <a:pt x="2067" y="730"/>
                  </a:cubicBezTo>
                  <a:cubicBezTo>
                    <a:pt x="2071" y="729"/>
                    <a:pt x="2073" y="724"/>
                    <a:pt x="2072" y="720"/>
                  </a:cubicBezTo>
                  <a:cubicBezTo>
                    <a:pt x="2069" y="713"/>
                    <a:pt x="2067" y="705"/>
                    <a:pt x="2064" y="698"/>
                  </a:cubicBezTo>
                  <a:cubicBezTo>
                    <a:pt x="2062" y="693"/>
                    <a:pt x="2058" y="691"/>
                    <a:pt x="2054" y="693"/>
                  </a:cubicBezTo>
                  <a:cubicBezTo>
                    <a:pt x="2050" y="694"/>
                    <a:pt x="2047" y="699"/>
                    <a:pt x="2049" y="703"/>
                  </a:cubicBezTo>
                  <a:close/>
                  <a:moveTo>
                    <a:pt x="2000" y="591"/>
                  </a:moveTo>
                  <a:cubicBezTo>
                    <a:pt x="2004" y="598"/>
                    <a:pt x="2007" y="605"/>
                    <a:pt x="2011" y="612"/>
                  </a:cubicBezTo>
                  <a:cubicBezTo>
                    <a:pt x="2013" y="616"/>
                    <a:pt x="2018" y="618"/>
                    <a:pt x="2022" y="616"/>
                  </a:cubicBezTo>
                  <a:cubicBezTo>
                    <a:pt x="2025" y="614"/>
                    <a:pt x="2027" y="610"/>
                    <a:pt x="2025" y="606"/>
                  </a:cubicBezTo>
                  <a:cubicBezTo>
                    <a:pt x="2022" y="598"/>
                    <a:pt x="2018" y="591"/>
                    <a:pt x="2015" y="584"/>
                  </a:cubicBezTo>
                  <a:cubicBezTo>
                    <a:pt x="2013" y="580"/>
                    <a:pt x="2008" y="579"/>
                    <a:pt x="2004" y="581"/>
                  </a:cubicBezTo>
                  <a:cubicBezTo>
                    <a:pt x="2000" y="583"/>
                    <a:pt x="1998" y="587"/>
                    <a:pt x="2000" y="591"/>
                  </a:cubicBezTo>
                  <a:close/>
                  <a:moveTo>
                    <a:pt x="1939" y="486"/>
                  </a:moveTo>
                  <a:cubicBezTo>
                    <a:pt x="1944" y="493"/>
                    <a:pt x="1948" y="499"/>
                    <a:pt x="1952" y="506"/>
                  </a:cubicBezTo>
                  <a:cubicBezTo>
                    <a:pt x="1954" y="510"/>
                    <a:pt x="1959" y="511"/>
                    <a:pt x="1963" y="508"/>
                  </a:cubicBezTo>
                  <a:cubicBezTo>
                    <a:pt x="1967" y="506"/>
                    <a:pt x="1968" y="501"/>
                    <a:pt x="1966" y="497"/>
                  </a:cubicBezTo>
                  <a:cubicBezTo>
                    <a:pt x="1961" y="491"/>
                    <a:pt x="1957" y="484"/>
                    <a:pt x="1953" y="477"/>
                  </a:cubicBezTo>
                  <a:cubicBezTo>
                    <a:pt x="1950" y="474"/>
                    <a:pt x="1945" y="473"/>
                    <a:pt x="1941" y="475"/>
                  </a:cubicBezTo>
                  <a:cubicBezTo>
                    <a:pt x="1938" y="477"/>
                    <a:pt x="1937" y="482"/>
                    <a:pt x="1939" y="486"/>
                  </a:cubicBezTo>
                  <a:close/>
                  <a:moveTo>
                    <a:pt x="1866" y="388"/>
                  </a:moveTo>
                  <a:cubicBezTo>
                    <a:pt x="1871" y="394"/>
                    <a:pt x="1876" y="401"/>
                    <a:pt x="1881" y="407"/>
                  </a:cubicBezTo>
                  <a:cubicBezTo>
                    <a:pt x="1884" y="410"/>
                    <a:pt x="1889" y="411"/>
                    <a:pt x="1892" y="408"/>
                  </a:cubicBezTo>
                  <a:cubicBezTo>
                    <a:pt x="1896" y="405"/>
                    <a:pt x="1896" y="400"/>
                    <a:pt x="1894" y="397"/>
                  </a:cubicBezTo>
                  <a:cubicBezTo>
                    <a:pt x="1889" y="390"/>
                    <a:pt x="1884" y="384"/>
                    <a:pt x="1878" y="378"/>
                  </a:cubicBezTo>
                  <a:cubicBezTo>
                    <a:pt x="1876" y="375"/>
                    <a:pt x="1871" y="374"/>
                    <a:pt x="1867" y="377"/>
                  </a:cubicBezTo>
                  <a:cubicBezTo>
                    <a:pt x="1864" y="380"/>
                    <a:pt x="1863" y="385"/>
                    <a:pt x="1866" y="388"/>
                  </a:cubicBezTo>
                  <a:close/>
                  <a:moveTo>
                    <a:pt x="1782" y="300"/>
                  </a:moveTo>
                  <a:cubicBezTo>
                    <a:pt x="1788" y="305"/>
                    <a:pt x="1794" y="311"/>
                    <a:pt x="1799" y="316"/>
                  </a:cubicBezTo>
                  <a:cubicBezTo>
                    <a:pt x="1803" y="319"/>
                    <a:pt x="1808" y="319"/>
                    <a:pt x="1811" y="316"/>
                  </a:cubicBezTo>
                  <a:cubicBezTo>
                    <a:pt x="1814" y="313"/>
                    <a:pt x="1814" y="308"/>
                    <a:pt x="1811" y="305"/>
                  </a:cubicBezTo>
                  <a:cubicBezTo>
                    <a:pt x="1805" y="299"/>
                    <a:pt x="1799" y="294"/>
                    <a:pt x="1793" y="288"/>
                  </a:cubicBezTo>
                  <a:cubicBezTo>
                    <a:pt x="1790" y="285"/>
                    <a:pt x="1785" y="285"/>
                    <a:pt x="1782" y="289"/>
                  </a:cubicBezTo>
                  <a:cubicBezTo>
                    <a:pt x="1779" y="292"/>
                    <a:pt x="1779" y="297"/>
                    <a:pt x="1782" y="300"/>
                  </a:cubicBezTo>
                  <a:close/>
                  <a:moveTo>
                    <a:pt x="1689" y="222"/>
                  </a:moveTo>
                  <a:cubicBezTo>
                    <a:pt x="1695" y="226"/>
                    <a:pt x="1701" y="231"/>
                    <a:pt x="1708" y="236"/>
                  </a:cubicBezTo>
                  <a:cubicBezTo>
                    <a:pt x="1711" y="239"/>
                    <a:pt x="1716" y="238"/>
                    <a:pt x="1719" y="235"/>
                  </a:cubicBezTo>
                  <a:cubicBezTo>
                    <a:pt x="1722" y="231"/>
                    <a:pt x="1721" y="226"/>
                    <a:pt x="1718" y="223"/>
                  </a:cubicBezTo>
                  <a:cubicBezTo>
                    <a:pt x="1711" y="218"/>
                    <a:pt x="1705" y="214"/>
                    <a:pt x="1698" y="209"/>
                  </a:cubicBezTo>
                  <a:cubicBezTo>
                    <a:pt x="1695" y="206"/>
                    <a:pt x="1690" y="207"/>
                    <a:pt x="1687" y="211"/>
                  </a:cubicBezTo>
                  <a:cubicBezTo>
                    <a:pt x="1685" y="214"/>
                    <a:pt x="1685" y="219"/>
                    <a:pt x="1689" y="222"/>
                  </a:cubicBezTo>
                  <a:close/>
                  <a:moveTo>
                    <a:pt x="1587" y="155"/>
                  </a:moveTo>
                  <a:cubicBezTo>
                    <a:pt x="1594" y="159"/>
                    <a:pt x="1601" y="163"/>
                    <a:pt x="1607" y="167"/>
                  </a:cubicBezTo>
                  <a:cubicBezTo>
                    <a:pt x="1611" y="169"/>
                    <a:pt x="1616" y="168"/>
                    <a:pt x="1618" y="164"/>
                  </a:cubicBezTo>
                  <a:cubicBezTo>
                    <a:pt x="1621" y="160"/>
                    <a:pt x="1619" y="155"/>
                    <a:pt x="1616" y="153"/>
                  </a:cubicBezTo>
                  <a:cubicBezTo>
                    <a:pt x="1609" y="149"/>
                    <a:pt x="1602" y="145"/>
                    <a:pt x="1595" y="141"/>
                  </a:cubicBezTo>
                  <a:cubicBezTo>
                    <a:pt x="1591" y="139"/>
                    <a:pt x="1586" y="140"/>
                    <a:pt x="1584" y="144"/>
                  </a:cubicBezTo>
                  <a:cubicBezTo>
                    <a:pt x="1582" y="148"/>
                    <a:pt x="1583" y="153"/>
                    <a:pt x="1587" y="155"/>
                  </a:cubicBezTo>
                  <a:close/>
                  <a:moveTo>
                    <a:pt x="1478" y="100"/>
                  </a:moveTo>
                  <a:cubicBezTo>
                    <a:pt x="1485" y="103"/>
                    <a:pt x="1492" y="107"/>
                    <a:pt x="1500" y="110"/>
                  </a:cubicBezTo>
                  <a:cubicBezTo>
                    <a:pt x="1504" y="112"/>
                    <a:pt x="1508" y="110"/>
                    <a:pt x="1510" y="106"/>
                  </a:cubicBezTo>
                  <a:cubicBezTo>
                    <a:pt x="1512" y="102"/>
                    <a:pt x="1510" y="97"/>
                    <a:pt x="1506" y="95"/>
                  </a:cubicBezTo>
                  <a:cubicBezTo>
                    <a:pt x="1499" y="92"/>
                    <a:pt x="1492" y="89"/>
                    <a:pt x="1484" y="85"/>
                  </a:cubicBezTo>
                  <a:cubicBezTo>
                    <a:pt x="1480" y="84"/>
                    <a:pt x="1475" y="86"/>
                    <a:pt x="1474" y="90"/>
                  </a:cubicBezTo>
                  <a:cubicBezTo>
                    <a:pt x="1472" y="94"/>
                    <a:pt x="1474" y="98"/>
                    <a:pt x="1478" y="100"/>
                  </a:cubicBezTo>
                  <a:close/>
                  <a:moveTo>
                    <a:pt x="1363" y="59"/>
                  </a:moveTo>
                  <a:cubicBezTo>
                    <a:pt x="1371" y="61"/>
                    <a:pt x="1378" y="63"/>
                    <a:pt x="1386" y="66"/>
                  </a:cubicBezTo>
                  <a:cubicBezTo>
                    <a:pt x="1390" y="67"/>
                    <a:pt x="1395" y="65"/>
                    <a:pt x="1396" y="61"/>
                  </a:cubicBezTo>
                  <a:cubicBezTo>
                    <a:pt x="1397" y="56"/>
                    <a:pt x="1395" y="52"/>
                    <a:pt x="1391" y="50"/>
                  </a:cubicBezTo>
                  <a:cubicBezTo>
                    <a:pt x="1383" y="48"/>
                    <a:pt x="1376" y="46"/>
                    <a:pt x="1368" y="43"/>
                  </a:cubicBezTo>
                  <a:cubicBezTo>
                    <a:pt x="1364" y="42"/>
                    <a:pt x="1359" y="45"/>
                    <a:pt x="1358" y="49"/>
                  </a:cubicBezTo>
                  <a:cubicBezTo>
                    <a:pt x="1357" y="53"/>
                    <a:pt x="1359" y="57"/>
                    <a:pt x="1363" y="59"/>
                  </a:cubicBezTo>
                  <a:close/>
                  <a:moveTo>
                    <a:pt x="1245" y="31"/>
                  </a:moveTo>
                  <a:cubicBezTo>
                    <a:pt x="1252" y="32"/>
                    <a:pt x="1260" y="34"/>
                    <a:pt x="1268" y="35"/>
                  </a:cubicBezTo>
                  <a:cubicBezTo>
                    <a:pt x="1272" y="36"/>
                    <a:pt x="1276" y="33"/>
                    <a:pt x="1277" y="29"/>
                  </a:cubicBezTo>
                  <a:cubicBezTo>
                    <a:pt x="1278" y="25"/>
                    <a:pt x="1275" y="20"/>
                    <a:pt x="1271" y="19"/>
                  </a:cubicBezTo>
                  <a:cubicBezTo>
                    <a:pt x="1263" y="18"/>
                    <a:pt x="1255" y="17"/>
                    <a:pt x="1247" y="15"/>
                  </a:cubicBezTo>
                  <a:cubicBezTo>
                    <a:pt x="1243" y="14"/>
                    <a:pt x="1239" y="17"/>
                    <a:pt x="1238" y="22"/>
                  </a:cubicBezTo>
                  <a:cubicBezTo>
                    <a:pt x="1237" y="26"/>
                    <a:pt x="1240" y="30"/>
                    <a:pt x="1245" y="31"/>
                  </a:cubicBezTo>
                  <a:close/>
                  <a:moveTo>
                    <a:pt x="1124" y="17"/>
                  </a:moveTo>
                  <a:cubicBezTo>
                    <a:pt x="1131" y="18"/>
                    <a:pt x="1139" y="18"/>
                    <a:pt x="1147" y="19"/>
                  </a:cubicBezTo>
                  <a:cubicBezTo>
                    <a:pt x="1152" y="19"/>
                    <a:pt x="1155" y="16"/>
                    <a:pt x="1156" y="11"/>
                  </a:cubicBezTo>
                  <a:cubicBezTo>
                    <a:pt x="1156" y="7"/>
                    <a:pt x="1153" y="3"/>
                    <a:pt x="1148" y="3"/>
                  </a:cubicBezTo>
                  <a:cubicBezTo>
                    <a:pt x="1140" y="2"/>
                    <a:pt x="1132" y="2"/>
                    <a:pt x="1124" y="1"/>
                  </a:cubicBezTo>
                  <a:cubicBezTo>
                    <a:pt x="1120" y="1"/>
                    <a:pt x="1116" y="4"/>
                    <a:pt x="1116" y="9"/>
                  </a:cubicBezTo>
                  <a:cubicBezTo>
                    <a:pt x="1116" y="13"/>
                    <a:pt x="1119" y="17"/>
                    <a:pt x="1124" y="17"/>
                  </a:cubicBezTo>
                  <a:close/>
                  <a:moveTo>
                    <a:pt x="1002" y="17"/>
                  </a:moveTo>
                  <a:cubicBezTo>
                    <a:pt x="1010" y="17"/>
                    <a:pt x="1017" y="16"/>
                    <a:pt x="1025" y="16"/>
                  </a:cubicBezTo>
                  <a:cubicBezTo>
                    <a:pt x="1030" y="16"/>
                    <a:pt x="1033" y="12"/>
                    <a:pt x="1033" y="8"/>
                  </a:cubicBezTo>
                  <a:cubicBezTo>
                    <a:pt x="1033" y="3"/>
                    <a:pt x="1029" y="0"/>
                    <a:pt x="1025" y="0"/>
                  </a:cubicBezTo>
                  <a:cubicBezTo>
                    <a:pt x="1017" y="0"/>
                    <a:pt x="1009" y="1"/>
                    <a:pt x="1001" y="1"/>
                  </a:cubicBezTo>
                  <a:cubicBezTo>
                    <a:pt x="996" y="2"/>
                    <a:pt x="993" y="5"/>
                    <a:pt x="993" y="10"/>
                  </a:cubicBezTo>
                  <a:cubicBezTo>
                    <a:pt x="993" y="14"/>
                    <a:pt x="997" y="18"/>
                    <a:pt x="1002" y="17"/>
                  </a:cubicBezTo>
                  <a:close/>
                  <a:moveTo>
                    <a:pt x="881" y="32"/>
                  </a:moveTo>
                  <a:cubicBezTo>
                    <a:pt x="888" y="30"/>
                    <a:pt x="896" y="29"/>
                    <a:pt x="904" y="28"/>
                  </a:cubicBezTo>
                  <a:cubicBezTo>
                    <a:pt x="908" y="27"/>
                    <a:pt x="911" y="23"/>
                    <a:pt x="911" y="19"/>
                  </a:cubicBezTo>
                  <a:cubicBezTo>
                    <a:pt x="910" y="14"/>
                    <a:pt x="906" y="11"/>
                    <a:pt x="902" y="12"/>
                  </a:cubicBezTo>
                  <a:cubicBezTo>
                    <a:pt x="894" y="13"/>
                    <a:pt x="886" y="14"/>
                    <a:pt x="878" y="16"/>
                  </a:cubicBezTo>
                  <a:cubicBezTo>
                    <a:pt x="874" y="17"/>
                    <a:pt x="871" y="21"/>
                    <a:pt x="871" y="25"/>
                  </a:cubicBezTo>
                  <a:cubicBezTo>
                    <a:pt x="872" y="29"/>
                    <a:pt x="876" y="32"/>
                    <a:pt x="881" y="32"/>
                  </a:cubicBezTo>
                  <a:close/>
                  <a:moveTo>
                    <a:pt x="762" y="60"/>
                  </a:moveTo>
                  <a:cubicBezTo>
                    <a:pt x="770" y="57"/>
                    <a:pt x="777" y="55"/>
                    <a:pt x="785" y="53"/>
                  </a:cubicBezTo>
                  <a:cubicBezTo>
                    <a:pt x="789" y="52"/>
                    <a:pt x="792" y="48"/>
                    <a:pt x="790" y="43"/>
                  </a:cubicBezTo>
                  <a:cubicBezTo>
                    <a:pt x="789" y="39"/>
                    <a:pt x="785" y="37"/>
                    <a:pt x="781" y="38"/>
                  </a:cubicBezTo>
                  <a:cubicBezTo>
                    <a:pt x="773" y="40"/>
                    <a:pt x="765" y="42"/>
                    <a:pt x="757" y="44"/>
                  </a:cubicBezTo>
                  <a:cubicBezTo>
                    <a:pt x="753" y="46"/>
                    <a:pt x="751" y="50"/>
                    <a:pt x="752" y="54"/>
                  </a:cubicBezTo>
                  <a:cubicBezTo>
                    <a:pt x="753" y="59"/>
                    <a:pt x="758" y="61"/>
                    <a:pt x="762" y="60"/>
                  </a:cubicBezTo>
                  <a:close/>
                  <a:moveTo>
                    <a:pt x="648" y="102"/>
                  </a:moveTo>
                  <a:cubicBezTo>
                    <a:pt x="655" y="98"/>
                    <a:pt x="662" y="95"/>
                    <a:pt x="669" y="92"/>
                  </a:cubicBezTo>
                  <a:cubicBezTo>
                    <a:pt x="674" y="91"/>
                    <a:pt x="675" y="86"/>
                    <a:pt x="674" y="82"/>
                  </a:cubicBezTo>
                  <a:cubicBezTo>
                    <a:pt x="672" y="78"/>
                    <a:pt x="667" y="76"/>
                    <a:pt x="663" y="78"/>
                  </a:cubicBezTo>
                  <a:cubicBezTo>
                    <a:pt x="656" y="81"/>
                    <a:pt x="649" y="84"/>
                    <a:pt x="641" y="87"/>
                  </a:cubicBezTo>
                  <a:cubicBezTo>
                    <a:pt x="637" y="89"/>
                    <a:pt x="635" y="93"/>
                    <a:pt x="637" y="97"/>
                  </a:cubicBezTo>
                  <a:cubicBezTo>
                    <a:pt x="639" y="101"/>
                    <a:pt x="644" y="103"/>
                    <a:pt x="648" y="102"/>
                  </a:cubicBezTo>
                  <a:close/>
                  <a:moveTo>
                    <a:pt x="539" y="156"/>
                  </a:moveTo>
                  <a:cubicBezTo>
                    <a:pt x="546" y="152"/>
                    <a:pt x="553" y="149"/>
                    <a:pt x="559" y="145"/>
                  </a:cubicBezTo>
                  <a:cubicBezTo>
                    <a:pt x="563" y="143"/>
                    <a:pt x="565" y="138"/>
                    <a:pt x="563" y="134"/>
                  </a:cubicBezTo>
                  <a:cubicBezTo>
                    <a:pt x="561" y="130"/>
                    <a:pt x="556" y="129"/>
                    <a:pt x="552" y="131"/>
                  </a:cubicBezTo>
                  <a:cubicBezTo>
                    <a:pt x="545" y="135"/>
                    <a:pt x="538" y="139"/>
                    <a:pt x="531" y="143"/>
                  </a:cubicBezTo>
                  <a:cubicBezTo>
                    <a:pt x="527" y="145"/>
                    <a:pt x="526" y="150"/>
                    <a:pt x="528" y="154"/>
                  </a:cubicBezTo>
                  <a:cubicBezTo>
                    <a:pt x="530" y="157"/>
                    <a:pt x="535" y="159"/>
                    <a:pt x="539" y="156"/>
                  </a:cubicBezTo>
                  <a:close/>
                  <a:moveTo>
                    <a:pt x="437" y="224"/>
                  </a:moveTo>
                  <a:cubicBezTo>
                    <a:pt x="444" y="219"/>
                    <a:pt x="450" y="214"/>
                    <a:pt x="456" y="210"/>
                  </a:cubicBezTo>
                  <a:cubicBezTo>
                    <a:pt x="460" y="207"/>
                    <a:pt x="461" y="202"/>
                    <a:pt x="458" y="199"/>
                  </a:cubicBezTo>
                  <a:cubicBezTo>
                    <a:pt x="456" y="195"/>
                    <a:pt x="451" y="194"/>
                    <a:pt x="447" y="197"/>
                  </a:cubicBezTo>
                  <a:cubicBezTo>
                    <a:pt x="441" y="201"/>
                    <a:pt x="434" y="206"/>
                    <a:pt x="428" y="211"/>
                  </a:cubicBezTo>
                  <a:cubicBezTo>
                    <a:pt x="424" y="213"/>
                    <a:pt x="423" y="218"/>
                    <a:pt x="426" y="222"/>
                  </a:cubicBezTo>
                  <a:cubicBezTo>
                    <a:pt x="429" y="226"/>
                    <a:pt x="434" y="226"/>
                    <a:pt x="437" y="224"/>
                  </a:cubicBezTo>
                  <a:close/>
                  <a:moveTo>
                    <a:pt x="344" y="302"/>
                  </a:moveTo>
                  <a:cubicBezTo>
                    <a:pt x="350" y="297"/>
                    <a:pt x="356" y="291"/>
                    <a:pt x="361" y="286"/>
                  </a:cubicBezTo>
                  <a:cubicBezTo>
                    <a:pt x="365" y="283"/>
                    <a:pt x="365" y="278"/>
                    <a:pt x="362" y="275"/>
                  </a:cubicBezTo>
                  <a:cubicBezTo>
                    <a:pt x="359" y="272"/>
                    <a:pt x="354" y="271"/>
                    <a:pt x="351" y="274"/>
                  </a:cubicBezTo>
                  <a:cubicBezTo>
                    <a:pt x="345" y="280"/>
                    <a:pt x="339" y="285"/>
                    <a:pt x="333" y="290"/>
                  </a:cubicBezTo>
                  <a:cubicBezTo>
                    <a:pt x="330" y="294"/>
                    <a:pt x="330" y="299"/>
                    <a:pt x="333" y="302"/>
                  </a:cubicBezTo>
                  <a:cubicBezTo>
                    <a:pt x="336" y="305"/>
                    <a:pt x="341" y="305"/>
                    <a:pt x="344" y="302"/>
                  </a:cubicBezTo>
                  <a:close/>
                  <a:moveTo>
                    <a:pt x="261" y="391"/>
                  </a:moveTo>
                  <a:cubicBezTo>
                    <a:pt x="266" y="385"/>
                    <a:pt x="271" y="379"/>
                    <a:pt x="276" y="373"/>
                  </a:cubicBezTo>
                  <a:cubicBezTo>
                    <a:pt x="279" y="370"/>
                    <a:pt x="278" y="365"/>
                    <a:pt x="275" y="362"/>
                  </a:cubicBezTo>
                  <a:cubicBezTo>
                    <a:pt x="272" y="359"/>
                    <a:pt x="267" y="359"/>
                    <a:pt x="264" y="362"/>
                  </a:cubicBezTo>
                  <a:cubicBezTo>
                    <a:pt x="259" y="368"/>
                    <a:pt x="253" y="374"/>
                    <a:pt x="248" y="381"/>
                  </a:cubicBezTo>
                  <a:cubicBezTo>
                    <a:pt x="245" y="384"/>
                    <a:pt x="246" y="389"/>
                    <a:pt x="249" y="392"/>
                  </a:cubicBezTo>
                  <a:cubicBezTo>
                    <a:pt x="253" y="395"/>
                    <a:pt x="258" y="394"/>
                    <a:pt x="261" y="391"/>
                  </a:cubicBezTo>
                  <a:close/>
                  <a:moveTo>
                    <a:pt x="188" y="489"/>
                  </a:moveTo>
                  <a:cubicBezTo>
                    <a:pt x="192" y="482"/>
                    <a:pt x="197" y="476"/>
                    <a:pt x="201" y="469"/>
                  </a:cubicBezTo>
                  <a:cubicBezTo>
                    <a:pt x="203" y="465"/>
                    <a:pt x="203" y="460"/>
                    <a:pt x="199" y="458"/>
                  </a:cubicBezTo>
                  <a:cubicBezTo>
                    <a:pt x="195" y="455"/>
                    <a:pt x="190" y="456"/>
                    <a:pt x="188" y="460"/>
                  </a:cubicBezTo>
                  <a:cubicBezTo>
                    <a:pt x="183" y="467"/>
                    <a:pt x="179" y="473"/>
                    <a:pt x="174" y="480"/>
                  </a:cubicBezTo>
                  <a:cubicBezTo>
                    <a:pt x="172" y="484"/>
                    <a:pt x="173" y="489"/>
                    <a:pt x="177" y="491"/>
                  </a:cubicBezTo>
                  <a:cubicBezTo>
                    <a:pt x="180" y="493"/>
                    <a:pt x="185" y="492"/>
                    <a:pt x="188" y="489"/>
                  </a:cubicBezTo>
                  <a:close/>
                  <a:moveTo>
                    <a:pt x="127" y="594"/>
                  </a:moveTo>
                  <a:cubicBezTo>
                    <a:pt x="130" y="587"/>
                    <a:pt x="134" y="580"/>
                    <a:pt x="138" y="573"/>
                  </a:cubicBezTo>
                  <a:cubicBezTo>
                    <a:pt x="140" y="569"/>
                    <a:pt x="138" y="565"/>
                    <a:pt x="134" y="562"/>
                  </a:cubicBezTo>
                  <a:cubicBezTo>
                    <a:pt x="130" y="560"/>
                    <a:pt x="126" y="562"/>
                    <a:pt x="124" y="566"/>
                  </a:cubicBezTo>
                  <a:cubicBezTo>
                    <a:pt x="120" y="573"/>
                    <a:pt x="116" y="580"/>
                    <a:pt x="113" y="587"/>
                  </a:cubicBezTo>
                  <a:cubicBezTo>
                    <a:pt x="111" y="591"/>
                    <a:pt x="112" y="596"/>
                    <a:pt x="116" y="598"/>
                  </a:cubicBezTo>
                  <a:cubicBezTo>
                    <a:pt x="120" y="600"/>
                    <a:pt x="125" y="598"/>
                    <a:pt x="127" y="594"/>
                  </a:cubicBezTo>
                  <a:close/>
                  <a:moveTo>
                    <a:pt x="79" y="706"/>
                  </a:moveTo>
                  <a:cubicBezTo>
                    <a:pt x="81" y="699"/>
                    <a:pt x="84" y="692"/>
                    <a:pt x="87" y="684"/>
                  </a:cubicBezTo>
                  <a:cubicBezTo>
                    <a:pt x="89" y="680"/>
                    <a:pt x="86" y="675"/>
                    <a:pt x="82" y="674"/>
                  </a:cubicBezTo>
                  <a:cubicBezTo>
                    <a:pt x="78" y="672"/>
                    <a:pt x="74" y="674"/>
                    <a:pt x="72" y="678"/>
                  </a:cubicBezTo>
                  <a:cubicBezTo>
                    <a:pt x="69" y="686"/>
                    <a:pt x="66" y="693"/>
                    <a:pt x="64" y="701"/>
                  </a:cubicBezTo>
                  <a:cubicBezTo>
                    <a:pt x="62" y="705"/>
                    <a:pt x="64" y="710"/>
                    <a:pt x="68" y="711"/>
                  </a:cubicBezTo>
                  <a:cubicBezTo>
                    <a:pt x="73" y="713"/>
                    <a:pt x="77" y="711"/>
                    <a:pt x="79" y="706"/>
                  </a:cubicBezTo>
                  <a:close/>
                  <a:moveTo>
                    <a:pt x="44" y="823"/>
                  </a:moveTo>
                  <a:cubicBezTo>
                    <a:pt x="46" y="815"/>
                    <a:pt x="48" y="808"/>
                    <a:pt x="50" y="800"/>
                  </a:cubicBezTo>
                  <a:cubicBezTo>
                    <a:pt x="51" y="796"/>
                    <a:pt x="48" y="792"/>
                    <a:pt x="44" y="790"/>
                  </a:cubicBezTo>
                  <a:cubicBezTo>
                    <a:pt x="39" y="789"/>
                    <a:pt x="35" y="792"/>
                    <a:pt x="34" y="796"/>
                  </a:cubicBezTo>
                  <a:cubicBezTo>
                    <a:pt x="32" y="804"/>
                    <a:pt x="30" y="812"/>
                    <a:pt x="28" y="820"/>
                  </a:cubicBezTo>
                  <a:cubicBezTo>
                    <a:pt x="27" y="824"/>
                    <a:pt x="30" y="828"/>
                    <a:pt x="34" y="829"/>
                  </a:cubicBezTo>
                  <a:cubicBezTo>
                    <a:pt x="39" y="830"/>
                    <a:pt x="43" y="827"/>
                    <a:pt x="44" y="823"/>
                  </a:cubicBezTo>
                  <a:close/>
                  <a:moveTo>
                    <a:pt x="23" y="943"/>
                  </a:moveTo>
                  <a:cubicBezTo>
                    <a:pt x="24" y="935"/>
                    <a:pt x="25" y="928"/>
                    <a:pt x="26" y="920"/>
                  </a:cubicBezTo>
                  <a:cubicBezTo>
                    <a:pt x="27" y="915"/>
                    <a:pt x="23" y="911"/>
                    <a:pt x="19" y="911"/>
                  </a:cubicBezTo>
                  <a:cubicBezTo>
                    <a:pt x="15" y="910"/>
                    <a:pt x="11" y="913"/>
                    <a:pt x="10" y="918"/>
                  </a:cubicBezTo>
                  <a:cubicBezTo>
                    <a:pt x="9" y="926"/>
                    <a:pt x="8" y="933"/>
                    <a:pt x="7" y="941"/>
                  </a:cubicBezTo>
                  <a:cubicBezTo>
                    <a:pt x="7" y="946"/>
                    <a:pt x="10" y="950"/>
                    <a:pt x="14" y="950"/>
                  </a:cubicBezTo>
                  <a:cubicBezTo>
                    <a:pt x="19" y="951"/>
                    <a:pt x="22" y="948"/>
                    <a:pt x="23" y="943"/>
                  </a:cubicBezTo>
                  <a:close/>
                  <a:moveTo>
                    <a:pt x="16" y="1065"/>
                  </a:moveTo>
                  <a:cubicBezTo>
                    <a:pt x="16" y="1065"/>
                    <a:pt x="16" y="1064"/>
                    <a:pt x="16" y="1064"/>
                  </a:cubicBezTo>
                  <a:cubicBezTo>
                    <a:pt x="16" y="1056"/>
                    <a:pt x="16" y="1049"/>
                    <a:pt x="16" y="1041"/>
                  </a:cubicBezTo>
                  <a:cubicBezTo>
                    <a:pt x="16" y="1037"/>
                    <a:pt x="13" y="1033"/>
                    <a:pt x="9" y="1033"/>
                  </a:cubicBezTo>
                  <a:cubicBezTo>
                    <a:pt x="4" y="1033"/>
                    <a:pt x="0" y="1037"/>
                    <a:pt x="0" y="1041"/>
                  </a:cubicBezTo>
                  <a:cubicBezTo>
                    <a:pt x="0" y="1049"/>
                    <a:pt x="0" y="1056"/>
                    <a:pt x="0" y="1064"/>
                  </a:cubicBezTo>
                  <a:cubicBezTo>
                    <a:pt x="0" y="1064"/>
                    <a:pt x="0" y="1065"/>
                    <a:pt x="0" y="1065"/>
                  </a:cubicBezTo>
                  <a:cubicBezTo>
                    <a:pt x="0" y="1069"/>
                    <a:pt x="4" y="1073"/>
                    <a:pt x="8" y="1073"/>
                  </a:cubicBezTo>
                  <a:cubicBezTo>
                    <a:pt x="13" y="1073"/>
                    <a:pt x="16" y="1069"/>
                    <a:pt x="16" y="1065"/>
                  </a:cubicBezTo>
                  <a:close/>
                  <a:moveTo>
                    <a:pt x="23" y="1187"/>
                  </a:moveTo>
                  <a:cubicBezTo>
                    <a:pt x="22" y="1179"/>
                    <a:pt x="22" y="1171"/>
                    <a:pt x="21" y="1163"/>
                  </a:cubicBezTo>
                  <a:cubicBezTo>
                    <a:pt x="20" y="1159"/>
                    <a:pt x="16" y="1155"/>
                    <a:pt x="12" y="1156"/>
                  </a:cubicBezTo>
                  <a:cubicBezTo>
                    <a:pt x="8" y="1156"/>
                    <a:pt x="4" y="1160"/>
                    <a:pt x="5" y="1165"/>
                  </a:cubicBezTo>
                  <a:cubicBezTo>
                    <a:pt x="6" y="1173"/>
                    <a:pt x="6" y="1181"/>
                    <a:pt x="7" y="1188"/>
                  </a:cubicBezTo>
                  <a:cubicBezTo>
                    <a:pt x="8" y="1193"/>
                    <a:pt x="12" y="1196"/>
                    <a:pt x="16" y="1195"/>
                  </a:cubicBezTo>
                  <a:cubicBezTo>
                    <a:pt x="21" y="1195"/>
                    <a:pt x="24" y="1191"/>
                    <a:pt x="23" y="1187"/>
                  </a:cubicBezTo>
                  <a:close/>
                  <a:moveTo>
                    <a:pt x="44" y="1307"/>
                  </a:moveTo>
                  <a:cubicBezTo>
                    <a:pt x="43" y="1299"/>
                    <a:pt x="41" y="1291"/>
                    <a:pt x="39" y="1284"/>
                  </a:cubicBezTo>
                  <a:cubicBezTo>
                    <a:pt x="38" y="1279"/>
                    <a:pt x="34" y="1276"/>
                    <a:pt x="30" y="1277"/>
                  </a:cubicBezTo>
                  <a:cubicBezTo>
                    <a:pt x="25" y="1278"/>
                    <a:pt x="23" y="1283"/>
                    <a:pt x="24" y="1287"/>
                  </a:cubicBezTo>
                  <a:cubicBezTo>
                    <a:pt x="25" y="1295"/>
                    <a:pt x="27" y="1303"/>
                    <a:pt x="29" y="1310"/>
                  </a:cubicBezTo>
                  <a:cubicBezTo>
                    <a:pt x="30" y="1315"/>
                    <a:pt x="34" y="1317"/>
                    <a:pt x="38" y="1316"/>
                  </a:cubicBezTo>
                  <a:cubicBezTo>
                    <a:pt x="43" y="1315"/>
                    <a:pt x="45" y="1311"/>
                    <a:pt x="44" y="1307"/>
                  </a:cubicBezTo>
                  <a:close/>
                  <a:moveTo>
                    <a:pt x="79" y="1423"/>
                  </a:moveTo>
                  <a:cubicBezTo>
                    <a:pt x="77" y="1416"/>
                    <a:pt x="74" y="1408"/>
                    <a:pt x="72" y="1401"/>
                  </a:cubicBezTo>
                  <a:cubicBezTo>
                    <a:pt x="70" y="1397"/>
                    <a:pt x="66" y="1395"/>
                    <a:pt x="61" y="1396"/>
                  </a:cubicBezTo>
                  <a:cubicBezTo>
                    <a:pt x="57" y="1397"/>
                    <a:pt x="55" y="1402"/>
                    <a:pt x="56" y="1406"/>
                  </a:cubicBezTo>
                  <a:cubicBezTo>
                    <a:pt x="59" y="1414"/>
                    <a:pt x="62" y="1421"/>
                    <a:pt x="64" y="1429"/>
                  </a:cubicBezTo>
                  <a:cubicBezTo>
                    <a:pt x="66" y="1433"/>
                    <a:pt x="70" y="1435"/>
                    <a:pt x="75" y="1434"/>
                  </a:cubicBezTo>
                  <a:cubicBezTo>
                    <a:pt x="79" y="1432"/>
                    <a:pt x="81" y="1427"/>
                    <a:pt x="79" y="1423"/>
                  </a:cubicBezTo>
                  <a:close/>
                  <a:moveTo>
                    <a:pt x="128" y="1535"/>
                  </a:moveTo>
                  <a:cubicBezTo>
                    <a:pt x="124" y="1528"/>
                    <a:pt x="121" y="1521"/>
                    <a:pt x="117" y="1514"/>
                  </a:cubicBezTo>
                  <a:cubicBezTo>
                    <a:pt x="116" y="1510"/>
                    <a:pt x="111" y="1508"/>
                    <a:pt x="107" y="1510"/>
                  </a:cubicBezTo>
                  <a:cubicBezTo>
                    <a:pt x="103" y="1512"/>
                    <a:pt x="101" y="1517"/>
                    <a:pt x="103" y="1521"/>
                  </a:cubicBezTo>
                  <a:cubicBezTo>
                    <a:pt x="106" y="1528"/>
                    <a:pt x="110" y="1535"/>
                    <a:pt x="114" y="1542"/>
                  </a:cubicBezTo>
                  <a:cubicBezTo>
                    <a:pt x="116" y="1546"/>
                    <a:pt x="120" y="1548"/>
                    <a:pt x="124" y="1546"/>
                  </a:cubicBezTo>
                  <a:cubicBezTo>
                    <a:pt x="128" y="1544"/>
                    <a:pt x="130" y="1539"/>
                    <a:pt x="128" y="1535"/>
                  </a:cubicBezTo>
                  <a:close/>
                  <a:moveTo>
                    <a:pt x="189" y="1640"/>
                  </a:moveTo>
                  <a:cubicBezTo>
                    <a:pt x="185" y="1634"/>
                    <a:pt x="180" y="1627"/>
                    <a:pt x="176" y="1621"/>
                  </a:cubicBezTo>
                  <a:cubicBezTo>
                    <a:pt x="174" y="1617"/>
                    <a:pt x="169" y="1616"/>
                    <a:pt x="165" y="1618"/>
                  </a:cubicBezTo>
                  <a:cubicBezTo>
                    <a:pt x="161" y="1620"/>
                    <a:pt x="160" y="1625"/>
                    <a:pt x="163" y="1629"/>
                  </a:cubicBezTo>
                  <a:cubicBezTo>
                    <a:pt x="167" y="1636"/>
                    <a:pt x="171" y="1643"/>
                    <a:pt x="176" y="1649"/>
                  </a:cubicBezTo>
                  <a:cubicBezTo>
                    <a:pt x="178" y="1653"/>
                    <a:pt x="183" y="1654"/>
                    <a:pt x="187" y="1652"/>
                  </a:cubicBezTo>
                  <a:cubicBezTo>
                    <a:pt x="190" y="1649"/>
                    <a:pt x="191" y="1644"/>
                    <a:pt x="189" y="1640"/>
                  </a:cubicBezTo>
                  <a:close/>
                  <a:moveTo>
                    <a:pt x="262" y="1738"/>
                  </a:moveTo>
                  <a:cubicBezTo>
                    <a:pt x="257" y="1732"/>
                    <a:pt x="252" y="1726"/>
                    <a:pt x="247" y="1720"/>
                  </a:cubicBezTo>
                  <a:cubicBezTo>
                    <a:pt x="244" y="1716"/>
                    <a:pt x="239" y="1716"/>
                    <a:pt x="236" y="1719"/>
                  </a:cubicBezTo>
                  <a:cubicBezTo>
                    <a:pt x="232" y="1721"/>
                    <a:pt x="232" y="1726"/>
                    <a:pt x="234" y="1730"/>
                  </a:cubicBezTo>
                  <a:cubicBezTo>
                    <a:pt x="239" y="1736"/>
                    <a:pt x="244" y="1742"/>
                    <a:pt x="250" y="1748"/>
                  </a:cubicBezTo>
                  <a:cubicBezTo>
                    <a:pt x="252" y="1752"/>
                    <a:pt x="257" y="1752"/>
                    <a:pt x="261" y="1749"/>
                  </a:cubicBezTo>
                  <a:cubicBezTo>
                    <a:pt x="264" y="1747"/>
                    <a:pt x="265" y="1741"/>
                    <a:pt x="262" y="1738"/>
                  </a:cubicBezTo>
                  <a:close/>
                  <a:moveTo>
                    <a:pt x="346" y="1827"/>
                  </a:moveTo>
                  <a:cubicBezTo>
                    <a:pt x="340" y="1821"/>
                    <a:pt x="334" y="1816"/>
                    <a:pt x="329" y="1810"/>
                  </a:cubicBezTo>
                  <a:cubicBezTo>
                    <a:pt x="325" y="1807"/>
                    <a:pt x="320" y="1807"/>
                    <a:pt x="317" y="1810"/>
                  </a:cubicBezTo>
                  <a:cubicBezTo>
                    <a:pt x="314" y="1814"/>
                    <a:pt x="314" y="1819"/>
                    <a:pt x="317" y="1822"/>
                  </a:cubicBezTo>
                  <a:cubicBezTo>
                    <a:pt x="323" y="1827"/>
                    <a:pt x="329" y="1833"/>
                    <a:pt x="335" y="1838"/>
                  </a:cubicBezTo>
                  <a:cubicBezTo>
                    <a:pt x="338" y="1841"/>
                    <a:pt x="343" y="1841"/>
                    <a:pt x="346" y="1838"/>
                  </a:cubicBezTo>
                  <a:cubicBezTo>
                    <a:pt x="349" y="1835"/>
                    <a:pt x="349" y="1830"/>
                    <a:pt x="346" y="1827"/>
                  </a:cubicBezTo>
                  <a:close/>
                  <a:moveTo>
                    <a:pt x="439" y="1905"/>
                  </a:moveTo>
                  <a:cubicBezTo>
                    <a:pt x="433" y="1900"/>
                    <a:pt x="426" y="1896"/>
                    <a:pt x="420" y="1891"/>
                  </a:cubicBezTo>
                  <a:cubicBezTo>
                    <a:pt x="417" y="1888"/>
                    <a:pt x="412" y="1889"/>
                    <a:pt x="409" y="1892"/>
                  </a:cubicBezTo>
                  <a:cubicBezTo>
                    <a:pt x="406" y="1896"/>
                    <a:pt x="407" y="1901"/>
                    <a:pt x="410" y="1903"/>
                  </a:cubicBezTo>
                  <a:cubicBezTo>
                    <a:pt x="417" y="1908"/>
                    <a:pt x="423" y="1913"/>
                    <a:pt x="429" y="1918"/>
                  </a:cubicBezTo>
                  <a:cubicBezTo>
                    <a:pt x="433" y="1921"/>
                    <a:pt x="438" y="1920"/>
                    <a:pt x="441" y="1916"/>
                  </a:cubicBezTo>
                  <a:cubicBezTo>
                    <a:pt x="443" y="1913"/>
                    <a:pt x="442" y="1908"/>
                    <a:pt x="439" y="1905"/>
                  </a:cubicBezTo>
                  <a:close/>
                  <a:moveTo>
                    <a:pt x="541" y="1972"/>
                  </a:moveTo>
                  <a:cubicBezTo>
                    <a:pt x="534" y="1968"/>
                    <a:pt x="527" y="1964"/>
                    <a:pt x="520" y="1960"/>
                  </a:cubicBezTo>
                  <a:cubicBezTo>
                    <a:pt x="517" y="1958"/>
                    <a:pt x="512" y="1959"/>
                    <a:pt x="509" y="1963"/>
                  </a:cubicBezTo>
                  <a:cubicBezTo>
                    <a:pt x="507" y="1966"/>
                    <a:pt x="508" y="1971"/>
                    <a:pt x="512" y="1974"/>
                  </a:cubicBezTo>
                  <a:cubicBezTo>
                    <a:pt x="519" y="1978"/>
                    <a:pt x="526" y="1982"/>
                    <a:pt x="533" y="1986"/>
                  </a:cubicBezTo>
                  <a:cubicBezTo>
                    <a:pt x="537" y="1988"/>
                    <a:pt x="542" y="1987"/>
                    <a:pt x="544" y="1983"/>
                  </a:cubicBezTo>
                  <a:cubicBezTo>
                    <a:pt x="546" y="1979"/>
                    <a:pt x="545" y="1974"/>
                    <a:pt x="541" y="1972"/>
                  </a:cubicBezTo>
                  <a:close/>
                  <a:moveTo>
                    <a:pt x="650" y="2027"/>
                  </a:moveTo>
                  <a:cubicBezTo>
                    <a:pt x="643" y="2024"/>
                    <a:pt x="635" y="2020"/>
                    <a:pt x="628" y="2017"/>
                  </a:cubicBezTo>
                  <a:cubicBezTo>
                    <a:pt x="624" y="2015"/>
                    <a:pt x="619" y="2017"/>
                    <a:pt x="618" y="2021"/>
                  </a:cubicBezTo>
                  <a:cubicBezTo>
                    <a:pt x="616" y="2025"/>
                    <a:pt x="617" y="2030"/>
                    <a:pt x="621" y="2032"/>
                  </a:cubicBezTo>
                  <a:cubicBezTo>
                    <a:pt x="629" y="2035"/>
                    <a:pt x="636" y="2038"/>
                    <a:pt x="643" y="2042"/>
                  </a:cubicBezTo>
                  <a:cubicBezTo>
                    <a:pt x="647" y="2043"/>
                    <a:pt x="652" y="2041"/>
                    <a:pt x="654" y="2037"/>
                  </a:cubicBezTo>
                  <a:cubicBezTo>
                    <a:pt x="656" y="2033"/>
                    <a:pt x="654" y="2029"/>
                    <a:pt x="650" y="2027"/>
                  </a:cubicBezTo>
                  <a:close/>
                  <a:moveTo>
                    <a:pt x="764" y="2068"/>
                  </a:moveTo>
                  <a:cubicBezTo>
                    <a:pt x="757" y="2066"/>
                    <a:pt x="749" y="2064"/>
                    <a:pt x="742" y="2061"/>
                  </a:cubicBezTo>
                  <a:cubicBezTo>
                    <a:pt x="738" y="2060"/>
                    <a:pt x="733" y="2062"/>
                    <a:pt x="732" y="2067"/>
                  </a:cubicBezTo>
                  <a:cubicBezTo>
                    <a:pt x="730" y="2071"/>
                    <a:pt x="733" y="2075"/>
                    <a:pt x="737" y="2077"/>
                  </a:cubicBezTo>
                  <a:cubicBezTo>
                    <a:pt x="744" y="2079"/>
                    <a:pt x="752" y="2081"/>
                    <a:pt x="760" y="2084"/>
                  </a:cubicBezTo>
                  <a:cubicBezTo>
                    <a:pt x="764" y="2085"/>
                    <a:pt x="768" y="2083"/>
                    <a:pt x="770" y="2078"/>
                  </a:cubicBezTo>
                  <a:cubicBezTo>
                    <a:pt x="771" y="2074"/>
                    <a:pt x="769" y="2070"/>
                    <a:pt x="764" y="2068"/>
                  </a:cubicBezTo>
                  <a:close/>
                  <a:moveTo>
                    <a:pt x="883" y="2096"/>
                  </a:moveTo>
                  <a:cubicBezTo>
                    <a:pt x="875" y="2095"/>
                    <a:pt x="867" y="2094"/>
                    <a:pt x="860" y="2092"/>
                  </a:cubicBezTo>
                  <a:cubicBezTo>
                    <a:pt x="855" y="2091"/>
                    <a:pt x="851" y="2094"/>
                    <a:pt x="850" y="2098"/>
                  </a:cubicBezTo>
                  <a:cubicBezTo>
                    <a:pt x="850" y="2103"/>
                    <a:pt x="852" y="2107"/>
                    <a:pt x="857" y="2108"/>
                  </a:cubicBezTo>
                  <a:cubicBezTo>
                    <a:pt x="864" y="2109"/>
                    <a:pt x="872" y="2111"/>
                    <a:pt x="880" y="2112"/>
                  </a:cubicBezTo>
                  <a:cubicBezTo>
                    <a:pt x="885" y="2113"/>
                    <a:pt x="889" y="2110"/>
                    <a:pt x="889" y="2106"/>
                  </a:cubicBezTo>
                  <a:cubicBezTo>
                    <a:pt x="890" y="2101"/>
                    <a:pt x="887" y="2097"/>
                    <a:pt x="883" y="2096"/>
                  </a:cubicBezTo>
                  <a:close/>
                  <a:moveTo>
                    <a:pt x="1004" y="2110"/>
                  </a:moveTo>
                  <a:cubicBezTo>
                    <a:pt x="996" y="2110"/>
                    <a:pt x="988" y="2109"/>
                    <a:pt x="980" y="2109"/>
                  </a:cubicBezTo>
                  <a:cubicBezTo>
                    <a:pt x="976" y="2108"/>
                    <a:pt x="972" y="2112"/>
                    <a:pt x="972" y="2116"/>
                  </a:cubicBezTo>
                  <a:cubicBezTo>
                    <a:pt x="972" y="2120"/>
                    <a:pt x="975" y="2124"/>
                    <a:pt x="979" y="2125"/>
                  </a:cubicBezTo>
                  <a:cubicBezTo>
                    <a:pt x="987" y="2125"/>
                    <a:pt x="995" y="2126"/>
                    <a:pt x="1003" y="2126"/>
                  </a:cubicBezTo>
                  <a:cubicBezTo>
                    <a:pt x="1008" y="2127"/>
                    <a:pt x="1011" y="2123"/>
                    <a:pt x="1012" y="2119"/>
                  </a:cubicBezTo>
                  <a:cubicBezTo>
                    <a:pt x="1012" y="2114"/>
                    <a:pt x="1008" y="2111"/>
                    <a:pt x="1004" y="2110"/>
                  </a:cubicBezTo>
                  <a:close/>
                  <a:moveTo>
                    <a:pt x="1126" y="2110"/>
                  </a:moveTo>
                  <a:cubicBezTo>
                    <a:pt x="1118" y="2111"/>
                    <a:pt x="1110" y="2111"/>
                    <a:pt x="1102" y="2111"/>
                  </a:cubicBezTo>
                  <a:cubicBezTo>
                    <a:pt x="1098" y="2111"/>
                    <a:pt x="1094" y="2115"/>
                    <a:pt x="1095" y="2120"/>
                  </a:cubicBezTo>
                  <a:cubicBezTo>
                    <a:pt x="1095" y="2124"/>
                    <a:pt x="1098" y="2127"/>
                    <a:pt x="1103" y="2127"/>
                  </a:cubicBezTo>
                  <a:cubicBezTo>
                    <a:pt x="1111" y="2127"/>
                    <a:pt x="1119" y="2127"/>
                    <a:pt x="1127" y="2126"/>
                  </a:cubicBezTo>
                  <a:cubicBezTo>
                    <a:pt x="1131" y="2126"/>
                    <a:pt x="1135" y="2122"/>
                    <a:pt x="1134" y="2118"/>
                  </a:cubicBezTo>
                  <a:cubicBezTo>
                    <a:pt x="1134" y="2113"/>
                    <a:pt x="1130" y="2110"/>
                    <a:pt x="1126" y="2110"/>
                  </a:cubicBezTo>
                  <a:close/>
                  <a:moveTo>
                    <a:pt x="1247" y="2096"/>
                  </a:moveTo>
                  <a:cubicBezTo>
                    <a:pt x="1239" y="2098"/>
                    <a:pt x="1231" y="2099"/>
                    <a:pt x="1224" y="2100"/>
                  </a:cubicBezTo>
                  <a:cubicBezTo>
                    <a:pt x="1219" y="2101"/>
                    <a:pt x="1216" y="2105"/>
                    <a:pt x="1217" y="2109"/>
                  </a:cubicBezTo>
                  <a:cubicBezTo>
                    <a:pt x="1218" y="2113"/>
                    <a:pt x="1222" y="2116"/>
                    <a:pt x="1226" y="2116"/>
                  </a:cubicBezTo>
                  <a:cubicBezTo>
                    <a:pt x="1234" y="2115"/>
                    <a:pt x="1242" y="2113"/>
                    <a:pt x="1250" y="2112"/>
                  </a:cubicBezTo>
                  <a:cubicBezTo>
                    <a:pt x="1254" y="2111"/>
                    <a:pt x="1257" y="2107"/>
                    <a:pt x="1256" y="2103"/>
                  </a:cubicBezTo>
                  <a:cubicBezTo>
                    <a:pt x="1255" y="2098"/>
                    <a:pt x="1251" y="2095"/>
                    <a:pt x="1247" y="2096"/>
                  </a:cubicBezTo>
                  <a:close/>
                  <a:moveTo>
                    <a:pt x="1366" y="2068"/>
                  </a:moveTo>
                  <a:cubicBezTo>
                    <a:pt x="1358" y="2070"/>
                    <a:pt x="1350" y="2073"/>
                    <a:pt x="1343" y="2075"/>
                  </a:cubicBezTo>
                  <a:cubicBezTo>
                    <a:pt x="1339" y="2076"/>
                    <a:pt x="1336" y="2080"/>
                    <a:pt x="1337" y="2084"/>
                  </a:cubicBezTo>
                  <a:cubicBezTo>
                    <a:pt x="1338" y="2089"/>
                    <a:pt x="1343" y="2091"/>
                    <a:pt x="1347" y="2090"/>
                  </a:cubicBezTo>
                  <a:cubicBezTo>
                    <a:pt x="1355" y="2088"/>
                    <a:pt x="1363" y="2086"/>
                    <a:pt x="1370" y="2083"/>
                  </a:cubicBezTo>
                  <a:cubicBezTo>
                    <a:pt x="1374" y="2082"/>
                    <a:pt x="1377" y="2078"/>
                    <a:pt x="1376" y="2073"/>
                  </a:cubicBezTo>
                  <a:cubicBezTo>
                    <a:pt x="1374" y="2069"/>
                    <a:pt x="1370" y="2067"/>
                    <a:pt x="1366" y="2068"/>
                  </a:cubicBezTo>
                  <a:close/>
                  <a:moveTo>
                    <a:pt x="1480" y="2026"/>
                  </a:moveTo>
                  <a:cubicBezTo>
                    <a:pt x="1473" y="2030"/>
                    <a:pt x="1466" y="2033"/>
                    <a:pt x="1458" y="2035"/>
                  </a:cubicBezTo>
                  <a:cubicBezTo>
                    <a:pt x="1454" y="2037"/>
                    <a:pt x="1452" y="2042"/>
                    <a:pt x="1454" y="2046"/>
                  </a:cubicBezTo>
                  <a:cubicBezTo>
                    <a:pt x="1456" y="2050"/>
                    <a:pt x="1460" y="2052"/>
                    <a:pt x="1464" y="2050"/>
                  </a:cubicBezTo>
                  <a:cubicBezTo>
                    <a:pt x="1472" y="2047"/>
                    <a:pt x="1479" y="2044"/>
                    <a:pt x="1486" y="2041"/>
                  </a:cubicBezTo>
                  <a:cubicBezTo>
                    <a:pt x="1490" y="2039"/>
                    <a:pt x="1492" y="2035"/>
                    <a:pt x="1490" y="2031"/>
                  </a:cubicBezTo>
                  <a:cubicBezTo>
                    <a:pt x="1489" y="2027"/>
                    <a:pt x="1484" y="2025"/>
                    <a:pt x="1480" y="2026"/>
                  </a:cubicBezTo>
                  <a:close/>
                  <a:moveTo>
                    <a:pt x="1589" y="1972"/>
                  </a:moveTo>
                  <a:cubicBezTo>
                    <a:pt x="1582" y="1976"/>
                    <a:pt x="1575" y="1979"/>
                    <a:pt x="1568" y="1983"/>
                  </a:cubicBezTo>
                  <a:cubicBezTo>
                    <a:pt x="1564" y="1985"/>
                    <a:pt x="1563" y="1990"/>
                    <a:pt x="1565" y="1994"/>
                  </a:cubicBezTo>
                  <a:cubicBezTo>
                    <a:pt x="1567" y="1998"/>
                    <a:pt x="1572" y="1999"/>
                    <a:pt x="1576" y="1997"/>
                  </a:cubicBezTo>
                  <a:cubicBezTo>
                    <a:pt x="1583" y="1993"/>
                    <a:pt x="1590" y="1989"/>
                    <a:pt x="1597" y="1985"/>
                  </a:cubicBezTo>
                  <a:cubicBezTo>
                    <a:pt x="1601" y="1983"/>
                    <a:pt x="1602" y="1978"/>
                    <a:pt x="1600" y="1975"/>
                  </a:cubicBezTo>
                  <a:cubicBezTo>
                    <a:pt x="1597" y="1971"/>
                    <a:pt x="1593" y="1969"/>
                    <a:pt x="1589" y="1972"/>
                  </a:cubicBezTo>
                  <a:close/>
                  <a:moveTo>
                    <a:pt x="1691" y="1905"/>
                  </a:moveTo>
                  <a:cubicBezTo>
                    <a:pt x="1684" y="1909"/>
                    <a:pt x="1678" y="1914"/>
                    <a:pt x="1671" y="1918"/>
                  </a:cubicBezTo>
                  <a:cubicBezTo>
                    <a:pt x="1668" y="1921"/>
                    <a:pt x="1667" y="1926"/>
                    <a:pt x="1670" y="1930"/>
                  </a:cubicBezTo>
                  <a:cubicBezTo>
                    <a:pt x="1672" y="1933"/>
                    <a:pt x="1677" y="1934"/>
                    <a:pt x="1681" y="1931"/>
                  </a:cubicBezTo>
                  <a:cubicBezTo>
                    <a:pt x="1687" y="1927"/>
                    <a:pt x="1694" y="1922"/>
                    <a:pt x="1700" y="1917"/>
                  </a:cubicBezTo>
                  <a:cubicBezTo>
                    <a:pt x="1704" y="1915"/>
                    <a:pt x="1704" y="1910"/>
                    <a:pt x="1702" y="1906"/>
                  </a:cubicBezTo>
                  <a:cubicBezTo>
                    <a:pt x="1699" y="1903"/>
                    <a:pt x="1694" y="1902"/>
                    <a:pt x="1691" y="1905"/>
                  </a:cubicBezTo>
                  <a:close/>
                  <a:moveTo>
                    <a:pt x="1784" y="1826"/>
                  </a:moveTo>
                  <a:cubicBezTo>
                    <a:pt x="1778" y="1832"/>
                    <a:pt x="1772" y="1837"/>
                    <a:pt x="1766" y="1842"/>
                  </a:cubicBezTo>
                  <a:cubicBezTo>
                    <a:pt x="1763" y="1845"/>
                    <a:pt x="1763" y="1850"/>
                    <a:pt x="1766" y="1853"/>
                  </a:cubicBezTo>
                  <a:cubicBezTo>
                    <a:pt x="1769" y="1857"/>
                    <a:pt x="1774" y="1857"/>
                    <a:pt x="1777" y="1854"/>
                  </a:cubicBezTo>
                  <a:cubicBezTo>
                    <a:pt x="1783" y="1849"/>
                    <a:pt x="1789" y="1843"/>
                    <a:pt x="1795" y="1838"/>
                  </a:cubicBezTo>
                  <a:cubicBezTo>
                    <a:pt x="1798" y="1835"/>
                    <a:pt x="1798" y="1830"/>
                    <a:pt x="1795" y="1826"/>
                  </a:cubicBezTo>
                  <a:cubicBezTo>
                    <a:pt x="1792" y="1823"/>
                    <a:pt x="1787" y="1823"/>
                    <a:pt x="1784" y="1826"/>
                  </a:cubicBezTo>
                  <a:close/>
                  <a:moveTo>
                    <a:pt x="1867" y="1737"/>
                  </a:moveTo>
                  <a:cubicBezTo>
                    <a:pt x="1862" y="1744"/>
                    <a:pt x="1857" y="1749"/>
                    <a:pt x="1852" y="1755"/>
                  </a:cubicBezTo>
                  <a:cubicBezTo>
                    <a:pt x="1849" y="1759"/>
                    <a:pt x="1850" y="1764"/>
                    <a:pt x="1853" y="1767"/>
                  </a:cubicBezTo>
                  <a:cubicBezTo>
                    <a:pt x="1856" y="1770"/>
                    <a:pt x="1861" y="1769"/>
                    <a:pt x="1864" y="1766"/>
                  </a:cubicBezTo>
                  <a:cubicBezTo>
                    <a:pt x="1869" y="1760"/>
                    <a:pt x="1875" y="1754"/>
                    <a:pt x="1880" y="1748"/>
                  </a:cubicBezTo>
                  <a:cubicBezTo>
                    <a:pt x="1883" y="1744"/>
                    <a:pt x="1882" y="1739"/>
                    <a:pt x="1879" y="1737"/>
                  </a:cubicBezTo>
                  <a:cubicBezTo>
                    <a:pt x="1875" y="1734"/>
                    <a:pt x="1870" y="1734"/>
                    <a:pt x="1867" y="1737"/>
                  </a:cubicBezTo>
                  <a:close/>
                  <a:moveTo>
                    <a:pt x="1940" y="1640"/>
                  </a:moveTo>
                  <a:cubicBezTo>
                    <a:pt x="1936" y="1646"/>
                    <a:pt x="1932" y="1653"/>
                    <a:pt x="1927" y="1659"/>
                  </a:cubicBezTo>
                  <a:cubicBezTo>
                    <a:pt x="1925" y="1663"/>
                    <a:pt x="1926" y="1668"/>
                    <a:pt x="1929" y="1670"/>
                  </a:cubicBezTo>
                  <a:cubicBezTo>
                    <a:pt x="1933" y="1673"/>
                    <a:pt x="1938" y="1672"/>
                    <a:pt x="1940" y="1668"/>
                  </a:cubicBezTo>
                  <a:cubicBezTo>
                    <a:pt x="1945" y="1662"/>
                    <a:pt x="1949" y="1655"/>
                    <a:pt x="1954" y="1649"/>
                  </a:cubicBezTo>
                  <a:cubicBezTo>
                    <a:pt x="1956" y="1645"/>
                    <a:pt x="1955" y="1640"/>
                    <a:pt x="1951" y="1637"/>
                  </a:cubicBezTo>
                  <a:cubicBezTo>
                    <a:pt x="1948" y="1635"/>
                    <a:pt x="1943" y="1636"/>
                    <a:pt x="1940" y="1640"/>
                  </a:cubicBezTo>
                  <a:close/>
                  <a:moveTo>
                    <a:pt x="2001" y="1534"/>
                  </a:moveTo>
                  <a:cubicBezTo>
                    <a:pt x="1998" y="1541"/>
                    <a:pt x="1994" y="1548"/>
                    <a:pt x="1991" y="1555"/>
                  </a:cubicBezTo>
                  <a:cubicBezTo>
                    <a:pt x="1988" y="1559"/>
                    <a:pt x="1990" y="1564"/>
                    <a:pt x="1994" y="1566"/>
                  </a:cubicBezTo>
                  <a:cubicBezTo>
                    <a:pt x="1998" y="1568"/>
                    <a:pt x="2003" y="1567"/>
                    <a:pt x="2005" y="1563"/>
                  </a:cubicBezTo>
                  <a:cubicBezTo>
                    <a:pt x="2008" y="1556"/>
                    <a:pt x="2012" y="1549"/>
                    <a:pt x="2016" y="1541"/>
                  </a:cubicBezTo>
                  <a:cubicBezTo>
                    <a:pt x="2018" y="1537"/>
                    <a:pt x="2016" y="1533"/>
                    <a:pt x="2012" y="1531"/>
                  </a:cubicBezTo>
                  <a:cubicBezTo>
                    <a:pt x="2008" y="1529"/>
                    <a:pt x="2003" y="1530"/>
                    <a:pt x="2001" y="1534"/>
                  </a:cubicBezTo>
                  <a:close/>
                  <a:moveTo>
                    <a:pt x="2050" y="1422"/>
                  </a:moveTo>
                  <a:cubicBezTo>
                    <a:pt x="2047" y="1430"/>
                    <a:pt x="2044" y="1437"/>
                    <a:pt x="2041" y="1444"/>
                  </a:cubicBezTo>
                  <a:cubicBezTo>
                    <a:pt x="2040" y="1448"/>
                    <a:pt x="2042" y="1453"/>
                    <a:pt x="2046" y="1455"/>
                  </a:cubicBezTo>
                  <a:cubicBezTo>
                    <a:pt x="2050" y="1456"/>
                    <a:pt x="2055" y="1454"/>
                    <a:pt x="2056" y="1450"/>
                  </a:cubicBezTo>
                  <a:cubicBezTo>
                    <a:pt x="2059" y="1443"/>
                    <a:pt x="2062" y="1435"/>
                    <a:pt x="2065" y="1428"/>
                  </a:cubicBezTo>
                  <a:cubicBezTo>
                    <a:pt x="2066" y="1424"/>
                    <a:pt x="2064" y="1419"/>
                    <a:pt x="2060" y="1417"/>
                  </a:cubicBezTo>
                  <a:cubicBezTo>
                    <a:pt x="2056" y="1416"/>
                    <a:pt x="2051" y="1418"/>
                    <a:pt x="2050" y="1422"/>
                  </a:cubicBezTo>
                  <a:close/>
                  <a:moveTo>
                    <a:pt x="2085" y="1305"/>
                  </a:moveTo>
                  <a:cubicBezTo>
                    <a:pt x="2083" y="1313"/>
                    <a:pt x="2081" y="1321"/>
                    <a:pt x="2079" y="1328"/>
                  </a:cubicBezTo>
                  <a:cubicBezTo>
                    <a:pt x="2078" y="1333"/>
                    <a:pt x="2080" y="1337"/>
                    <a:pt x="2085" y="1338"/>
                  </a:cubicBezTo>
                  <a:cubicBezTo>
                    <a:pt x="2089" y="1339"/>
                    <a:pt x="2093" y="1337"/>
                    <a:pt x="2094" y="1332"/>
                  </a:cubicBezTo>
                  <a:cubicBezTo>
                    <a:pt x="2096" y="1325"/>
                    <a:pt x="2098" y="1317"/>
                    <a:pt x="2100" y="1309"/>
                  </a:cubicBezTo>
                  <a:cubicBezTo>
                    <a:pt x="2101" y="1305"/>
                    <a:pt x="2099" y="1301"/>
                    <a:pt x="2094" y="1299"/>
                  </a:cubicBezTo>
                  <a:cubicBezTo>
                    <a:pt x="2090" y="1298"/>
                    <a:pt x="2086" y="1301"/>
                    <a:pt x="2085" y="1305"/>
                  </a:cubicBezTo>
                  <a:close/>
                  <a:moveTo>
                    <a:pt x="2106" y="1185"/>
                  </a:moveTo>
                  <a:cubicBezTo>
                    <a:pt x="2105" y="1193"/>
                    <a:pt x="2104" y="1201"/>
                    <a:pt x="2103" y="1209"/>
                  </a:cubicBezTo>
                  <a:cubicBezTo>
                    <a:pt x="2102" y="1213"/>
                    <a:pt x="2105" y="1217"/>
                    <a:pt x="2110" y="1218"/>
                  </a:cubicBezTo>
                  <a:cubicBezTo>
                    <a:pt x="2114" y="1218"/>
                    <a:pt x="2118" y="1215"/>
                    <a:pt x="2119" y="1211"/>
                  </a:cubicBezTo>
                  <a:cubicBezTo>
                    <a:pt x="2120" y="1203"/>
                    <a:pt x="2121" y="1195"/>
                    <a:pt x="2122" y="1187"/>
                  </a:cubicBezTo>
                  <a:cubicBezTo>
                    <a:pt x="2122" y="1183"/>
                    <a:pt x="2119" y="1179"/>
                    <a:pt x="2115" y="1178"/>
                  </a:cubicBezTo>
                  <a:cubicBezTo>
                    <a:pt x="2110" y="1178"/>
                    <a:pt x="2106" y="1181"/>
                    <a:pt x="2106" y="1185"/>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 name="ïṧľíḋè"/>
            <p:cNvSpPr/>
            <p:nvPr/>
          </p:nvSpPr>
          <p:spPr bwMode="auto">
            <a:xfrm>
              <a:off x="4285966" y="3735727"/>
              <a:ext cx="3644122" cy="3122273"/>
            </a:xfrm>
            <a:custGeom>
              <a:avLst/>
              <a:gdLst>
                <a:gd name="connsiteX0" fmla="*/ 1822061 w 3644122"/>
                <a:gd name="connsiteY0" fmla="*/ 0 h 3122273"/>
                <a:gd name="connsiteX1" fmla="*/ 3644122 w 3644122"/>
                <a:gd name="connsiteY1" fmla="*/ 1822061 h 3122273"/>
                <a:gd name="connsiteX2" fmla="*/ 3110453 w 3644122"/>
                <a:gd name="connsiteY2" fmla="*/ 3110453 h 3122273"/>
                <a:gd name="connsiteX3" fmla="*/ 3097448 w 3644122"/>
                <a:gd name="connsiteY3" fmla="*/ 3122273 h 3122273"/>
                <a:gd name="connsiteX4" fmla="*/ 546675 w 3644122"/>
                <a:gd name="connsiteY4" fmla="*/ 3122273 h 3122273"/>
                <a:gd name="connsiteX5" fmla="*/ 533669 w 3644122"/>
                <a:gd name="connsiteY5" fmla="*/ 3110453 h 3122273"/>
                <a:gd name="connsiteX6" fmla="*/ 0 w 3644122"/>
                <a:gd name="connsiteY6" fmla="*/ 1822061 h 3122273"/>
                <a:gd name="connsiteX7" fmla="*/ 1822061 w 3644122"/>
                <a:gd name="connsiteY7" fmla="*/ 0 h 312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4122" h="3122273">
                  <a:moveTo>
                    <a:pt x="1822061" y="0"/>
                  </a:moveTo>
                  <a:cubicBezTo>
                    <a:pt x="2828358" y="0"/>
                    <a:pt x="3644122" y="815764"/>
                    <a:pt x="3644122" y="1822061"/>
                  </a:cubicBezTo>
                  <a:cubicBezTo>
                    <a:pt x="3644122" y="2325210"/>
                    <a:pt x="3440181" y="2780725"/>
                    <a:pt x="3110453" y="3110453"/>
                  </a:cubicBezTo>
                  <a:lnTo>
                    <a:pt x="3097448" y="3122273"/>
                  </a:lnTo>
                  <a:lnTo>
                    <a:pt x="546675" y="3122273"/>
                  </a:lnTo>
                  <a:lnTo>
                    <a:pt x="533669" y="3110453"/>
                  </a:lnTo>
                  <a:cubicBezTo>
                    <a:pt x="203941" y="2780725"/>
                    <a:pt x="0" y="2325210"/>
                    <a:pt x="0" y="1822061"/>
                  </a:cubicBezTo>
                  <a:cubicBezTo>
                    <a:pt x="0" y="815764"/>
                    <a:pt x="815764" y="0"/>
                    <a:pt x="1822061" y="0"/>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 name="ïṥľïḓé"/>
            <p:cNvSpPr/>
            <p:nvPr/>
          </p:nvSpPr>
          <p:spPr bwMode="auto">
            <a:xfrm>
              <a:off x="4355413" y="6799420"/>
              <a:ext cx="3512538" cy="95032"/>
            </a:xfrm>
            <a:prstGeom prst="rect">
              <a:avLst/>
            </a:prstGeom>
            <a:solidFill>
              <a:schemeClr val="tx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grpSp>
          <p:nvGrpSpPr>
            <p:cNvPr id="11" name="ïŝľiďê"/>
            <p:cNvGrpSpPr/>
            <p:nvPr/>
          </p:nvGrpSpPr>
          <p:grpSpPr>
            <a:xfrm>
              <a:off x="5210703" y="4161179"/>
              <a:ext cx="2207672" cy="2638241"/>
              <a:chOff x="5210703" y="4161179"/>
              <a:chExt cx="2207672" cy="2638241"/>
            </a:xfrm>
          </p:grpSpPr>
          <p:sp>
            <p:nvSpPr>
              <p:cNvPr id="47" name="ïšlïḋê"/>
              <p:cNvSpPr/>
              <p:nvPr/>
            </p:nvSpPr>
            <p:spPr bwMode="auto">
              <a:xfrm>
                <a:off x="5316701" y="6028197"/>
                <a:ext cx="1589963" cy="610400"/>
              </a:xfrm>
              <a:custGeom>
                <a:avLst/>
                <a:gdLst>
                  <a:gd name="T0" fmla="*/ 2028 w 2175"/>
                  <a:gd name="T1" fmla="*/ 835 h 835"/>
                  <a:gd name="T2" fmla="*/ 141 w 2175"/>
                  <a:gd name="T3" fmla="*/ 835 h 835"/>
                  <a:gd name="T4" fmla="*/ 0 w 2175"/>
                  <a:gd name="T5" fmla="*/ 0 h 835"/>
                  <a:gd name="T6" fmla="*/ 2175 w 2175"/>
                  <a:gd name="T7" fmla="*/ 0 h 835"/>
                  <a:gd name="T8" fmla="*/ 2028 w 2175"/>
                  <a:gd name="T9" fmla="*/ 835 h 835"/>
                </a:gdLst>
                <a:ahLst/>
                <a:cxnLst>
                  <a:cxn ang="0">
                    <a:pos x="T0" y="T1"/>
                  </a:cxn>
                  <a:cxn ang="0">
                    <a:pos x="T2" y="T3"/>
                  </a:cxn>
                  <a:cxn ang="0">
                    <a:pos x="T4" y="T5"/>
                  </a:cxn>
                  <a:cxn ang="0">
                    <a:pos x="T6" y="T7"/>
                  </a:cxn>
                  <a:cxn ang="0">
                    <a:pos x="T8" y="T9"/>
                  </a:cxn>
                </a:cxnLst>
                <a:rect l="0" t="0" r="r" b="b"/>
                <a:pathLst>
                  <a:path w="2175" h="835">
                    <a:moveTo>
                      <a:pt x="2028" y="835"/>
                    </a:moveTo>
                    <a:lnTo>
                      <a:pt x="141" y="835"/>
                    </a:lnTo>
                    <a:lnTo>
                      <a:pt x="0" y="0"/>
                    </a:lnTo>
                    <a:lnTo>
                      <a:pt x="2175" y="0"/>
                    </a:lnTo>
                    <a:lnTo>
                      <a:pt x="2028" y="835"/>
                    </a:ln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48" name="íşḻíḍé"/>
              <p:cNvSpPr/>
              <p:nvPr/>
            </p:nvSpPr>
            <p:spPr bwMode="auto">
              <a:xfrm>
                <a:off x="5316701" y="6028197"/>
                <a:ext cx="1589963" cy="610400"/>
              </a:xfrm>
              <a:custGeom>
                <a:avLst/>
                <a:gdLst>
                  <a:gd name="T0" fmla="*/ 2028 w 2175"/>
                  <a:gd name="T1" fmla="*/ 835 h 835"/>
                  <a:gd name="T2" fmla="*/ 141 w 2175"/>
                  <a:gd name="T3" fmla="*/ 835 h 835"/>
                  <a:gd name="T4" fmla="*/ 0 w 2175"/>
                  <a:gd name="T5" fmla="*/ 0 h 835"/>
                  <a:gd name="T6" fmla="*/ 2175 w 2175"/>
                  <a:gd name="T7" fmla="*/ 0 h 835"/>
                  <a:gd name="T8" fmla="*/ 2028 w 2175"/>
                  <a:gd name="T9" fmla="*/ 835 h 835"/>
                </a:gdLst>
                <a:ahLst/>
                <a:cxnLst>
                  <a:cxn ang="0">
                    <a:pos x="T0" y="T1"/>
                  </a:cxn>
                  <a:cxn ang="0">
                    <a:pos x="T2" y="T3"/>
                  </a:cxn>
                  <a:cxn ang="0">
                    <a:pos x="T4" y="T5"/>
                  </a:cxn>
                  <a:cxn ang="0">
                    <a:pos x="T6" y="T7"/>
                  </a:cxn>
                  <a:cxn ang="0">
                    <a:pos x="T8" y="T9"/>
                  </a:cxn>
                </a:cxnLst>
                <a:rect l="0" t="0" r="r" b="b"/>
                <a:pathLst>
                  <a:path w="2175" h="835">
                    <a:moveTo>
                      <a:pt x="2028" y="835"/>
                    </a:moveTo>
                    <a:lnTo>
                      <a:pt x="141" y="835"/>
                    </a:lnTo>
                    <a:lnTo>
                      <a:pt x="0" y="0"/>
                    </a:lnTo>
                    <a:lnTo>
                      <a:pt x="2175" y="0"/>
                    </a:lnTo>
                    <a:lnTo>
                      <a:pt x="2028" y="83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49" name="íŝḷîdé"/>
              <p:cNvSpPr/>
              <p:nvPr/>
            </p:nvSpPr>
            <p:spPr bwMode="auto">
              <a:xfrm>
                <a:off x="5316701" y="5264284"/>
                <a:ext cx="1589963" cy="763913"/>
              </a:xfrm>
              <a:custGeom>
                <a:avLst/>
                <a:gdLst>
                  <a:gd name="T0" fmla="*/ 874 w 920"/>
                  <a:gd name="T1" fmla="*/ 115 h 442"/>
                  <a:gd name="T2" fmla="*/ 591 w 920"/>
                  <a:gd name="T3" fmla="*/ 0 h 442"/>
                  <a:gd name="T4" fmla="*/ 459 w 920"/>
                  <a:gd name="T5" fmla="*/ 0 h 442"/>
                  <a:gd name="T6" fmla="*/ 328 w 920"/>
                  <a:gd name="T7" fmla="*/ 0 h 442"/>
                  <a:gd name="T8" fmla="*/ 45 w 920"/>
                  <a:gd name="T9" fmla="*/ 115 h 442"/>
                  <a:gd name="T10" fmla="*/ 0 w 920"/>
                  <a:gd name="T11" fmla="*/ 319 h 442"/>
                  <a:gd name="T12" fmla="*/ 0 w 920"/>
                  <a:gd name="T13" fmla="*/ 442 h 442"/>
                  <a:gd name="T14" fmla="*/ 920 w 920"/>
                  <a:gd name="T15" fmla="*/ 442 h 442"/>
                  <a:gd name="T16" fmla="*/ 920 w 920"/>
                  <a:gd name="T17" fmla="*/ 319 h 442"/>
                  <a:gd name="T18" fmla="*/ 920 w 920"/>
                  <a:gd name="T19" fmla="*/ 319 h 442"/>
                  <a:gd name="T20" fmla="*/ 874 w 920"/>
                  <a:gd name="T21" fmla="*/ 115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0" h="442">
                    <a:moveTo>
                      <a:pt x="874" y="115"/>
                    </a:moveTo>
                    <a:cubicBezTo>
                      <a:pt x="849" y="99"/>
                      <a:pt x="787" y="68"/>
                      <a:pt x="591" y="0"/>
                    </a:cubicBezTo>
                    <a:cubicBezTo>
                      <a:pt x="459" y="0"/>
                      <a:pt x="459" y="0"/>
                      <a:pt x="459" y="0"/>
                    </a:cubicBezTo>
                    <a:cubicBezTo>
                      <a:pt x="328" y="0"/>
                      <a:pt x="328" y="0"/>
                      <a:pt x="328" y="0"/>
                    </a:cubicBezTo>
                    <a:cubicBezTo>
                      <a:pt x="131" y="68"/>
                      <a:pt x="70" y="99"/>
                      <a:pt x="45" y="115"/>
                    </a:cubicBezTo>
                    <a:cubicBezTo>
                      <a:pt x="5" y="141"/>
                      <a:pt x="0" y="176"/>
                      <a:pt x="0" y="319"/>
                    </a:cubicBezTo>
                    <a:cubicBezTo>
                      <a:pt x="0" y="442"/>
                      <a:pt x="0" y="442"/>
                      <a:pt x="0" y="442"/>
                    </a:cubicBezTo>
                    <a:cubicBezTo>
                      <a:pt x="920" y="442"/>
                      <a:pt x="920" y="442"/>
                      <a:pt x="920" y="442"/>
                    </a:cubicBezTo>
                    <a:cubicBezTo>
                      <a:pt x="920" y="319"/>
                      <a:pt x="920" y="319"/>
                      <a:pt x="920" y="319"/>
                    </a:cubicBezTo>
                    <a:cubicBezTo>
                      <a:pt x="920" y="319"/>
                      <a:pt x="920" y="319"/>
                      <a:pt x="920" y="319"/>
                    </a:cubicBezTo>
                    <a:cubicBezTo>
                      <a:pt x="920" y="175"/>
                      <a:pt x="915" y="141"/>
                      <a:pt x="874" y="115"/>
                    </a:cubicBezTo>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0" name="îṥļïďê"/>
              <p:cNvSpPr/>
              <p:nvPr/>
            </p:nvSpPr>
            <p:spPr bwMode="auto">
              <a:xfrm>
                <a:off x="5918328" y="4681663"/>
                <a:ext cx="376474" cy="784382"/>
              </a:xfrm>
              <a:custGeom>
                <a:avLst/>
                <a:gdLst>
                  <a:gd name="T0" fmla="*/ 0 w 218"/>
                  <a:gd name="T1" fmla="*/ 135 h 454"/>
                  <a:gd name="T2" fmla="*/ 0 w 218"/>
                  <a:gd name="T3" fmla="*/ 299 h 454"/>
                  <a:gd name="T4" fmla="*/ 0 w 218"/>
                  <a:gd name="T5" fmla="*/ 381 h 454"/>
                  <a:gd name="T6" fmla="*/ 218 w 218"/>
                  <a:gd name="T7" fmla="*/ 381 h 454"/>
                  <a:gd name="T8" fmla="*/ 218 w 218"/>
                  <a:gd name="T9" fmla="*/ 299 h 454"/>
                  <a:gd name="T10" fmla="*/ 218 w 218"/>
                  <a:gd name="T11" fmla="*/ 135 h 454"/>
                  <a:gd name="T12" fmla="*/ 0 w 218"/>
                  <a:gd name="T13" fmla="*/ 135 h 454"/>
                </a:gdLst>
                <a:ahLst/>
                <a:cxnLst>
                  <a:cxn ang="0">
                    <a:pos x="T0" y="T1"/>
                  </a:cxn>
                  <a:cxn ang="0">
                    <a:pos x="T2" y="T3"/>
                  </a:cxn>
                  <a:cxn ang="0">
                    <a:pos x="T4" y="T5"/>
                  </a:cxn>
                  <a:cxn ang="0">
                    <a:pos x="T6" y="T7"/>
                  </a:cxn>
                  <a:cxn ang="0">
                    <a:pos x="T8" y="T9"/>
                  </a:cxn>
                  <a:cxn ang="0">
                    <a:pos x="T10" y="T11"/>
                  </a:cxn>
                  <a:cxn ang="0">
                    <a:pos x="T12" y="T13"/>
                  </a:cxn>
                </a:cxnLst>
                <a:rect l="0" t="0" r="r" b="b"/>
                <a:pathLst>
                  <a:path w="218" h="454">
                    <a:moveTo>
                      <a:pt x="0" y="135"/>
                    </a:moveTo>
                    <a:cubicBezTo>
                      <a:pt x="0" y="299"/>
                      <a:pt x="0" y="299"/>
                      <a:pt x="0" y="299"/>
                    </a:cubicBezTo>
                    <a:cubicBezTo>
                      <a:pt x="0" y="381"/>
                      <a:pt x="0" y="381"/>
                      <a:pt x="0" y="381"/>
                    </a:cubicBezTo>
                    <a:cubicBezTo>
                      <a:pt x="63" y="451"/>
                      <a:pt x="161" y="454"/>
                      <a:pt x="218" y="381"/>
                    </a:cubicBezTo>
                    <a:cubicBezTo>
                      <a:pt x="218" y="299"/>
                      <a:pt x="218" y="299"/>
                      <a:pt x="218" y="299"/>
                    </a:cubicBezTo>
                    <a:cubicBezTo>
                      <a:pt x="218" y="135"/>
                      <a:pt x="218" y="135"/>
                      <a:pt x="218" y="135"/>
                    </a:cubicBezTo>
                    <a:cubicBezTo>
                      <a:pt x="218" y="0"/>
                      <a:pt x="0" y="0"/>
                      <a:pt x="0" y="135"/>
                    </a:cubicBezTo>
                  </a:path>
                </a:pathLst>
              </a:custGeom>
              <a:solidFill>
                <a:srgbClr val="EAB99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1" name="ï$liḋè"/>
              <p:cNvSpPr/>
              <p:nvPr/>
            </p:nvSpPr>
            <p:spPr bwMode="auto">
              <a:xfrm>
                <a:off x="5918328" y="5165597"/>
                <a:ext cx="376474" cy="126466"/>
              </a:xfrm>
              <a:custGeom>
                <a:avLst/>
                <a:gdLst>
                  <a:gd name="T0" fmla="*/ 218 w 218"/>
                  <a:gd name="T1" fmla="*/ 0 h 73"/>
                  <a:gd name="T2" fmla="*/ 0 w 218"/>
                  <a:gd name="T3" fmla="*/ 0 h 73"/>
                  <a:gd name="T4" fmla="*/ 0 w 218"/>
                  <a:gd name="T5" fmla="*/ 6 h 73"/>
                  <a:gd name="T6" fmla="*/ 98 w 218"/>
                  <a:gd name="T7" fmla="*/ 73 h 73"/>
                  <a:gd name="T8" fmla="*/ 126 w 218"/>
                  <a:gd name="T9" fmla="*/ 73 h 73"/>
                  <a:gd name="T10" fmla="*/ 213 w 218"/>
                  <a:gd name="T11" fmla="*/ 17 h 73"/>
                  <a:gd name="T12" fmla="*/ 218 w 218"/>
                  <a:gd name="T13" fmla="*/ 11 h 73"/>
                  <a:gd name="T14" fmla="*/ 218 w 218"/>
                  <a:gd name="T15" fmla="*/ 11 h 73"/>
                  <a:gd name="T16" fmla="*/ 218 w 218"/>
                  <a:gd name="T17"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73">
                    <a:moveTo>
                      <a:pt x="218" y="0"/>
                    </a:moveTo>
                    <a:cubicBezTo>
                      <a:pt x="0" y="0"/>
                      <a:pt x="0" y="0"/>
                      <a:pt x="0" y="0"/>
                    </a:cubicBezTo>
                    <a:cubicBezTo>
                      <a:pt x="0" y="6"/>
                      <a:pt x="0" y="6"/>
                      <a:pt x="0" y="6"/>
                    </a:cubicBezTo>
                    <a:cubicBezTo>
                      <a:pt x="0" y="6"/>
                      <a:pt x="49" y="63"/>
                      <a:pt x="98" y="73"/>
                    </a:cubicBezTo>
                    <a:cubicBezTo>
                      <a:pt x="126" y="73"/>
                      <a:pt x="126" y="73"/>
                      <a:pt x="126" y="73"/>
                    </a:cubicBezTo>
                    <a:cubicBezTo>
                      <a:pt x="164" y="65"/>
                      <a:pt x="200" y="30"/>
                      <a:pt x="213" y="17"/>
                    </a:cubicBezTo>
                    <a:cubicBezTo>
                      <a:pt x="218" y="11"/>
                      <a:pt x="218" y="11"/>
                      <a:pt x="218" y="11"/>
                    </a:cubicBezTo>
                    <a:cubicBezTo>
                      <a:pt x="218" y="11"/>
                      <a:pt x="218" y="11"/>
                      <a:pt x="218" y="11"/>
                    </a:cubicBezTo>
                    <a:cubicBezTo>
                      <a:pt x="218" y="0"/>
                      <a:pt x="218" y="0"/>
                      <a:pt x="218" y="0"/>
                    </a:cubicBezTo>
                  </a:path>
                </a:pathLst>
              </a:custGeom>
              <a:solidFill>
                <a:srgbClr val="D7AA8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2" name="iṩḻídê"/>
              <p:cNvSpPr/>
              <p:nvPr/>
            </p:nvSpPr>
            <p:spPr bwMode="auto">
              <a:xfrm>
                <a:off x="5566709" y="4247439"/>
                <a:ext cx="1087754" cy="1004417"/>
              </a:xfrm>
              <a:custGeom>
                <a:avLst/>
                <a:gdLst>
                  <a:gd name="T0" fmla="*/ 314 w 629"/>
                  <a:gd name="T1" fmla="*/ 0 h 581"/>
                  <a:gd name="T2" fmla="*/ 141 w 629"/>
                  <a:gd name="T3" fmla="*/ 464 h 581"/>
                  <a:gd name="T4" fmla="*/ 314 w 629"/>
                  <a:gd name="T5" fmla="*/ 581 h 581"/>
                  <a:gd name="T6" fmla="*/ 488 w 629"/>
                  <a:gd name="T7" fmla="*/ 464 h 581"/>
                  <a:gd name="T8" fmla="*/ 314 w 629"/>
                  <a:gd name="T9" fmla="*/ 0 h 581"/>
                </a:gdLst>
                <a:ahLst/>
                <a:cxnLst>
                  <a:cxn ang="0">
                    <a:pos x="T0" y="T1"/>
                  </a:cxn>
                  <a:cxn ang="0">
                    <a:pos x="T2" y="T3"/>
                  </a:cxn>
                  <a:cxn ang="0">
                    <a:pos x="T4" y="T5"/>
                  </a:cxn>
                  <a:cxn ang="0">
                    <a:pos x="T6" y="T7"/>
                  </a:cxn>
                  <a:cxn ang="0">
                    <a:pos x="T8" y="T9"/>
                  </a:cxn>
                </a:cxnLst>
                <a:rect l="0" t="0" r="r" b="b"/>
                <a:pathLst>
                  <a:path w="629" h="581">
                    <a:moveTo>
                      <a:pt x="314" y="0"/>
                    </a:moveTo>
                    <a:cubicBezTo>
                      <a:pt x="0" y="0"/>
                      <a:pt x="120" y="431"/>
                      <a:pt x="141" y="464"/>
                    </a:cubicBezTo>
                    <a:cubicBezTo>
                      <a:pt x="163" y="501"/>
                      <a:pt x="263" y="581"/>
                      <a:pt x="314" y="581"/>
                    </a:cubicBezTo>
                    <a:cubicBezTo>
                      <a:pt x="365" y="581"/>
                      <a:pt x="465" y="501"/>
                      <a:pt x="488" y="464"/>
                    </a:cubicBezTo>
                    <a:cubicBezTo>
                      <a:pt x="508" y="431"/>
                      <a:pt x="629" y="0"/>
                      <a:pt x="314" y="0"/>
                    </a:cubicBezTo>
                  </a:path>
                </a:pathLst>
              </a:custGeom>
              <a:solidFill>
                <a:srgbClr val="EAB99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3" name="iṣḷîḑe"/>
              <p:cNvSpPr/>
              <p:nvPr/>
            </p:nvSpPr>
            <p:spPr bwMode="auto">
              <a:xfrm>
                <a:off x="5847419" y="5422914"/>
                <a:ext cx="494167" cy="605283"/>
              </a:xfrm>
              <a:custGeom>
                <a:avLst/>
                <a:gdLst>
                  <a:gd name="T0" fmla="*/ 152 w 286"/>
                  <a:gd name="T1" fmla="*/ 0 h 350"/>
                  <a:gd name="T2" fmla="*/ 0 w 286"/>
                  <a:gd name="T3" fmla="*/ 44 h 350"/>
                  <a:gd name="T4" fmla="*/ 58 w 286"/>
                  <a:gd name="T5" fmla="*/ 350 h 350"/>
                  <a:gd name="T6" fmla="*/ 263 w 286"/>
                  <a:gd name="T7" fmla="*/ 350 h 350"/>
                  <a:gd name="T8" fmla="*/ 286 w 286"/>
                  <a:gd name="T9" fmla="*/ 45 h 350"/>
                  <a:gd name="T10" fmla="*/ 152 w 286"/>
                  <a:gd name="T11" fmla="*/ 0 h 350"/>
                </a:gdLst>
                <a:ahLst/>
                <a:cxnLst>
                  <a:cxn ang="0">
                    <a:pos x="T0" y="T1"/>
                  </a:cxn>
                  <a:cxn ang="0">
                    <a:pos x="T2" y="T3"/>
                  </a:cxn>
                  <a:cxn ang="0">
                    <a:pos x="T4" y="T5"/>
                  </a:cxn>
                  <a:cxn ang="0">
                    <a:pos x="T6" y="T7"/>
                  </a:cxn>
                  <a:cxn ang="0">
                    <a:pos x="T8" y="T9"/>
                  </a:cxn>
                  <a:cxn ang="0">
                    <a:pos x="T10" y="T11"/>
                  </a:cxn>
                </a:cxnLst>
                <a:rect l="0" t="0" r="r" b="b"/>
                <a:pathLst>
                  <a:path w="286" h="350">
                    <a:moveTo>
                      <a:pt x="152" y="0"/>
                    </a:moveTo>
                    <a:cubicBezTo>
                      <a:pt x="152" y="0"/>
                      <a:pt x="0" y="35"/>
                      <a:pt x="0" y="44"/>
                    </a:cubicBezTo>
                    <a:cubicBezTo>
                      <a:pt x="0" y="53"/>
                      <a:pt x="58" y="350"/>
                      <a:pt x="58" y="350"/>
                    </a:cubicBezTo>
                    <a:cubicBezTo>
                      <a:pt x="263" y="350"/>
                      <a:pt x="263" y="350"/>
                      <a:pt x="263" y="350"/>
                    </a:cubicBezTo>
                    <a:cubicBezTo>
                      <a:pt x="286" y="45"/>
                      <a:pt x="286" y="45"/>
                      <a:pt x="286" y="45"/>
                    </a:cubicBezTo>
                    <a:cubicBezTo>
                      <a:pt x="152" y="0"/>
                      <a:pt x="152" y="0"/>
                      <a:pt x="152"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4" name="iṩľïdé"/>
              <p:cNvSpPr/>
              <p:nvPr/>
            </p:nvSpPr>
            <p:spPr bwMode="auto">
              <a:xfrm>
                <a:off x="6026519" y="5421453"/>
                <a:ext cx="160824" cy="157168"/>
              </a:xfrm>
              <a:custGeom>
                <a:avLst/>
                <a:gdLst>
                  <a:gd name="T0" fmla="*/ 0 w 220"/>
                  <a:gd name="T1" fmla="*/ 121 h 215"/>
                  <a:gd name="T2" fmla="*/ 64 w 220"/>
                  <a:gd name="T3" fmla="*/ 215 h 215"/>
                  <a:gd name="T4" fmla="*/ 159 w 220"/>
                  <a:gd name="T5" fmla="*/ 215 h 215"/>
                  <a:gd name="T6" fmla="*/ 220 w 220"/>
                  <a:gd name="T7" fmla="*/ 121 h 215"/>
                  <a:gd name="T8" fmla="*/ 114 w 220"/>
                  <a:gd name="T9" fmla="*/ 0 h 215"/>
                  <a:gd name="T10" fmla="*/ 0 w 220"/>
                  <a:gd name="T11" fmla="*/ 121 h 215"/>
                </a:gdLst>
                <a:ahLst/>
                <a:cxnLst>
                  <a:cxn ang="0">
                    <a:pos x="T0" y="T1"/>
                  </a:cxn>
                  <a:cxn ang="0">
                    <a:pos x="T2" y="T3"/>
                  </a:cxn>
                  <a:cxn ang="0">
                    <a:pos x="T4" y="T5"/>
                  </a:cxn>
                  <a:cxn ang="0">
                    <a:pos x="T6" y="T7"/>
                  </a:cxn>
                  <a:cxn ang="0">
                    <a:pos x="T8" y="T9"/>
                  </a:cxn>
                  <a:cxn ang="0">
                    <a:pos x="T10" y="T11"/>
                  </a:cxn>
                </a:cxnLst>
                <a:rect l="0" t="0" r="r" b="b"/>
                <a:pathLst>
                  <a:path w="220" h="215">
                    <a:moveTo>
                      <a:pt x="0" y="121"/>
                    </a:moveTo>
                    <a:lnTo>
                      <a:pt x="64" y="215"/>
                    </a:lnTo>
                    <a:lnTo>
                      <a:pt x="159" y="215"/>
                    </a:lnTo>
                    <a:lnTo>
                      <a:pt x="220" y="121"/>
                    </a:lnTo>
                    <a:lnTo>
                      <a:pt x="114" y="0"/>
                    </a:lnTo>
                    <a:lnTo>
                      <a:pt x="0" y="121"/>
                    </a:lnTo>
                    <a:close/>
                  </a:path>
                </a:pathLst>
              </a:custGeom>
              <a:solidFill>
                <a:srgbClr val="E74C3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5" name="îSľîdè"/>
              <p:cNvSpPr/>
              <p:nvPr/>
            </p:nvSpPr>
            <p:spPr bwMode="auto">
              <a:xfrm>
                <a:off x="6026519" y="5421453"/>
                <a:ext cx="160824" cy="157168"/>
              </a:xfrm>
              <a:custGeom>
                <a:avLst/>
                <a:gdLst>
                  <a:gd name="T0" fmla="*/ 0 w 220"/>
                  <a:gd name="T1" fmla="*/ 121 h 215"/>
                  <a:gd name="T2" fmla="*/ 64 w 220"/>
                  <a:gd name="T3" fmla="*/ 215 h 215"/>
                  <a:gd name="T4" fmla="*/ 159 w 220"/>
                  <a:gd name="T5" fmla="*/ 215 h 215"/>
                  <a:gd name="T6" fmla="*/ 220 w 220"/>
                  <a:gd name="T7" fmla="*/ 121 h 215"/>
                  <a:gd name="T8" fmla="*/ 114 w 220"/>
                  <a:gd name="T9" fmla="*/ 0 h 215"/>
                  <a:gd name="T10" fmla="*/ 0 w 220"/>
                  <a:gd name="T11" fmla="*/ 121 h 215"/>
                </a:gdLst>
                <a:ahLst/>
                <a:cxnLst>
                  <a:cxn ang="0">
                    <a:pos x="T0" y="T1"/>
                  </a:cxn>
                  <a:cxn ang="0">
                    <a:pos x="T2" y="T3"/>
                  </a:cxn>
                  <a:cxn ang="0">
                    <a:pos x="T4" y="T5"/>
                  </a:cxn>
                  <a:cxn ang="0">
                    <a:pos x="T6" y="T7"/>
                  </a:cxn>
                  <a:cxn ang="0">
                    <a:pos x="T8" y="T9"/>
                  </a:cxn>
                  <a:cxn ang="0">
                    <a:pos x="T10" y="T11"/>
                  </a:cxn>
                </a:cxnLst>
                <a:rect l="0" t="0" r="r" b="b"/>
                <a:pathLst>
                  <a:path w="220" h="215">
                    <a:moveTo>
                      <a:pt x="0" y="121"/>
                    </a:moveTo>
                    <a:lnTo>
                      <a:pt x="64" y="215"/>
                    </a:lnTo>
                    <a:lnTo>
                      <a:pt x="159" y="215"/>
                    </a:lnTo>
                    <a:lnTo>
                      <a:pt x="220" y="121"/>
                    </a:lnTo>
                    <a:lnTo>
                      <a:pt x="114" y="0"/>
                    </a:lnTo>
                    <a:lnTo>
                      <a:pt x="0" y="12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6" name="ïSḻíḓe"/>
              <p:cNvSpPr/>
              <p:nvPr/>
            </p:nvSpPr>
            <p:spPr bwMode="auto">
              <a:xfrm>
                <a:off x="6007512" y="5578621"/>
                <a:ext cx="201030" cy="449576"/>
              </a:xfrm>
              <a:custGeom>
                <a:avLst/>
                <a:gdLst>
                  <a:gd name="T0" fmla="*/ 90 w 275"/>
                  <a:gd name="T1" fmla="*/ 0 h 615"/>
                  <a:gd name="T2" fmla="*/ 0 w 275"/>
                  <a:gd name="T3" fmla="*/ 615 h 615"/>
                  <a:gd name="T4" fmla="*/ 275 w 275"/>
                  <a:gd name="T5" fmla="*/ 615 h 615"/>
                  <a:gd name="T6" fmla="*/ 185 w 275"/>
                  <a:gd name="T7" fmla="*/ 0 h 615"/>
                  <a:gd name="T8" fmla="*/ 90 w 275"/>
                  <a:gd name="T9" fmla="*/ 0 h 615"/>
                </a:gdLst>
                <a:ahLst/>
                <a:cxnLst>
                  <a:cxn ang="0">
                    <a:pos x="T0" y="T1"/>
                  </a:cxn>
                  <a:cxn ang="0">
                    <a:pos x="T2" y="T3"/>
                  </a:cxn>
                  <a:cxn ang="0">
                    <a:pos x="T4" y="T5"/>
                  </a:cxn>
                  <a:cxn ang="0">
                    <a:pos x="T6" y="T7"/>
                  </a:cxn>
                  <a:cxn ang="0">
                    <a:pos x="T8" y="T9"/>
                  </a:cxn>
                </a:cxnLst>
                <a:rect l="0" t="0" r="r" b="b"/>
                <a:pathLst>
                  <a:path w="275" h="615">
                    <a:moveTo>
                      <a:pt x="90" y="0"/>
                    </a:moveTo>
                    <a:lnTo>
                      <a:pt x="0" y="615"/>
                    </a:lnTo>
                    <a:lnTo>
                      <a:pt x="275" y="615"/>
                    </a:lnTo>
                    <a:lnTo>
                      <a:pt x="185" y="0"/>
                    </a:lnTo>
                    <a:lnTo>
                      <a:pt x="90" y="0"/>
                    </a:lnTo>
                    <a:close/>
                  </a:path>
                </a:pathLst>
              </a:custGeom>
              <a:solidFill>
                <a:srgbClr val="28A8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7" name="ïṩḷîḍê"/>
              <p:cNvSpPr/>
              <p:nvPr/>
            </p:nvSpPr>
            <p:spPr bwMode="auto">
              <a:xfrm>
                <a:off x="6007512" y="5578621"/>
                <a:ext cx="201030" cy="449576"/>
              </a:xfrm>
              <a:custGeom>
                <a:avLst/>
                <a:gdLst>
                  <a:gd name="T0" fmla="*/ 90 w 275"/>
                  <a:gd name="T1" fmla="*/ 0 h 615"/>
                  <a:gd name="T2" fmla="*/ 0 w 275"/>
                  <a:gd name="T3" fmla="*/ 615 h 615"/>
                  <a:gd name="T4" fmla="*/ 275 w 275"/>
                  <a:gd name="T5" fmla="*/ 615 h 615"/>
                  <a:gd name="T6" fmla="*/ 185 w 275"/>
                  <a:gd name="T7" fmla="*/ 0 h 615"/>
                  <a:gd name="T8" fmla="*/ 90 w 275"/>
                  <a:gd name="T9" fmla="*/ 0 h 615"/>
                </a:gdLst>
                <a:ahLst/>
                <a:cxnLst>
                  <a:cxn ang="0">
                    <a:pos x="T0" y="T1"/>
                  </a:cxn>
                  <a:cxn ang="0">
                    <a:pos x="T2" y="T3"/>
                  </a:cxn>
                  <a:cxn ang="0">
                    <a:pos x="T4" y="T5"/>
                  </a:cxn>
                  <a:cxn ang="0">
                    <a:pos x="T6" y="T7"/>
                  </a:cxn>
                  <a:cxn ang="0">
                    <a:pos x="T8" y="T9"/>
                  </a:cxn>
                </a:cxnLst>
                <a:rect l="0" t="0" r="r" b="b"/>
                <a:pathLst>
                  <a:path w="275" h="615">
                    <a:moveTo>
                      <a:pt x="90" y="0"/>
                    </a:moveTo>
                    <a:lnTo>
                      <a:pt x="0" y="615"/>
                    </a:lnTo>
                    <a:lnTo>
                      <a:pt x="275" y="615"/>
                    </a:lnTo>
                    <a:lnTo>
                      <a:pt x="185" y="0"/>
                    </a:lnTo>
                    <a:lnTo>
                      <a:pt x="9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8" name="ïsļïḑè"/>
              <p:cNvSpPr/>
              <p:nvPr/>
            </p:nvSpPr>
            <p:spPr bwMode="auto">
              <a:xfrm>
                <a:off x="5904439" y="5188258"/>
                <a:ext cx="205416" cy="395480"/>
              </a:xfrm>
              <a:custGeom>
                <a:avLst/>
                <a:gdLst>
                  <a:gd name="T0" fmla="*/ 23 w 281"/>
                  <a:gd name="T1" fmla="*/ 0 h 541"/>
                  <a:gd name="T2" fmla="*/ 0 w 281"/>
                  <a:gd name="T3" fmla="*/ 87 h 541"/>
                  <a:gd name="T4" fmla="*/ 63 w 281"/>
                  <a:gd name="T5" fmla="*/ 541 h 541"/>
                  <a:gd name="T6" fmla="*/ 281 w 281"/>
                  <a:gd name="T7" fmla="*/ 321 h 541"/>
                  <a:gd name="T8" fmla="*/ 23 w 281"/>
                  <a:gd name="T9" fmla="*/ 0 h 541"/>
                </a:gdLst>
                <a:ahLst/>
                <a:cxnLst>
                  <a:cxn ang="0">
                    <a:pos x="T0" y="T1"/>
                  </a:cxn>
                  <a:cxn ang="0">
                    <a:pos x="T2" y="T3"/>
                  </a:cxn>
                  <a:cxn ang="0">
                    <a:pos x="T4" y="T5"/>
                  </a:cxn>
                  <a:cxn ang="0">
                    <a:pos x="T6" y="T7"/>
                  </a:cxn>
                  <a:cxn ang="0">
                    <a:pos x="T8" y="T9"/>
                  </a:cxn>
                </a:cxnLst>
                <a:rect l="0" t="0" r="r" b="b"/>
                <a:pathLst>
                  <a:path w="281" h="541">
                    <a:moveTo>
                      <a:pt x="23" y="0"/>
                    </a:moveTo>
                    <a:lnTo>
                      <a:pt x="0" y="87"/>
                    </a:lnTo>
                    <a:lnTo>
                      <a:pt x="63" y="541"/>
                    </a:lnTo>
                    <a:lnTo>
                      <a:pt x="281" y="321"/>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59" name="ïSḻîḑè"/>
              <p:cNvSpPr/>
              <p:nvPr/>
            </p:nvSpPr>
            <p:spPr bwMode="auto">
              <a:xfrm>
                <a:off x="5904439" y="5188258"/>
                <a:ext cx="205416" cy="395480"/>
              </a:xfrm>
              <a:custGeom>
                <a:avLst/>
                <a:gdLst>
                  <a:gd name="T0" fmla="*/ 23 w 281"/>
                  <a:gd name="T1" fmla="*/ 0 h 541"/>
                  <a:gd name="T2" fmla="*/ 0 w 281"/>
                  <a:gd name="T3" fmla="*/ 87 h 541"/>
                  <a:gd name="T4" fmla="*/ 63 w 281"/>
                  <a:gd name="T5" fmla="*/ 541 h 541"/>
                  <a:gd name="T6" fmla="*/ 281 w 281"/>
                  <a:gd name="T7" fmla="*/ 321 h 541"/>
                  <a:gd name="T8" fmla="*/ 23 w 281"/>
                  <a:gd name="T9" fmla="*/ 0 h 541"/>
                </a:gdLst>
                <a:ahLst/>
                <a:cxnLst>
                  <a:cxn ang="0">
                    <a:pos x="T0" y="T1"/>
                  </a:cxn>
                  <a:cxn ang="0">
                    <a:pos x="T2" y="T3"/>
                  </a:cxn>
                  <a:cxn ang="0">
                    <a:pos x="T4" y="T5"/>
                  </a:cxn>
                  <a:cxn ang="0">
                    <a:pos x="T6" y="T7"/>
                  </a:cxn>
                  <a:cxn ang="0">
                    <a:pos x="T8" y="T9"/>
                  </a:cxn>
                </a:cxnLst>
                <a:rect l="0" t="0" r="r" b="b"/>
                <a:pathLst>
                  <a:path w="281" h="541">
                    <a:moveTo>
                      <a:pt x="23" y="0"/>
                    </a:moveTo>
                    <a:lnTo>
                      <a:pt x="0" y="87"/>
                    </a:lnTo>
                    <a:lnTo>
                      <a:pt x="63" y="541"/>
                    </a:lnTo>
                    <a:lnTo>
                      <a:pt x="281" y="321"/>
                    </a:lnTo>
                    <a:lnTo>
                      <a:pt x="2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0" name="í$1îḍe"/>
              <p:cNvSpPr/>
              <p:nvPr/>
            </p:nvSpPr>
            <p:spPr bwMode="auto">
              <a:xfrm>
                <a:off x="6109854" y="5188258"/>
                <a:ext cx="198837" cy="399136"/>
              </a:xfrm>
              <a:custGeom>
                <a:avLst/>
                <a:gdLst>
                  <a:gd name="T0" fmla="*/ 253 w 272"/>
                  <a:gd name="T1" fmla="*/ 0 h 546"/>
                  <a:gd name="T2" fmla="*/ 272 w 272"/>
                  <a:gd name="T3" fmla="*/ 85 h 546"/>
                  <a:gd name="T4" fmla="*/ 213 w 272"/>
                  <a:gd name="T5" fmla="*/ 546 h 546"/>
                  <a:gd name="T6" fmla="*/ 0 w 272"/>
                  <a:gd name="T7" fmla="*/ 321 h 546"/>
                  <a:gd name="T8" fmla="*/ 253 w 272"/>
                  <a:gd name="T9" fmla="*/ 0 h 546"/>
                </a:gdLst>
                <a:ahLst/>
                <a:cxnLst>
                  <a:cxn ang="0">
                    <a:pos x="T0" y="T1"/>
                  </a:cxn>
                  <a:cxn ang="0">
                    <a:pos x="T2" y="T3"/>
                  </a:cxn>
                  <a:cxn ang="0">
                    <a:pos x="T4" y="T5"/>
                  </a:cxn>
                  <a:cxn ang="0">
                    <a:pos x="T6" y="T7"/>
                  </a:cxn>
                  <a:cxn ang="0">
                    <a:pos x="T8" y="T9"/>
                  </a:cxn>
                </a:cxnLst>
                <a:rect l="0" t="0" r="r" b="b"/>
                <a:pathLst>
                  <a:path w="272" h="546">
                    <a:moveTo>
                      <a:pt x="253" y="0"/>
                    </a:moveTo>
                    <a:lnTo>
                      <a:pt x="272" y="85"/>
                    </a:lnTo>
                    <a:lnTo>
                      <a:pt x="213" y="546"/>
                    </a:lnTo>
                    <a:lnTo>
                      <a:pt x="0" y="321"/>
                    </a:lnTo>
                    <a:lnTo>
                      <a:pt x="25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1" name="ïṡľîḋe"/>
              <p:cNvSpPr/>
              <p:nvPr/>
            </p:nvSpPr>
            <p:spPr bwMode="auto">
              <a:xfrm>
                <a:off x="5918328" y="5184603"/>
                <a:ext cx="187871" cy="235387"/>
              </a:xfrm>
              <a:custGeom>
                <a:avLst/>
                <a:gdLst>
                  <a:gd name="T0" fmla="*/ 2 w 257"/>
                  <a:gd name="T1" fmla="*/ 0 h 322"/>
                  <a:gd name="T2" fmla="*/ 0 w 257"/>
                  <a:gd name="T3" fmla="*/ 0 h 322"/>
                  <a:gd name="T4" fmla="*/ 0 w 257"/>
                  <a:gd name="T5" fmla="*/ 5 h 322"/>
                  <a:gd name="T6" fmla="*/ 2 w 257"/>
                  <a:gd name="T7" fmla="*/ 7 h 322"/>
                  <a:gd name="T8" fmla="*/ 4 w 257"/>
                  <a:gd name="T9" fmla="*/ 5 h 322"/>
                  <a:gd name="T10" fmla="*/ 257 w 257"/>
                  <a:gd name="T11" fmla="*/ 322 h 322"/>
                  <a:gd name="T12" fmla="*/ 257 w 257"/>
                  <a:gd name="T13" fmla="*/ 315 h 322"/>
                  <a:gd name="T14" fmla="*/ 2 w 257"/>
                  <a:gd name="T15" fmla="*/ 0 h 3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7" h="322">
                    <a:moveTo>
                      <a:pt x="2" y="0"/>
                    </a:moveTo>
                    <a:lnTo>
                      <a:pt x="0" y="0"/>
                    </a:lnTo>
                    <a:lnTo>
                      <a:pt x="0" y="5"/>
                    </a:lnTo>
                    <a:lnTo>
                      <a:pt x="2" y="7"/>
                    </a:lnTo>
                    <a:lnTo>
                      <a:pt x="4" y="5"/>
                    </a:lnTo>
                    <a:lnTo>
                      <a:pt x="257" y="322"/>
                    </a:lnTo>
                    <a:lnTo>
                      <a:pt x="257" y="315"/>
                    </a:lnTo>
                    <a:lnTo>
                      <a:pt x="2" y="0"/>
                    </a:lnTo>
                    <a:close/>
                  </a:path>
                </a:pathLst>
              </a:custGeom>
              <a:solidFill>
                <a:srgbClr val="DEB09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2" name="ïŝḷïďe"/>
              <p:cNvSpPr/>
              <p:nvPr/>
            </p:nvSpPr>
            <p:spPr bwMode="auto">
              <a:xfrm>
                <a:off x="5918328" y="5184603"/>
                <a:ext cx="187871" cy="235387"/>
              </a:xfrm>
              <a:custGeom>
                <a:avLst/>
                <a:gdLst>
                  <a:gd name="T0" fmla="*/ 2 w 257"/>
                  <a:gd name="T1" fmla="*/ 0 h 322"/>
                  <a:gd name="T2" fmla="*/ 0 w 257"/>
                  <a:gd name="T3" fmla="*/ 0 h 322"/>
                  <a:gd name="T4" fmla="*/ 0 w 257"/>
                  <a:gd name="T5" fmla="*/ 5 h 322"/>
                  <a:gd name="T6" fmla="*/ 2 w 257"/>
                  <a:gd name="T7" fmla="*/ 7 h 322"/>
                  <a:gd name="T8" fmla="*/ 4 w 257"/>
                  <a:gd name="T9" fmla="*/ 5 h 322"/>
                  <a:gd name="T10" fmla="*/ 257 w 257"/>
                  <a:gd name="T11" fmla="*/ 322 h 322"/>
                  <a:gd name="T12" fmla="*/ 257 w 257"/>
                  <a:gd name="T13" fmla="*/ 315 h 322"/>
                  <a:gd name="T14" fmla="*/ 2 w 257"/>
                  <a:gd name="T15" fmla="*/ 0 h 3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7" h="322">
                    <a:moveTo>
                      <a:pt x="2" y="0"/>
                    </a:moveTo>
                    <a:lnTo>
                      <a:pt x="0" y="0"/>
                    </a:lnTo>
                    <a:lnTo>
                      <a:pt x="0" y="5"/>
                    </a:lnTo>
                    <a:lnTo>
                      <a:pt x="2" y="7"/>
                    </a:lnTo>
                    <a:lnTo>
                      <a:pt x="4" y="5"/>
                    </a:lnTo>
                    <a:lnTo>
                      <a:pt x="257" y="322"/>
                    </a:lnTo>
                    <a:lnTo>
                      <a:pt x="257" y="315"/>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3" name="íṣ1îďê"/>
              <p:cNvSpPr/>
              <p:nvPr/>
            </p:nvSpPr>
            <p:spPr bwMode="auto">
              <a:xfrm>
                <a:off x="5919790" y="5188258"/>
                <a:ext cx="186410" cy="233194"/>
              </a:xfrm>
              <a:custGeom>
                <a:avLst/>
                <a:gdLst>
                  <a:gd name="T0" fmla="*/ 2 w 255"/>
                  <a:gd name="T1" fmla="*/ 0 h 319"/>
                  <a:gd name="T2" fmla="*/ 0 w 255"/>
                  <a:gd name="T3" fmla="*/ 2 h 319"/>
                  <a:gd name="T4" fmla="*/ 255 w 255"/>
                  <a:gd name="T5" fmla="*/ 319 h 319"/>
                  <a:gd name="T6" fmla="*/ 255 w 255"/>
                  <a:gd name="T7" fmla="*/ 317 h 319"/>
                  <a:gd name="T8" fmla="*/ 2 w 255"/>
                  <a:gd name="T9" fmla="*/ 0 h 319"/>
                </a:gdLst>
                <a:ahLst/>
                <a:cxnLst>
                  <a:cxn ang="0">
                    <a:pos x="T0" y="T1"/>
                  </a:cxn>
                  <a:cxn ang="0">
                    <a:pos x="T2" y="T3"/>
                  </a:cxn>
                  <a:cxn ang="0">
                    <a:pos x="T4" y="T5"/>
                  </a:cxn>
                  <a:cxn ang="0">
                    <a:pos x="T6" y="T7"/>
                  </a:cxn>
                  <a:cxn ang="0">
                    <a:pos x="T8" y="T9"/>
                  </a:cxn>
                </a:cxnLst>
                <a:rect l="0" t="0" r="r" b="b"/>
                <a:pathLst>
                  <a:path w="255" h="319">
                    <a:moveTo>
                      <a:pt x="2" y="0"/>
                    </a:moveTo>
                    <a:lnTo>
                      <a:pt x="0" y="2"/>
                    </a:lnTo>
                    <a:lnTo>
                      <a:pt x="255" y="319"/>
                    </a:lnTo>
                    <a:lnTo>
                      <a:pt x="255" y="317"/>
                    </a:lnTo>
                    <a:lnTo>
                      <a:pt x="2"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4" name="iṣľïďe"/>
              <p:cNvSpPr/>
              <p:nvPr/>
            </p:nvSpPr>
            <p:spPr bwMode="auto">
              <a:xfrm>
                <a:off x="5919790" y="5188258"/>
                <a:ext cx="186410" cy="233194"/>
              </a:xfrm>
              <a:custGeom>
                <a:avLst/>
                <a:gdLst>
                  <a:gd name="T0" fmla="*/ 2 w 255"/>
                  <a:gd name="T1" fmla="*/ 0 h 319"/>
                  <a:gd name="T2" fmla="*/ 0 w 255"/>
                  <a:gd name="T3" fmla="*/ 2 h 319"/>
                  <a:gd name="T4" fmla="*/ 255 w 255"/>
                  <a:gd name="T5" fmla="*/ 319 h 319"/>
                  <a:gd name="T6" fmla="*/ 255 w 255"/>
                  <a:gd name="T7" fmla="*/ 317 h 319"/>
                  <a:gd name="T8" fmla="*/ 2 w 255"/>
                  <a:gd name="T9" fmla="*/ 0 h 319"/>
                </a:gdLst>
                <a:ahLst/>
                <a:cxnLst>
                  <a:cxn ang="0">
                    <a:pos x="T0" y="T1"/>
                  </a:cxn>
                  <a:cxn ang="0">
                    <a:pos x="T2" y="T3"/>
                  </a:cxn>
                  <a:cxn ang="0">
                    <a:pos x="T4" y="T5"/>
                  </a:cxn>
                  <a:cxn ang="0">
                    <a:pos x="T6" y="T7"/>
                  </a:cxn>
                  <a:cxn ang="0">
                    <a:pos x="T8" y="T9"/>
                  </a:cxn>
                </a:cxnLst>
                <a:rect l="0" t="0" r="r" b="b"/>
                <a:pathLst>
                  <a:path w="255" h="319">
                    <a:moveTo>
                      <a:pt x="2" y="0"/>
                    </a:moveTo>
                    <a:lnTo>
                      <a:pt x="0" y="2"/>
                    </a:lnTo>
                    <a:lnTo>
                      <a:pt x="255" y="319"/>
                    </a:lnTo>
                    <a:lnTo>
                      <a:pt x="255" y="317"/>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5" name="íṩľídé"/>
              <p:cNvSpPr/>
              <p:nvPr/>
            </p:nvSpPr>
            <p:spPr bwMode="auto">
              <a:xfrm>
                <a:off x="5952686" y="5426570"/>
                <a:ext cx="152052" cy="207609"/>
              </a:xfrm>
              <a:custGeom>
                <a:avLst/>
                <a:gdLst>
                  <a:gd name="T0" fmla="*/ 111 w 208"/>
                  <a:gd name="T1" fmla="*/ 123 h 284"/>
                  <a:gd name="T2" fmla="*/ 2 w 208"/>
                  <a:gd name="T3" fmla="*/ 255 h 284"/>
                  <a:gd name="T4" fmla="*/ 0 w 208"/>
                  <a:gd name="T5" fmla="*/ 232 h 284"/>
                  <a:gd name="T6" fmla="*/ 7 w 208"/>
                  <a:gd name="T7" fmla="*/ 284 h 284"/>
                  <a:gd name="T8" fmla="*/ 116 w 208"/>
                  <a:gd name="T9" fmla="*/ 132 h 284"/>
                  <a:gd name="T10" fmla="*/ 111 w 208"/>
                  <a:gd name="T11" fmla="*/ 123 h 284"/>
                  <a:gd name="T12" fmla="*/ 104 w 208"/>
                  <a:gd name="T13" fmla="*/ 114 h 284"/>
                  <a:gd name="T14" fmla="*/ 0 w 208"/>
                  <a:gd name="T15" fmla="*/ 225 h 284"/>
                  <a:gd name="T16" fmla="*/ 0 w 208"/>
                  <a:gd name="T17" fmla="*/ 227 h 284"/>
                  <a:gd name="T18" fmla="*/ 104 w 208"/>
                  <a:gd name="T19" fmla="*/ 114 h 284"/>
                  <a:gd name="T20" fmla="*/ 104 w 208"/>
                  <a:gd name="T21" fmla="*/ 114 h 284"/>
                  <a:gd name="T22" fmla="*/ 208 w 208"/>
                  <a:gd name="T23" fmla="*/ 0 h 284"/>
                  <a:gd name="T24" fmla="*/ 196 w 208"/>
                  <a:gd name="T25" fmla="*/ 12 h 284"/>
                  <a:gd name="T26" fmla="*/ 165 w 208"/>
                  <a:gd name="T27" fmla="*/ 45 h 284"/>
                  <a:gd name="T28" fmla="*/ 208 w 208"/>
                  <a:gd name="T29"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84">
                    <a:moveTo>
                      <a:pt x="111" y="123"/>
                    </a:moveTo>
                    <a:lnTo>
                      <a:pt x="2" y="255"/>
                    </a:lnTo>
                    <a:lnTo>
                      <a:pt x="0" y="232"/>
                    </a:lnTo>
                    <a:lnTo>
                      <a:pt x="7" y="284"/>
                    </a:lnTo>
                    <a:lnTo>
                      <a:pt x="116" y="132"/>
                    </a:lnTo>
                    <a:lnTo>
                      <a:pt x="111" y="123"/>
                    </a:lnTo>
                    <a:close/>
                    <a:moveTo>
                      <a:pt x="104" y="114"/>
                    </a:moveTo>
                    <a:lnTo>
                      <a:pt x="0" y="225"/>
                    </a:lnTo>
                    <a:lnTo>
                      <a:pt x="0" y="227"/>
                    </a:lnTo>
                    <a:lnTo>
                      <a:pt x="104" y="114"/>
                    </a:lnTo>
                    <a:lnTo>
                      <a:pt x="104" y="114"/>
                    </a:lnTo>
                    <a:close/>
                    <a:moveTo>
                      <a:pt x="208" y="0"/>
                    </a:moveTo>
                    <a:lnTo>
                      <a:pt x="196" y="12"/>
                    </a:lnTo>
                    <a:lnTo>
                      <a:pt x="165" y="45"/>
                    </a:lnTo>
                    <a:lnTo>
                      <a:pt x="208"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6" name="ïs1îḑê"/>
              <p:cNvSpPr/>
              <p:nvPr/>
            </p:nvSpPr>
            <p:spPr bwMode="auto">
              <a:xfrm>
                <a:off x="5952686" y="5426570"/>
                <a:ext cx="152052" cy="207609"/>
              </a:xfrm>
              <a:custGeom>
                <a:avLst/>
                <a:gdLst>
                  <a:gd name="T0" fmla="*/ 111 w 208"/>
                  <a:gd name="T1" fmla="*/ 123 h 284"/>
                  <a:gd name="T2" fmla="*/ 2 w 208"/>
                  <a:gd name="T3" fmla="*/ 255 h 284"/>
                  <a:gd name="T4" fmla="*/ 0 w 208"/>
                  <a:gd name="T5" fmla="*/ 232 h 284"/>
                  <a:gd name="T6" fmla="*/ 7 w 208"/>
                  <a:gd name="T7" fmla="*/ 284 h 284"/>
                  <a:gd name="T8" fmla="*/ 116 w 208"/>
                  <a:gd name="T9" fmla="*/ 132 h 284"/>
                  <a:gd name="T10" fmla="*/ 111 w 208"/>
                  <a:gd name="T11" fmla="*/ 123 h 284"/>
                  <a:gd name="T12" fmla="*/ 104 w 208"/>
                  <a:gd name="T13" fmla="*/ 114 h 284"/>
                  <a:gd name="T14" fmla="*/ 0 w 208"/>
                  <a:gd name="T15" fmla="*/ 225 h 284"/>
                  <a:gd name="T16" fmla="*/ 0 w 208"/>
                  <a:gd name="T17" fmla="*/ 227 h 284"/>
                  <a:gd name="T18" fmla="*/ 104 w 208"/>
                  <a:gd name="T19" fmla="*/ 114 h 284"/>
                  <a:gd name="T20" fmla="*/ 104 w 208"/>
                  <a:gd name="T21" fmla="*/ 114 h 284"/>
                  <a:gd name="T22" fmla="*/ 208 w 208"/>
                  <a:gd name="T23" fmla="*/ 0 h 284"/>
                  <a:gd name="T24" fmla="*/ 196 w 208"/>
                  <a:gd name="T25" fmla="*/ 12 h 284"/>
                  <a:gd name="T26" fmla="*/ 165 w 208"/>
                  <a:gd name="T27" fmla="*/ 45 h 284"/>
                  <a:gd name="T28" fmla="*/ 208 w 208"/>
                  <a:gd name="T29"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84">
                    <a:moveTo>
                      <a:pt x="111" y="123"/>
                    </a:moveTo>
                    <a:lnTo>
                      <a:pt x="2" y="255"/>
                    </a:lnTo>
                    <a:lnTo>
                      <a:pt x="0" y="232"/>
                    </a:lnTo>
                    <a:lnTo>
                      <a:pt x="7" y="284"/>
                    </a:lnTo>
                    <a:lnTo>
                      <a:pt x="116" y="132"/>
                    </a:lnTo>
                    <a:lnTo>
                      <a:pt x="111" y="123"/>
                    </a:lnTo>
                    <a:moveTo>
                      <a:pt x="104" y="114"/>
                    </a:moveTo>
                    <a:lnTo>
                      <a:pt x="0" y="225"/>
                    </a:lnTo>
                    <a:lnTo>
                      <a:pt x="0" y="227"/>
                    </a:lnTo>
                    <a:lnTo>
                      <a:pt x="104" y="114"/>
                    </a:lnTo>
                    <a:lnTo>
                      <a:pt x="104" y="114"/>
                    </a:lnTo>
                    <a:moveTo>
                      <a:pt x="208" y="0"/>
                    </a:moveTo>
                    <a:lnTo>
                      <a:pt x="196" y="12"/>
                    </a:lnTo>
                    <a:lnTo>
                      <a:pt x="165" y="45"/>
                    </a:lnTo>
                    <a:lnTo>
                      <a:pt x="2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7" name="îsḷíďê"/>
              <p:cNvSpPr/>
              <p:nvPr/>
            </p:nvSpPr>
            <p:spPr bwMode="auto">
              <a:xfrm>
                <a:off x="6028712" y="5425107"/>
                <a:ext cx="77488" cy="97956"/>
              </a:xfrm>
              <a:custGeom>
                <a:avLst/>
                <a:gdLst>
                  <a:gd name="T0" fmla="*/ 92 w 106"/>
                  <a:gd name="T1" fmla="*/ 21 h 134"/>
                  <a:gd name="T2" fmla="*/ 7 w 106"/>
                  <a:gd name="T3" fmla="*/ 125 h 134"/>
                  <a:gd name="T4" fmla="*/ 12 w 106"/>
                  <a:gd name="T5" fmla="*/ 134 h 134"/>
                  <a:gd name="T6" fmla="*/ 92 w 106"/>
                  <a:gd name="T7" fmla="*/ 21 h 134"/>
                  <a:gd name="T8" fmla="*/ 106 w 106"/>
                  <a:gd name="T9" fmla="*/ 0 h 134"/>
                  <a:gd name="T10" fmla="*/ 104 w 106"/>
                  <a:gd name="T11" fmla="*/ 2 h 134"/>
                  <a:gd name="T12" fmla="*/ 61 w 106"/>
                  <a:gd name="T13" fmla="*/ 47 h 134"/>
                  <a:gd name="T14" fmla="*/ 0 w 106"/>
                  <a:gd name="T15" fmla="*/ 116 h 134"/>
                  <a:gd name="T16" fmla="*/ 0 w 106"/>
                  <a:gd name="T17" fmla="*/ 116 h 134"/>
                  <a:gd name="T18" fmla="*/ 102 w 106"/>
                  <a:gd name="T19" fmla="*/ 7 h 134"/>
                  <a:gd name="T20" fmla="*/ 106 w 106"/>
                  <a:gd name="T21"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6" h="134">
                    <a:moveTo>
                      <a:pt x="92" y="21"/>
                    </a:moveTo>
                    <a:lnTo>
                      <a:pt x="7" y="125"/>
                    </a:lnTo>
                    <a:lnTo>
                      <a:pt x="12" y="134"/>
                    </a:lnTo>
                    <a:lnTo>
                      <a:pt x="92" y="21"/>
                    </a:lnTo>
                    <a:close/>
                    <a:moveTo>
                      <a:pt x="106" y="0"/>
                    </a:moveTo>
                    <a:lnTo>
                      <a:pt x="104" y="2"/>
                    </a:lnTo>
                    <a:lnTo>
                      <a:pt x="61" y="47"/>
                    </a:lnTo>
                    <a:lnTo>
                      <a:pt x="0" y="116"/>
                    </a:lnTo>
                    <a:lnTo>
                      <a:pt x="0" y="116"/>
                    </a:lnTo>
                    <a:lnTo>
                      <a:pt x="102" y="7"/>
                    </a:lnTo>
                    <a:lnTo>
                      <a:pt x="106" y="0"/>
                    </a:lnTo>
                    <a:close/>
                  </a:path>
                </a:pathLst>
              </a:custGeom>
              <a:solidFill>
                <a:srgbClr val="D0453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8" name="îSlïdê"/>
              <p:cNvSpPr/>
              <p:nvPr/>
            </p:nvSpPr>
            <p:spPr bwMode="auto">
              <a:xfrm>
                <a:off x="6028712" y="5425107"/>
                <a:ext cx="77488" cy="97956"/>
              </a:xfrm>
              <a:custGeom>
                <a:avLst/>
                <a:gdLst>
                  <a:gd name="T0" fmla="*/ 92 w 106"/>
                  <a:gd name="T1" fmla="*/ 21 h 134"/>
                  <a:gd name="T2" fmla="*/ 7 w 106"/>
                  <a:gd name="T3" fmla="*/ 125 h 134"/>
                  <a:gd name="T4" fmla="*/ 12 w 106"/>
                  <a:gd name="T5" fmla="*/ 134 h 134"/>
                  <a:gd name="T6" fmla="*/ 92 w 106"/>
                  <a:gd name="T7" fmla="*/ 21 h 134"/>
                  <a:gd name="T8" fmla="*/ 106 w 106"/>
                  <a:gd name="T9" fmla="*/ 0 h 134"/>
                  <a:gd name="T10" fmla="*/ 104 w 106"/>
                  <a:gd name="T11" fmla="*/ 2 h 134"/>
                  <a:gd name="T12" fmla="*/ 61 w 106"/>
                  <a:gd name="T13" fmla="*/ 47 h 134"/>
                  <a:gd name="T14" fmla="*/ 0 w 106"/>
                  <a:gd name="T15" fmla="*/ 116 h 134"/>
                  <a:gd name="T16" fmla="*/ 0 w 106"/>
                  <a:gd name="T17" fmla="*/ 116 h 134"/>
                  <a:gd name="T18" fmla="*/ 102 w 106"/>
                  <a:gd name="T19" fmla="*/ 7 h 134"/>
                  <a:gd name="T20" fmla="*/ 106 w 106"/>
                  <a:gd name="T21"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6" h="134">
                    <a:moveTo>
                      <a:pt x="92" y="21"/>
                    </a:moveTo>
                    <a:lnTo>
                      <a:pt x="7" y="125"/>
                    </a:lnTo>
                    <a:lnTo>
                      <a:pt x="12" y="134"/>
                    </a:lnTo>
                    <a:lnTo>
                      <a:pt x="92" y="21"/>
                    </a:lnTo>
                    <a:moveTo>
                      <a:pt x="106" y="0"/>
                    </a:moveTo>
                    <a:lnTo>
                      <a:pt x="104" y="2"/>
                    </a:lnTo>
                    <a:lnTo>
                      <a:pt x="61" y="47"/>
                    </a:lnTo>
                    <a:lnTo>
                      <a:pt x="0" y="116"/>
                    </a:lnTo>
                    <a:lnTo>
                      <a:pt x="0" y="116"/>
                    </a:lnTo>
                    <a:lnTo>
                      <a:pt x="102" y="7"/>
                    </a:lnTo>
                    <a:lnTo>
                      <a:pt x="1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69" name="íšliḑê"/>
              <p:cNvSpPr/>
              <p:nvPr/>
            </p:nvSpPr>
            <p:spPr bwMode="auto">
              <a:xfrm>
                <a:off x="6095965" y="5422914"/>
                <a:ext cx="10235" cy="12428"/>
              </a:xfrm>
              <a:custGeom>
                <a:avLst/>
                <a:gdLst>
                  <a:gd name="T0" fmla="*/ 14 w 14"/>
                  <a:gd name="T1" fmla="*/ 0 h 17"/>
                  <a:gd name="T2" fmla="*/ 0 w 14"/>
                  <a:gd name="T3" fmla="*/ 17 h 17"/>
                  <a:gd name="T4" fmla="*/ 12 w 14"/>
                  <a:gd name="T5" fmla="*/ 5 h 17"/>
                  <a:gd name="T6" fmla="*/ 14 w 14"/>
                  <a:gd name="T7" fmla="*/ 3 h 17"/>
                  <a:gd name="T8" fmla="*/ 14 w 14"/>
                  <a:gd name="T9" fmla="*/ 0 h 17"/>
                  <a:gd name="T10" fmla="*/ 14 w 14"/>
                  <a:gd name="T11" fmla="*/ 0 h 17"/>
                </a:gdLst>
                <a:ahLst/>
                <a:cxnLst>
                  <a:cxn ang="0">
                    <a:pos x="T0" y="T1"/>
                  </a:cxn>
                  <a:cxn ang="0">
                    <a:pos x="T2" y="T3"/>
                  </a:cxn>
                  <a:cxn ang="0">
                    <a:pos x="T4" y="T5"/>
                  </a:cxn>
                  <a:cxn ang="0">
                    <a:pos x="T6" y="T7"/>
                  </a:cxn>
                  <a:cxn ang="0">
                    <a:pos x="T8" y="T9"/>
                  </a:cxn>
                  <a:cxn ang="0">
                    <a:pos x="T10" y="T11"/>
                  </a:cxn>
                </a:cxnLst>
                <a:rect l="0" t="0" r="r" b="b"/>
                <a:pathLst>
                  <a:path w="14" h="17">
                    <a:moveTo>
                      <a:pt x="14" y="0"/>
                    </a:moveTo>
                    <a:lnTo>
                      <a:pt x="0" y="17"/>
                    </a:lnTo>
                    <a:lnTo>
                      <a:pt x="12" y="5"/>
                    </a:lnTo>
                    <a:lnTo>
                      <a:pt x="14" y="3"/>
                    </a:lnTo>
                    <a:lnTo>
                      <a:pt x="14" y="0"/>
                    </a:lnTo>
                    <a:lnTo>
                      <a:pt x="14"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0" name="îšľíḍê"/>
              <p:cNvSpPr/>
              <p:nvPr/>
            </p:nvSpPr>
            <p:spPr bwMode="auto">
              <a:xfrm>
                <a:off x="6095965" y="5422914"/>
                <a:ext cx="10235" cy="12428"/>
              </a:xfrm>
              <a:custGeom>
                <a:avLst/>
                <a:gdLst>
                  <a:gd name="T0" fmla="*/ 14 w 14"/>
                  <a:gd name="T1" fmla="*/ 0 h 17"/>
                  <a:gd name="T2" fmla="*/ 0 w 14"/>
                  <a:gd name="T3" fmla="*/ 17 h 17"/>
                  <a:gd name="T4" fmla="*/ 12 w 14"/>
                  <a:gd name="T5" fmla="*/ 5 h 17"/>
                  <a:gd name="T6" fmla="*/ 14 w 14"/>
                  <a:gd name="T7" fmla="*/ 3 h 17"/>
                  <a:gd name="T8" fmla="*/ 14 w 14"/>
                  <a:gd name="T9" fmla="*/ 0 h 17"/>
                  <a:gd name="T10" fmla="*/ 14 w 14"/>
                  <a:gd name="T11" fmla="*/ 0 h 17"/>
                </a:gdLst>
                <a:ahLst/>
                <a:cxnLst>
                  <a:cxn ang="0">
                    <a:pos x="T0" y="T1"/>
                  </a:cxn>
                  <a:cxn ang="0">
                    <a:pos x="T2" y="T3"/>
                  </a:cxn>
                  <a:cxn ang="0">
                    <a:pos x="T4" y="T5"/>
                  </a:cxn>
                  <a:cxn ang="0">
                    <a:pos x="T6" y="T7"/>
                  </a:cxn>
                  <a:cxn ang="0">
                    <a:pos x="T8" y="T9"/>
                  </a:cxn>
                  <a:cxn ang="0">
                    <a:pos x="T10" y="T11"/>
                  </a:cxn>
                </a:cxnLst>
                <a:rect l="0" t="0" r="r" b="b"/>
                <a:pathLst>
                  <a:path w="14" h="17">
                    <a:moveTo>
                      <a:pt x="14" y="0"/>
                    </a:moveTo>
                    <a:lnTo>
                      <a:pt x="0" y="17"/>
                    </a:lnTo>
                    <a:lnTo>
                      <a:pt x="12" y="5"/>
                    </a:lnTo>
                    <a:lnTo>
                      <a:pt x="14" y="3"/>
                    </a:lnTo>
                    <a:lnTo>
                      <a:pt x="14" y="0"/>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1" name="îṩļíďé"/>
              <p:cNvSpPr/>
              <p:nvPr/>
            </p:nvSpPr>
            <p:spPr bwMode="auto">
              <a:xfrm>
                <a:off x="5675630" y="5251857"/>
                <a:ext cx="326764" cy="776340"/>
              </a:xfrm>
              <a:custGeom>
                <a:avLst/>
                <a:gdLst>
                  <a:gd name="T0" fmla="*/ 313 w 447"/>
                  <a:gd name="T1" fmla="*/ 0 h 1062"/>
                  <a:gd name="T2" fmla="*/ 336 w 447"/>
                  <a:gd name="T3" fmla="*/ 102 h 1062"/>
                  <a:gd name="T4" fmla="*/ 447 w 447"/>
                  <a:gd name="T5" fmla="*/ 1062 h 1062"/>
                  <a:gd name="T6" fmla="*/ 256 w 447"/>
                  <a:gd name="T7" fmla="*/ 1062 h 1062"/>
                  <a:gd name="T8" fmla="*/ 45 w 447"/>
                  <a:gd name="T9" fmla="*/ 634 h 1062"/>
                  <a:gd name="T10" fmla="*/ 246 w 447"/>
                  <a:gd name="T11" fmla="*/ 499 h 1062"/>
                  <a:gd name="T12" fmla="*/ 0 w 447"/>
                  <a:gd name="T13" fmla="*/ 383 h 1062"/>
                  <a:gd name="T14" fmla="*/ 213 w 447"/>
                  <a:gd name="T15" fmla="*/ 45 h 1062"/>
                  <a:gd name="T16" fmla="*/ 313 w 447"/>
                  <a:gd name="T17" fmla="*/ 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7" h="1062">
                    <a:moveTo>
                      <a:pt x="313" y="0"/>
                    </a:moveTo>
                    <a:lnTo>
                      <a:pt x="336" y="102"/>
                    </a:lnTo>
                    <a:lnTo>
                      <a:pt x="447" y="1062"/>
                    </a:lnTo>
                    <a:lnTo>
                      <a:pt x="256" y="1062"/>
                    </a:lnTo>
                    <a:lnTo>
                      <a:pt x="45" y="634"/>
                    </a:lnTo>
                    <a:lnTo>
                      <a:pt x="246" y="499"/>
                    </a:lnTo>
                    <a:lnTo>
                      <a:pt x="0" y="383"/>
                    </a:lnTo>
                    <a:lnTo>
                      <a:pt x="213" y="45"/>
                    </a:lnTo>
                    <a:lnTo>
                      <a:pt x="313" y="0"/>
                    </a:lnTo>
                    <a:close/>
                  </a:path>
                </a:pathLst>
              </a:custGeom>
              <a:solidFill>
                <a:schemeClr val="tx2">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2" name="iš1iďê"/>
              <p:cNvSpPr/>
              <p:nvPr/>
            </p:nvSpPr>
            <p:spPr bwMode="auto">
              <a:xfrm>
                <a:off x="5675630" y="5251857"/>
                <a:ext cx="326764" cy="776340"/>
              </a:xfrm>
              <a:custGeom>
                <a:avLst/>
                <a:gdLst>
                  <a:gd name="T0" fmla="*/ 313 w 447"/>
                  <a:gd name="T1" fmla="*/ 0 h 1062"/>
                  <a:gd name="T2" fmla="*/ 336 w 447"/>
                  <a:gd name="T3" fmla="*/ 102 h 1062"/>
                  <a:gd name="T4" fmla="*/ 447 w 447"/>
                  <a:gd name="T5" fmla="*/ 1062 h 1062"/>
                  <a:gd name="T6" fmla="*/ 256 w 447"/>
                  <a:gd name="T7" fmla="*/ 1062 h 1062"/>
                  <a:gd name="T8" fmla="*/ 45 w 447"/>
                  <a:gd name="T9" fmla="*/ 634 h 1062"/>
                  <a:gd name="T10" fmla="*/ 246 w 447"/>
                  <a:gd name="T11" fmla="*/ 499 h 1062"/>
                  <a:gd name="T12" fmla="*/ 0 w 447"/>
                  <a:gd name="T13" fmla="*/ 383 h 1062"/>
                  <a:gd name="T14" fmla="*/ 213 w 447"/>
                  <a:gd name="T15" fmla="*/ 45 h 1062"/>
                  <a:gd name="T16" fmla="*/ 313 w 447"/>
                  <a:gd name="T17" fmla="*/ 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7" h="1062">
                    <a:moveTo>
                      <a:pt x="313" y="0"/>
                    </a:moveTo>
                    <a:lnTo>
                      <a:pt x="336" y="102"/>
                    </a:lnTo>
                    <a:lnTo>
                      <a:pt x="447" y="1062"/>
                    </a:lnTo>
                    <a:lnTo>
                      <a:pt x="256" y="1062"/>
                    </a:lnTo>
                    <a:lnTo>
                      <a:pt x="45" y="634"/>
                    </a:lnTo>
                    <a:lnTo>
                      <a:pt x="246" y="499"/>
                    </a:lnTo>
                    <a:lnTo>
                      <a:pt x="0" y="383"/>
                    </a:lnTo>
                    <a:lnTo>
                      <a:pt x="213" y="45"/>
                    </a:lnTo>
                    <a:lnTo>
                      <a:pt x="31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3" name="iŝḷîḋê"/>
              <p:cNvSpPr/>
              <p:nvPr/>
            </p:nvSpPr>
            <p:spPr bwMode="auto">
              <a:xfrm>
                <a:off x="6213659" y="5240160"/>
                <a:ext cx="326764" cy="788037"/>
              </a:xfrm>
              <a:custGeom>
                <a:avLst/>
                <a:gdLst>
                  <a:gd name="T0" fmla="*/ 111 w 447"/>
                  <a:gd name="T1" fmla="*/ 0 h 1078"/>
                  <a:gd name="T2" fmla="*/ 111 w 447"/>
                  <a:gd name="T3" fmla="*/ 116 h 1078"/>
                  <a:gd name="T4" fmla="*/ 0 w 447"/>
                  <a:gd name="T5" fmla="*/ 1078 h 1078"/>
                  <a:gd name="T6" fmla="*/ 191 w 447"/>
                  <a:gd name="T7" fmla="*/ 1078 h 1078"/>
                  <a:gd name="T8" fmla="*/ 402 w 447"/>
                  <a:gd name="T9" fmla="*/ 650 h 1078"/>
                  <a:gd name="T10" fmla="*/ 201 w 447"/>
                  <a:gd name="T11" fmla="*/ 515 h 1078"/>
                  <a:gd name="T12" fmla="*/ 447 w 447"/>
                  <a:gd name="T13" fmla="*/ 399 h 1078"/>
                  <a:gd name="T14" fmla="*/ 246 w 447"/>
                  <a:gd name="T15" fmla="*/ 61 h 1078"/>
                  <a:gd name="T16" fmla="*/ 111 w 447"/>
                  <a:gd name="T17" fmla="*/ 0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7" h="1078">
                    <a:moveTo>
                      <a:pt x="111" y="0"/>
                    </a:moveTo>
                    <a:lnTo>
                      <a:pt x="111" y="116"/>
                    </a:lnTo>
                    <a:lnTo>
                      <a:pt x="0" y="1078"/>
                    </a:lnTo>
                    <a:lnTo>
                      <a:pt x="191" y="1078"/>
                    </a:lnTo>
                    <a:lnTo>
                      <a:pt x="402" y="650"/>
                    </a:lnTo>
                    <a:lnTo>
                      <a:pt x="201" y="515"/>
                    </a:lnTo>
                    <a:lnTo>
                      <a:pt x="447" y="399"/>
                    </a:lnTo>
                    <a:lnTo>
                      <a:pt x="246" y="61"/>
                    </a:lnTo>
                    <a:lnTo>
                      <a:pt x="111" y="0"/>
                    </a:lnTo>
                    <a:close/>
                  </a:path>
                </a:pathLst>
              </a:custGeom>
              <a:solidFill>
                <a:schemeClr val="tx2">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4" name="ïṡlíde"/>
              <p:cNvSpPr/>
              <p:nvPr/>
            </p:nvSpPr>
            <p:spPr bwMode="auto">
              <a:xfrm>
                <a:off x="5878122" y="5422914"/>
                <a:ext cx="494167" cy="605283"/>
              </a:xfrm>
              <a:custGeom>
                <a:avLst/>
                <a:gdLst>
                  <a:gd name="T0" fmla="*/ 135 w 286"/>
                  <a:gd name="T1" fmla="*/ 0 h 350"/>
                  <a:gd name="T2" fmla="*/ 286 w 286"/>
                  <a:gd name="T3" fmla="*/ 44 h 350"/>
                  <a:gd name="T4" fmla="*/ 228 w 286"/>
                  <a:gd name="T5" fmla="*/ 350 h 350"/>
                  <a:gd name="T6" fmla="*/ 23 w 286"/>
                  <a:gd name="T7" fmla="*/ 350 h 350"/>
                  <a:gd name="T8" fmla="*/ 0 w 286"/>
                  <a:gd name="T9" fmla="*/ 45 h 350"/>
                  <a:gd name="T10" fmla="*/ 135 w 286"/>
                  <a:gd name="T11" fmla="*/ 0 h 350"/>
                </a:gdLst>
                <a:ahLst/>
                <a:cxnLst>
                  <a:cxn ang="0">
                    <a:pos x="T0" y="T1"/>
                  </a:cxn>
                  <a:cxn ang="0">
                    <a:pos x="T2" y="T3"/>
                  </a:cxn>
                  <a:cxn ang="0">
                    <a:pos x="T4" y="T5"/>
                  </a:cxn>
                  <a:cxn ang="0">
                    <a:pos x="T6" y="T7"/>
                  </a:cxn>
                  <a:cxn ang="0">
                    <a:pos x="T8" y="T9"/>
                  </a:cxn>
                  <a:cxn ang="0">
                    <a:pos x="T10" y="T11"/>
                  </a:cxn>
                </a:cxnLst>
                <a:rect l="0" t="0" r="r" b="b"/>
                <a:pathLst>
                  <a:path w="286" h="350">
                    <a:moveTo>
                      <a:pt x="135" y="0"/>
                    </a:moveTo>
                    <a:cubicBezTo>
                      <a:pt x="135" y="0"/>
                      <a:pt x="286" y="35"/>
                      <a:pt x="286" y="44"/>
                    </a:cubicBezTo>
                    <a:cubicBezTo>
                      <a:pt x="286" y="53"/>
                      <a:pt x="228" y="350"/>
                      <a:pt x="228" y="350"/>
                    </a:cubicBezTo>
                    <a:cubicBezTo>
                      <a:pt x="23" y="350"/>
                      <a:pt x="23" y="350"/>
                      <a:pt x="23" y="350"/>
                    </a:cubicBezTo>
                    <a:cubicBezTo>
                      <a:pt x="0" y="45"/>
                      <a:pt x="0" y="45"/>
                      <a:pt x="0" y="45"/>
                    </a:cubicBezTo>
                    <a:cubicBezTo>
                      <a:pt x="135" y="0"/>
                      <a:pt x="135" y="0"/>
                      <a:pt x="135"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5" name="íṣļiḓê"/>
              <p:cNvSpPr/>
              <p:nvPr/>
            </p:nvSpPr>
            <p:spPr bwMode="auto">
              <a:xfrm>
                <a:off x="6032366" y="5421453"/>
                <a:ext cx="160093" cy="157168"/>
              </a:xfrm>
              <a:custGeom>
                <a:avLst/>
                <a:gdLst>
                  <a:gd name="T0" fmla="*/ 219 w 219"/>
                  <a:gd name="T1" fmla="*/ 121 h 215"/>
                  <a:gd name="T2" fmla="*/ 158 w 219"/>
                  <a:gd name="T3" fmla="*/ 215 h 215"/>
                  <a:gd name="T4" fmla="*/ 61 w 219"/>
                  <a:gd name="T5" fmla="*/ 215 h 215"/>
                  <a:gd name="T6" fmla="*/ 0 w 219"/>
                  <a:gd name="T7" fmla="*/ 121 h 215"/>
                  <a:gd name="T8" fmla="*/ 108 w 219"/>
                  <a:gd name="T9" fmla="*/ 0 h 215"/>
                  <a:gd name="T10" fmla="*/ 219 w 219"/>
                  <a:gd name="T11" fmla="*/ 121 h 215"/>
                </a:gdLst>
                <a:ahLst/>
                <a:cxnLst>
                  <a:cxn ang="0">
                    <a:pos x="T0" y="T1"/>
                  </a:cxn>
                  <a:cxn ang="0">
                    <a:pos x="T2" y="T3"/>
                  </a:cxn>
                  <a:cxn ang="0">
                    <a:pos x="T4" y="T5"/>
                  </a:cxn>
                  <a:cxn ang="0">
                    <a:pos x="T6" y="T7"/>
                  </a:cxn>
                  <a:cxn ang="0">
                    <a:pos x="T8" y="T9"/>
                  </a:cxn>
                  <a:cxn ang="0">
                    <a:pos x="T10" y="T11"/>
                  </a:cxn>
                </a:cxnLst>
                <a:rect l="0" t="0" r="r" b="b"/>
                <a:pathLst>
                  <a:path w="219" h="215">
                    <a:moveTo>
                      <a:pt x="219" y="121"/>
                    </a:moveTo>
                    <a:lnTo>
                      <a:pt x="158" y="215"/>
                    </a:lnTo>
                    <a:lnTo>
                      <a:pt x="61" y="215"/>
                    </a:lnTo>
                    <a:lnTo>
                      <a:pt x="0" y="121"/>
                    </a:lnTo>
                    <a:lnTo>
                      <a:pt x="108" y="0"/>
                    </a:lnTo>
                    <a:lnTo>
                      <a:pt x="219" y="121"/>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6" name="í$ḷïḓè"/>
              <p:cNvSpPr/>
              <p:nvPr/>
            </p:nvSpPr>
            <p:spPr bwMode="auto">
              <a:xfrm>
                <a:off x="6032366" y="5421453"/>
                <a:ext cx="160093" cy="157168"/>
              </a:xfrm>
              <a:custGeom>
                <a:avLst/>
                <a:gdLst>
                  <a:gd name="T0" fmla="*/ 219 w 219"/>
                  <a:gd name="T1" fmla="*/ 121 h 215"/>
                  <a:gd name="T2" fmla="*/ 158 w 219"/>
                  <a:gd name="T3" fmla="*/ 215 h 215"/>
                  <a:gd name="T4" fmla="*/ 61 w 219"/>
                  <a:gd name="T5" fmla="*/ 215 h 215"/>
                  <a:gd name="T6" fmla="*/ 0 w 219"/>
                  <a:gd name="T7" fmla="*/ 121 h 215"/>
                  <a:gd name="T8" fmla="*/ 108 w 219"/>
                  <a:gd name="T9" fmla="*/ 0 h 215"/>
                  <a:gd name="T10" fmla="*/ 219 w 219"/>
                  <a:gd name="T11" fmla="*/ 121 h 215"/>
                </a:gdLst>
                <a:ahLst/>
                <a:cxnLst>
                  <a:cxn ang="0">
                    <a:pos x="T0" y="T1"/>
                  </a:cxn>
                  <a:cxn ang="0">
                    <a:pos x="T2" y="T3"/>
                  </a:cxn>
                  <a:cxn ang="0">
                    <a:pos x="T4" y="T5"/>
                  </a:cxn>
                  <a:cxn ang="0">
                    <a:pos x="T6" y="T7"/>
                  </a:cxn>
                  <a:cxn ang="0">
                    <a:pos x="T8" y="T9"/>
                  </a:cxn>
                  <a:cxn ang="0">
                    <a:pos x="T10" y="T11"/>
                  </a:cxn>
                </a:cxnLst>
                <a:rect l="0" t="0" r="r" b="b"/>
                <a:pathLst>
                  <a:path w="219" h="215">
                    <a:moveTo>
                      <a:pt x="219" y="121"/>
                    </a:moveTo>
                    <a:lnTo>
                      <a:pt x="158" y="215"/>
                    </a:lnTo>
                    <a:lnTo>
                      <a:pt x="61" y="215"/>
                    </a:lnTo>
                    <a:lnTo>
                      <a:pt x="0" y="121"/>
                    </a:lnTo>
                    <a:lnTo>
                      <a:pt x="108" y="0"/>
                    </a:lnTo>
                    <a:lnTo>
                      <a:pt x="219" y="12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7" name="iṡ1îďè"/>
              <p:cNvSpPr/>
              <p:nvPr/>
            </p:nvSpPr>
            <p:spPr bwMode="auto">
              <a:xfrm>
                <a:off x="6013360" y="5578621"/>
                <a:ext cx="198106" cy="449576"/>
              </a:xfrm>
              <a:custGeom>
                <a:avLst/>
                <a:gdLst>
                  <a:gd name="T0" fmla="*/ 184 w 271"/>
                  <a:gd name="T1" fmla="*/ 0 h 615"/>
                  <a:gd name="T2" fmla="*/ 271 w 271"/>
                  <a:gd name="T3" fmla="*/ 615 h 615"/>
                  <a:gd name="T4" fmla="*/ 0 w 271"/>
                  <a:gd name="T5" fmla="*/ 615 h 615"/>
                  <a:gd name="T6" fmla="*/ 87 w 271"/>
                  <a:gd name="T7" fmla="*/ 0 h 615"/>
                  <a:gd name="T8" fmla="*/ 184 w 271"/>
                  <a:gd name="T9" fmla="*/ 0 h 615"/>
                </a:gdLst>
                <a:ahLst/>
                <a:cxnLst>
                  <a:cxn ang="0">
                    <a:pos x="T0" y="T1"/>
                  </a:cxn>
                  <a:cxn ang="0">
                    <a:pos x="T2" y="T3"/>
                  </a:cxn>
                  <a:cxn ang="0">
                    <a:pos x="T4" y="T5"/>
                  </a:cxn>
                  <a:cxn ang="0">
                    <a:pos x="T6" y="T7"/>
                  </a:cxn>
                  <a:cxn ang="0">
                    <a:pos x="T8" y="T9"/>
                  </a:cxn>
                </a:cxnLst>
                <a:rect l="0" t="0" r="r" b="b"/>
                <a:pathLst>
                  <a:path w="271" h="615">
                    <a:moveTo>
                      <a:pt x="184" y="0"/>
                    </a:moveTo>
                    <a:lnTo>
                      <a:pt x="271" y="615"/>
                    </a:lnTo>
                    <a:lnTo>
                      <a:pt x="0" y="615"/>
                    </a:lnTo>
                    <a:lnTo>
                      <a:pt x="87" y="0"/>
                    </a:lnTo>
                    <a:lnTo>
                      <a:pt x="184" y="0"/>
                    </a:lnTo>
                    <a:close/>
                  </a:path>
                </a:pathLst>
              </a:custGeom>
              <a:solidFill>
                <a:srgbClr val="28A8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8" name="ï$ḻídê"/>
              <p:cNvSpPr/>
              <p:nvPr/>
            </p:nvSpPr>
            <p:spPr bwMode="auto">
              <a:xfrm>
                <a:off x="6013360" y="5578621"/>
                <a:ext cx="198106" cy="449576"/>
              </a:xfrm>
              <a:custGeom>
                <a:avLst/>
                <a:gdLst>
                  <a:gd name="T0" fmla="*/ 184 w 271"/>
                  <a:gd name="T1" fmla="*/ 0 h 615"/>
                  <a:gd name="T2" fmla="*/ 271 w 271"/>
                  <a:gd name="T3" fmla="*/ 615 h 615"/>
                  <a:gd name="T4" fmla="*/ 0 w 271"/>
                  <a:gd name="T5" fmla="*/ 615 h 615"/>
                  <a:gd name="T6" fmla="*/ 87 w 271"/>
                  <a:gd name="T7" fmla="*/ 0 h 615"/>
                  <a:gd name="T8" fmla="*/ 184 w 271"/>
                  <a:gd name="T9" fmla="*/ 0 h 615"/>
                </a:gdLst>
                <a:ahLst/>
                <a:cxnLst>
                  <a:cxn ang="0">
                    <a:pos x="T0" y="T1"/>
                  </a:cxn>
                  <a:cxn ang="0">
                    <a:pos x="T2" y="T3"/>
                  </a:cxn>
                  <a:cxn ang="0">
                    <a:pos x="T4" y="T5"/>
                  </a:cxn>
                  <a:cxn ang="0">
                    <a:pos x="T6" y="T7"/>
                  </a:cxn>
                  <a:cxn ang="0">
                    <a:pos x="T8" y="T9"/>
                  </a:cxn>
                </a:cxnLst>
                <a:rect l="0" t="0" r="r" b="b"/>
                <a:pathLst>
                  <a:path w="271" h="615">
                    <a:moveTo>
                      <a:pt x="184" y="0"/>
                    </a:moveTo>
                    <a:lnTo>
                      <a:pt x="271" y="615"/>
                    </a:lnTo>
                    <a:lnTo>
                      <a:pt x="0" y="615"/>
                    </a:lnTo>
                    <a:lnTo>
                      <a:pt x="87" y="0"/>
                    </a:lnTo>
                    <a:lnTo>
                      <a:pt x="18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79" name="isļîḑe"/>
              <p:cNvSpPr/>
              <p:nvPr/>
            </p:nvSpPr>
            <p:spPr bwMode="auto">
              <a:xfrm>
                <a:off x="6111317" y="5188258"/>
                <a:ext cx="203954" cy="395480"/>
              </a:xfrm>
              <a:custGeom>
                <a:avLst/>
                <a:gdLst>
                  <a:gd name="T0" fmla="*/ 256 w 279"/>
                  <a:gd name="T1" fmla="*/ 0 h 541"/>
                  <a:gd name="T2" fmla="*/ 279 w 279"/>
                  <a:gd name="T3" fmla="*/ 87 h 541"/>
                  <a:gd name="T4" fmla="*/ 216 w 279"/>
                  <a:gd name="T5" fmla="*/ 541 h 541"/>
                  <a:gd name="T6" fmla="*/ 0 w 279"/>
                  <a:gd name="T7" fmla="*/ 321 h 541"/>
                  <a:gd name="T8" fmla="*/ 256 w 279"/>
                  <a:gd name="T9" fmla="*/ 0 h 541"/>
                </a:gdLst>
                <a:ahLst/>
                <a:cxnLst>
                  <a:cxn ang="0">
                    <a:pos x="T0" y="T1"/>
                  </a:cxn>
                  <a:cxn ang="0">
                    <a:pos x="T2" y="T3"/>
                  </a:cxn>
                  <a:cxn ang="0">
                    <a:pos x="T4" y="T5"/>
                  </a:cxn>
                  <a:cxn ang="0">
                    <a:pos x="T6" y="T7"/>
                  </a:cxn>
                  <a:cxn ang="0">
                    <a:pos x="T8" y="T9"/>
                  </a:cxn>
                </a:cxnLst>
                <a:rect l="0" t="0" r="r" b="b"/>
                <a:pathLst>
                  <a:path w="279" h="541">
                    <a:moveTo>
                      <a:pt x="256" y="0"/>
                    </a:moveTo>
                    <a:lnTo>
                      <a:pt x="279" y="87"/>
                    </a:lnTo>
                    <a:lnTo>
                      <a:pt x="216" y="541"/>
                    </a:lnTo>
                    <a:lnTo>
                      <a:pt x="0" y="321"/>
                    </a:lnTo>
                    <a:lnTo>
                      <a:pt x="2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0" name="îśľíďè"/>
              <p:cNvSpPr/>
              <p:nvPr/>
            </p:nvSpPr>
            <p:spPr bwMode="auto">
              <a:xfrm>
                <a:off x="6111317" y="5188258"/>
                <a:ext cx="203954" cy="395480"/>
              </a:xfrm>
              <a:custGeom>
                <a:avLst/>
                <a:gdLst>
                  <a:gd name="T0" fmla="*/ 256 w 279"/>
                  <a:gd name="T1" fmla="*/ 0 h 541"/>
                  <a:gd name="T2" fmla="*/ 279 w 279"/>
                  <a:gd name="T3" fmla="*/ 87 h 541"/>
                  <a:gd name="T4" fmla="*/ 216 w 279"/>
                  <a:gd name="T5" fmla="*/ 541 h 541"/>
                  <a:gd name="T6" fmla="*/ 0 w 279"/>
                  <a:gd name="T7" fmla="*/ 321 h 541"/>
                  <a:gd name="T8" fmla="*/ 256 w 279"/>
                  <a:gd name="T9" fmla="*/ 0 h 541"/>
                </a:gdLst>
                <a:ahLst/>
                <a:cxnLst>
                  <a:cxn ang="0">
                    <a:pos x="T0" y="T1"/>
                  </a:cxn>
                  <a:cxn ang="0">
                    <a:pos x="T2" y="T3"/>
                  </a:cxn>
                  <a:cxn ang="0">
                    <a:pos x="T4" y="T5"/>
                  </a:cxn>
                  <a:cxn ang="0">
                    <a:pos x="T6" y="T7"/>
                  </a:cxn>
                  <a:cxn ang="0">
                    <a:pos x="T8" y="T9"/>
                  </a:cxn>
                </a:cxnLst>
                <a:rect l="0" t="0" r="r" b="b"/>
                <a:pathLst>
                  <a:path w="279" h="541">
                    <a:moveTo>
                      <a:pt x="256" y="0"/>
                    </a:moveTo>
                    <a:lnTo>
                      <a:pt x="279" y="87"/>
                    </a:lnTo>
                    <a:lnTo>
                      <a:pt x="216" y="541"/>
                    </a:lnTo>
                    <a:lnTo>
                      <a:pt x="0" y="321"/>
                    </a:lnTo>
                    <a:lnTo>
                      <a:pt x="25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1" name="iš1iḓê"/>
              <p:cNvSpPr/>
              <p:nvPr/>
            </p:nvSpPr>
            <p:spPr bwMode="auto">
              <a:xfrm>
                <a:off x="5912480" y="5188258"/>
                <a:ext cx="198837" cy="399136"/>
              </a:xfrm>
              <a:custGeom>
                <a:avLst/>
                <a:gdLst>
                  <a:gd name="T0" fmla="*/ 17 w 272"/>
                  <a:gd name="T1" fmla="*/ 0 h 546"/>
                  <a:gd name="T2" fmla="*/ 0 w 272"/>
                  <a:gd name="T3" fmla="*/ 85 h 546"/>
                  <a:gd name="T4" fmla="*/ 57 w 272"/>
                  <a:gd name="T5" fmla="*/ 546 h 546"/>
                  <a:gd name="T6" fmla="*/ 272 w 272"/>
                  <a:gd name="T7" fmla="*/ 321 h 546"/>
                  <a:gd name="T8" fmla="*/ 17 w 272"/>
                  <a:gd name="T9" fmla="*/ 0 h 546"/>
                </a:gdLst>
                <a:ahLst/>
                <a:cxnLst>
                  <a:cxn ang="0">
                    <a:pos x="T0" y="T1"/>
                  </a:cxn>
                  <a:cxn ang="0">
                    <a:pos x="T2" y="T3"/>
                  </a:cxn>
                  <a:cxn ang="0">
                    <a:pos x="T4" y="T5"/>
                  </a:cxn>
                  <a:cxn ang="0">
                    <a:pos x="T6" y="T7"/>
                  </a:cxn>
                  <a:cxn ang="0">
                    <a:pos x="T8" y="T9"/>
                  </a:cxn>
                </a:cxnLst>
                <a:rect l="0" t="0" r="r" b="b"/>
                <a:pathLst>
                  <a:path w="272" h="546">
                    <a:moveTo>
                      <a:pt x="17" y="0"/>
                    </a:moveTo>
                    <a:lnTo>
                      <a:pt x="0" y="85"/>
                    </a:lnTo>
                    <a:lnTo>
                      <a:pt x="57" y="546"/>
                    </a:lnTo>
                    <a:lnTo>
                      <a:pt x="272" y="321"/>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2" name="is1iḍê"/>
              <p:cNvSpPr/>
              <p:nvPr/>
            </p:nvSpPr>
            <p:spPr bwMode="auto">
              <a:xfrm>
                <a:off x="5912480" y="5188258"/>
                <a:ext cx="198837" cy="399136"/>
              </a:xfrm>
              <a:custGeom>
                <a:avLst/>
                <a:gdLst>
                  <a:gd name="T0" fmla="*/ 17 w 272"/>
                  <a:gd name="T1" fmla="*/ 0 h 546"/>
                  <a:gd name="T2" fmla="*/ 0 w 272"/>
                  <a:gd name="T3" fmla="*/ 85 h 546"/>
                  <a:gd name="T4" fmla="*/ 57 w 272"/>
                  <a:gd name="T5" fmla="*/ 546 h 546"/>
                  <a:gd name="T6" fmla="*/ 272 w 272"/>
                  <a:gd name="T7" fmla="*/ 321 h 546"/>
                  <a:gd name="T8" fmla="*/ 17 w 272"/>
                  <a:gd name="T9" fmla="*/ 0 h 546"/>
                </a:gdLst>
                <a:ahLst/>
                <a:cxnLst>
                  <a:cxn ang="0">
                    <a:pos x="T0" y="T1"/>
                  </a:cxn>
                  <a:cxn ang="0">
                    <a:pos x="T2" y="T3"/>
                  </a:cxn>
                  <a:cxn ang="0">
                    <a:pos x="T4" y="T5"/>
                  </a:cxn>
                  <a:cxn ang="0">
                    <a:pos x="T6" y="T7"/>
                  </a:cxn>
                  <a:cxn ang="0">
                    <a:pos x="T8" y="T9"/>
                  </a:cxn>
                </a:cxnLst>
                <a:rect l="0" t="0" r="r" b="b"/>
                <a:pathLst>
                  <a:path w="272" h="546">
                    <a:moveTo>
                      <a:pt x="17" y="0"/>
                    </a:moveTo>
                    <a:lnTo>
                      <a:pt x="0" y="85"/>
                    </a:lnTo>
                    <a:lnTo>
                      <a:pt x="57" y="546"/>
                    </a:lnTo>
                    <a:lnTo>
                      <a:pt x="272" y="321"/>
                    </a:lnTo>
                    <a:lnTo>
                      <a:pt x="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3" name="îśļiḑê"/>
              <p:cNvSpPr/>
              <p:nvPr/>
            </p:nvSpPr>
            <p:spPr bwMode="auto">
              <a:xfrm>
                <a:off x="6106199" y="5184603"/>
                <a:ext cx="188603" cy="236850"/>
              </a:xfrm>
              <a:custGeom>
                <a:avLst/>
                <a:gdLst>
                  <a:gd name="T0" fmla="*/ 109 w 109"/>
                  <a:gd name="T1" fmla="*/ 0 h 137"/>
                  <a:gd name="T2" fmla="*/ 104 w 109"/>
                  <a:gd name="T3" fmla="*/ 6 h 137"/>
                  <a:gd name="T4" fmla="*/ 2 w 109"/>
                  <a:gd name="T5" fmla="*/ 134 h 137"/>
                  <a:gd name="T6" fmla="*/ 0 w 109"/>
                  <a:gd name="T7" fmla="*/ 131 h 137"/>
                  <a:gd name="T8" fmla="*/ 0 w 109"/>
                  <a:gd name="T9" fmla="*/ 135 h 137"/>
                  <a:gd name="T10" fmla="*/ 3 w 109"/>
                  <a:gd name="T11" fmla="*/ 137 h 137"/>
                  <a:gd name="T12" fmla="*/ 109 w 109"/>
                  <a:gd name="T13" fmla="*/ 2 h 137"/>
                  <a:gd name="T14" fmla="*/ 109 w 109"/>
                  <a:gd name="T15" fmla="*/ 0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137">
                    <a:moveTo>
                      <a:pt x="109" y="0"/>
                    </a:moveTo>
                    <a:cubicBezTo>
                      <a:pt x="109" y="0"/>
                      <a:pt x="108" y="2"/>
                      <a:pt x="104" y="6"/>
                    </a:cubicBezTo>
                    <a:cubicBezTo>
                      <a:pt x="2" y="134"/>
                      <a:pt x="2" y="134"/>
                      <a:pt x="2" y="134"/>
                    </a:cubicBezTo>
                    <a:cubicBezTo>
                      <a:pt x="0" y="131"/>
                      <a:pt x="0" y="131"/>
                      <a:pt x="0" y="131"/>
                    </a:cubicBezTo>
                    <a:cubicBezTo>
                      <a:pt x="0" y="135"/>
                      <a:pt x="0" y="135"/>
                      <a:pt x="0" y="135"/>
                    </a:cubicBezTo>
                    <a:cubicBezTo>
                      <a:pt x="3" y="137"/>
                      <a:pt x="3" y="137"/>
                      <a:pt x="3" y="137"/>
                    </a:cubicBezTo>
                    <a:cubicBezTo>
                      <a:pt x="109" y="2"/>
                      <a:pt x="109" y="2"/>
                      <a:pt x="109" y="2"/>
                    </a:cubicBezTo>
                    <a:cubicBezTo>
                      <a:pt x="109" y="0"/>
                      <a:pt x="109" y="0"/>
                      <a:pt x="109" y="0"/>
                    </a:cubicBezTo>
                  </a:path>
                </a:pathLst>
              </a:custGeom>
              <a:solidFill>
                <a:srgbClr val="DEB09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4" name="íṧľîdé"/>
              <p:cNvSpPr/>
              <p:nvPr/>
            </p:nvSpPr>
            <p:spPr bwMode="auto">
              <a:xfrm>
                <a:off x="6286029" y="5184603"/>
                <a:ext cx="8772" cy="10235"/>
              </a:xfrm>
              <a:custGeom>
                <a:avLst/>
                <a:gdLst>
                  <a:gd name="T0" fmla="*/ 5 w 5"/>
                  <a:gd name="T1" fmla="*/ 0 h 6"/>
                  <a:gd name="T2" fmla="*/ 5 w 5"/>
                  <a:gd name="T3" fmla="*/ 0 h 6"/>
                  <a:gd name="T4" fmla="*/ 0 w 5"/>
                  <a:gd name="T5" fmla="*/ 6 h 6"/>
                  <a:gd name="T6" fmla="*/ 5 w 5"/>
                  <a:gd name="T7" fmla="*/ 0 h 6"/>
                  <a:gd name="T8" fmla="*/ 5 w 5"/>
                  <a:gd name="T9" fmla="*/ 0 h 6"/>
                </a:gdLst>
                <a:ahLst/>
                <a:cxnLst>
                  <a:cxn ang="0">
                    <a:pos x="T0" y="T1"/>
                  </a:cxn>
                  <a:cxn ang="0">
                    <a:pos x="T2" y="T3"/>
                  </a:cxn>
                  <a:cxn ang="0">
                    <a:pos x="T4" y="T5"/>
                  </a:cxn>
                  <a:cxn ang="0">
                    <a:pos x="T6" y="T7"/>
                  </a:cxn>
                  <a:cxn ang="0">
                    <a:pos x="T8" y="T9"/>
                  </a:cxn>
                </a:cxnLst>
                <a:rect l="0" t="0" r="r" b="b"/>
                <a:pathLst>
                  <a:path w="5" h="6">
                    <a:moveTo>
                      <a:pt x="5" y="0"/>
                    </a:moveTo>
                    <a:cubicBezTo>
                      <a:pt x="5" y="0"/>
                      <a:pt x="5" y="0"/>
                      <a:pt x="5" y="0"/>
                    </a:cubicBezTo>
                    <a:cubicBezTo>
                      <a:pt x="0" y="6"/>
                      <a:pt x="0" y="6"/>
                      <a:pt x="0" y="6"/>
                    </a:cubicBezTo>
                    <a:cubicBezTo>
                      <a:pt x="4" y="2"/>
                      <a:pt x="5" y="0"/>
                      <a:pt x="5" y="0"/>
                    </a:cubicBezTo>
                    <a:cubicBezTo>
                      <a:pt x="5" y="0"/>
                      <a:pt x="5" y="0"/>
                      <a:pt x="5" y="0"/>
                    </a:cubicBezTo>
                  </a:path>
                </a:pathLst>
              </a:custGeom>
              <a:solidFill>
                <a:srgbClr val="CCA1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5" name="iṧļîḍè"/>
              <p:cNvSpPr/>
              <p:nvPr/>
            </p:nvSpPr>
            <p:spPr bwMode="auto">
              <a:xfrm>
                <a:off x="6106199" y="5417798"/>
                <a:ext cx="5117" cy="5117"/>
              </a:xfrm>
              <a:custGeom>
                <a:avLst/>
                <a:gdLst>
                  <a:gd name="T0" fmla="*/ 0 w 7"/>
                  <a:gd name="T1" fmla="*/ 0 h 7"/>
                  <a:gd name="T2" fmla="*/ 0 w 7"/>
                  <a:gd name="T3" fmla="*/ 0 h 7"/>
                  <a:gd name="T4" fmla="*/ 5 w 7"/>
                  <a:gd name="T5" fmla="*/ 7 h 7"/>
                  <a:gd name="T6" fmla="*/ 7 w 7"/>
                  <a:gd name="T7" fmla="*/ 5 h 7"/>
                  <a:gd name="T8" fmla="*/ 0 w 7"/>
                  <a:gd name="T9" fmla="*/ 0 h 7"/>
                </a:gdLst>
                <a:ahLst/>
                <a:cxnLst>
                  <a:cxn ang="0">
                    <a:pos x="T0" y="T1"/>
                  </a:cxn>
                  <a:cxn ang="0">
                    <a:pos x="T2" y="T3"/>
                  </a:cxn>
                  <a:cxn ang="0">
                    <a:pos x="T4" y="T5"/>
                  </a:cxn>
                  <a:cxn ang="0">
                    <a:pos x="T6" y="T7"/>
                  </a:cxn>
                  <a:cxn ang="0">
                    <a:pos x="T8" y="T9"/>
                  </a:cxn>
                </a:cxnLst>
                <a:rect l="0" t="0" r="r" b="b"/>
                <a:pathLst>
                  <a:path w="7" h="7">
                    <a:moveTo>
                      <a:pt x="0" y="0"/>
                    </a:moveTo>
                    <a:lnTo>
                      <a:pt x="0" y="0"/>
                    </a:lnTo>
                    <a:lnTo>
                      <a:pt x="5" y="7"/>
                    </a:lnTo>
                    <a:lnTo>
                      <a:pt x="7" y="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6" name="iṧľïḍê"/>
              <p:cNvSpPr/>
              <p:nvPr/>
            </p:nvSpPr>
            <p:spPr bwMode="auto">
              <a:xfrm>
                <a:off x="6106199" y="5417798"/>
                <a:ext cx="5117" cy="5117"/>
              </a:xfrm>
              <a:custGeom>
                <a:avLst/>
                <a:gdLst>
                  <a:gd name="T0" fmla="*/ 0 w 7"/>
                  <a:gd name="T1" fmla="*/ 0 h 7"/>
                  <a:gd name="T2" fmla="*/ 0 w 7"/>
                  <a:gd name="T3" fmla="*/ 0 h 7"/>
                  <a:gd name="T4" fmla="*/ 5 w 7"/>
                  <a:gd name="T5" fmla="*/ 7 h 7"/>
                  <a:gd name="T6" fmla="*/ 7 w 7"/>
                  <a:gd name="T7" fmla="*/ 5 h 7"/>
                  <a:gd name="T8" fmla="*/ 0 w 7"/>
                  <a:gd name="T9" fmla="*/ 0 h 7"/>
                </a:gdLst>
                <a:ahLst/>
                <a:cxnLst>
                  <a:cxn ang="0">
                    <a:pos x="T0" y="T1"/>
                  </a:cxn>
                  <a:cxn ang="0">
                    <a:pos x="T2" y="T3"/>
                  </a:cxn>
                  <a:cxn ang="0">
                    <a:pos x="T4" y="T5"/>
                  </a:cxn>
                  <a:cxn ang="0">
                    <a:pos x="T6" y="T7"/>
                  </a:cxn>
                  <a:cxn ang="0">
                    <a:pos x="T8" y="T9"/>
                  </a:cxn>
                </a:cxnLst>
                <a:rect l="0" t="0" r="r" b="b"/>
                <a:pathLst>
                  <a:path w="7" h="7">
                    <a:moveTo>
                      <a:pt x="0" y="0"/>
                    </a:moveTo>
                    <a:lnTo>
                      <a:pt x="0" y="0"/>
                    </a:lnTo>
                    <a:lnTo>
                      <a:pt x="5" y="7"/>
                    </a:lnTo>
                    <a:lnTo>
                      <a:pt x="7" y="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7" name="iŝļiḍe"/>
              <p:cNvSpPr/>
              <p:nvPr/>
            </p:nvSpPr>
            <p:spPr bwMode="auto">
              <a:xfrm>
                <a:off x="6114971" y="5426570"/>
                <a:ext cx="154245" cy="207609"/>
              </a:xfrm>
              <a:custGeom>
                <a:avLst/>
                <a:gdLst>
                  <a:gd name="T0" fmla="*/ 99 w 211"/>
                  <a:gd name="T1" fmla="*/ 123 h 284"/>
                  <a:gd name="T2" fmla="*/ 92 w 211"/>
                  <a:gd name="T3" fmla="*/ 132 h 284"/>
                  <a:gd name="T4" fmla="*/ 201 w 211"/>
                  <a:gd name="T5" fmla="*/ 284 h 284"/>
                  <a:gd name="T6" fmla="*/ 211 w 211"/>
                  <a:gd name="T7" fmla="*/ 222 h 284"/>
                  <a:gd name="T8" fmla="*/ 206 w 211"/>
                  <a:gd name="T9" fmla="*/ 255 h 284"/>
                  <a:gd name="T10" fmla="*/ 99 w 211"/>
                  <a:gd name="T11" fmla="*/ 123 h 284"/>
                  <a:gd name="T12" fmla="*/ 0 w 211"/>
                  <a:gd name="T13" fmla="*/ 0 h 284"/>
                  <a:gd name="T14" fmla="*/ 106 w 211"/>
                  <a:gd name="T15" fmla="*/ 114 h 284"/>
                  <a:gd name="T16" fmla="*/ 106 w 211"/>
                  <a:gd name="T17" fmla="*/ 114 h 284"/>
                  <a:gd name="T18" fmla="*/ 211 w 211"/>
                  <a:gd name="T19" fmla="*/ 222 h 284"/>
                  <a:gd name="T20" fmla="*/ 17 w 211"/>
                  <a:gd name="T21" fmla="*/ 17 h 284"/>
                  <a:gd name="T22" fmla="*/ 0 w 211"/>
                  <a:gd name="T23"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1" h="284">
                    <a:moveTo>
                      <a:pt x="99" y="123"/>
                    </a:moveTo>
                    <a:lnTo>
                      <a:pt x="92" y="132"/>
                    </a:lnTo>
                    <a:lnTo>
                      <a:pt x="201" y="284"/>
                    </a:lnTo>
                    <a:lnTo>
                      <a:pt x="211" y="222"/>
                    </a:lnTo>
                    <a:lnTo>
                      <a:pt x="206" y="255"/>
                    </a:lnTo>
                    <a:lnTo>
                      <a:pt x="99" y="123"/>
                    </a:lnTo>
                    <a:moveTo>
                      <a:pt x="0" y="0"/>
                    </a:moveTo>
                    <a:lnTo>
                      <a:pt x="106" y="114"/>
                    </a:lnTo>
                    <a:lnTo>
                      <a:pt x="106" y="114"/>
                    </a:lnTo>
                    <a:lnTo>
                      <a:pt x="211" y="222"/>
                    </a:lnTo>
                    <a:lnTo>
                      <a:pt x="17" y="1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8" name="ïšḷîďè"/>
              <p:cNvSpPr/>
              <p:nvPr/>
            </p:nvSpPr>
            <p:spPr bwMode="auto">
              <a:xfrm>
                <a:off x="6113510" y="5425107"/>
                <a:ext cx="78950" cy="97956"/>
              </a:xfrm>
              <a:custGeom>
                <a:avLst/>
                <a:gdLst>
                  <a:gd name="T0" fmla="*/ 16 w 108"/>
                  <a:gd name="T1" fmla="*/ 21 h 134"/>
                  <a:gd name="T2" fmla="*/ 94 w 108"/>
                  <a:gd name="T3" fmla="*/ 134 h 134"/>
                  <a:gd name="T4" fmla="*/ 101 w 108"/>
                  <a:gd name="T5" fmla="*/ 125 h 134"/>
                  <a:gd name="T6" fmla="*/ 16 w 108"/>
                  <a:gd name="T7" fmla="*/ 21 h 134"/>
                  <a:gd name="T8" fmla="*/ 0 w 108"/>
                  <a:gd name="T9" fmla="*/ 0 h 134"/>
                  <a:gd name="T10" fmla="*/ 4 w 108"/>
                  <a:gd name="T11" fmla="*/ 7 h 134"/>
                  <a:gd name="T12" fmla="*/ 108 w 108"/>
                  <a:gd name="T13" fmla="*/ 116 h 134"/>
                  <a:gd name="T14" fmla="*/ 108 w 108"/>
                  <a:gd name="T15" fmla="*/ 116 h 134"/>
                  <a:gd name="T16" fmla="*/ 2 w 108"/>
                  <a:gd name="T17" fmla="*/ 2 h 134"/>
                  <a:gd name="T18" fmla="*/ 0 w 108"/>
                  <a:gd name="T19"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34">
                    <a:moveTo>
                      <a:pt x="16" y="21"/>
                    </a:moveTo>
                    <a:lnTo>
                      <a:pt x="94" y="134"/>
                    </a:lnTo>
                    <a:lnTo>
                      <a:pt x="101" y="125"/>
                    </a:lnTo>
                    <a:lnTo>
                      <a:pt x="16" y="21"/>
                    </a:lnTo>
                    <a:moveTo>
                      <a:pt x="0" y="0"/>
                    </a:moveTo>
                    <a:lnTo>
                      <a:pt x="4" y="7"/>
                    </a:lnTo>
                    <a:lnTo>
                      <a:pt x="108" y="116"/>
                    </a:lnTo>
                    <a:lnTo>
                      <a:pt x="108" y="116"/>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89" name="íṩḷíde"/>
              <p:cNvSpPr/>
              <p:nvPr/>
            </p:nvSpPr>
            <p:spPr bwMode="auto">
              <a:xfrm>
                <a:off x="6111317" y="5422914"/>
                <a:ext cx="16082" cy="16082"/>
              </a:xfrm>
              <a:custGeom>
                <a:avLst/>
                <a:gdLst>
                  <a:gd name="T0" fmla="*/ 0 w 22"/>
                  <a:gd name="T1" fmla="*/ 0 h 22"/>
                  <a:gd name="T2" fmla="*/ 3 w 22"/>
                  <a:gd name="T3" fmla="*/ 3 h 22"/>
                  <a:gd name="T4" fmla="*/ 5 w 22"/>
                  <a:gd name="T5" fmla="*/ 5 h 22"/>
                  <a:gd name="T6" fmla="*/ 22 w 22"/>
                  <a:gd name="T7" fmla="*/ 22 h 22"/>
                  <a:gd name="T8" fmla="*/ 0 w 22"/>
                  <a:gd name="T9" fmla="*/ 0 h 22"/>
                </a:gdLst>
                <a:ahLst/>
                <a:cxnLst>
                  <a:cxn ang="0">
                    <a:pos x="T0" y="T1"/>
                  </a:cxn>
                  <a:cxn ang="0">
                    <a:pos x="T2" y="T3"/>
                  </a:cxn>
                  <a:cxn ang="0">
                    <a:pos x="T4" y="T5"/>
                  </a:cxn>
                  <a:cxn ang="0">
                    <a:pos x="T6" y="T7"/>
                  </a:cxn>
                  <a:cxn ang="0">
                    <a:pos x="T8" y="T9"/>
                  </a:cxn>
                </a:cxnLst>
                <a:rect l="0" t="0" r="r" b="b"/>
                <a:pathLst>
                  <a:path w="22" h="22">
                    <a:moveTo>
                      <a:pt x="0" y="0"/>
                    </a:moveTo>
                    <a:lnTo>
                      <a:pt x="3" y="3"/>
                    </a:lnTo>
                    <a:lnTo>
                      <a:pt x="5" y="5"/>
                    </a:lnTo>
                    <a:lnTo>
                      <a:pt x="22" y="22"/>
                    </a:lnTo>
                    <a:lnTo>
                      <a:pt x="0"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0" name="ïṩḷídê"/>
              <p:cNvSpPr/>
              <p:nvPr/>
            </p:nvSpPr>
            <p:spPr bwMode="auto">
              <a:xfrm>
                <a:off x="6111317" y="5422914"/>
                <a:ext cx="16082" cy="16082"/>
              </a:xfrm>
              <a:custGeom>
                <a:avLst/>
                <a:gdLst>
                  <a:gd name="T0" fmla="*/ 0 w 22"/>
                  <a:gd name="T1" fmla="*/ 0 h 22"/>
                  <a:gd name="T2" fmla="*/ 3 w 22"/>
                  <a:gd name="T3" fmla="*/ 3 h 22"/>
                  <a:gd name="T4" fmla="*/ 5 w 22"/>
                  <a:gd name="T5" fmla="*/ 5 h 22"/>
                  <a:gd name="T6" fmla="*/ 22 w 22"/>
                  <a:gd name="T7" fmla="*/ 22 h 22"/>
                  <a:gd name="T8" fmla="*/ 0 w 22"/>
                  <a:gd name="T9" fmla="*/ 0 h 22"/>
                </a:gdLst>
                <a:ahLst/>
                <a:cxnLst>
                  <a:cxn ang="0">
                    <a:pos x="T0" y="T1"/>
                  </a:cxn>
                  <a:cxn ang="0">
                    <a:pos x="T2" y="T3"/>
                  </a:cxn>
                  <a:cxn ang="0">
                    <a:pos x="T4" y="T5"/>
                  </a:cxn>
                  <a:cxn ang="0">
                    <a:pos x="T6" y="T7"/>
                  </a:cxn>
                  <a:cxn ang="0">
                    <a:pos x="T8" y="T9"/>
                  </a:cxn>
                </a:cxnLst>
                <a:rect l="0" t="0" r="r" b="b"/>
                <a:pathLst>
                  <a:path w="22" h="22">
                    <a:moveTo>
                      <a:pt x="0" y="0"/>
                    </a:moveTo>
                    <a:lnTo>
                      <a:pt x="3" y="3"/>
                    </a:lnTo>
                    <a:lnTo>
                      <a:pt x="5" y="5"/>
                    </a:lnTo>
                    <a:lnTo>
                      <a:pt x="22" y="2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1" name="iśḷîdé"/>
              <p:cNvSpPr/>
              <p:nvPr/>
            </p:nvSpPr>
            <p:spPr bwMode="auto">
              <a:xfrm>
                <a:off x="6106199" y="5422914"/>
                <a:ext cx="5117" cy="3655"/>
              </a:xfrm>
              <a:custGeom>
                <a:avLst/>
                <a:gdLst>
                  <a:gd name="T0" fmla="*/ 5 w 7"/>
                  <a:gd name="T1" fmla="*/ 0 h 5"/>
                  <a:gd name="T2" fmla="*/ 0 w 7"/>
                  <a:gd name="T3" fmla="*/ 5 h 5"/>
                  <a:gd name="T4" fmla="*/ 0 w 7"/>
                  <a:gd name="T5" fmla="*/ 5 h 5"/>
                  <a:gd name="T6" fmla="*/ 0 w 7"/>
                  <a:gd name="T7" fmla="*/ 5 h 5"/>
                  <a:gd name="T8" fmla="*/ 5 w 7"/>
                  <a:gd name="T9" fmla="*/ 0 h 5"/>
                  <a:gd name="T10" fmla="*/ 5 w 7"/>
                  <a:gd name="T11" fmla="*/ 0 h 5"/>
                  <a:gd name="T12" fmla="*/ 7 w 7"/>
                  <a:gd name="T13" fmla="*/ 0 h 5"/>
                  <a:gd name="T14" fmla="*/ 5 w 7"/>
                  <a:gd name="T15" fmla="*/ 0 h 5"/>
                  <a:gd name="T16" fmla="*/ 5 w 7"/>
                  <a:gd name="T17" fmla="*/ 0 h 5"/>
                  <a:gd name="T18" fmla="*/ 7 w 7"/>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5">
                    <a:moveTo>
                      <a:pt x="5" y="0"/>
                    </a:moveTo>
                    <a:lnTo>
                      <a:pt x="0" y="5"/>
                    </a:lnTo>
                    <a:lnTo>
                      <a:pt x="0" y="5"/>
                    </a:lnTo>
                    <a:lnTo>
                      <a:pt x="0" y="5"/>
                    </a:lnTo>
                    <a:lnTo>
                      <a:pt x="5" y="0"/>
                    </a:lnTo>
                    <a:lnTo>
                      <a:pt x="5" y="0"/>
                    </a:lnTo>
                    <a:close/>
                    <a:moveTo>
                      <a:pt x="7" y="0"/>
                    </a:moveTo>
                    <a:lnTo>
                      <a:pt x="5" y="0"/>
                    </a:lnTo>
                    <a:lnTo>
                      <a:pt x="5" y="0"/>
                    </a:lnTo>
                    <a:lnTo>
                      <a:pt x="7" y="0"/>
                    </a:lnTo>
                    <a:close/>
                  </a:path>
                </a:pathLst>
              </a:custGeom>
              <a:solidFill>
                <a:srgbClr val="D0453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2" name="íşḻîḓê"/>
              <p:cNvSpPr/>
              <p:nvPr/>
            </p:nvSpPr>
            <p:spPr bwMode="auto">
              <a:xfrm>
                <a:off x="6106199" y="5422914"/>
                <a:ext cx="5117" cy="3655"/>
              </a:xfrm>
              <a:custGeom>
                <a:avLst/>
                <a:gdLst>
                  <a:gd name="T0" fmla="*/ 5 w 7"/>
                  <a:gd name="T1" fmla="*/ 0 h 5"/>
                  <a:gd name="T2" fmla="*/ 0 w 7"/>
                  <a:gd name="T3" fmla="*/ 5 h 5"/>
                  <a:gd name="T4" fmla="*/ 0 w 7"/>
                  <a:gd name="T5" fmla="*/ 5 h 5"/>
                  <a:gd name="T6" fmla="*/ 0 w 7"/>
                  <a:gd name="T7" fmla="*/ 5 h 5"/>
                  <a:gd name="T8" fmla="*/ 5 w 7"/>
                  <a:gd name="T9" fmla="*/ 0 h 5"/>
                  <a:gd name="T10" fmla="*/ 5 w 7"/>
                  <a:gd name="T11" fmla="*/ 0 h 5"/>
                  <a:gd name="T12" fmla="*/ 7 w 7"/>
                  <a:gd name="T13" fmla="*/ 0 h 5"/>
                  <a:gd name="T14" fmla="*/ 5 w 7"/>
                  <a:gd name="T15" fmla="*/ 0 h 5"/>
                  <a:gd name="T16" fmla="*/ 5 w 7"/>
                  <a:gd name="T17" fmla="*/ 0 h 5"/>
                  <a:gd name="T18" fmla="*/ 7 w 7"/>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5">
                    <a:moveTo>
                      <a:pt x="5" y="0"/>
                    </a:moveTo>
                    <a:lnTo>
                      <a:pt x="0" y="5"/>
                    </a:lnTo>
                    <a:lnTo>
                      <a:pt x="0" y="5"/>
                    </a:lnTo>
                    <a:lnTo>
                      <a:pt x="0" y="5"/>
                    </a:lnTo>
                    <a:lnTo>
                      <a:pt x="5" y="0"/>
                    </a:lnTo>
                    <a:lnTo>
                      <a:pt x="5" y="0"/>
                    </a:lnTo>
                    <a:moveTo>
                      <a:pt x="7" y="0"/>
                    </a:moveTo>
                    <a:lnTo>
                      <a:pt x="5" y="0"/>
                    </a:lnTo>
                    <a:lnTo>
                      <a:pt x="5" y="0"/>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3" name="í$ľíḓè"/>
              <p:cNvSpPr/>
              <p:nvPr/>
            </p:nvSpPr>
            <p:spPr bwMode="auto">
              <a:xfrm>
                <a:off x="6106199" y="5422914"/>
                <a:ext cx="5117" cy="3655"/>
              </a:xfrm>
              <a:custGeom>
                <a:avLst/>
                <a:gdLst>
                  <a:gd name="T0" fmla="*/ 5 w 7"/>
                  <a:gd name="T1" fmla="*/ 0 h 5"/>
                  <a:gd name="T2" fmla="*/ 3 w 7"/>
                  <a:gd name="T3" fmla="*/ 3 h 5"/>
                  <a:gd name="T4" fmla="*/ 0 w 7"/>
                  <a:gd name="T5" fmla="*/ 5 h 5"/>
                  <a:gd name="T6" fmla="*/ 5 w 7"/>
                  <a:gd name="T7" fmla="*/ 0 h 5"/>
                  <a:gd name="T8" fmla="*/ 5 w 7"/>
                  <a:gd name="T9" fmla="*/ 0 h 5"/>
                  <a:gd name="T10" fmla="*/ 7 w 7"/>
                  <a:gd name="T11" fmla="*/ 0 h 5"/>
                  <a:gd name="T12" fmla="*/ 5 w 7"/>
                  <a:gd name="T13" fmla="*/ 0 h 5"/>
                  <a:gd name="T14" fmla="*/ 5 w 7"/>
                  <a:gd name="T15" fmla="*/ 0 h 5"/>
                  <a:gd name="T16" fmla="*/ 7 w 7"/>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5">
                    <a:moveTo>
                      <a:pt x="5" y="0"/>
                    </a:moveTo>
                    <a:lnTo>
                      <a:pt x="3" y="3"/>
                    </a:lnTo>
                    <a:lnTo>
                      <a:pt x="0" y="5"/>
                    </a:lnTo>
                    <a:lnTo>
                      <a:pt x="5" y="0"/>
                    </a:lnTo>
                    <a:lnTo>
                      <a:pt x="5" y="0"/>
                    </a:lnTo>
                    <a:close/>
                    <a:moveTo>
                      <a:pt x="7" y="0"/>
                    </a:moveTo>
                    <a:lnTo>
                      <a:pt x="5" y="0"/>
                    </a:lnTo>
                    <a:lnTo>
                      <a:pt x="5" y="0"/>
                    </a:lnTo>
                    <a:lnTo>
                      <a:pt x="7"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4" name="ïṥḻíḋê"/>
              <p:cNvSpPr/>
              <p:nvPr/>
            </p:nvSpPr>
            <p:spPr bwMode="auto">
              <a:xfrm>
                <a:off x="6106199" y="5422914"/>
                <a:ext cx="5117" cy="3655"/>
              </a:xfrm>
              <a:custGeom>
                <a:avLst/>
                <a:gdLst>
                  <a:gd name="T0" fmla="*/ 5 w 7"/>
                  <a:gd name="T1" fmla="*/ 0 h 5"/>
                  <a:gd name="T2" fmla="*/ 3 w 7"/>
                  <a:gd name="T3" fmla="*/ 3 h 5"/>
                  <a:gd name="T4" fmla="*/ 0 w 7"/>
                  <a:gd name="T5" fmla="*/ 5 h 5"/>
                  <a:gd name="T6" fmla="*/ 5 w 7"/>
                  <a:gd name="T7" fmla="*/ 0 h 5"/>
                  <a:gd name="T8" fmla="*/ 5 w 7"/>
                  <a:gd name="T9" fmla="*/ 0 h 5"/>
                  <a:gd name="T10" fmla="*/ 7 w 7"/>
                  <a:gd name="T11" fmla="*/ 0 h 5"/>
                  <a:gd name="T12" fmla="*/ 5 w 7"/>
                  <a:gd name="T13" fmla="*/ 0 h 5"/>
                  <a:gd name="T14" fmla="*/ 5 w 7"/>
                  <a:gd name="T15" fmla="*/ 0 h 5"/>
                  <a:gd name="T16" fmla="*/ 7 w 7"/>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5">
                    <a:moveTo>
                      <a:pt x="5" y="0"/>
                    </a:moveTo>
                    <a:lnTo>
                      <a:pt x="3" y="3"/>
                    </a:lnTo>
                    <a:lnTo>
                      <a:pt x="0" y="5"/>
                    </a:lnTo>
                    <a:lnTo>
                      <a:pt x="5" y="0"/>
                    </a:lnTo>
                    <a:lnTo>
                      <a:pt x="5" y="0"/>
                    </a:lnTo>
                    <a:moveTo>
                      <a:pt x="7" y="0"/>
                    </a:moveTo>
                    <a:lnTo>
                      <a:pt x="5" y="0"/>
                    </a:lnTo>
                    <a:lnTo>
                      <a:pt x="5" y="0"/>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5" name="îŝļíďê"/>
              <p:cNvSpPr/>
              <p:nvPr/>
            </p:nvSpPr>
            <p:spPr bwMode="auto">
              <a:xfrm>
                <a:off x="6106199" y="5422914"/>
                <a:ext cx="3655" cy="2193"/>
              </a:xfrm>
              <a:custGeom>
                <a:avLst/>
                <a:gdLst>
                  <a:gd name="T0" fmla="*/ 5 w 5"/>
                  <a:gd name="T1" fmla="*/ 0 h 3"/>
                  <a:gd name="T2" fmla="*/ 0 w 5"/>
                  <a:gd name="T3" fmla="*/ 3 h 3"/>
                  <a:gd name="T4" fmla="*/ 0 w 5"/>
                  <a:gd name="T5" fmla="*/ 3 h 3"/>
                  <a:gd name="T6" fmla="*/ 5 w 5"/>
                  <a:gd name="T7" fmla="*/ 0 h 3"/>
                  <a:gd name="T8" fmla="*/ 5 w 5"/>
                  <a:gd name="T9" fmla="*/ 0 h 3"/>
                  <a:gd name="T10" fmla="*/ 5 w 5"/>
                  <a:gd name="T11" fmla="*/ 0 h 3"/>
                  <a:gd name="T12" fmla="*/ 3 w 5"/>
                  <a:gd name="T13" fmla="*/ 3 h 3"/>
                  <a:gd name="T14" fmla="*/ 3 w 5"/>
                  <a:gd name="T15" fmla="*/ 3 h 3"/>
                  <a:gd name="T16" fmla="*/ 5 w 5"/>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3">
                    <a:moveTo>
                      <a:pt x="5" y="0"/>
                    </a:moveTo>
                    <a:lnTo>
                      <a:pt x="0" y="3"/>
                    </a:lnTo>
                    <a:lnTo>
                      <a:pt x="0" y="3"/>
                    </a:lnTo>
                    <a:lnTo>
                      <a:pt x="5" y="0"/>
                    </a:lnTo>
                    <a:close/>
                    <a:moveTo>
                      <a:pt x="5" y="0"/>
                    </a:moveTo>
                    <a:lnTo>
                      <a:pt x="5" y="0"/>
                    </a:lnTo>
                    <a:lnTo>
                      <a:pt x="3" y="3"/>
                    </a:lnTo>
                    <a:lnTo>
                      <a:pt x="3" y="3"/>
                    </a:lnTo>
                    <a:lnTo>
                      <a:pt x="5"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6" name="iṧļîde"/>
              <p:cNvSpPr/>
              <p:nvPr/>
            </p:nvSpPr>
            <p:spPr bwMode="auto">
              <a:xfrm>
                <a:off x="6106199" y="5422914"/>
                <a:ext cx="3655" cy="2193"/>
              </a:xfrm>
              <a:custGeom>
                <a:avLst/>
                <a:gdLst>
                  <a:gd name="T0" fmla="*/ 5 w 5"/>
                  <a:gd name="T1" fmla="*/ 0 h 3"/>
                  <a:gd name="T2" fmla="*/ 0 w 5"/>
                  <a:gd name="T3" fmla="*/ 3 h 3"/>
                  <a:gd name="T4" fmla="*/ 0 w 5"/>
                  <a:gd name="T5" fmla="*/ 3 h 3"/>
                  <a:gd name="T6" fmla="*/ 5 w 5"/>
                  <a:gd name="T7" fmla="*/ 0 h 3"/>
                  <a:gd name="T8" fmla="*/ 5 w 5"/>
                  <a:gd name="T9" fmla="*/ 0 h 3"/>
                  <a:gd name="T10" fmla="*/ 5 w 5"/>
                  <a:gd name="T11" fmla="*/ 0 h 3"/>
                  <a:gd name="T12" fmla="*/ 3 w 5"/>
                  <a:gd name="T13" fmla="*/ 3 h 3"/>
                  <a:gd name="T14" fmla="*/ 3 w 5"/>
                  <a:gd name="T15" fmla="*/ 3 h 3"/>
                  <a:gd name="T16" fmla="*/ 5 w 5"/>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3">
                    <a:moveTo>
                      <a:pt x="5" y="0"/>
                    </a:moveTo>
                    <a:lnTo>
                      <a:pt x="0" y="3"/>
                    </a:lnTo>
                    <a:lnTo>
                      <a:pt x="0" y="3"/>
                    </a:lnTo>
                    <a:lnTo>
                      <a:pt x="5" y="0"/>
                    </a:lnTo>
                    <a:moveTo>
                      <a:pt x="5" y="0"/>
                    </a:moveTo>
                    <a:lnTo>
                      <a:pt x="5" y="0"/>
                    </a:lnTo>
                    <a:lnTo>
                      <a:pt x="3" y="3"/>
                    </a:lnTo>
                    <a:lnTo>
                      <a:pt x="3" y="3"/>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7" name="íśḷiḋê"/>
              <p:cNvSpPr/>
              <p:nvPr/>
            </p:nvSpPr>
            <p:spPr bwMode="auto">
              <a:xfrm>
                <a:off x="6106199" y="5426570"/>
                <a:ext cx="731" cy="731"/>
              </a:xfrm>
              <a:prstGeom prst="rect">
                <a:avLst/>
              </a:prstGeom>
              <a:solidFill>
                <a:srgbClr val="BC3E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8" name="íşļïďê"/>
              <p:cNvSpPr/>
              <p:nvPr/>
            </p:nvSpPr>
            <p:spPr bwMode="auto">
              <a:xfrm>
                <a:off x="6106199" y="5426570"/>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99" name="îṡļíḑé"/>
              <p:cNvSpPr/>
              <p:nvPr/>
            </p:nvSpPr>
            <p:spPr bwMode="auto">
              <a:xfrm>
                <a:off x="6106199" y="5425107"/>
                <a:ext cx="2193" cy="1462"/>
              </a:xfrm>
              <a:custGeom>
                <a:avLst/>
                <a:gdLst>
                  <a:gd name="T0" fmla="*/ 3 w 3"/>
                  <a:gd name="T1" fmla="*/ 0 h 2"/>
                  <a:gd name="T2" fmla="*/ 3 w 3"/>
                  <a:gd name="T3" fmla="*/ 0 h 2"/>
                  <a:gd name="T4" fmla="*/ 0 w 3"/>
                  <a:gd name="T5" fmla="*/ 2 h 2"/>
                  <a:gd name="T6" fmla="*/ 0 w 3"/>
                  <a:gd name="T7" fmla="*/ 2 h 2"/>
                  <a:gd name="T8" fmla="*/ 0 w 3"/>
                  <a:gd name="T9" fmla="*/ 2 h 2"/>
                  <a:gd name="T10" fmla="*/ 3 w 3"/>
                  <a:gd name="T11" fmla="*/ 0 h 2"/>
                </a:gdLst>
                <a:ahLst/>
                <a:cxnLst>
                  <a:cxn ang="0">
                    <a:pos x="T0" y="T1"/>
                  </a:cxn>
                  <a:cxn ang="0">
                    <a:pos x="T2" y="T3"/>
                  </a:cxn>
                  <a:cxn ang="0">
                    <a:pos x="T4" y="T5"/>
                  </a:cxn>
                  <a:cxn ang="0">
                    <a:pos x="T6" y="T7"/>
                  </a:cxn>
                  <a:cxn ang="0">
                    <a:pos x="T8" y="T9"/>
                  </a:cxn>
                  <a:cxn ang="0">
                    <a:pos x="T10" y="T11"/>
                  </a:cxn>
                </a:cxnLst>
                <a:rect l="0" t="0" r="r" b="b"/>
                <a:pathLst>
                  <a:path w="3" h="2">
                    <a:moveTo>
                      <a:pt x="3" y="0"/>
                    </a:moveTo>
                    <a:lnTo>
                      <a:pt x="3" y="0"/>
                    </a:lnTo>
                    <a:lnTo>
                      <a:pt x="0" y="2"/>
                    </a:lnTo>
                    <a:lnTo>
                      <a:pt x="0" y="2"/>
                    </a:lnTo>
                    <a:lnTo>
                      <a:pt x="0" y="2"/>
                    </a:lnTo>
                    <a:lnTo>
                      <a:pt x="3" y="0"/>
                    </a:lnTo>
                    <a:close/>
                  </a:path>
                </a:pathLst>
              </a:custGeom>
              <a:solidFill>
                <a:srgbClr val="CFCFC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0" name="ïŝ1îďè"/>
              <p:cNvSpPr/>
              <p:nvPr/>
            </p:nvSpPr>
            <p:spPr bwMode="auto">
              <a:xfrm>
                <a:off x="6106199" y="5425107"/>
                <a:ext cx="2193" cy="1462"/>
              </a:xfrm>
              <a:custGeom>
                <a:avLst/>
                <a:gdLst>
                  <a:gd name="T0" fmla="*/ 3 w 3"/>
                  <a:gd name="T1" fmla="*/ 0 h 2"/>
                  <a:gd name="T2" fmla="*/ 3 w 3"/>
                  <a:gd name="T3" fmla="*/ 0 h 2"/>
                  <a:gd name="T4" fmla="*/ 0 w 3"/>
                  <a:gd name="T5" fmla="*/ 2 h 2"/>
                  <a:gd name="T6" fmla="*/ 0 w 3"/>
                  <a:gd name="T7" fmla="*/ 2 h 2"/>
                  <a:gd name="T8" fmla="*/ 0 w 3"/>
                  <a:gd name="T9" fmla="*/ 2 h 2"/>
                  <a:gd name="T10" fmla="*/ 3 w 3"/>
                  <a:gd name="T11" fmla="*/ 0 h 2"/>
                </a:gdLst>
                <a:ahLst/>
                <a:cxnLst>
                  <a:cxn ang="0">
                    <a:pos x="T0" y="T1"/>
                  </a:cxn>
                  <a:cxn ang="0">
                    <a:pos x="T2" y="T3"/>
                  </a:cxn>
                  <a:cxn ang="0">
                    <a:pos x="T4" y="T5"/>
                  </a:cxn>
                  <a:cxn ang="0">
                    <a:pos x="T6" y="T7"/>
                  </a:cxn>
                  <a:cxn ang="0">
                    <a:pos x="T8" y="T9"/>
                  </a:cxn>
                  <a:cxn ang="0">
                    <a:pos x="T10" y="T11"/>
                  </a:cxn>
                </a:cxnLst>
                <a:rect l="0" t="0" r="r" b="b"/>
                <a:pathLst>
                  <a:path w="3" h="2">
                    <a:moveTo>
                      <a:pt x="3" y="0"/>
                    </a:moveTo>
                    <a:lnTo>
                      <a:pt x="3" y="0"/>
                    </a:lnTo>
                    <a:lnTo>
                      <a:pt x="0" y="2"/>
                    </a:lnTo>
                    <a:lnTo>
                      <a:pt x="0" y="2"/>
                    </a:lnTo>
                    <a:lnTo>
                      <a:pt x="0" y="2"/>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1" name="ï$1ïḋe"/>
              <p:cNvSpPr/>
              <p:nvPr/>
            </p:nvSpPr>
            <p:spPr bwMode="auto">
              <a:xfrm>
                <a:off x="6217314" y="5251857"/>
                <a:ext cx="326034" cy="776340"/>
              </a:xfrm>
              <a:custGeom>
                <a:avLst/>
                <a:gdLst>
                  <a:gd name="T0" fmla="*/ 134 w 446"/>
                  <a:gd name="T1" fmla="*/ 0 h 1062"/>
                  <a:gd name="T2" fmla="*/ 111 w 446"/>
                  <a:gd name="T3" fmla="*/ 102 h 1062"/>
                  <a:gd name="T4" fmla="*/ 0 w 446"/>
                  <a:gd name="T5" fmla="*/ 1062 h 1062"/>
                  <a:gd name="T6" fmla="*/ 191 w 446"/>
                  <a:gd name="T7" fmla="*/ 1062 h 1062"/>
                  <a:gd name="T8" fmla="*/ 402 w 446"/>
                  <a:gd name="T9" fmla="*/ 634 h 1062"/>
                  <a:gd name="T10" fmla="*/ 201 w 446"/>
                  <a:gd name="T11" fmla="*/ 499 h 1062"/>
                  <a:gd name="T12" fmla="*/ 446 w 446"/>
                  <a:gd name="T13" fmla="*/ 383 h 1062"/>
                  <a:gd name="T14" fmla="*/ 227 w 446"/>
                  <a:gd name="T15" fmla="*/ 43 h 1062"/>
                  <a:gd name="T16" fmla="*/ 134 w 446"/>
                  <a:gd name="T17" fmla="*/ 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6" h="1062">
                    <a:moveTo>
                      <a:pt x="134" y="0"/>
                    </a:moveTo>
                    <a:lnTo>
                      <a:pt x="111" y="102"/>
                    </a:lnTo>
                    <a:lnTo>
                      <a:pt x="0" y="1062"/>
                    </a:lnTo>
                    <a:lnTo>
                      <a:pt x="191" y="1062"/>
                    </a:lnTo>
                    <a:lnTo>
                      <a:pt x="402" y="634"/>
                    </a:lnTo>
                    <a:lnTo>
                      <a:pt x="201" y="499"/>
                    </a:lnTo>
                    <a:lnTo>
                      <a:pt x="446" y="383"/>
                    </a:lnTo>
                    <a:lnTo>
                      <a:pt x="227" y="43"/>
                    </a:lnTo>
                    <a:lnTo>
                      <a:pt x="134" y="0"/>
                    </a:ln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2" name="iṧ1ídé"/>
              <p:cNvSpPr/>
              <p:nvPr/>
            </p:nvSpPr>
            <p:spPr bwMode="auto">
              <a:xfrm>
                <a:off x="6217314" y="5251857"/>
                <a:ext cx="326034" cy="776340"/>
              </a:xfrm>
              <a:custGeom>
                <a:avLst/>
                <a:gdLst>
                  <a:gd name="T0" fmla="*/ 134 w 446"/>
                  <a:gd name="T1" fmla="*/ 0 h 1062"/>
                  <a:gd name="T2" fmla="*/ 111 w 446"/>
                  <a:gd name="T3" fmla="*/ 102 h 1062"/>
                  <a:gd name="T4" fmla="*/ 0 w 446"/>
                  <a:gd name="T5" fmla="*/ 1062 h 1062"/>
                  <a:gd name="T6" fmla="*/ 191 w 446"/>
                  <a:gd name="T7" fmla="*/ 1062 h 1062"/>
                  <a:gd name="T8" fmla="*/ 402 w 446"/>
                  <a:gd name="T9" fmla="*/ 634 h 1062"/>
                  <a:gd name="T10" fmla="*/ 201 w 446"/>
                  <a:gd name="T11" fmla="*/ 499 h 1062"/>
                  <a:gd name="T12" fmla="*/ 446 w 446"/>
                  <a:gd name="T13" fmla="*/ 383 h 1062"/>
                  <a:gd name="T14" fmla="*/ 227 w 446"/>
                  <a:gd name="T15" fmla="*/ 43 h 1062"/>
                  <a:gd name="T16" fmla="*/ 134 w 446"/>
                  <a:gd name="T17" fmla="*/ 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6" h="1062">
                    <a:moveTo>
                      <a:pt x="134" y="0"/>
                    </a:moveTo>
                    <a:lnTo>
                      <a:pt x="111" y="102"/>
                    </a:lnTo>
                    <a:lnTo>
                      <a:pt x="0" y="1062"/>
                    </a:lnTo>
                    <a:lnTo>
                      <a:pt x="191" y="1062"/>
                    </a:lnTo>
                    <a:lnTo>
                      <a:pt x="402" y="634"/>
                    </a:lnTo>
                    <a:lnTo>
                      <a:pt x="201" y="499"/>
                    </a:lnTo>
                    <a:lnTo>
                      <a:pt x="446" y="383"/>
                    </a:lnTo>
                    <a:lnTo>
                      <a:pt x="227" y="43"/>
                    </a:lnTo>
                    <a:lnTo>
                      <a:pt x="13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3" name="îṣlïďè"/>
              <p:cNvSpPr/>
              <p:nvPr/>
            </p:nvSpPr>
            <p:spPr bwMode="auto">
              <a:xfrm>
                <a:off x="5681478" y="5240160"/>
                <a:ext cx="324571" cy="788037"/>
              </a:xfrm>
              <a:custGeom>
                <a:avLst/>
                <a:gdLst>
                  <a:gd name="T0" fmla="*/ 338 w 444"/>
                  <a:gd name="T1" fmla="*/ 0 h 1078"/>
                  <a:gd name="T2" fmla="*/ 338 w 444"/>
                  <a:gd name="T3" fmla="*/ 116 h 1078"/>
                  <a:gd name="T4" fmla="*/ 444 w 444"/>
                  <a:gd name="T5" fmla="*/ 1078 h 1078"/>
                  <a:gd name="T6" fmla="*/ 253 w 444"/>
                  <a:gd name="T7" fmla="*/ 1078 h 1078"/>
                  <a:gd name="T8" fmla="*/ 42 w 444"/>
                  <a:gd name="T9" fmla="*/ 650 h 1078"/>
                  <a:gd name="T10" fmla="*/ 243 w 444"/>
                  <a:gd name="T11" fmla="*/ 515 h 1078"/>
                  <a:gd name="T12" fmla="*/ 0 w 444"/>
                  <a:gd name="T13" fmla="*/ 399 h 1078"/>
                  <a:gd name="T14" fmla="*/ 201 w 444"/>
                  <a:gd name="T15" fmla="*/ 61 h 1078"/>
                  <a:gd name="T16" fmla="*/ 338 w 444"/>
                  <a:gd name="T17" fmla="*/ 0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1078">
                    <a:moveTo>
                      <a:pt x="338" y="0"/>
                    </a:moveTo>
                    <a:lnTo>
                      <a:pt x="338" y="116"/>
                    </a:lnTo>
                    <a:lnTo>
                      <a:pt x="444" y="1078"/>
                    </a:lnTo>
                    <a:lnTo>
                      <a:pt x="253" y="1078"/>
                    </a:lnTo>
                    <a:lnTo>
                      <a:pt x="42" y="650"/>
                    </a:lnTo>
                    <a:lnTo>
                      <a:pt x="243" y="515"/>
                    </a:lnTo>
                    <a:lnTo>
                      <a:pt x="0" y="399"/>
                    </a:lnTo>
                    <a:lnTo>
                      <a:pt x="201" y="61"/>
                    </a:lnTo>
                    <a:lnTo>
                      <a:pt x="338" y="0"/>
                    </a:ln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4" name="íṧḷîḑé"/>
              <p:cNvSpPr/>
              <p:nvPr/>
            </p:nvSpPr>
            <p:spPr bwMode="auto">
              <a:xfrm>
                <a:off x="6007512" y="5578621"/>
                <a:ext cx="203954" cy="449576"/>
              </a:xfrm>
              <a:custGeom>
                <a:avLst/>
                <a:gdLst>
                  <a:gd name="T0" fmla="*/ 192 w 279"/>
                  <a:gd name="T1" fmla="*/ 0 h 615"/>
                  <a:gd name="T2" fmla="*/ 279 w 279"/>
                  <a:gd name="T3" fmla="*/ 615 h 615"/>
                  <a:gd name="T4" fmla="*/ 0 w 279"/>
                  <a:gd name="T5" fmla="*/ 615 h 615"/>
                  <a:gd name="T6" fmla="*/ 88 w 279"/>
                  <a:gd name="T7" fmla="*/ 0 h 615"/>
                  <a:gd name="T8" fmla="*/ 192 w 279"/>
                  <a:gd name="T9" fmla="*/ 0 h 615"/>
                </a:gdLst>
                <a:ahLst/>
                <a:cxnLst>
                  <a:cxn ang="0">
                    <a:pos x="T0" y="T1"/>
                  </a:cxn>
                  <a:cxn ang="0">
                    <a:pos x="T2" y="T3"/>
                  </a:cxn>
                  <a:cxn ang="0">
                    <a:pos x="T4" y="T5"/>
                  </a:cxn>
                  <a:cxn ang="0">
                    <a:pos x="T6" y="T7"/>
                  </a:cxn>
                  <a:cxn ang="0">
                    <a:pos x="T8" y="T9"/>
                  </a:cxn>
                </a:cxnLst>
                <a:rect l="0" t="0" r="r" b="b"/>
                <a:pathLst>
                  <a:path w="279" h="615">
                    <a:moveTo>
                      <a:pt x="192" y="0"/>
                    </a:moveTo>
                    <a:lnTo>
                      <a:pt x="279" y="615"/>
                    </a:lnTo>
                    <a:lnTo>
                      <a:pt x="0" y="615"/>
                    </a:lnTo>
                    <a:lnTo>
                      <a:pt x="88" y="0"/>
                    </a:lnTo>
                    <a:lnTo>
                      <a:pt x="192" y="0"/>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5" name="íṧliḓè"/>
              <p:cNvSpPr/>
              <p:nvPr/>
            </p:nvSpPr>
            <p:spPr bwMode="auto">
              <a:xfrm>
                <a:off x="6007512" y="5578621"/>
                <a:ext cx="203954" cy="449576"/>
              </a:xfrm>
              <a:custGeom>
                <a:avLst/>
                <a:gdLst>
                  <a:gd name="T0" fmla="*/ 192 w 279"/>
                  <a:gd name="T1" fmla="*/ 0 h 615"/>
                  <a:gd name="T2" fmla="*/ 279 w 279"/>
                  <a:gd name="T3" fmla="*/ 615 h 615"/>
                  <a:gd name="T4" fmla="*/ 0 w 279"/>
                  <a:gd name="T5" fmla="*/ 615 h 615"/>
                  <a:gd name="T6" fmla="*/ 88 w 279"/>
                  <a:gd name="T7" fmla="*/ 0 h 615"/>
                  <a:gd name="T8" fmla="*/ 192 w 279"/>
                  <a:gd name="T9" fmla="*/ 0 h 615"/>
                </a:gdLst>
                <a:ahLst/>
                <a:cxnLst>
                  <a:cxn ang="0">
                    <a:pos x="T0" y="T1"/>
                  </a:cxn>
                  <a:cxn ang="0">
                    <a:pos x="T2" y="T3"/>
                  </a:cxn>
                  <a:cxn ang="0">
                    <a:pos x="T4" y="T5"/>
                  </a:cxn>
                  <a:cxn ang="0">
                    <a:pos x="T6" y="T7"/>
                  </a:cxn>
                  <a:cxn ang="0">
                    <a:pos x="T8" y="T9"/>
                  </a:cxn>
                </a:cxnLst>
                <a:rect l="0" t="0" r="r" b="b"/>
                <a:pathLst>
                  <a:path w="279" h="615">
                    <a:moveTo>
                      <a:pt x="192" y="0"/>
                    </a:moveTo>
                    <a:lnTo>
                      <a:pt x="279" y="615"/>
                    </a:lnTo>
                    <a:lnTo>
                      <a:pt x="0" y="615"/>
                    </a:lnTo>
                    <a:lnTo>
                      <a:pt x="88" y="0"/>
                    </a:lnTo>
                    <a:lnTo>
                      <a:pt x="1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6" name="ïṣľíḋê"/>
              <p:cNvSpPr/>
              <p:nvPr/>
            </p:nvSpPr>
            <p:spPr bwMode="auto">
              <a:xfrm>
                <a:off x="5952686" y="5592510"/>
                <a:ext cx="0" cy="3655"/>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7" name="ïṩļîḓe"/>
              <p:cNvSpPr/>
              <p:nvPr/>
            </p:nvSpPr>
            <p:spPr bwMode="auto">
              <a:xfrm>
                <a:off x="5952686" y="5592510"/>
                <a:ext cx="0" cy="3655"/>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8" name="ïśliďê"/>
              <p:cNvSpPr/>
              <p:nvPr/>
            </p:nvSpPr>
            <p:spPr bwMode="auto">
              <a:xfrm>
                <a:off x="6095965" y="5425107"/>
                <a:ext cx="10235" cy="15351"/>
              </a:xfrm>
              <a:custGeom>
                <a:avLst/>
                <a:gdLst>
                  <a:gd name="T0" fmla="*/ 14 w 14"/>
                  <a:gd name="T1" fmla="*/ 0 h 21"/>
                  <a:gd name="T2" fmla="*/ 10 w 14"/>
                  <a:gd name="T3" fmla="*/ 7 h 21"/>
                  <a:gd name="T4" fmla="*/ 0 w 14"/>
                  <a:gd name="T5" fmla="*/ 21 h 21"/>
                  <a:gd name="T6" fmla="*/ 14 w 14"/>
                  <a:gd name="T7" fmla="*/ 2 h 21"/>
                  <a:gd name="T8" fmla="*/ 14 w 14"/>
                  <a:gd name="T9" fmla="*/ 0 h 21"/>
                </a:gdLst>
                <a:ahLst/>
                <a:cxnLst>
                  <a:cxn ang="0">
                    <a:pos x="T0" y="T1"/>
                  </a:cxn>
                  <a:cxn ang="0">
                    <a:pos x="T2" y="T3"/>
                  </a:cxn>
                  <a:cxn ang="0">
                    <a:pos x="T4" y="T5"/>
                  </a:cxn>
                  <a:cxn ang="0">
                    <a:pos x="T6" y="T7"/>
                  </a:cxn>
                  <a:cxn ang="0">
                    <a:pos x="T8" y="T9"/>
                  </a:cxn>
                </a:cxnLst>
                <a:rect l="0" t="0" r="r" b="b"/>
                <a:pathLst>
                  <a:path w="14" h="21">
                    <a:moveTo>
                      <a:pt x="14" y="0"/>
                    </a:moveTo>
                    <a:lnTo>
                      <a:pt x="10" y="7"/>
                    </a:lnTo>
                    <a:lnTo>
                      <a:pt x="0" y="21"/>
                    </a:lnTo>
                    <a:lnTo>
                      <a:pt x="14" y="2"/>
                    </a:lnTo>
                    <a:lnTo>
                      <a:pt x="14" y="0"/>
                    </a:lnTo>
                    <a:close/>
                  </a:path>
                </a:pathLst>
              </a:custGeom>
              <a:solidFill>
                <a:srgbClr val="D0453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09" name="íSḷïḍe"/>
              <p:cNvSpPr/>
              <p:nvPr/>
            </p:nvSpPr>
            <p:spPr bwMode="auto">
              <a:xfrm>
                <a:off x="6095965" y="5425107"/>
                <a:ext cx="10235" cy="15351"/>
              </a:xfrm>
              <a:custGeom>
                <a:avLst/>
                <a:gdLst>
                  <a:gd name="T0" fmla="*/ 14 w 14"/>
                  <a:gd name="T1" fmla="*/ 0 h 21"/>
                  <a:gd name="T2" fmla="*/ 10 w 14"/>
                  <a:gd name="T3" fmla="*/ 7 h 21"/>
                  <a:gd name="T4" fmla="*/ 0 w 14"/>
                  <a:gd name="T5" fmla="*/ 21 h 21"/>
                  <a:gd name="T6" fmla="*/ 14 w 14"/>
                  <a:gd name="T7" fmla="*/ 2 h 21"/>
                  <a:gd name="T8" fmla="*/ 14 w 14"/>
                  <a:gd name="T9" fmla="*/ 0 h 21"/>
                </a:gdLst>
                <a:ahLst/>
                <a:cxnLst>
                  <a:cxn ang="0">
                    <a:pos x="T0" y="T1"/>
                  </a:cxn>
                  <a:cxn ang="0">
                    <a:pos x="T2" y="T3"/>
                  </a:cxn>
                  <a:cxn ang="0">
                    <a:pos x="T4" y="T5"/>
                  </a:cxn>
                  <a:cxn ang="0">
                    <a:pos x="T6" y="T7"/>
                  </a:cxn>
                  <a:cxn ang="0">
                    <a:pos x="T8" y="T9"/>
                  </a:cxn>
                </a:cxnLst>
                <a:rect l="0" t="0" r="r" b="b"/>
                <a:pathLst>
                  <a:path w="14" h="21">
                    <a:moveTo>
                      <a:pt x="14" y="0"/>
                    </a:moveTo>
                    <a:lnTo>
                      <a:pt x="10" y="7"/>
                    </a:lnTo>
                    <a:lnTo>
                      <a:pt x="0" y="21"/>
                    </a:lnTo>
                    <a:lnTo>
                      <a:pt x="14" y="2"/>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0" name="îṡḷîḑé"/>
              <p:cNvSpPr/>
              <p:nvPr/>
            </p:nvSpPr>
            <p:spPr bwMode="auto">
              <a:xfrm>
                <a:off x="5952686" y="5509905"/>
                <a:ext cx="81143" cy="103073"/>
              </a:xfrm>
              <a:custGeom>
                <a:avLst/>
                <a:gdLst>
                  <a:gd name="T0" fmla="*/ 104 w 111"/>
                  <a:gd name="T1" fmla="*/ 0 h 141"/>
                  <a:gd name="T2" fmla="*/ 0 w 111"/>
                  <a:gd name="T3" fmla="*/ 113 h 141"/>
                  <a:gd name="T4" fmla="*/ 0 w 111"/>
                  <a:gd name="T5" fmla="*/ 118 h 141"/>
                  <a:gd name="T6" fmla="*/ 2 w 111"/>
                  <a:gd name="T7" fmla="*/ 141 h 141"/>
                  <a:gd name="T8" fmla="*/ 111 w 111"/>
                  <a:gd name="T9" fmla="*/ 9 h 141"/>
                  <a:gd name="T10" fmla="*/ 104 w 111"/>
                  <a:gd name="T11" fmla="*/ 0 h 141"/>
                </a:gdLst>
                <a:ahLst/>
                <a:cxnLst>
                  <a:cxn ang="0">
                    <a:pos x="T0" y="T1"/>
                  </a:cxn>
                  <a:cxn ang="0">
                    <a:pos x="T2" y="T3"/>
                  </a:cxn>
                  <a:cxn ang="0">
                    <a:pos x="T4" y="T5"/>
                  </a:cxn>
                  <a:cxn ang="0">
                    <a:pos x="T6" y="T7"/>
                  </a:cxn>
                  <a:cxn ang="0">
                    <a:pos x="T8" y="T9"/>
                  </a:cxn>
                  <a:cxn ang="0">
                    <a:pos x="T10" y="T11"/>
                  </a:cxn>
                </a:cxnLst>
                <a:rect l="0" t="0" r="r" b="b"/>
                <a:pathLst>
                  <a:path w="111" h="141">
                    <a:moveTo>
                      <a:pt x="104" y="0"/>
                    </a:moveTo>
                    <a:lnTo>
                      <a:pt x="0" y="113"/>
                    </a:lnTo>
                    <a:lnTo>
                      <a:pt x="0" y="118"/>
                    </a:lnTo>
                    <a:lnTo>
                      <a:pt x="2" y="141"/>
                    </a:lnTo>
                    <a:lnTo>
                      <a:pt x="111" y="9"/>
                    </a:lnTo>
                    <a:lnTo>
                      <a:pt x="1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1" name="îs1ïḍé"/>
              <p:cNvSpPr/>
              <p:nvPr/>
            </p:nvSpPr>
            <p:spPr bwMode="auto">
              <a:xfrm>
                <a:off x="6028712" y="5430225"/>
                <a:ext cx="74563" cy="86260"/>
              </a:xfrm>
              <a:custGeom>
                <a:avLst/>
                <a:gdLst>
                  <a:gd name="T0" fmla="*/ 102 w 102"/>
                  <a:gd name="T1" fmla="*/ 0 h 118"/>
                  <a:gd name="T2" fmla="*/ 0 w 102"/>
                  <a:gd name="T3" fmla="*/ 109 h 118"/>
                  <a:gd name="T4" fmla="*/ 7 w 102"/>
                  <a:gd name="T5" fmla="*/ 118 h 118"/>
                  <a:gd name="T6" fmla="*/ 92 w 102"/>
                  <a:gd name="T7" fmla="*/ 14 h 118"/>
                  <a:gd name="T8" fmla="*/ 102 w 102"/>
                  <a:gd name="T9" fmla="*/ 0 h 118"/>
                </a:gdLst>
                <a:ahLst/>
                <a:cxnLst>
                  <a:cxn ang="0">
                    <a:pos x="T0" y="T1"/>
                  </a:cxn>
                  <a:cxn ang="0">
                    <a:pos x="T2" y="T3"/>
                  </a:cxn>
                  <a:cxn ang="0">
                    <a:pos x="T4" y="T5"/>
                  </a:cxn>
                  <a:cxn ang="0">
                    <a:pos x="T6" y="T7"/>
                  </a:cxn>
                  <a:cxn ang="0">
                    <a:pos x="T8" y="T9"/>
                  </a:cxn>
                </a:cxnLst>
                <a:rect l="0" t="0" r="r" b="b"/>
                <a:pathLst>
                  <a:path w="102" h="118">
                    <a:moveTo>
                      <a:pt x="102" y="0"/>
                    </a:moveTo>
                    <a:lnTo>
                      <a:pt x="0" y="109"/>
                    </a:lnTo>
                    <a:lnTo>
                      <a:pt x="7" y="118"/>
                    </a:lnTo>
                    <a:lnTo>
                      <a:pt x="92" y="14"/>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2" name="i$líďè"/>
              <p:cNvSpPr/>
              <p:nvPr/>
            </p:nvSpPr>
            <p:spPr bwMode="auto">
              <a:xfrm>
                <a:off x="6109854" y="5422914"/>
                <a:ext cx="731" cy="731"/>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3" name="îṣ1îḓe"/>
              <p:cNvSpPr/>
              <p:nvPr/>
            </p:nvSpPr>
            <p:spPr bwMode="auto">
              <a:xfrm>
                <a:off x="6109854" y="5422914"/>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4" name="i$ḷíḓé"/>
              <p:cNvSpPr/>
              <p:nvPr/>
            </p:nvSpPr>
            <p:spPr bwMode="auto">
              <a:xfrm>
                <a:off x="6106199" y="5422914"/>
                <a:ext cx="3655" cy="2193"/>
              </a:xfrm>
              <a:custGeom>
                <a:avLst/>
                <a:gdLst>
                  <a:gd name="T0" fmla="*/ 5 w 5"/>
                  <a:gd name="T1" fmla="*/ 0 h 3"/>
                  <a:gd name="T2" fmla="*/ 5 w 5"/>
                  <a:gd name="T3" fmla="*/ 0 h 3"/>
                  <a:gd name="T4" fmla="*/ 0 w 5"/>
                  <a:gd name="T5" fmla="*/ 3 h 3"/>
                  <a:gd name="T6" fmla="*/ 0 w 5"/>
                  <a:gd name="T7" fmla="*/ 3 h 3"/>
                  <a:gd name="T8" fmla="*/ 3 w 5"/>
                  <a:gd name="T9" fmla="*/ 3 h 3"/>
                  <a:gd name="T10" fmla="*/ 5 w 5"/>
                  <a:gd name="T11" fmla="*/ 0 h 3"/>
                </a:gdLst>
                <a:ahLst/>
                <a:cxnLst>
                  <a:cxn ang="0">
                    <a:pos x="T0" y="T1"/>
                  </a:cxn>
                  <a:cxn ang="0">
                    <a:pos x="T2" y="T3"/>
                  </a:cxn>
                  <a:cxn ang="0">
                    <a:pos x="T4" y="T5"/>
                  </a:cxn>
                  <a:cxn ang="0">
                    <a:pos x="T6" y="T7"/>
                  </a:cxn>
                  <a:cxn ang="0">
                    <a:pos x="T8" y="T9"/>
                  </a:cxn>
                  <a:cxn ang="0">
                    <a:pos x="T10" y="T11"/>
                  </a:cxn>
                </a:cxnLst>
                <a:rect l="0" t="0" r="r" b="b"/>
                <a:pathLst>
                  <a:path w="5" h="3">
                    <a:moveTo>
                      <a:pt x="5" y="0"/>
                    </a:moveTo>
                    <a:lnTo>
                      <a:pt x="5" y="0"/>
                    </a:lnTo>
                    <a:lnTo>
                      <a:pt x="0" y="3"/>
                    </a:lnTo>
                    <a:lnTo>
                      <a:pt x="0" y="3"/>
                    </a:lnTo>
                    <a:lnTo>
                      <a:pt x="3" y="3"/>
                    </a:lnTo>
                    <a:lnTo>
                      <a:pt x="5" y="0"/>
                    </a:lnTo>
                    <a:close/>
                  </a:path>
                </a:pathLst>
              </a:custGeom>
              <a:solidFill>
                <a:srgbClr val="CFCFC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5" name="í$liḓê"/>
              <p:cNvSpPr/>
              <p:nvPr/>
            </p:nvSpPr>
            <p:spPr bwMode="auto">
              <a:xfrm>
                <a:off x="6106199" y="5422914"/>
                <a:ext cx="3655" cy="2193"/>
              </a:xfrm>
              <a:custGeom>
                <a:avLst/>
                <a:gdLst>
                  <a:gd name="T0" fmla="*/ 5 w 5"/>
                  <a:gd name="T1" fmla="*/ 0 h 3"/>
                  <a:gd name="T2" fmla="*/ 5 w 5"/>
                  <a:gd name="T3" fmla="*/ 0 h 3"/>
                  <a:gd name="T4" fmla="*/ 0 w 5"/>
                  <a:gd name="T5" fmla="*/ 3 h 3"/>
                  <a:gd name="T6" fmla="*/ 0 w 5"/>
                  <a:gd name="T7" fmla="*/ 3 h 3"/>
                  <a:gd name="T8" fmla="*/ 3 w 5"/>
                  <a:gd name="T9" fmla="*/ 3 h 3"/>
                  <a:gd name="T10" fmla="*/ 5 w 5"/>
                  <a:gd name="T11" fmla="*/ 0 h 3"/>
                </a:gdLst>
                <a:ahLst/>
                <a:cxnLst>
                  <a:cxn ang="0">
                    <a:pos x="T0" y="T1"/>
                  </a:cxn>
                  <a:cxn ang="0">
                    <a:pos x="T2" y="T3"/>
                  </a:cxn>
                  <a:cxn ang="0">
                    <a:pos x="T4" y="T5"/>
                  </a:cxn>
                  <a:cxn ang="0">
                    <a:pos x="T6" y="T7"/>
                  </a:cxn>
                  <a:cxn ang="0">
                    <a:pos x="T8" y="T9"/>
                  </a:cxn>
                  <a:cxn ang="0">
                    <a:pos x="T10" y="T11"/>
                  </a:cxn>
                </a:cxnLst>
                <a:rect l="0" t="0" r="r" b="b"/>
                <a:pathLst>
                  <a:path w="5" h="3">
                    <a:moveTo>
                      <a:pt x="5" y="0"/>
                    </a:moveTo>
                    <a:lnTo>
                      <a:pt x="5" y="0"/>
                    </a:lnTo>
                    <a:lnTo>
                      <a:pt x="0" y="3"/>
                    </a:lnTo>
                    <a:lnTo>
                      <a:pt x="0" y="3"/>
                    </a:lnTo>
                    <a:lnTo>
                      <a:pt x="3" y="3"/>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6" name="íṩḻiďé"/>
              <p:cNvSpPr/>
              <p:nvPr/>
            </p:nvSpPr>
            <p:spPr bwMode="auto">
              <a:xfrm>
                <a:off x="6106199" y="5425107"/>
                <a:ext cx="2193" cy="1462"/>
              </a:xfrm>
              <a:custGeom>
                <a:avLst/>
                <a:gdLst>
                  <a:gd name="T0" fmla="*/ 3 w 3"/>
                  <a:gd name="T1" fmla="*/ 0 h 2"/>
                  <a:gd name="T2" fmla="*/ 0 w 3"/>
                  <a:gd name="T3" fmla="*/ 0 h 2"/>
                  <a:gd name="T4" fmla="*/ 0 w 3"/>
                  <a:gd name="T5" fmla="*/ 2 h 2"/>
                  <a:gd name="T6" fmla="*/ 3 w 3"/>
                  <a:gd name="T7" fmla="*/ 0 h 2"/>
                </a:gdLst>
                <a:ahLst/>
                <a:cxnLst>
                  <a:cxn ang="0">
                    <a:pos x="T0" y="T1"/>
                  </a:cxn>
                  <a:cxn ang="0">
                    <a:pos x="T2" y="T3"/>
                  </a:cxn>
                  <a:cxn ang="0">
                    <a:pos x="T4" y="T5"/>
                  </a:cxn>
                  <a:cxn ang="0">
                    <a:pos x="T6" y="T7"/>
                  </a:cxn>
                </a:cxnLst>
                <a:rect l="0" t="0" r="r" b="b"/>
                <a:pathLst>
                  <a:path w="3" h="2">
                    <a:moveTo>
                      <a:pt x="3" y="0"/>
                    </a:moveTo>
                    <a:lnTo>
                      <a:pt x="0" y="0"/>
                    </a:lnTo>
                    <a:lnTo>
                      <a:pt x="0" y="2"/>
                    </a:lnTo>
                    <a:lnTo>
                      <a:pt x="3" y="0"/>
                    </a:lnTo>
                    <a:close/>
                  </a:path>
                </a:pathLst>
              </a:custGeom>
              <a:solidFill>
                <a:srgbClr val="BBBBB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7" name="iSḻïďê"/>
              <p:cNvSpPr/>
              <p:nvPr/>
            </p:nvSpPr>
            <p:spPr bwMode="auto">
              <a:xfrm>
                <a:off x="6106199" y="5425107"/>
                <a:ext cx="2193" cy="1462"/>
              </a:xfrm>
              <a:custGeom>
                <a:avLst/>
                <a:gdLst>
                  <a:gd name="T0" fmla="*/ 3 w 3"/>
                  <a:gd name="T1" fmla="*/ 0 h 2"/>
                  <a:gd name="T2" fmla="*/ 0 w 3"/>
                  <a:gd name="T3" fmla="*/ 0 h 2"/>
                  <a:gd name="T4" fmla="*/ 0 w 3"/>
                  <a:gd name="T5" fmla="*/ 2 h 2"/>
                  <a:gd name="T6" fmla="*/ 3 w 3"/>
                  <a:gd name="T7" fmla="*/ 0 h 2"/>
                </a:gdLst>
                <a:ahLst/>
                <a:cxnLst>
                  <a:cxn ang="0">
                    <a:pos x="T0" y="T1"/>
                  </a:cxn>
                  <a:cxn ang="0">
                    <a:pos x="T2" y="T3"/>
                  </a:cxn>
                  <a:cxn ang="0">
                    <a:pos x="T4" y="T5"/>
                  </a:cxn>
                  <a:cxn ang="0">
                    <a:pos x="T6" y="T7"/>
                  </a:cxn>
                </a:cxnLst>
                <a:rect l="0" t="0" r="r" b="b"/>
                <a:pathLst>
                  <a:path w="3" h="2">
                    <a:moveTo>
                      <a:pt x="3" y="0"/>
                    </a:moveTo>
                    <a:lnTo>
                      <a:pt x="0" y="0"/>
                    </a:lnTo>
                    <a:lnTo>
                      <a:pt x="0" y="2"/>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8" name="îš1ídê"/>
              <p:cNvSpPr/>
              <p:nvPr/>
            </p:nvSpPr>
            <p:spPr bwMode="auto">
              <a:xfrm>
                <a:off x="6109854" y="5422914"/>
                <a:ext cx="15351" cy="17544"/>
              </a:xfrm>
              <a:custGeom>
                <a:avLst/>
                <a:gdLst>
                  <a:gd name="T0" fmla="*/ 0 w 21"/>
                  <a:gd name="T1" fmla="*/ 0 h 24"/>
                  <a:gd name="T2" fmla="*/ 0 w 21"/>
                  <a:gd name="T3" fmla="*/ 0 h 24"/>
                  <a:gd name="T4" fmla="*/ 21 w 21"/>
                  <a:gd name="T5" fmla="*/ 24 h 24"/>
                  <a:gd name="T6" fmla="*/ 9 w 21"/>
                  <a:gd name="T7" fmla="*/ 10 h 24"/>
                  <a:gd name="T8" fmla="*/ 0 w 21"/>
                  <a:gd name="T9" fmla="*/ 0 h 24"/>
                </a:gdLst>
                <a:ahLst/>
                <a:cxnLst>
                  <a:cxn ang="0">
                    <a:pos x="T0" y="T1"/>
                  </a:cxn>
                  <a:cxn ang="0">
                    <a:pos x="T2" y="T3"/>
                  </a:cxn>
                  <a:cxn ang="0">
                    <a:pos x="T4" y="T5"/>
                  </a:cxn>
                  <a:cxn ang="0">
                    <a:pos x="T6" y="T7"/>
                  </a:cxn>
                  <a:cxn ang="0">
                    <a:pos x="T8" y="T9"/>
                  </a:cxn>
                </a:cxnLst>
                <a:rect l="0" t="0" r="r" b="b"/>
                <a:pathLst>
                  <a:path w="21" h="24">
                    <a:moveTo>
                      <a:pt x="0" y="0"/>
                    </a:moveTo>
                    <a:lnTo>
                      <a:pt x="0" y="0"/>
                    </a:lnTo>
                    <a:lnTo>
                      <a:pt x="21" y="24"/>
                    </a:lnTo>
                    <a:lnTo>
                      <a:pt x="9" y="10"/>
                    </a:lnTo>
                    <a:lnTo>
                      <a:pt x="0" y="0"/>
                    </a:lnTo>
                    <a:close/>
                  </a:path>
                </a:pathLst>
              </a:custGeom>
              <a:solidFill>
                <a:srgbClr val="D0453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19" name="išļîḋè"/>
              <p:cNvSpPr/>
              <p:nvPr/>
            </p:nvSpPr>
            <p:spPr bwMode="auto">
              <a:xfrm>
                <a:off x="6109854" y="5422914"/>
                <a:ext cx="15351" cy="17544"/>
              </a:xfrm>
              <a:custGeom>
                <a:avLst/>
                <a:gdLst>
                  <a:gd name="T0" fmla="*/ 0 w 21"/>
                  <a:gd name="T1" fmla="*/ 0 h 24"/>
                  <a:gd name="T2" fmla="*/ 0 w 21"/>
                  <a:gd name="T3" fmla="*/ 0 h 24"/>
                  <a:gd name="T4" fmla="*/ 21 w 21"/>
                  <a:gd name="T5" fmla="*/ 24 h 24"/>
                  <a:gd name="T6" fmla="*/ 9 w 21"/>
                  <a:gd name="T7" fmla="*/ 10 h 24"/>
                  <a:gd name="T8" fmla="*/ 0 w 21"/>
                  <a:gd name="T9" fmla="*/ 0 h 24"/>
                </a:gdLst>
                <a:ahLst/>
                <a:cxnLst>
                  <a:cxn ang="0">
                    <a:pos x="T0" y="T1"/>
                  </a:cxn>
                  <a:cxn ang="0">
                    <a:pos x="T2" y="T3"/>
                  </a:cxn>
                  <a:cxn ang="0">
                    <a:pos x="T4" y="T5"/>
                  </a:cxn>
                  <a:cxn ang="0">
                    <a:pos x="T6" y="T7"/>
                  </a:cxn>
                  <a:cxn ang="0">
                    <a:pos x="T8" y="T9"/>
                  </a:cxn>
                </a:cxnLst>
                <a:rect l="0" t="0" r="r" b="b"/>
                <a:pathLst>
                  <a:path w="21" h="24">
                    <a:moveTo>
                      <a:pt x="0" y="0"/>
                    </a:moveTo>
                    <a:lnTo>
                      <a:pt x="0" y="0"/>
                    </a:lnTo>
                    <a:lnTo>
                      <a:pt x="21" y="24"/>
                    </a:lnTo>
                    <a:lnTo>
                      <a:pt x="9"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0" name="ïṩlíḍe"/>
              <p:cNvSpPr/>
              <p:nvPr/>
            </p:nvSpPr>
            <p:spPr bwMode="auto">
              <a:xfrm>
                <a:off x="6109854" y="5422914"/>
                <a:ext cx="731" cy="731"/>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1" name="íšľídè"/>
              <p:cNvSpPr/>
              <p:nvPr/>
            </p:nvSpPr>
            <p:spPr bwMode="auto">
              <a:xfrm>
                <a:off x="6109854" y="5422914"/>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2" name="îṥḷíḑé"/>
              <p:cNvSpPr/>
              <p:nvPr/>
            </p:nvSpPr>
            <p:spPr bwMode="auto">
              <a:xfrm>
                <a:off x="6187342" y="5509905"/>
                <a:ext cx="81874" cy="103073"/>
              </a:xfrm>
              <a:custGeom>
                <a:avLst/>
                <a:gdLst>
                  <a:gd name="T0" fmla="*/ 7 w 112"/>
                  <a:gd name="T1" fmla="*/ 0 h 141"/>
                  <a:gd name="T2" fmla="*/ 0 w 112"/>
                  <a:gd name="T3" fmla="*/ 9 h 141"/>
                  <a:gd name="T4" fmla="*/ 107 w 112"/>
                  <a:gd name="T5" fmla="*/ 141 h 141"/>
                  <a:gd name="T6" fmla="*/ 112 w 112"/>
                  <a:gd name="T7" fmla="*/ 108 h 141"/>
                  <a:gd name="T8" fmla="*/ 7 w 112"/>
                  <a:gd name="T9" fmla="*/ 0 h 141"/>
                </a:gdLst>
                <a:ahLst/>
                <a:cxnLst>
                  <a:cxn ang="0">
                    <a:pos x="T0" y="T1"/>
                  </a:cxn>
                  <a:cxn ang="0">
                    <a:pos x="T2" y="T3"/>
                  </a:cxn>
                  <a:cxn ang="0">
                    <a:pos x="T4" y="T5"/>
                  </a:cxn>
                  <a:cxn ang="0">
                    <a:pos x="T6" y="T7"/>
                  </a:cxn>
                  <a:cxn ang="0">
                    <a:pos x="T8" y="T9"/>
                  </a:cxn>
                </a:cxnLst>
                <a:rect l="0" t="0" r="r" b="b"/>
                <a:pathLst>
                  <a:path w="112" h="141">
                    <a:moveTo>
                      <a:pt x="7" y="0"/>
                    </a:moveTo>
                    <a:lnTo>
                      <a:pt x="0" y="9"/>
                    </a:lnTo>
                    <a:lnTo>
                      <a:pt x="107" y="141"/>
                    </a:lnTo>
                    <a:lnTo>
                      <a:pt x="112" y="108"/>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3" name="íṩliḓê"/>
              <p:cNvSpPr/>
              <p:nvPr/>
            </p:nvSpPr>
            <p:spPr bwMode="auto">
              <a:xfrm>
                <a:off x="6116433" y="5430225"/>
                <a:ext cx="76026" cy="86260"/>
              </a:xfrm>
              <a:custGeom>
                <a:avLst/>
                <a:gdLst>
                  <a:gd name="T0" fmla="*/ 0 w 104"/>
                  <a:gd name="T1" fmla="*/ 0 h 118"/>
                  <a:gd name="T2" fmla="*/ 12 w 104"/>
                  <a:gd name="T3" fmla="*/ 14 h 118"/>
                  <a:gd name="T4" fmla="*/ 97 w 104"/>
                  <a:gd name="T5" fmla="*/ 118 h 118"/>
                  <a:gd name="T6" fmla="*/ 104 w 104"/>
                  <a:gd name="T7" fmla="*/ 109 h 118"/>
                  <a:gd name="T8" fmla="*/ 0 w 104"/>
                  <a:gd name="T9" fmla="*/ 0 h 118"/>
                </a:gdLst>
                <a:ahLst/>
                <a:cxnLst>
                  <a:cxn ang="0">
                    <a:pos x="T0" y="T1"/>
                  </a:cxn>
                  <a:cxn ang="0">
                    <a:pos x="T2" y="T3"/>
                  </a:cxn>
                  <a:cxn ang="0">
                    <a:pos x="T4" y="T5"/>
                  </a:cxn>
                  <a:cxn ang="0">
                    <a:pos x="T6" y="T7"/>
                  </a:cxn>
                  <a:cxn ang="0">
                    <a:pos x="T8" y="T9"/>
                  </a:cxn>
                </a:cxnLst>
                <a:rect l="0" t="0" r="r" b="b"/>
                <a:pathLst>
                  <a:path w="104" h="118">
                    <a:moveTo>
                      <a:pt x="0" y="0"/>
                    </a:moveTo>
                    <a:lnTo>
                      <a:pt x="12" y="14"/>
                    </a:lnTo>
                    <a:lnTo>
                      <a:pt x="97" y="118"/>
                    </a:lnTo>
                    <a:lnTo>
                      <a:pt x="104" y="10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4" name="îs1ídê"/>
              <p:cNvSpPr/>
              <p:nvPr/>
            </p:nvSpPr>
            <p:spPr bwMode="auto">
              <a:xfrm>
                <a:off x="6109854" y="5422914"/>
                <a:ext cx="731" cy="731"/>
              </a:xfrm>
              <a:prstGeom prst="rect">
                <a:avLst/>
              </a:prstGeom>
              <a:solidFill>
                <a:srgbClr val="BC3E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5" name="íṧ1íḋè"/>
              <p:cNvSpPr/>
              <p:nvPr/>
            </p:nvSpPr>
            <p:spPr bwMode="auto">
              <a:xfrm>
                <a:off x="6109854" y="5422914"/>
                <a:ext cx="731"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6" name="íṣḷîḍe"/>
              <p:cNvSpPr/>
              <p:nvPr/>
            </p:nvSpPr>
            <p:spPr bwMode="auto">
              <a:xfrm>
                <a:off x="6109854" y="5422914"/>
                <a:ext cx="731" cy="731"/>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7" name="íśḷîḓé"/>
              <p:cNvSpPr/>
              <p:nvPr/>
            </p:nvSpPr>
            <p:spPr bwMode="auto">
              <a:xfrm>
                <a:off x="6109854" y="5422914"/>
                <a:ext cx="731"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8" name="iŝlïḋê"/>
              <p:cNvSpPr/>
              <p:nvPr/>
            </p:nvSpPr>
            <p:spPr bwMode="auto">
              <a:xfrm>
                <a:off x="6070380" y="5578621"/>
                <a:ext cx="78950" cy="17544"/>
              </a:xfrm>
              <a:custGeom>
                <a:avLst/>
                <a:gdLst>
                  <a:gd name="T0" fmla="*/ 106 w 108"/>
                  <a:gd name="T1" fmla="*/ 0 h 24"/>
                  <a:gd name="T2" fmla="*/ 106 w 108"/>
                  <a:gd name="T3" fmla="*/ 0 h 24"/>
                  <a:gd name="T4" fmla="*/ 49 w 108"/>
                  <a:gd name="T5" fmla="*/ 0 h 24"/>
                  <a:gd name="T6" fmla="*/ 4 w 108"/>
                  <a:gd name="T7" fmla="*/ 0 h 24"/>
                  <a:gd name="T8" fmla="*/ 2 w 108"/>
                  <a:gd name="T9" fmla="*/ 0 h 24"/>
                  <a:gd name="T10" fmla="*/ 0 w 108"/>
                  <a:gd name="T11" fmla="*/ 24 h 24"/>
                  <a:gd name="T12" fmla="*/ 108 w 108"/>
                  <a:gd name="T13" fmla="*/ 24 h 24"/>
                  <a:gd name="T14" fmla="*/ 106 w 108"/>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24">
                    <a:moveTo>
                      <a:pt x="106" y="0"/>
                    </a:moveTo>
                    <a:lnTo>
                      <a:pt x="106" y="0"/>
                    </a:lnTo>
                    <a:lnTo>
                      <a:pt x="49" y="0"/>
                    </a:lnTo>
                    <a:lnTo>
                      <a:pt x="4" y="0"/>
                    </a:lnTo>
                    <a:lnTo>
                      <a:pt x="2" y="0"/>
                    </a:lnTo>
                    <a:lnTo>
                      <a:pt x="0" y="24"/>
                    </a:lnTo>
                    <a:lnTo>
                      <a:pt x="108" y="24"/>
                    </a:lnTo>
                    <a:lnTo>
                      <a:pt x="1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29" name="iŝḷíďe"/>
              <p:cNvSpPr/>
              <p:nvPr/>
            </p:nvSpPr>
            <p:spPr bwMode="auto">
              <a:xfrm>
                <a:off x="6547002" y="5705087"/>
                <a:ext cx="206147" cy="62137"/>
              </a:xfrm>
              <a:prstGeom prst="rect">
                <a:avLst/>
              </a:prstGeom>
              <a:solidFill>
                <a:schemeClr val="tx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0" name="išḷîdè"/>
              <p:cNvSpPr/>
              <p:nvPr/>
            </p:nvSpPr>
            <p:spPr bwMode="auto">
              <a:xfrm>
                <a:off x="6547002" y="5705087"/>
                <a:ext cx="206147" cy="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1" name="íslídê"/>
              <p:cNvSpPr/>
              <p:nvPr/>
            </p:nvSpPr>
            <p:spPr bwMode="auto">
              <a:xfrm>
                <a:off x="6560892" y="5578621"/>
                <a:ext cx="181292" cy="126466"/>
              </a:xfrm>
              <a:custGeom>
                <a:avLst/>
                <a:gdLst>
                  <a:gd name="T0" fmla="*/ 0 w 248"/>
                  <a:gd name="T1" fmla="*/ 173 h 173"/>
                  <a:gd name="T2" fmla="*/ 107 w 248"/>
                  <a:gd name="T3" fmla="*/ 0 h 173"/>
                  <a:gd name="T4" fmla="*/ 248 w 248"/>
                  <a:gd name="T5" fmla="*/ 173 h 173"/>
                  <a:gd name="T6" fmla="*/ 0 w 248"/>
                  <a:gd name="T7" fmla="*/ 173 h 173"/>
                </a:gdLst>
                <a:ahLst/>
                <a:cxnLst>
                  <a:cxn ang="0">
                    <a:pos x="T0" y="T1"/>
                  </a:cxn>
                  <a:cxn ang="0">
                    <a:pos x="T2" y="T3"/>
                  </a:cxn>
                  <a:cxn ang="0">
                    <a:pos x="T4" y="T5"/>
                  </a:cxn>
                  <a:cxn ang="0">
                    <a:pos x="T6" y="T7"/>
                  </a:cxn>
                </a:cxnLst>
                <a:rect l="0" t="0" r="r" b="b"/>
                <a:pathLst>
                  <a:path w="248" h="173">
                    <a:moveTo>
                      <a:pt x="0" y="173"/>
                    </a:moveTo>
                    <a:lnTo>
                      <a:pt x="107" y="0"/>
                    </a:lnTo>
                    <a:lnTo>
                      <a:pt x="248" y="173"/>
                    </a:lnTo>
                    <a:lnTo>
                      <a:pt x="0" y="173"/>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2" name="iṣḻiḑè"/>
              <p:cNvSpPr/>
              <p:nvPr/>
            </p:nvSpPr>
            <p:spPr bwMode="auto">
              <a:xfrm>
                <a:off x="6560892" y="5578621"/>
                <a:ext cx="181292" cy="126466"/>
              </a:xfrm>
              <a:custGeom>
                <a:avLst/>
                <a:gdLst>
                  <a:gd name="T0" fmla="*/ 0 w 248"/>
                  <a:gd name="T1" fmla="*/ 173 h 173"/>
                  <a:gd name="T2" fmla="*/ 107 w 248"/>
                  <a:gd name="T3" fmla="*/ 0 h 173"/>
                  <a:gd name="T4" fmla="*/ 248 w 248"/>
                  <a:gd name="T5" fmla="*/ 173 h 173"/>
                  <a:gd name="T6" fmla="*/ 0 w 248"/>
                  <a:gd name="T7" fmla="*/ 173 h 173"/>
                </a:gdLst>
                <a:ahLst/>
                <a:cxnLst>
                  <a:cxn ang="0">
                    <a:pos x="T0" y="T1"/>
                  </a:cxn>
                  <a:cxn ang="0">
                    <a:pos x="T2" y="T3"/>
                  </a:cxn>
                  <a:cxn ang="0">
                    <a:pos x="T4" y="T5"/>
                  </a:cxn>
                  <a:cxn ang="0">
                    <a:pos x="T6" y="T7"/>
                  </a:cxn>
                </a:cxnLst>
                <a:rect l="0" t="0" r="r" b="b"/>
                <a:pathLst>
                  <a:path w="248" h="173">
                    <a:moveTo>
                      <a:pt x="0" y="173"/>
                    </a:moveTo>
                    <a:lnTo>
                      <a:pt x="107" y="0"/>
                    </a:lnTo>
                    <a:lnTo>
                      <a:pt x="248" y="173"/>
                    </a:lnTo>
                    <a:lnTo>
                      <a:pt x="0" y="17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3" name="išlîḍè"/>
              <p:cNvSpPr/>
              <p:nvPr/>
            </p:nvSpPr>
            <p:spPr bwMode="auto">
              <a:xfrm>
                <a:off x="6652269" y="5587394"/>
                <a:ext cx="89915" cy="117694"/>
              </a:xfrm>
              <a:custGeom>
                <a:avLst/>
                <a:gdLst>
                  <a:gd name="T0" fmla="*/ 4 w 52"/>
                  <a:gd name="T1" fmla="*/ 11 h 68"/>
                  <a:gd name="T2" fmla="*/ 14 w 52"/>
                  <a:gd name="T3" fmla="*/ 0 h 68"/>
                  <a:gd name="T4" fmla="*/ 52 w 52"/>
                  <a:gd name="T5" fmla="*/ 68 h 68"/>
                  <a:gd name="T6" fmla="*/ 4 w 52"/>
                  <a:gd name="T7" fmla="*/ 11 h 68"/>
                </a:gdLst>
                <a:ahLst/>
                <a:cxnLst>
                  <a:cxn ang="0">
                    <a:pos x="T0" y="T1"/>
                  </a:cxn>
                  <a:cxn ang="0">
                    <a:pos x="T2" y="T3"/>
                  </a:cxn>
                  <a:cxn ang="0">
                    <a:pos x="T4" y="T5"/>
                  </a:cxn>
                  <a:cxn ang="0">
                    <a:pos x="T6" y="T7"/>
                  </a:cxn>
                </a:cxnLst>
                <a:rect l="0" t="0" r="r" b="b"/>
                <a:pathLst>
                  <a:path w="52" h="68">
                    <a:moveTo>
                      <a:pt x="4" y="11"/>
                    </a:moveTo>
                    <a:cubicBezTo>
                      <a:pt x="14" y="0"/>
                      <a:pt x="14" y="0"/>
                      <a:pt x="14" y="0"/>
                    </a:cubicBezTo>
                    <a:cubicBezTo>
                      <a:pt x="52" y="68"/>
                      <a:pt x="52" y="68"/>
                      <a:pt x="52" y="68"/>
                    </a:cubicBezTo>
                    <a:cubicBezTo>
                      <a:pt x="52" y="68"/>
                      <a:pt x="0" y="8"/>
                      <a:pt x="4" y="11"/>
                    </a:cubicBezTo>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4" name="îṩļíḋé"/>
              <p:cNvSpPr/>
              <p:nvPr/>
            </p:nvSpPr>
            <p:spPr bwMode="auto">
              <a:xfrm>
                <a:off x="6659579" y="5593973"/>
                <a:ext cx="10235" cy="12428"/>
              </a:xfrm>
              <a:custGeom>
                <a:avLst/>
                <a:gdLst>
                  <a:gd name="T0" fmla="*/ 14 w 14"/>
                  <a:gd name="T1" fmla="*/ 0 h 17"/>
                  <a:gd name="T2" fmla="*/ 0 w 14"/>
                  <a:gd name="T3" fmla="*/ 17 h 17"/>
                  <a:gd name="T4" fmla="*/ 14 w 14"/>
                  <a:gd name="T5" fmla="*/ 0 h 17"/>
                  <a:gd name="T6" fmla="*/ 14 w 14"/>
                  <a:gd name="T7" fmla="*/ 0 h 17"/>
                </a:gdLst>
                <a:ahLst/>
                <a:cxnLst>
                  <a:cxn ang="0">
                    <a:pos x="T0" y="T1"/>
                  </a:cxn>
                  <a:cxn ang="0">
                    <a:pos x="T2" y="T3"/>
                  </a:cxn>
                  <a:cxn ang="0">
                    <a:pos x="T4" y="T5"/>
                  </a:cxn>
                  <a:cxn ang="0">
                    <a:pos x="T6" y="T7"/>
                  </a:cxn>
                </a:cxnLst>
                <a:rect l="0" t="0" r="r" b="b"/>
                <a:pathLst>
                  <a:path w="14" h="17">
                    <a:moveTo>
                      <a:pt x="14" y="0"/>
                    </a:moveTo>
                    <a:lnTo>
                      <a:pt x="0" y="17"/>
                    </a:lnTo>
                    <a:lnTo>
                      <a:pt x="14" y="0"/>
                    </a:lnTo>
                    <a:lnTo>
                      <a:pt x="14" y="0"/>
                    </a:lnTo>
                    <a:close/>
                  </a:path>
                </a:pathLst>
              </a:custGeom>
              <a:solidFill>
                <a:srgbClr val="2838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5" name="îšḷíḑé"/>
              <p:cNvSpPr/>
              <p:nvPr/>
            </p:nvSpPr>
            <p:spPr bwMode="auto">
              <a:xfrm>
                <a:off x="6659579" y="5593973"/>
                <a:ext cx="10235" cy="12428"/>
              </a:xfrm>
              <a:custGeom>
                <a:avLst/>
                <a:gdLst>
                  <a:gd name="T0" fmla="*/ 14 w 14"/>
                  <a:gd name="T1" fmla="*/ 0 h 17"/>
                  <a:gd name="T2" fmla="*/ 0 w 14"/>
                  <a:gd name="T3" fmla="*/ 17 h 17"/>
                  <a:gd name="T4" fmla="*/ 14 w 14"/>
                  <a:gd name="T5" fmla="*/ 0 h 17"/>
                  <a:gd name="T6" fmla="*/ 14 w 14"/>
                  <a:gd name="T7" fmla="*/ 0 h 17"/>
                </a:gdLst>
                <a:ahLst/>
                <a:cxnLst>
                  <a:cxn ang="0">
                    <a:pos x="T0" y="T1"/>
                  </a:cxn>
                  <a:cxn ang="0">
                    <a:pos x="T2" y="T3"/>
                  </a:cxn>
                  <a:cxn ang="0">
                    <a:pos x="T4" y="T5"/>
                  </a:cxn>
                  <a:cxn ang="0">
                    <a:pos x="T6" y="T7"/>
                  </a:cxn>
                </a:cxnLst>
                <a:rect l="0" t="0" r="r" b="b"/>
                <a:pathLst>
                  <a:path w="14" h="17">
                    <a:moveTo>
                      <a:pt x="14" y="0"/>
                    </a:moveTo>
                    <a:lnTo>
                      <a:pt x="0" y="17"/>
                    </a:lnTo>
                    <a:lnTo>
                      <a:pt x="14" y="0"/>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6" name="íšlíḋé"/>
              <p:cNvSpPr/>
              <p:nvPr/>
            </p:nvSpPr>
            <p:spPr bwMode="auto">
              <a:xfrm>
                <a:off x="6659579" y="5593973"/>
                <a:ext cx="82605" cy="111114"/>
              </a:xfrm>
              <a:custGeom>
                <a:avLst/>
                <a:gdLst>
                  <a:gd name="T0" fmla="*/ 14 w 113"/>
                  <a:gd name="T1" fmla="*/ 0 h 152"/>
                  <a:gd name="T2" fmla="*/ 0 w 113"/>
                  <a:gd name="T3" fmla="*/ 17 h 152"/>
                  <a:gd name="T4" fmla="*/ 0 w 113"/>
                  <a:gd name="T5" fmla="*/ 17 h 152"/>
                  <a:gd name="T6" fmla="*/ 9 w 113"/>
                  <a:gd name="T7" fmla="*/ 8 h 152"/>
                  <a:gd name="T8" fmla="*/ 113 w 113"/>
                  <a:gd name="T9" fmla="*/ 152 h 152"/>
                  <a:gd name="T10" fmla="*/ 0 w 113"/>
                  <a:gd name="T11" fmla="*/ 17 h 152"/>
                  <a:gd name="T12" fmla="*/ 113 w 113"/>
                  <a:gd name="T13" fmla="*/ 152 h 152"/>
                  <a:gd name="T14" fmla="*/ 14 w 113"/>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152">
                    <a:moveTo>
                      <a:pt x="14" y="0"/>
                    </a:moveTo>
                    <a:lnTo>
                      <a:pt x="0" y="17"/>
                    </a:lnTo>
                    <a:lnTo>
                      <a:pt x="0" y="17"/>
                    </a:lnTo>
                    <a:lnTo>
                      <a:pt x="9" y="8"/>
                    </a:lnTo>
                    <a:lnTo>
                      <a:pt x="113" y="152"/>
                    </a:lnTo>
                    <a:lnTo>
                      <a:pt x="0" y="17"/>
                    </a:lnTo>
                    <a:lnTo>
                      <a:pt x="113" y="152"/>
                    </a:lnTo>
                    <a:lnTo>
                      <a:pt x="14" y="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7" name="íŝļíďé"/>
              <p:cNvSpPr/>
              <p:nvPr/>
            </p:nvSpPr>
            <p:spPr bwMode="auto">
              <a:xfrm>
                <a:off x="6659579" y="5593973"/>
                <a:ext cx="82605" cy="111114"/>
              </a:xfrm>
              <a:custGeom>
                <a:avLst/>
                <a:gdLst>
                  <a:gd name="T0" fmla="*/ 14 w 113"/>
                  <a:gd name="T1" fmla="*/ 0 h 152"/>
                  <a:gd name="T2" fmla="*/ 0 w 113"/>
                  <a:gd name="T3" fmla="*/ 17 h 152"/>
                  <a:gd name="T4" fmla="*/ 0 w 113"/>
                  <a:gd name="T5" fmla="*/ 17 h 152"/>
                  <a:gd name="T6" fmla="*/ 9 w 113"/>
                  <a:gd name="T7" fmla="*/ 8 h 152"/>
                  <a:gd name="T8" fmla="*/ 113 w 113"/>
                  <a:gd name="T9" fmla="*/ 152 h 152"/>
                  <a:gd name="T10" fmla="*/ 0 w 113"/>
                  <a:gd name="T11" fmla="*/ 17 h 152"/>
                  <a:gd name="T12" fmla="*/ 113 w 113"/>
                  <a:gd name="T13" fmla="*/ 152 h 152"/>
                  <a:gd name="T14" fmla="*/ 14 w 113"/>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152">
                    <a:moveTo>
                      <a:pt x="14" y="0"/>
                    </a:moveTo>
                    <a:lnTo>
                      <a:pt x="0" y="17"/>
                    </a:lnTo>
                    <a:lnTo>
                      <a:pt x="0" y="17"/>
                    </a:lnTo>
                    <a:lnTo>
                      <a:pt x="9" y="8"/>
                    </a:lnTo>
                    <a:lnTo>
                      <a:pt x="113" y="152"/>
                    </a:lnTo>
                    <a:lnTo>
                      <a:pt x="0" y="17"/>
                    </a:lnTo>
                    <a:lnTo>
                      <a:pt x="113" y="152"/>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8" name="ïş1íḍê"/>
              <p:cNvSpPr/>
              <p:nvPr/>
            </p:nvSpPr>
            <p:spPr bwMode="auto">
              <a:xfrm>
                <a:off x="6659579" y="5599821"/>
                <a:ext cx="82605" cy="105266"/>
              </a:xfrm>
              <a:custGeom>
                <a:avLst/>
                <a:gdLst>
                  <a:gd name="T0" fmla="*/ 9 w 113"/>
                  <a:gd name="T1" fmla="*/ 0 h 144"/>
                  <a:gd name="T2" fmla="*/ 0 w 113"/>
                  <a:gd name="T3" fmla="*/ 9 h 144"/>
                  <a:gd name="T4" fmla="*/ 113 w 113"/>
                  <a:gd name="T5" fmla="*/ 144 h 144"/>
                  <a:gd name="T6" fmla="*/ 9 w 113"/>
                  <a:gd name="T7" fmla="*/ 0 h 144"/>
                </a:gdLst>
                <a:ahLst/>
                <a:cxnLst>
                  <a:cxn ang="0">
                    <a:pos x="T0" y="T1"/>
                  </a:cxn>
                  <a:cxn ang="0">
                    <a:pos x="T2" y="T3"/>
                  </a:cxn>
                  <a:cxn ang="0">
                    <a:pos x="T4" y="T5"/>
                  </a:cxn>
                  <a:cxn ang="0">
                    <a:pos x="T6" y="T7"/>
                  </a:cxn>
                </a:cxnLst>
                <a:rect l="0" t="0" r="r" b="b"/>
                <a:pathLst>
                  <a:path w="113" h="144">
                    <a:moveTo>
                      <a:pt x="9" y="0"/>
                    </a:moveTo>
                    <a:lnTo>
                      <a:pt x="0" y="9"/>
                    </a:lnTo>
                    <a:lnTo>
                      <a:pt x="113" y="144"/>
                    </a:lnTo>
                    <a:lnTo>
                      <a:pt x="9" y="0"/>
                    </a:lnTo>
                    <a:close/>
                  </a:path>
                </a:pathLst>
              </a:custGeom>
              <a:solidFill>
                <a:srgbClr val="C5C5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9" name="ïṣľíďé"/>
              <p:cNvSpPr/>
              <p:nvPr/>
            </p:nvSpPr>
            <p:spPr bwMode="auto">
              <a:xfrm>
                <a:off x="6659579" y="5599821"/>
                <a:ext cx="82605" cy="105266"/>
              </a:xfrm>
              <a:custGeom>
                <a:avLst/>
                <a:gdLst>
                  <a:gd name="T0" fmla="*/ 9 w 113"/>
                  <a:gd name="T1" fmla="*/ 0 h 144"/>
                  <a:gd name="T2" fmla="*/ 0 w 113"/>
                  <a:gd name="T3" fmla="*/ 9 h 144"/>
                  <a:gd name="T4" fmla="*/ 113 w 113"/>
                  <a:gd name="T5" fmla="*/ 144 h 144"/>
                  <a:gd name="T6" fmla="*/ 9 w 113"/>
                  <a:gd name="T7" fmla="*/ 0 h 144"/>
                </a:gdLst>
                <a:ahLst/>
                <a:cxnLst>
                  <a:cxn ang="0">
                    <a:pos x="T0" y="T1"/>
                  </a:cxn>
                  <a:cxn ang="0">
                    <a:pos x="T2" y="T3"/>
                  </a:cxn>
                  <a:cxn ang="0">
                    <a:pos x="T4" y="T5"/>
                  </a:cxn>
                  <a:cxn ang="0">
                    <a:pos x="T6" y="T7"/>
                  </a:cxn>
                </a:cxnLst>
                <a:rect l="0" t="0" r="r" b="b"/>
                <a:pathLst>
                  <a:path w="113" h="144">
                    <a:moveTo>
                      <a:pt x="9" y="0"/>
                    </a:moveTo>
                    <a:lnTo>
                      <a:pt x="0" y="9"/>
                    </a:lnTo>
                    <a:lnTo>
                      <a:pt x="113" y="144"/>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0" name="ïsḷîḑè"/>
              <p:cNvSpPr/>
              <p:nvPr/>
            </p:nvSpPr>
            <p:spPr bwMode="auto">
              <a:xfrm>
                <a:off x="5713643" y="4161179"/>
                <a:ext cx="776340" cy="639640"/>
              </a:xfrm>
              <a:custGeom>
                <a:avLst/>
                <a:gdLst>
                  <a:gd name="T0" fmla="*/ 439 w 449"/>
                  <a:gd name="T1" fmla="*/ 166 h 370"/>
                  <a:gd name="T2" fmla="*/ 439 w 449"/>
                  <a:gd name="T3" fmla="*/ 166 h 370"/>
                  <a:gd name="T4" fmla="*/ 425 w 449"/>
                  <a:gd name="T5" fmla="*/ 111 h 370"/>
                  <a:gd name="T6" fmla="*/ 372 w 449"/>
                  <a:gd name="T7" fmla="*/ 53 h 370"/>
                  <a:gd name="T8" fmla="*/ 372 w 449"/>
                  <a:gd name="T9" fmla="*/ 53 h 370"/>
                  <a:gd name="T10" fmla="*/ 371 w 449"/>
                  <a:gd name="T11" fmla="*/ 52 h 370"/>
                  <a:gd name="T12" fmla="*/ 355 w 449"/>
                  <a:gd name="T13" fmla="*/ 43 h 370"/>
                  <a:gd name="T14" fmla="*/ 135 w 449"/>
                  <a:gd name="T15" fmla="*/ 25 h 370"/>
                  <a:gd name="T16" fmla="*/ 102 w 449"/>
                  <a:gd name="T17" fmla="*/ 36 h 370"/>
                  <a:gd name="T18" fmla="*/ 102 w 449"/>
                  <a:gd name="T19" fmla="*/ 36 h 370"/>
                  <a:gd name="T20" fmla="*/ 102 w 449"/>
                  <a:gd name="T21" fmla="*/ 36 h 370"/>
                  <a:gd name="T22" fmla="*/ 72 w 449"/>
                  <a:gd name="T23" fmla="*/ 75 h 370"/>
                  <a:gd name="T24" fmla="*/ 6 w 449"/>
                  <a:gd name="T25" fmla="*/ 147 h 370"/>
                  <a:gd name="T26" fmla="*/ 4 w 449"/>
                  <a:gd name="T27" fmla="*/ 162 h 370"/>
                  <a:gd name="T28" fmla="*/ 3 w 449"/>
                  <a:gd name="T29" fmla="*/ 169 h 370"/>
                  <a:gd name="T30" fmla="*/ 3 w 449"/>
                  <a:gd name="T31" fmla="*/ 170 h 370"/>
                  <a:gd name="T32" fmla="*/ 20 w 449"/>
                  <a:gd name="T33" fmla="*/ 370 h 370"/>
                  <a:gd name="T34" fmla="*/ 70 w 449"/>
                  <a:gd name="T35" fmla="*/ 204 h 370"/>
                  <a:gd name="T36" fmla="*/ 70 w 449"/>
                  <a:gd name="T37" fmla="*/ 204 h 370"/>
                  <a:gd name="T38" fmla="*/ 79 w 449"/>
                  <a:gd name="T39" fmla="*/ 197 h 370"/>
                  <a:gd name="T40" fmla="*/ 79 w 449"/>
                  <a:gd name="T41" fmla="*/ 197 h 370"/>
                  <a:gd name="T42" fmla="*/ 81 w 449"/>
                  <a:gd name="T43" fmla="*/ 196 h 370"/>
                  <a:gd name="T44" fmla="*/ 81 w 449"/>
                  <a:gd name="T45" fmla="*/ 196 h 370"/>
                  <a:gd name="T46" fmla="*/ 83 w 449"/>
                  <a:gd name="T47" fmla="*/ 196 h 370"/>
                  <a:gd name="T48" fmla="*/ 84 w 449"/>
                  <a:gd name="T49" fmla="*/ 195 h 370"/>
                  <a:gd name="T50" fmla="*/ 84 w 449"/>
                  <a:gd name="T51" fmla="*/ 195 h 370"/>
                  <a:gd name="T52" fmla="*/ 89 w 449"/>
                  <a:gd name="T53" fmla="*/ 194 h 370"/>
                  <a:gd name="T54" fmla="*/ 332 w 449"/>
                  <a:gd name="T55" fmla="*/ 253 h 370"/>
                  <a:gd name="T56" fmla="*/ 331 w 449"/>
                  <a:gd name="T57" fmla="*/ 254 h 370"/>
                  <a:gd name="T58" fmla="*/ 332 w 449"/>
                  <a:gd name="T59" fmla="*/ 254 h 370"/>
                  <a:gd name="T60" fmla="*/ 329 w 449"/>
                  <a:gd name="T61" fmla="*/ 252 h 370"/>
                  <a:gd name="T62" fmla="*/ 329 w 449"/>
                  <a:gd name="T63" fmla="*/ 252 h 370"/>
                  <a:gd name="T64" fmla="*/ 268 w 449"/>
                  <a:gd name="T65" fmla="*/ 211 h 370"/>
                  <a:gd name="T66" fmla="*/ 268 w 449"/>
                  <a:gd name="T67" fmla="*/ 211 h 370"/>
                  <a:gd name="T68" fmla="*/ 261 w 449"/>
                  <a:gd name="T69" fmla="*/ 198 h 370"/>
                  <a:gd name="T70" fmla="*/ 357 w 449"/>
                  <a:gd name="T71" fmla="*/ 243 h 370"/>
                  <a:gd name="T72" fmla="*/ 357 w 449"/>
                  <a:gd name="T73" fmla="*/ 244 h 370"/>
                  <a:gd name="T74" fmla="*/ 357 w 449"/>
                  <a:gd name="T75" fmla="*/ 244 h 370"/>
                  <a:gd name="T76" fmla="*/ 357 w 449"/>
                  <a:gd name="T77" fmla="*/ 243 h 370"/>
                  <a:gd name="T78" fmla="*/ 330 w 449"/>
                  <a:gd name="T79" fmla="*/ 185 h 370"/>
                  <a:gd name="T80" fmla="*/ 437 w 449"/>
                  <a:gd name="T81" fmla="*/ 370 h 370"/>
                  <a:gd name="T82" fmla="*/ 439 w 449"/>
                  <a:gd name="T83" fmla="*/ 166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9" h="370">
                    <a:moveTo>
                      <a:pt x="439" y="166"/>
                    </a:moveTo>
                    <a:cubicBezTo>
                      <a:pt x="439" y="166"/>
                      <a:pt x="439" y="166"/>
                      <a:pt x="439" y="166"/>
                    </a:cubicBezTo>
                    <a:cubicBezTo>
                      <a:pt x="436" y="144"/>
                      <a:pt x="431" y="125"/>
                      <a:pt x="425" y="111"/>
                    </a:cubicBezTo>
                    <a:cubicBezTo>
                      <a:pt x="414" y="86"/>
                      <a:pt x="395" y="67"/>
                      <a:pt x="372" y="53"/>
                    </a:cubicBezTo>
                    <a:cubicBezTo>
                      <a:pt x="372" y="53"/>
                      <a:pt x="372" y="53"/>
                      <a:pt x="372" y="53"/>
                    </a:cubicBezTo>
                    <a:cubicBezTo>
                      <a:pt x="372" y="52"/>
                      <a:pt x="371" y="52"/>
                      <a:pt x="371" y="52"/>
                    </a:cubicBezTo>
                    <a:cubicBezTo>
                      <a:pt x="366" y="49"/>
                      <a:pt x="360" y="46"/>
                      <a:pt x="355" y="43"/>
                    </a:cubicBezTo>
                    <a:cubicBezTo>
                      <a:pt x="267" y="0"/>
                      <a:pt x="180" y="13"/>
                      <a:pt x="135" y="25"/>
                    </a:cubicBezTo>
                    <a:cubicBezTo>
                      <a:pt x="121" y="28"/>
                      <a:pt x="111" y="32"/>
                      <a:pt x="102" y="36"/>
                    </a:cubicBezTo>
                    <a:cubicBezTo>
                      <a:pt x="102" y="36"/>
                      <a:pt x="102" y="36"/>
                      <a:pt x="102" y="36"/>
                    </a:cubicBezTo>
                    <a:cubicBezTo>
                      <a:pt x="102" y="36"/>
                      <a:pt x="102" y="36"/>
                      <a:pt x="102" y="36"/>
                    </a:cubicBezTo>
                    <a:cubicBezTo>
                      <a:pt x="69" y="52"/>
                      <a:pt x="72" y="75"/>
                      <a:pt x="72" y="75"/>
                    </a:cubicBezTo>
                    <a:cubicBezTo>
                      <a:pt x="30" y="55"/>
                      <a:pt x="12" y="110"/>
                      <a:pt x="6" y="147"/>
                    </a:cubicBezTo>
                    <a:cubicBezTo>
                      <a:pt x="5" y="153"/>
                      <a:pt x="4" y="158"/>
                      <a:pt x="4" y="162"/>
                    </a:cubicBezTo>
                    <a:cubicBezTo>
                      <a:pt x="3" y="165"/>
                      <a:pt x="3" y="167"/>
                      <a:pt x="3" y="169"/>
                    </a:cubicBezTo>
                    <a:cubicBezTo>
                      <a:pt x="3" y="170"/>
                      <a:pt x="3" y="170"/>
                      <a:pt x="3" y="170"/>
                    </a:cubicBezTo>
                    <a:cubicBezTo>
                      <a:pt x="0" y="223"/>
                      <a:pt x="10" y="314"/>
                      <a:pt x="20" y="370"/>
                    </a:cubicBezTo>
                    <a:cubicBezTo>
                      <a:pt x="20" y="370"/>
                      <a:pt x="33" y="241"/>
                      <a:pt x="70" y="204"/>
                    </a:cubicBezTo>
                    <a:cubicBezTo>
                      <a:pt x="70" y="204"/>
                      <a:pt x="70" y="204"/>
                      <a:pt x="70" y="204"/>
                    </a:cubicBezTo>
                    <a:cubicBezTo>
                      <a:pt x="72" y="201"/>
                      <a:pt x="75" y="199"/>
                      <a:pt x="79" y="197"/>
                    </a:cubicBezTo>
                    <a:cubicBezTo>
                      <a:pt x="79" y="197"/>
                      <a:pt x="79" y="197"/>
                      <a:pt x="79" y="197"/>
                    </a:cubicBezTo>
                    <a:cubicBezTo>
                      <a:pt x="79" y="197"/>
                      <a:pt x="80" y="197"/>
                      <a:pt x="81" y="196"/>
                    </a:cubicBezTo>
                    <a:cubicBezTo>
                      <a:pt x="81" y="196"/>
                      <a:pt x="81" y="196"/>
                      <a:pt x="81" y="196"/>
                    </a:cubicBezTo>
                    <a:cubicBezTo>
                      <a:pt x="83" y="196"/>
                      <a:pt x="83" y="196"/>
                      <a:pt x="83" y="196"/>
                    </a:cubicBezTo>
                    <a:cubicBezTo>
                      <a:pt x="83" y="195"/>
                      <a:pt x="84" y="195"/>
                      <a:pt x="84" y="195"/>
                    </a:cubicBezTo>
                    <a:cubicBezTo>
                      <a:pt x="84" y="195"/>
                      <a:pt x="84" y="195"/>
                      <a:pt x="84" y="195"/>
                    </a:cubicBezTo>
                    <a:cubicBezTo>
                      <a:pt x="86" y="195"/>
                      <a:pt x="87" y="194"/>
                      <a:pt x="89" y="194"/>
                    </a:cubicBezTo>
                    <a:cubicBezTo>
                      <a:pt x="136" y="235"/>
                      <a:pt x="260" y="252"/>
                      <a:pt x="332" y="253"/>
                    </a:cubicBezTo>
                    <a:cubicBezTo>
                      <a:pt x="331" y="254"/>
                      <a:pt x="331" y="254"/>
                      <a:pt x="331" y="254"/>
                    </a:cubicBezTo>
                    <a:cubicBezTo>
                      <a:pt x="332" y="254"/>
                      <a:pt x="332" y="254"/>
                      <a:pt x="332" y="254"/>
                    </a:cubicBezTo>
                    <a:cubicBezTo>
                      <a:pt x="331" y="254"/>
                      <a:pt x="330" y="253"/>
                      <a:pt x="329" y="252"/>
                    </a:cubicBezTo>
                    <a:cubicBezTo>
                      <a:pt x="329" y="252"/>
                      <a:pt x="329" y="252"/>
                      <a:pt x="329" y="252"/>
                    </a:cubicBezTo>
                    <a:cubicBezTo>
                      <a:pt x="296" y="237"/>
                      <a:pt x="277" y="222"/>
                      <a:pt x="268" y="211"/>
                    </a:cubicBezTo>
                    <a:cubicBezTo>
                      <a:pt x="268" y="211"/>
                      <a:pt x="268" y="211"/>
                      <a:pt x="268" y="211"/>
                    </a:cubicBezTo>
                    <a:cubicBezTo>
                      <a:pt x="264" y="206"/>
                      <a:pt x="261" y="202"/>
                      <a:pt x="261" y="198"/>
                    </a:cubicBezTo>
                    <a:cubicBezTo>
                      <a:pt x="306" y="230"/>
                      <a:pt x="357" y="243"/>
                      <a:pt x="357" y="243"/>
                    </a:cubicBezTo>
                    <a:cubicBezTo>
                      <a:pt x="357" y="244"/>
                      <a:pt x="357" y="244"/>
                      <a:pt x="357" y="244"/>
                    </a:cubicBezTo>
                    <a:cubicBezTo>
                      <a:pt x="357" y="244"/>
                      <a:pt x="357" y="244"/>
                      <a:pt x="357" y="244"/>
                    </a:cubicBezTo>
                    <a:cubicBezTo>
                      <a:pt x="357" y="243"/>
                      <a:pt x="357" y="243"/>
                      <a:pt x="357" y="243"/>
                    </a:cubicBezTo>
                    <a:cubicBezTo>
                      <a:pt x="342" y="221"/>
                      <a:pt x="330" y="185"/>
                      <a:pt x="330" y="185"/>
                    </a:cubicBezTo>
                    <a:cubicBezTo>
                      <a:pt x="433" y="176"/>
                      <a:pt x="437" y="370"/>
                      <a:pt x="437" y="370"/>
                    </a:cubicBezTo>
                    <a:cubicBezTo>
                      <a:pt x="446" y="320"/>
                      <a:pt x="449" y="231"/>
                      <a:pt x="439" y="16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1" name="iṣ1íďê"/>
              <p:cNvSpPr/>
              <p:nvPr/>
            </p:nvSpPr>
            <p:spPr bwMode="auto">
              <a:xfrm>
                <a:off x="5419774" y="5829360"/>
                <a:ext cx="1379430" cy="839939"/>
              </a:xfrm>
              <a:prstGeom prst="rect">
                <a:avLst/>
              </a:prstGeom>
              <a:solidFill>
                <a:srgbClr val="ECF0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2" name="iṣļîḋé"/>
              <p:cNvSpPr/>
              <p:nvPr/>
            </p:nvSpPr>
            <p:spPr bwMode="auto">
              <a:xfrm>
                <a:off x="5419774" y="5829360"/>
                <a:ext cx="1379430" cy="83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3" name="ïṡļïḍè"/>
              <p:cNvSpPr/>
              <p:nvPr/>
            </p:nvSpPr>
            <p:spPr bwMode="auto">
              <a:xfrm>
                <a:off x="5419774" y="6669299"/>
                <a:ext cx="1379430" cy="130121"/>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4" name="íṩľïḍê"/>
              <p:cNvSpPr/>
              <p:nvPr/>
            </p:nvSpPr>
            <p:spPr bwMode="auto">
              <a:xfrm>
                <a:off x="5210703" y="5558153"/>
                <a:ext cx="209071" cy="1111146"/>
              </a:xfrm>
              <a:custGeom>
                <a:avLst/>
                <a:gdLst>
                  <a:gd name="T0" fmla="*/ 121 w 121"/>
                  <a:gd name="T1" fmla="*/ 643 h 643"/>
                  <a:gd name="T2" fmla="*/ 103 w 121"/>
                  <a:gd name="T3" fmla="*/ 368 h 643"/>
                  <a:gd name="T4" fmla="*/ 92 w 121"/>
                  <a:gd name="T5" fmla="*/ 198 h 643"/>
                  <a:gd name="T6" fmla="*/ 69 w 121"/>
                  <a:gd name="T7" fmla="*/ 0 h 643"/>
                  <a:gd name="T8" fmla="*/ 3 w 121"/>
                  <a:gd name="T9" fmla="*/ 262 h 643"/>
                  <a:gd name="T10" fmla="*/ 3 w 121"/>
                  <a:gd name="T11" fmla="*/ 262 h 643"/>
                  <a:gd name="T12" fmla="*/ 0 w 121"/>
                  <a:gd name="T13" fmla="*/ 284 h 643"/>
                  <a:gd name="T14" fmla="*/ 6 w 121"/>
                  <a:gd name="T15" fmla="*/ 313 h 643"/>
                  <a:gd name="T16" fmla="*/ 6 w 121"/>
                  <a:gd name="T17" fmla="*/ 314 h 643"/>
                  <a:gd name="T18" fmla="*/ 121 w 121"/>
                  <a:gd name="T19" fmla="*/ 643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643">
                    <a:moveTo>
                      <a:pt x="121" y="643"/>
                    </a:moveTo>
                    <a:cubicBezTo>
                      <a:pt x="103" y="368"/>
                      <a:pt x="103" y="368"/>
                      <a:pt x="103" y="368"/>
                    </a:cubicBezTo>
                    <a:cubicBezTo>
                      <a:pt x="92" y="198"/>
                      <a:pt x="92" y="198"/>
                      <a:pt x="92" y="198"/>
                    </a:cubicBezTo>
                    <a:cubicBezTo>
                      <a:pt x="69" y="0"/>
                      <a:pt x="69" y="0"/>
                      <a:pt x="69" y="0"/>
                    </a:cubicBezTo>
                    <a:cubicBezTo>
                      <a:pt x="3" y="262"/>
                      <a:pt x="3" y="262"/>
                      <a:pt x="3" y="262"/>
                    </a:cubicBezTo>
                    <a:cubicBezTo>
                      <a:pt x="3" y="262"/>
                      <a:pt x="3" y="262"/>
                      <a:pt x="3" y="262"/>
                    </a:cubicBezTo>
                    <a:cubicBezTo>
                      <a:pt x="1" y="269"/>
                      <a:pt x="0" y="276"/>
                      <a:pt x="0" y="284"/>
                    </a:cubicBezTo>
                    <a:cubicBezTo>
                      <a:pt x="0" y="294"/>
                      <a:pt x="2" y="304"/>
                      <a:pt x="6" y="313"/>
                    </a:cubicBezTo>
                    <a:cubicBezTo>
                      <a:pt x="6" y="314"/>
                      <a:pt x="6" y="314"/>
                      <a:pt x="6" y="314"/>
                    </a:cubicBezTo>
                    <a:lnTo>
                      <a:pt x="121" y="643"/>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5" name="iš1îḓe"/>
              <p:cNvSpPr/>
              <p:nvPr/>
            </p:nvSpPr>
            <p:spPr bwMode="auto">
              <a:xfrm>
                <a:off x="6799203" y="5558153"/>
                <a:ext cx="209802" cy="1111146"/>
              </a:xfrm>
              <a:custGeom>
                <a:avLst/>
                <a:gdLst>
                  <a:gd name="T0" fmla="*/ 0 w 121"/>
                  <a:gd name="T1" fmla="*/ 643 h 643"/>
                  <a:gd name="T2" fmla="*/ 18 w 121"/>
                  <a:gd name="T3" fmla="*/ 368 h 643"/>
                  <a:gd name="T4" fmla="*/ 30 w 121"/>
                  <a:gd name="T5" fmla="*/ 198 h 643"/>
                  <a:gd name="T6" fmla="*/ 53 w 121"/>
                  <a:gd name="T7" fmla="*/ 0 h 643"/>
                  <a:gd name="T8" fmla="*/ 118 w 121"/>
                  <a:gd name="T9" fmla="*/ 262 h 643"/>
                  <a:gd name="T10" fmla="*/ 118 w 121"/>
                  <a:gd name="T11" fmla="*/ 262 h 643"/>
                  <a:gd name="T12" fmla="*/ 121 w 121"/>
                  <a:gd name="T13" fmla="*/ 284 h 643"/>
                  <a:gd name="T14" fmla="*/ 115 w 121"/>
                  <a:gd name="T15" fmla="*/ 313 h 643"/>
                  <a:gd name="T16" fmla="*/ 115 w 121"/>
                  <a:gd name="T17" fmla="*/ 314 h 643"/>
                  <a:gd name="T18" fmla="*/ 0 w 121"/>
                  <a:gd name="T19" fmla="*/ 643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643">
                    <a:moveTo>
                      <a:pt x="0" y="643"/>
                    </a:moveTo>
                    <a:cubicBezTo>
                      <a:pt x="18" y="368"/>
                      <a:pt x="18" y="368"/>
                      <a:pt x="18" y="368"/>
                    </a:cubicBezTo>
                    <a:cubicBezTo>
                      <a:pt x="30" y="198"/>
                      <a:pt x="30" y="198"/>
                      <a:pt x="30" y="198"/>
                    </a:cubicBezTo>
                    <a:cubicBezTo>
                      <a:pt x="53" y="0"/>
                      <a:pt x="53" y="0"/>
                      <a:pt x="53" y="0"/>
                    </a:cubicBezTo>
                    <a:cubicBezTo>
                      <a:pt x="118" y="262"/>
                      <a:pt x="118" y="262"/>
                      <a:pt x="118" y="262"/>
                    </a:cubicBezTo>
                    <a:cubicBezTo>
                      <a:pt x="118" y="262"/>
                      <a:pt x="118" y="262"/>
                      <a:pt x="118" y="262"/>
                    </a:cubicBezTo>
                    <a:cubicBezTo>
                      <a:pt x="120" y="269"/>
                      <a:pt x="121" y="276"/>
                      <a:pt x="121" y="284"/>
                    </a:cubicBezTo>
                    <a:cubicBezTo>
                      <a:pt x="121" y="294"/>
                      <a:pt x="119" y="304"/>
                      <a:pt x="115" y="313"/>
                    </a:cubicBezTo>
                    <a:cubicBezTo>
                      <a:pt x="115" y="314"/>
                      <a:pt x="115" y="314"/>
                      <a:pt x="115" y="314"/>
                    </a:cubicBezTo>
                    <a:lnTo>
                      <a:pt x="0" y="643"/>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6" name="ïŝlíde"/>
              <p:cNvSpPr/>
              <p:nvPr/>
            </p:nvSpPr>
            <p:spPr bwMode="auto">
              <a:xfrm>
                <a:off x="6013360" y="6161242"/>
                <a:ext cx="176175" cy="176175"/>
              </a:xfrm>
              <a:prstGeom prst="ellipse">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7" name="îṩ1ídê"/>
              <p:cNvSpPr/>
              <p:nvPr/>
            </p:nvSpPr>
            <p:spPr bwMode="auto">
              <a:xfrm>
                <a:off x="7055060" y="6444877"/>
                <a:ext cx="363315" cy="354543"/>
              </a:xfrm>
              <a:custGeom>
                <a:avLst/>
                <a:gdLst>
                  <a:gd name="T0" fmla="*/ 52 w 210"/>
                  <a:gd name="T1" fmla="*/ 0 h 205"/>
                  <a:gd name="T2" fmla="*/ 52 w 210"/>
                  <a:gd name="T3" fmla="*/ 16 h 205"/>
                  <a:gd name="T4" fmla="*/ 0 w 210"/>
                  <a:gd name="T5" fmla="*/ 97 h 205"/>
                  <a:gd name="T6" fmla="*/ 52 w 210"/>
                  <a:gd name="T7" fmla="*/ 178 h 205"/>
                  <a:gd name="T8" fmla="*/ 52 w 210"/>
                  <a:gd name="T9" fmla="*/ 205 h 205"/>
                  <a:gd name="T10" fmla="*/ 210 w 210"/>
                  <a:gd name="T11" fmla="*/ 205 h 205"/>
                  <a:gd name="T12" fmla="*/ 210 w 210"/>
                  <a:gd name="T13" fmla="*/ 0 h 205"/>
                  <a:gd name="T14" fmla="*/ 52 w 210"/>
                  <a:gd name="T15" fmla="*/ 0 h 205"/>
                  <a:gd name="T16" fmla="*/ 29 w 210"/>
                  <a:gd name="T17" fmla="*/ 147 h 205"/>
                  <a:gd name="T18" fmla="*/ 26 w 210"/>
                  <a:gd name="T19" fmla="*/ 97 h 205"/>
                  <a:gd name="T20" fmla="*/ 52 w 210"/>
                  <a:gd name="T21" fmla="*/ 42 h 205"/>
                  <a:gd name="T22" fmla="*/ 52 w 210"/>
                  <a:gd name="T23" fmla="*/ 152 h 205"/>
                  <a:gd name="T24" fmla="*/ 29 w 210"/>
                  <a:gd name="T25" fmla="*/ 14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05">
                    <a:moveTo>
                      <a:pt x="52" y="0"/>
                    </a:moveTo>
                    <a:cubicBezTo>
                      <a:pt x="52" y="16"/>
                      <a:pt x="52" y="16"/>
                      <a:pt x="52" y="16"/>
                    </a:cubicBezTo>
                    <a:cubicBezTo>
                      <a:pt x="7" y="16"/>
                      <a:pt x="0" y="34"/>
                      <a:pt x="0" y="97"/>
                    </a:cubicBezTo>
                    <a:cubicBezTo>
                      <a:pt x="0" y="154"/>
                      <a:pt x="0" y="178"/>
                      <a:pt x="52" y="178"/>
                    </a:cubicBezTo>
                    <a:cubicBezTo>
                      <a:pt x="52" y="205"/>
                      <a:pt x="52" y="205"/>
                      <a:pt x="52" y="205"/>
                    </a:cubicBezTo>
                    <a:cubicBezTo>
                      <a:pt x="210" y="205"/>
                      <a:pt x="210" y="205"/>
                      <a:pt x="210" y="205"/>
                    </a:cubicBezTo>
                    <a:cubicBezTo>
                      <a:pt x="210" y="0"/>
                      <a:pt x="210" y="0"/>
                      <a:pt x="210" y="0"/>
                    </a:cubicBezTo>
                    <a:lnTo>
                      <a:pt x="52" y="0"/>
                    </a:lnTo>
                    <a:close/>
                    <a:moveTo>
                      <a:pt x="29" y="147"/>
                    </a:moveTo>
                    <a:cubicBezTo>
                      <a:pt x="26" y="140"/>
                      <a:pt x="26" y="122"/>
                      <a:pt x="26" y="97"/>
                    </a:cubicBezTo>
                    <a:cubicBezTo>
                      <a:pt x="26" y="42"/>
                      <a:pt x="28" y="42"/>
                      <a:pt x="52" y="42"/>
                    </a:cubicBezTo>
                    <a:cubicBezTo>
                      <a:pt x="52" y="152"/>
                      <a:pt x="52" y="152"/>
                      <a:pt x="52" y="152"/>
                    </a:cubicBezTo>
                    <a:cubicBezTo>
                      <a:pt x="32" y="152"/>
                      <a:pt x="30" y="149"/>
                      <a:pt x="29" y="147"/>
                    </a:cubicBez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8" name="íṡľïḑè"/>
              <p:cNvSpPr/>
              <p:nvPr/>
            </p:nvSpPr>
            <p:spPr bwMode="auto">
              <a:xfrm>
                <a:off x="6671276" y="6709505"/>
                <a:ext cx="60675" cy="51902"/>
              </a:xfrm>
              <a:custGeom>
                <a:avLst/>
                <a:gdLst>
                  <a:gd name="T0" fmla="*/ 19 w 83"/>
                  <a:gd name="T1" fmla="*/ 71 h 71"/>
                  <a:gd name="T2" fmla="*/ 0 w 83"/>
                  <a:gd name="T3" fmla="*/ 35 h 71"/>
                  <a:gd name="T4" fmla="*/ 19 w 83"/>
                  <a:gd name="T5" fmla="*/ 0 h 71"/>
                  <a:gd name="T6" fmla="*/ 62 w 83"/>
                  <a:gd name="T7" fmla="*/ 0 h 71"/>
                  <a:gd name="T8" fmla="*/ 83 w 83"/>
                  <a:gd name="T9" fmla="*/ 35 h 71"/>
                  <a:gd name="T10" fmla="*/ 62 w 83"/>
                  <a:gd name="T11" fmla="*/ 71 h 71"/>
                  <a:gd name="T12" fmla="*/ 19 w 83"/>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83" h="71">
                    <a:moveTo>
                      <a:pt x="19" y="71"/>
                    </a:moveTo>
                    <a:lnTo>
                      <a:pt x="0" y="35"/>
                    </a:lnTo>
                    <a:lnTo>
                      <a:pt x="19" y="0"/>
                    </a:lnTo>
                    <a:lnTo>
                      <a:pt x="62" y="0"/>
                    </a:lnTo>
                    <a:lnTo>
                      <a:pt x="83" y="35"/>
                    </a:lnTo>
                    <a:lnTo>
                      <a:pt x="62" y="71"/>
                    </a:lnTo>
                    <a:lnTo>
                      <a:pt x="19" y="7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49" name="ïšḷíde"/>
              <p:cNvSpPr/>
              <p:nvPr/>
            </p:nvSpPr>
            <p:spPr bwMode="auto">
              <a:xfrm>
                <a:off x="6592326" y="6709505"/>
                <a:ext cx="58481" cy="51902"/>
              </a:xfrm>
              <a:custGeom>
                <a:avLst/>
                <a:gdLst>
                  <a:gd name="T0" fmla="*/ 19 w 80"/>
                  <a:gd name="T1" fmla="*/ 71 h 71"/>
                  <a:gd name="T2" fmla="*/ 0 w 80"/>
                  <a:gd name="T3" fmla="*/ 35 h 71"/>
                  <a:gd name="T4" fmla="*/ 19 w 80"/>
                  <a:gd name="T5" fmla="*/ 0 h 71"/>
                  <a:gd name="T6" fmla="*/ 61 w 80"/>
                  <a:gd name="T7" fmla="*/ 0 h 71"/>
                  <a:gd name="T8" fmla="*/ 80 w 80"/>
                  <a:gd name="T9" fmla="*/ 35 h 71"/>
                  <a:gd name="T10" fmla="*/ 61 w 80"/>
                  <a:gd name="T11" fmla="*/ 71 h 71"/>
                  <a:gd name="T12" fmla="*/ 19 w 80"/>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80" h="71">
                    <a:moveTo>
                      <a:pt x="19" y="71"/>
                    </a:moveTo>
                    <a:lnTo>
                      <a:pt x="0" y="35"/>
                    </a:lnTo>
                    <a:lnTo>
                      <a:pt x="19" y="0"/>
                    </a:lnTo>
                    <a:lnTo>
                      <a:pt x="61" y="0"/>
                    </a:lnTo>
                    <a:lnTo>
                      <a:pt x="80" y="35"/>
                    </a:lnTo>
                    <a:lnTo>
                      <a:pt x="61" y="71"/>
                    </a:lnTo>
                    <a:lnTo>
                      <a:pt x="19" y="71"/>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50" name="ïṡ1iḋê"/>
              <p:cNvSpPr/>
              <p:nvPr/>
            </p:nvSpPr>
            <p:spPr bwMode="auto">
              <a:xfrm>
                <a:off x="6516300" y="6709505"/>
                <a:ext cx="59944" cy="51902"/>
              </a:xfrm>
              <a:custGeom>
                <a:avLst/>
                <a:gdLst>
                  <a:gd name="T0" fmla="*/ 21 w 82"/>
                  <a:gd name="T1" fmla="*/ 71 h 71"/>
                  <a:gd name="T2" fmla="*/ 0 w 82"/>
                  <a:gd name="T3" fmla="*/ 35 h 71"/>
                  <a:gd name="T4" fmla="*/ 21 w 82"/>
                  <a:gd name="T5" fmla="*/ 0 h 71"/>
                  <a:gd name="T6" fmla="*/ 64 w 82"/>
                  <a:gd name="T7" fmla="*/ 0 h 71"/>
                  <a:gd name="T8" fmla="*/ 82 w 82"/>
                  <a:gd name="T9" fmla="*/ 35 h 71"/>
                  <a:gd name="T10" fmla="*/ 64 w 82"/>
                  <a:gd name="T11" fmla="*/ 71 h 71"/>
                  <a:gd name="T12" fmla="*/ 21 w 82"/>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82" h="71">
                    <a:moveTo>
                      <a:pt x="21" y="71"/>
                    </a:moveTo>
                    <a:lnTo>
                      <a:pt x="0" y="35"/>
                    </a:lnTo>
                    <a:lnTo>
                      <a:pt x="21" y="0"/>
                    </a:lnTo>
                    <a:lnTo>
                      <a:pt x="64" y="0"/>
                    </a:lnTo>
                    <a:lnTo>
                      <a:pt x="82" y="35"/>
                    </a:lnTo>
                    <a:lnTo>
                      <a:pt x="64" y="71"/>
                    </a:lnTo>
                    <a:lnTo>
                      <a:pt x="21" y="71"/>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51" name="ïṩḻîḑé"/>
              <p:cNvSpPr/>
              <p:nvPr/>
            </p:nvSpPr>
            <p:spPr bwMode="auto">
              <a:xfrm>
                <a:off x="5739960" y="4828598"/>
                <a:ext cx="285097" cy="207609"/>
              </a:xfrm>
              <a:custGeom>
                <a:avLst/>
                <a:gdLst>
                  <a:gd name="T0" fmla="*/ 145 w 165"/>
                  <a:gd name="T1" fmla="*/ 81 h 120"/>
                  <a:gd name="T2" fmla="*/ 128 w 165"/>
                  <a:gd name="T3" fmla="*/ 92 h 120"/>
                  <a:gd name="T4" fmla="*/ 8 w 165"/>
                  <a:gd name="T5" fmla="*/ 0 h 120"/>
                  <a:gd name="T6" fmla="*/ 1 w 165"/>
                  <a:gd name="T7" fmla="*/ 8 h 120"/>
                  <a:gd name="T8" fmla="*/ 127 w 165"/>
                  <a:gd name="T9" fmla="*/ 108 h 120"/>
                  <a:gd name="T10" fmla="*/ 145 w 165"/>
                  <a:gd name="T11" fmla="*/ 120 h 120"/>
                  <a:gd name="T12" fmla="*/ 165 w 165"/>
                  <a:gd name="T13" fmla="*/ 100 h 120"/>
                  <a:gd name="T14" fmla="*/ 145 w 165"/>
                  <a:gd name="T15" fmla="*/ 81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120">
                    <a:moveTo>
                      <a:pt x="145" y="81"/>
                    </a:moveTo>
                    <a:cubicBezTo>
                      <a:pt x="138" y="81"/>
                      <a:pt x="131" y="85"/>
                      <a:pt x="128" y="92"/>
                    </a:cubicBezTo>
                    <a:cubicBezTo>
                      <a:pt x="18" y="72"/>
                      <a:pt x="8" y="3"/>
                      <a:pt x="8" y="0"/>
                    </a:cubicBezTo>
                    <a:cubicBezTo>
                      <a:pt x="5" y="0"/>
                      <a:pt x="1" y="4"/>
                      <a:pt x="1" y="8"/>
                    </a:cubicBezTo>
                    <a:cubicBezTo>
                      <a:pt x="1" y="10"/>
                      <a:pt x="0" y="86"/>
                      <a:pt x="127" y="108"/>
                    </a:cubicBezTo>
                    <a:cubicBezTo>
                      <a:pt x="130" y="115"/>
                      <a:pt x="137" y="120"/>
                      <a:pt x="145" y="120"/>
                    </a:cubicBezTo>
                    <a:cubicBezTo>
                      <a:pt x="156" y="120"/>
                      <a:pt x="165" y="111"/>
                      <a:pt x="165" y="100"/>
                    </a:cubicBezTo>
                    <a:cubicBezTo>
                      <a:pt x="165" y="90"/>
                      <a:pt x="156" y="81"/>
                      <a:pt x="145" y="81"/>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grpSp>
        <p:sp>
          <p:nvSpPr>
            <p:cNvPr id="12" name="íṩlíḍê"/>
            <p:cNvSpPr/>
            <p:nvPr/>
          </p:nvSpPr>
          <p:spPr bwMode="auto">
            <a:xfrm>
              <a:off x="4062817" y="3544652"/>
              <a:ext cx="816561" cy="816561"/>
            </a:xfrm>
            <a:prstGeom prst="ellipse">
              <a:avLst/>
            </a:prstGeom>
            <a:solidFill>
              <a:schemeClr val="accent2"/>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3" name="í$lîḑe"/>
            <p:cNvSpPr/>
            <p:nvPr/>
          </p:nvSpPr>
          <p:spPr bwMode="auto">
            <a:xfrm>
              <a:off x="4272271" y="3756330"/>
              <a:ext cx="397653" cy="39320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chemeClr val="bg1"/>
            </a:solidFill>
            <a:ln>
              <a:noFill/>
            </a:ln>
            <a:effectLst/>
          </p:spPr>
          <p:txBody>
            <a:bodyPr lIns="50789" tIns="50789" rIns="50789" bIns="50789" anchor="ctr">
              <a:normAutofit fontScale="62500" lnSpcReduction="200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ES" sz="3600" b="0" i="0" u="none" strike="noStrike" kern="1200" cap="none" spc="0" normalizeH="0" baseline="0" noProof="0" dirty="0">
                <a:ln>
                  <a:noFill/>
                </a:ln>
                <a:solidFill>
                  <a:srgbClr val="44CEB9"/>
                </a:solidFill>
                <a:effectLst>
                  <a:outerShdw blurRad="38100" dist="38100" dir="2700000" algn="tl">
                    <a:srgbClr val="000000"/>
                  </a:outerShdw>
                </a:effectLst>
                <a:uLnTx/>
                <a:uFillTx/>
              </a:endParaRPr>
            </a:p>
          </p:txBody>
        </p:sp>
        <p:sp>
          <p:nvSpPr>
            <p:cNvPr id="14" name="íṡlîḓê"/>
            <p:cNvSpPr/>
            <p:nvPr/>
          </p:nvSpPr>
          <p:spPr bwMode="auto">
            <a:xfrm>
              <a:off x="5698102" y="2730715"/>
              <a:ext cx="823925" cy="826380"/>
            </a:xfrm>
            <a:prstGeom prst="ellipse">
              <a:avLst/>
            </a:prstGeom>
            <a:solidFill>
              <a:schemeClr val="accent3"/>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5" name="íṥļiḑê"/>
            <p:cNvSpPr/>
            <p:nvPr/>
          </p:nvSpPr>
          <p:spPr bwMode="auto">
            <a:xfrm>
              <a:off x="5975347" y="2880436"/>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2C3E5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6" name="iśliḑé"/>
            <p:cNvSpPr/>
            <p:nvPr/>
          </p:nvSpPr>
          <p:spPr bwMode="auto">
            <a:xfrm>
              <a:off x="5944367" y="2883615"/>
              <a:ext cx="331394" cy="520581"/>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82843" tIns="91422" rIns="182843" bIns="91422"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endParaRPr>
            </a:p>
          </p:txBody>
        </p:sp>
        <p:sp>
          <p:nvSpPr>
            <p:cNvPr id="17" name="ïṧḷïḋe"/>
            <p:cNvSpPr/>
            <p:nvPr/>
          </p:nvSpPr>
          <p:spPr bwMode="auto">
            <a:xfrm>
              <a:off x="3516747" y="4935261"/>
              <a:ext cx="697923" cy="697923"/>
            </a:xfrm>
            <a:prstGeom prst="ellipse">
              <a:avLst/>
            </a:prstGeom>
            <a:solidFill>
              <a:schemeClr val="accent1"/>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18" name="iṥľïdê"/>
            <p:cNvSpPr/>
            <p:nvPr/>
          </p:nvSpPr>
          <p:spPr bwMode="auto">
            <a:xfrm>
              <a:off x="3691070" y="5109538"/>
              <a:ext cx="349277" cy="349368"/>
            </a:xfrm>
            <a:custGeom>
              <a:avLst/>
              <a:gdLst>
                <a:gd name="T0" fmla="*/ 3437 w 6844"/>
                <a:gd name="T1" fmla="*/ 1719 h 6844"/>
                <a:gd name="T2" fmla="*/ 3437 w 6844"/>
                <a:gd name="T3" fmla="*/ 2875 h 6844"/>
                <a:gd name="T4" fmla="*/ 3437 w 6844"/>
                <a:gd name="T5" fmla="*/ 1719 h 6844"/>
                <a:gd name="T6" fmla="*/ 6843 w 6844"/>
                <a:gd name="T7" fmla="*/ 188 h 6844"/>
                <a:gd name="T8" fmla="*/ 5437 w 6844"/>
                <a:gd name="T9" fmla="*/ 2375 h 6844"/>
                <a:gd name="T10" fmla="*/ 5124 w 6844"/>
                <a:gd name="T11" fmla="*/ 1250 h 6844"/>
                <a:gd name="T12" fmla="*/ 5093 w 6844"/>
                <a:gd name="T13" fmla="*/ 2719 h 6844"/>
                <a:gd name="T14" fmla="*/ 4437 w 6844"/>
                <a:gd name="T15" fmla="*/ 3749 h 6844"/>
                <a:gd name="T16" fmla="*/ 5218 w 6844"/>
                <a:gd name="T17" fmla="*/ 4562 h 6844"/>
                <a:gd name="T18" fmla="*/ 5218 w 6844"/>
                <a:gd name="T19" fmla="*/ 4593 h 6844"/>
                <a:gd name="T20" fmla="*/ 5124 w 6844"/>
                <a:gd name="T21" fmla="*/ 6624 h 6844"/>
                <a:gd name="T22" fmla="*/ 4812 w 6844"/>
                <a:gd name="T23" fmla="*/ 6843 h 6844"/>
                <a:gd name="T24" fmla="*/ 4812 w 6844"/>
                <a:gd name="T25" fmla="*/ 5093 h 6844"/>
                <a:gd name="T26" fmla="*/ 2594 w 6844"/>
                <a:gd name="T27" fmla="*/ 5812 h 6844"/>
                <a:gd name="T28" fmla="*/ 2438 w 6844"/>
                <a:gd name="T29" fmla="*/ 5968 h 6844"/>
                <a:gd name="T30" fmla="*/ 875 w 6844"/>
                <a:gd name="T31" fmla="*/ 6843 h 6844"/>
                <a:gd name="T32" fmla="*/ 719 w 6844"/>
                <a:gd name="T33" fmla="*/ 6312 h 6844"/>
                <a:gd name="T34" fmla="*/ 2844 w 6844"/>
                <a:gd name="T35" fmla="*/ 4562 h 6844"/>
                <a:gd name="T36" fmla="*/ 1782 w 6844"/>
                <a:gd name="T37" fmla="*/ 2750 h 6844"/>
                <a:gd name="T38" fmla="*/ 1719 w 6844"/>
                <a:gd name="T39" fmla="*/ 2594 h 6844"/>
                <a:gd name="T40" fmla="*/ 1250 w 6844"/>
                <a:gd name="T41" fmla="*/ 1313 h 6844"/>
                <a:gd name="T42" fmla="*/ 407 w 6844"/>
                <a:gd name="T43" fmla="*/ 2563 h 6844"/>
                <a:gd name="T44" fmla="*/ 1032 w 6844"/>
                <a:gd name="T45" fmla="*/ 32 h 6844"/>
                <a:gd name="T46" fmla="*/ 1813 w 6844"/>
                <a:gd name="T47" fmla="*/ 938 h 6844"/>
                <a:gd name="T48" fmla="*/ 2157 w 6844"/>
                <a:gd name="T49" fmla="*/ 907 h 6844"/>
                <a:gd name="T50" fmla="*/ 4718 w 6844"/>
                <a:gd name="T51" fmla="*/ 907 h 6844"/>
                <a:gd name="T52" fmla="*/ 5031 w 6844"/>
                <a:gd name="T53" fmla="*/ 938 h 6844"/>
                <a:gd name="T54" fmla="*/ 5812 w 6844"/>
                <a:gd name="T55" fmla="*/ 0 h 6844"/>
                <a:gd name="T56" fmla="*/ 4562 w 6844"/>
                <a:gd name="T57" fmla="*/ 1188 h 6844"/>
                <a:gd name="T58" fmla="*/ 3437 w 6844"/>
                <a:gd name="T59" fmla="*/ 1157 h 6844"/>
                <a:gd name="T60" fmla="*/ 2282 w 6844"/>
                <a:gd name="T61" fmla="*/ 2469 h 6844"/>
                <a:gd name="T62" fmla="*/ 3718 w 6844"/>
                <a:gd name="T63" fmla="*/ 3157 h 6844"/>
                <a:gd name="T64" fmla="*/ 4562 w 6844"/>
                <a:gd name="T65" fmla="*/ 1188 h 6844"/>
                <a:gd name="T66" fmla="*/ 4562 w 6844"/>
                <a:gd name="T67" fmla="*/ 1188 h 6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44" h="6844">
                  <a:moveTo>
                    <a:pt x="3437" y="1719"/>
                  </a:moveTo>
                  <a:lnTo>
                    <a:pt x="3437" y="1719"/>
                  </a:lnTo>
                  <a:cubicBezTo>
                    <a:pt x="3749" y="1719"/>
                    <a:pt x="3999" y="2000"/>
                    <a:pt x="3999" y="2313"/>
                  </a:cubicBezTo>
                  <a:cubicBezTo>
                    <a:pt x="3999" y="2625"/>
                    <a:pt x="3749" y="2875"/>
                    <a:pt x="3437" y="2875"/>
                  </a:cubicBezTo>
                  <a:cubicBezTo>
                    <a:pt x="3125" y="2875"/>
                    <a:pt x="2844" y="2625"/>
                    <a:pt x="2844" y="2313"/>
                  </a:cubicBezTo>
                  <a:cubicBezTo>
                    <a:pt x="2844" y="2000"/>
                    <a:pt x="3125" y="1719"/>
                    <a:pt x="3437" y="1719"/>
                  </a:cubicBezTo>
                  <a:close/>
                  <a:moveTo>
                    <a:pt x="6843" y="188"/>
                  </a:moveTo>
                  <a:lnTo>
                    <a:pt x="6843" y="188"/>
                  </a:lnTo>
                  <a:cubicBezTo>
                    <a:pt x="6437" y="2532"/>
                    <a:pt x="6437" y="2532"/>
                    <a:pt x="6437" y="2532"/>
                  </a:cubicBezTo>
                  <a:cubicBezTo>
                    <a:pt x="5437" y="2375"/>
                    <a:pt x="5437" y="2375"/>
                    <a:pt x="5437" y="2375"/>
                  </a:cubicBezTo>
                  <a:cubicBezTo>
                    <a:pt x="5593" y="1282"/>
                    <a:pt x="5593" y="1282"/>
                    <a:pt x="5593" y="1282"/>
                  </a:cubicBezTo>
                  <a:cubicBezTo>
                    <a:pt x="5468" y="1282"/>
                    <a:pt x="5312" y="1250"/>
                    <a:pt x="5124" y="1250"/>
                  </a:cubicBezTo>
                  <a:cubicBezTo>
                    <a:pt x="5124" y="2594"/>
                    <a:pt x="5124" y="2594"/>
                    <a:pt x="5124" y="2594"/>
                  </a:cubicBezTo>
                  <a:cubicBezTo>
                    <a:pt x="5124" y="2625"/>
                    <a:pt x="5124" y="2688"/>
                    <a:pt x="5093" y="2719"/>
                  </a:cubicBezTo>
                  <a:lnTo>
                    <a:pt x="5093" y="2750"/>
                  </a:lnTo>
                  <a:cubicBezTo>
                    <a:pt x="4437" y="3749"/>
                    <a:pt x="4437" y="3749"/>
                    <a:pt x="4437" y="3749"/>
                  </a:cubicBezTo>
                  <a:cubicBezTo>
                    <a:pt x="4249" y="4281"/>
                    <a:pt x="4249" y="4281"/>
                    <a:pt x="4249" y="4281"/>
                  </a:cubicBezTo>
                  <a:cubicBezTo>
                    <a:pt x="5218" y="4562"/>
                    <a:pt x="5218" y="4562"/>
                    <a:pt x="5218" y="4562"/>
                  </a:cubicBezTo>
                  <a:cubicBezTo>
                    <a:pt x="5218" y="4562"/>
                    <a:pt x="5218" y="4562"/>
                    <a:pt x="5187" y="4593"/>
                  </a:cubicBezTo>
                  <a:cubicBezTo>
                    <a:pt x="5218" y="4593"/>
                    <a:pt x="5218" y="4593"/>
                    <a:pt x="5218" y="4593"/>
                  </a:cubicBezTo>
                  <a:cubicBezTo>
                    <a:pt x="5343" y="4624"/>
                    <a:pt x="5437" y="4749"/>
                    <a:pt x="5406" y="4906"/>
                  </a:cubicBezTo>
                  <a:cubicBezTo>
                    <a:pt x="5124" y="6624"/>
                    <a:pt x="5124" y="6624"/>
                    <a:pt x="5124" y="6624"/>
                  </a:cubicBezTo>
                  <a:cubicBezTo>
                    <a:pt x="5093" y="6749"/>
                    <a:pt x="4999" y="6843"/>
                    <a:pt x="4843" y="6843"/>
                  </a:cubicBezTo>
                  <a:lnTo>
                    <a:pt x="4812" y="6843"/>
                  </a:lnTo>
                  <a:cubicBezTo>
                    <a:pt x="4656" y="6812"/>
                    <a:pt x="4531" y="6687"/>
                    <a:pt x="4562" y="6531"/>
                  </a:cubicBezTo>
                  <a:cubicBezTo>
                    <a:pt x="4812" y="5093"/>
                    <a:pt x="4812" y="5093"/>
                    <a:pt x="4812" y="5093"/>
                  </a:cubicBezTo>
                  <a:cubicBezTo>
                    <a:pt x="3531" y="5124"/>
                    <a:pt x="3531" y="5124"/>
                    <a:pt x="3531" y="5124"/>
                  </a:cubicBezTo>
                  <a:cubicBezTo>
                    <a:pt x="2594" y="5812"/>
                    <a:pt x="2594" y="5812"/>
                    <a:pt x="2594" y="5812"/>
                  </a:cubicBezTo>
                  <a:cubicBezTo>
                    <a:pt x="2500" y="5906"/>
                    <a:pt x="2500" y="5906"/>
                    <a:pt x="2500" y="5906"/>
                  </a:cubicBezTo>
                  <a:cubicBezTo>
                    <a:pt x="2469" y="5937"/>
                    <a:pt x="2469" y="5937"/>
                    <a:pt x="2438" y="5968"/>
                  </a:cubicBezTo>
                  <a:cubicBezTo>
                    <a:pt x="1000" y="6812"/>
                    <a:pt x="1000" y="6812"/>
                    <a:pt x="1000" y="6812"/>
                  </a:cubicBezTo>
                  <a:cubicBezTo>
                    <a:pt x="969" y="6843"/>
                    <a:pt x="907" y="6843"/>
                    <a:pt x="875" y="6843"/>
                  </a:cubicBezTo>
                  <a:cubicBezTo>
                    <a:pt x="782" y="6843"/>
                    <a:pt x="688" y="6812"/>
                    <a:pt x="625" y="6718"/>
                  </a:cubicBezTo>
                  <a:cubicBezTo>
                    <a:pt x="532" y="6562"/>
                    <a:pt x="594" y="6406"/>
                    <a:pt x="719" y="6312"/>
                  </a:cubicBezTo>
                  <a:cubicBezTo>
                    <a:pt x="1969" y="5562"/>
                    <a:pt x="1969" y="5562"/>
                    <a:pt x="1969" y="5562"/>
                  </a:cubicBezTo>
                  <a:cubicBezTo>
                    <a:pt x="2844" y="4562"/>
                    <a:pt x="2844" y="4562"/>
                    <a:pt x="2844" y="4562"/>
                  </a:cubicBezTo>
                  <a:cubicBezTo>
                    <a:pt x="2563" y="3718"/>
                    <a:pt x="2563" y="3718"/>
                    <a:pt x="2563" y="3718"/>
                  </a:cubicBezTo>
                  <a:cubicBezTo>
                    <a:pt x="1782" y="2750"/>
                    <a:pt x="1782" y="2750"/>
                    <a:pt x="1782" y="2750"/>
                  </a:cubicBezTo>
                  <a:lnTo>
                    <a:pt x="1782" y="2750"/>
                  </a:lnTo>
                  <a:cubicBezTo>
                    <a:pt x="1750" y="2688"/>
                    <a:pt x="1719" y="2657"/>
                    <a:pt x="1719" y="2594"/>
                  </a:cubicBezTo>
                  <a:cubicBezTo>
                    <a:pt x="1719" y="1250"/>
                    <a:pt x="1719" y="1250"/>
                    <a:pt x="1719" y="1250"/>
                  </a:cubicBezTo>
                  <a:cubicBezTo>
                    <a:pt x="1532" y="1250"/>
                    <a:pt x="1375" y="1282"/>
                    <a:pt x="1250" y="1313"/>
                  </a:cubicBezTo>
                  <a:cubicBezTo>
                    <a:pt x="1407" y="2375"/>
                    <a:pt x="1407" y="2375"/>
                    <a:pt x="1407" y="2375"/>
                  </a:cubicBezTo>
                  <a:cubicBezTo>
                    <a:pt x="407" y="2563"/>
                    <a:pt x="407" y="2563"/>
                    <a:pt x="407" y="2563"/>
                  </a:cubicBezTo>
                  <a:cubicBezTo>
                    <a:pt x="0" y="188"/>
                    <a:pt x="0" y="188"/>
                    <a:pt x="0" y="188"/>
                  </a:cubicBezTo>
                  <a:cubicBezTo>
                    <a:pt x="1032" y="32"/>
                    <a:pt x="1032" y="32"/>
                    <a:pt x="1032" y="32"/>
                  </a:cubicBezTo>
                  <a:cubicBezTo>
                    <a:pt x="1188" y="1032"/>
                    <a:pt x="1188" y="1032"/>
                    <a:pt x="1188" y="1032"/>
                  </a:cubicBezTo>
                  <a:cubicBezTo>
                    <a:pt x="1375" y="1000"/>
                    <a:pt x="1594" y="969"/>
                    <a:pt x="1813" y="938"/>
                  </a:cubicBezTo>
                  <a:cubicBezTo>
                    <a:pt x="1875" y="907"/>
                    <a:pt x="1938" y="875"/>
                    <a:pt x="2000" y="875"/>
                  </a:cubicBezTo>
                  <a:cubicBezTo>
                    <a:pt x="2063" y="875"/>
                    <a:pt x="2094" y="907"/>
                    <a:pt x="2157" y="907"/>
                  </a:cubicBezTo>
                  <a:cubicBezTo>
                    <a:pt x="2532" y="907"/>
                    <a:pt x="2938" y="875"/>
                    <a:pt x="3437" y="875"/>
                  </a:cubicBezTo>
                  <a:cubicBezTo>
                    <a:pt x="3906" y="875"/>
                    <a:pt x="4343" y="907"/>
                    <a:pt x="4718" y="907"/>
                  </a:cubicBezTo>
                  <a:cubicBezTo>
                    <a:pt x="4749" y="907"/>
                    <a:pt x="4781" y="875"/>
                    <a:pt x="4843" y="875"/>
                  </a:cubicBezTo>
                  <a:cubicBezTo>
                    <a:pt x="4906" y="875"/>
                    <a:pt x="4968" y="907"/>
                    <a:pt x="5031" y="938"/>
                  </a:cubicBezTo>
                  <a:cubicBezTo>
                    <a:pt x="5281" y="969"/>
                    <a:pt x="5468" y="1000"/>
                    <a:pt x="5656" y="1000"/>
                  </a:cubicBezTo>
                  <a:cubicBezTo>
                    <a:pt x="5812" y="0"/>
                    <a:pt x="5812" y="0"/>
                    <a:pt x="5812" y="0"/>
                  </a:cubicBezTo>
                  <a:lnTo>
                    <a:pt x="6843" y="188"/>
                  </a:lnTo>
                  <a:close/>
                  <a:moveTo>
                    <a:pt x="4562" y="1188"/>
                  </a:moveTo>
                  <a:lnTo>
                    <a:pt x="4562" y="1188"/>
                  </a:lnTo>
                  <a:cubicBezTo>
                    <a:pt x="4218" y="1188"/>
                    <a:pt x="3843" y="1157"/>
                    <a:pt x="3437" y="1157"/>
                  </a:cubicBezTo>
                  <a:cubicBezTo>
                    <a:pt x="3000" y="1157"/>
                    <a:pt x="2625" y="1188"/>
                    <a:pt x="2282" y="1188"/>
                  </a:cubicBezTo>
                  <a:cubicBezTo>
                    <a:pt x="2282" y="2469"/>
                    <a:pt x="2282" y="2469"/>
                    <a:pt x="2282" y="2469"/>
                  </a:cubicBezTo>
                  <a:cubicBezTo>
                    <a:pt x="3157" y="3157"/>
                    <a:pt x="3157" y="3157"/>
                    <a:pt x="3157" y="3157"/>
                  </a:cubicBezTo>
                  <a:cubicBezTo>
                    <a:pt x="3718" y="3157"/>
                    <a:pt x="3718" y="3157"/>
                    <a:pt x="3718" y="3157"/>
                  </a:cubicBezTo>
                  <a:cubicBezTo>
                    <a:pt x="4562" y="2469"/>
                    <a:pt x="4562" y="2469"/>
                    <a:pt x="4562" y="2469"/>
                  </a:cubicBezTo>
                  <a:lnTo>
                    <a:pt x="4562" y="1188"/>
                  </a:lnTo>
                  <a:close/>
                  <a:moveTo>
                    <a:pt x="4562" y="1188"/>
                  </a:moveTo>
                  <a:lnTo>
                    <a:pt x="4562" y="1188"/>
                  </a:lnTo>
                  <a:close/>
                </a:path>
              </a:pathLst>
            </a:custGeom>
            <a:solidFill>
              <a:schemeClr val="bg1"/>
            </a:solidFill>
            <a:ln>
              <a:noFill/>
            </a:ln>
            <a:effectLst/>
          </p:spPr>
          <p:txBody>
            <a:bodyPr wrap="none" lIns="243797" tIns="121899" rIns="243797" bIns="121899"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endParaRPr>
            </a:p>
          </p:txBody>
        </p:sp>
        <p:sp>
          <p:nvSpPr>
            <p:cNvPr id="19" name="ïSḷiďê"/>
            <p:cNvSpPr/>
            <p:nvPr/>
          </p:nvSpPr>
          <p:spPr bwMode="auto">
            <a:xfrm>
              <a:off x="7978145" y="4935261"/>
              <a:ext cx="697923" cy="697923"/>
            </a:xfrm>
            <a:prstGeom prst="ellipse">
              <a:avLst/>
            </a:prstGeom>
            <a:solidFill>
              <a:schemeClr val="accent1"/>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endParaRPr>
            </a:p>
          </p:txBody>
        </p:sp>
        <p:sp>
          <p:nvSpPr>
            <p:cNvPr id="20" name="î$ḷide"/>
            <p:cNvSpPr/>
            <p:nvPr/>
          </p:nvSpPr>
          <p:spPr bwMode="auto">
            <a:xfrm>
              <a:off x="8166847" y="5076468"/>
              <a:ext cx="320519" cy="415509"/>
            </a:xfrm>
            <a:custGeom>
              <a:avLst/>
              <a:gdLst>
                <a:gd name="T0" fmla="*/ 719 w 1222"/>
                <a:gd name="T1" fmla="*/ 1338 h 1581"/>
                <a:gd name="T2" fmla="*/ 686 w 1222"/>
                <a:gd name="T3" fmla="*/ 1221 h 1581"/>
                <a:gd name="T4" fmla="*/ 686 w 1222"/>
                <a:gd name="T5" fmla="*/ 359 h 1581"/>
                <a:gd name="T6" fmla="*/ 719 w 1222"/>
                <a:gd name="T7" fmla="*/ 243 h 1581"/>
                <a:gd name="T8" fmla="*/ 17 w 1222"/>
                <a:gd name="T9" fmla="*/ 460 h 1581"/>
                <a:gd name="T10" fmla="*/ 0 w 1222"/>
                <a:gd name="T11" fmla="*/ 794 h 1581"/>
                <a:gd name="T12" fmla="*/ 17 w 1222"/>
                <a:gd name="T13" fmla="*/ 1120 h 1581"/>
                <a:gd name="T14" fmla="*/ 502 w 1222"/>
                <a:gd name="T15" fmla="*/ 1530 h 1581"/>
                <a:gd name="T16" fmla="*/ 493 w 1222"/>
                <a:gd name="T17" fmla="*/ 1112 h 1581"/>
                <a:gd name="T18" fmla="*/ 284 w 1222"/>
                <a:gd name="T19" fmla="*/ 1120 h 1581"/>
                <a:gd name="T20" fmla="*/ 284 w 1222"/>
                <a:gd name="T21" fmla="*/ 794 h 1581"/>
                <a:gd name="T22" fmla="*/ 284 w 1222"/>
                <a:gd name="T23" fmla="*/ 460 h 1581"/>
                <a:gd name="T24" fmla="*/ 493 w 1222"/>
                <a:gd name="T25" fmla="*/ 468 h 1581"/>
                <a:gd name="T26" fmla="*/ 502 w 1222"/>
                <a:gd name="T27" fmla="*/ 58 h 1581"/>
                <a:gd name="T28" fmla="*/ 17 w 1222"/>
                <a:gd name="T29" fmla="*/ 460 h 1581"/>
                <a:gd name="T30" fmla="*/ 602 w 1222"/>
                <a:gd name="T31" fmla="*/ 911 h 1581"/>
                <a:gd name="T32" fmla="*/ 493 w 1222"/>
                <a:gd name="T33" fmla="*/ 861 h 1581"/>
                <a:gd name="T34" fmla="*/ 543 w 1222"/>
                <a:gd name="T35" fmla="*/ 828 h 1581"/>
                <a:gd name="T36" fmla="*/ 610 w 1222"/>
                <a:gd name="T37" fmla="*/ 778 h 1581"/>
                <a:gd name="T38" fmla="*/ 627 w 1222"/>
                <a:gd name="T39" fmla="*/ 660 h 1581"/>
                <a:gd name="T40" fmla="*/ 476 w 1222"/>
                <a:gd name="T41" fmla="*/ 677 h 1581"/>
                <a:gd name="T42" fmla="*/ 510 w 1222"/>
                <a:gd name="T43" fmla="*/ 736 h 1581"/>
                <a:gd name="T44" fmla="*/ 560 w 1222"/>
                <a:gd name="T45" fmla="*/ 677 h 1581"/>
                <a:gd name="T46" fmla="*/ 585 w 1222"/>
                <a:gd name="T47" fmla="*/ 719 h 1581"/>
                <a:gd name="T48" fmla="*/ 502 w 1222"/>
                <a:gd name="T49" fmla="*/ 803 h 1581"/>
                <a:gd name="T50" fmla="*/ 410 w 1222"/>
                <a:gd name="T51" fmla="*/ 911 h 1581"/>
                <a:gd name="T52" fmla="*/ 819 w 1222"/>
                <a:gd name="T53" fmla="*/ 811 h 1581"/>
                <a:gd name="T54" fmla="*/ 794 w 1222"/>
                <a:gd name="T55" fmla="*/ 635 h 1581"/>
                <a:gd name="T56" fmla="*/ 644 w 1222"/>
                <a:gd name="T57" fmla="*/ 853 h 1581"/>
                <a:gd name="T58" fmla="*/ 744 w 1222"/>
                <a:gd name="T59" fmla="*/ 911 h 1581"/>
                <a:gd name="T60" fmla="*/ 803 w 1222"/>
                <a:gd name="T61" fmla="*/ 853 h 1581"/>
                <a:gd name="T62" fmla="*/ 844 w 1222"/>
                <a:gd name="T63" fmla="*/ 811 h 1581"/>
                <a:gd name="T64" fmla="*/ 786 w 1222"/>
                <a:gd name="T65" fmla="*/ 686 h 1581"/>
                <a:gd name="T66" fmla="*/ 694 w 1222"/>
                <a:gd name="T67" fmla="*/ 811 h 1581"/>
                <a:gd name="T68" fmla="*/ 694 w 1222"/>
                <a:gd name="T69" fmla="*/ 811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22" h="1581">
                  <a:moveTo>
                    <a:pt x="1221" y="794"/>
                  </a:moveTo>
                  <a:cubicBezTo>
                    <a:pt x="1221" y="1079"/>
                    <a:pt x="995" y="1313"/>
                    <a:pt x="719" y="1338"/>
                  </a:cubicBezTo>
                  <a:cubicBezTo>
                    <a:pt x="719" y="1329"/>
                    <a:pt x="711" y="1313"/>
                    <a:pt x="711" y="1296"/>
                  </a:cubicBezTo>
                  <a:cubicBezTo>
                    <a:pt x="711" y="1296"/>
                    <a:pt x="702" y="1262"/>
                    <a:pt x="686" y="1221"/>
                  </a:cubicBezTo>
                  <a:cubicBezTo>
                    <a:pt x="911" y="1212"/>
                    <a:pt x="1095" y="1028"/>
                    <a:pt x="1095" y="794"/>
                  </a:cubicBezTo>
                  <a:cubicBezTo>
                    <a:pt x="1095" y="560"/>
                    <a:pt x="911" y="368"/>
                    <a:pt x="686" y="359"/>
                  </a:cubicBezTo>
                  <a:cubicBezTo>
                    <a:pt x="702" y="326"/>
                    <a:pt x="711" y="293"/>
                    <a:pt x="711" y="284"/>
                  </a:cubicBezTo>
                  <a:cubicBezTo>
                    <a:pt x="711" y="276"/>
                    <a:pt x="719" y="259"/>
                    <a:pt x="719" y="243"/>
                  </a:cubicBezTo>
                  <a:cubicBezTo>
                    <a:pt x="995" y="267"/>
                    <a:pt x="1221" y="510"/>
                    <a:pt x="1221" y="794"/>
                  </a:cubicBezTo>
                  <a:close/>
                  <a:moveTo>
                    <a:pt x="17" y="460"/>
                  </a:moveTo>
                  <a:cubicBezTo>
                    <a:pt x="8" y="568"/>
                    <a:pt x="0" y="677"/>
                    <a:pt x="0" y="786"/>
                  </a:cubicBezTo>
                  <a:lnTo>
                    <a:pt x="0" y="794"/>
                  </a:lnTo>
                  <a:lnTo>
                    <a:pt x="0" y="803"/>
                  </a:lnTo>
                  <a:cubicBezTo>
                    <a:pt x="0" y="911"/>
                    <a:pt x="8" y="1012"/>
                    <a:pt x="17" y="1120"/>
                  </a:cubicBezTo>
                  <a:cubicBezTo>
                    <a:pt x="42" y="1396"/>
                    <a:pt x="259" y="1580"/>
                    <a:pt x="468" y="1538"/>
                  </a:cubicBezTo>
                  <a:cubicBezTo>
                    <a:pt x="485" y="1530"/>
                    <a:pt x="493" y="1530"/>
                    <a:pt x="502" y="1530"/>
                  </a:cubicBezTo>
                  <a:cubicBezTo>
                    <a:pt x="552" y="1505"/>
                    <a:pt x="594" y="1471"/>
                    <a:pt x="644" y="1438"/>
                  </a:cubicBezTo>
                  <a:cubicBezTo>
                    <a:pt x="702" y="1396"/>
                    <a:pt x="569" y="1070"/>
                    <a:pt x="493" y="1112"/>
                  </a:cubicBezTo>
                  <a:cubicBezTo>
                    <a:pt x="460" y="1129"/>
                    <a:pt x="376" y="1196"/>
                    <a:pt x="343" y="1196"/>
                  </a:cubicBezTo>
                  <a:cubicBezTo>
                    <a:pt x="309" y="1204"/>
                    <a:pt x="293" y="1162"/>
                    <a:pt x="284" y="1120"/>
                  </a:cubicBezTo>
                  <a:cubicBezTo>
                    <a:pt x="276" y="1028"/>
                    <a:pt x="284" y="903"/>
                    <a:pt x="284" y="803"/>
                  </a:cubicBezTo>
                  <a:cubicBezTo>
                    <a:pt x="284" y="794"/>
                    <a:pt x="284" y="794"/>
                    <a:pt x="284" y="794"/>
                  </a:cubicBezTo>
                  <a:cubicBezTo>
                    <a:pt x="284" y="786"/>
                    <a:pt x="284" y="786"/>
                    <a:pt x="284" y="786"/>
                  </a:cubicBezTo>
                  <a:cubicBezTo>
                    <a:pt x="284" y="677"/>
                    <a:pt x="276" y="560"/>
                    <a:pt x="284" y="460"/>
                  </a:cubicBezTo>
                  <a:cubicBezTo>
                    <a:pt x="293" y="426"/>
                    <a:pt x="309" y="385"/>
                    <a:pt x="343" y="385"/>
                  </a:cubicBezTo>
                  <a:cubicBezTo>
                    <a:pt x="376" y="393"/>
                    <a:pt x="460" y="452"/>
                    <a:pt x="493" y="468"/>
                  </a:cubicBezTo>
                  <a:cubicBezTo>
                    <a:pt x="569" y="510"/>
                    <a:pt x="702" y="184"/>
                    <a:pt x="644" y="142"/>
                  </a:cubicBezTo>
                  <a:cubicBezTo>
                    <a:pt x="594" y="117"/>
                    <a:pt x="552" y="75"/>
                    <a:pt x="502" y="58"/>
                  </a:cubicBezTo>
                  <a:cubicBezTo>
                    <a:pt x="493" y="50"/>
                    <a:pt x="485" y="50"/>
                    <a:pt x="468" y="50"/>
                  </a:cubicBezTo>
                  <a:cubicBezTo>
                    <a:pt x="259" y="0"/>
                    <a:pt x="42" y="184"/>
                    <a:pt x="17" y="460"/>
                  </a:cubicBezTo>
                  <a:close/>
                  <a:moveTo>
                    <a:pt x="410" y="911"/>
                  </a:moveTo>
                  <a:cubicBezTo>
                    <a:pt x="602" y="911"/>
                    <a:pt x="602" y="911"/>
                    <a:pt x="602" y="911"/>
                  </a:cubicBezTo>
                  <a:cubicBezTo>
                    <a:pt x="610" y="861"/>
                    <a:pt x="610" y="861"/>
                    <a:pt x="610" y="861"/>
                  </a:cubicBezTo>
                  <a:cubicBezTo>
                    <a:pt x="493" y="861"/>
                    <a:pt x="493" y="861"/>
                    <a:pt x="493" y="861"/>
                  </a:cubicBezTo>
                  <a:cubicBezTo>
                    <a:pt x="493" y="861"/>
                    <a:pt x="502" y="853"/>
                    <a:pt x="510" y="853"/>
                  </a:cubicBezTo>
                  <a:cubicBezTo>
                    <a:pt x="510" y="845"/>
                    <a:pt x="527" y="836"/>
                    <a:pt x="543" y="828"/>
                  </a:cubicBezTo>
                  <a:cubicBezTo>
                    <a:pt x="569" y="811"/>
                    <a:pt x="569" y="811"/>
                    <a:pt x="569" y="811"/>
                  </a:cubicBezTo>
                  <a:cubicBezTo>
                    <a:pt x="585" y="803"/>
                    <a:pt x="602" y="786"/>
                    <a:pt x="610" y="778"/>
                  </a:cubicBezTo>
                  <a:cubicBezTo>
                    <a:pt x="627" y="761"/>
                    <a:pt x="635" y="744"/>
                    <a:pt x="644" y="719"/>
                  </a:cubicBezTo>
                  <a:cubicBezTo>
                    <a:pt x="652" y="694"/>
                    <a:pt x="644" y="677"/>
                    <a:pt x="627" y="660"/>
                  </a:cubicBezTo>
                  <a:cubicBezTo>
                    <a:pt x="619" y="644"/>
                    <a:pt x="594" y="635"/>
                    <a:pt x="569" y="635"/>
                  </a:cubicBezTo>
                  <a:cubicBezTo>
                    <a:pt x="527" y="635"/>
                    <a:pt x="502" y="644"/>
                    <a:pt x="476" y="677"/>
                  </a:cubicBezTo>
                  <a:cubicBezTo>
                    <a:pt x="468" y="686"/>
                    <a:pt x="460" y="711"/>
                    <a:pt x="452" y="736"/>
                  </a:cubicBezTo>
                  <a:cubicBezTo>
                    <a:pt x="510" y="736"/>
                    <a:pt x="510" y="736"/>
                    <a:pt x="510" y="736"/>
                  </a:cubicBezTo>
                  <a:cubicBezTo>
                    <a:pt x="510" y="719"/>
                    <a:pt x="518" y="702"/>
                    <a:pt x="518" y="694"/>
                  </a:cubicBezTo>
                  <a:cubicBezTo>
                    <a:pt x="527" y="686"/>
                    <a:pt x="543" y="677"/>
                    <a:pt x="560" y="677"/>
                  </a:cubicBezTo>
                  <a:cubicBezTo>
                    <a:pt x="569" y="677"/>
                    <a:pt x="577" y="686"/>
                    <a:pt x="585" y="694"/>
                  </a:cubicBezTo>
                  <a:cubicBezTo>
                    <a:pt x="585" y="702"/>
                    <a:pt x="594" y="711"/>
                    <a:pt x="585" y="719"/>
                  </a:cubicBezTo>
                  <a:cubicBezTo>
                    <a:pt x="585" y="736"/>
                    <a:pt x="577" y="744"/>
                    <a:pt x="560" y="761"/>
                  </a:cubicBezTo>
                  <a:cubicBezTo>
                    <a:pt x="552" y="769"/>
                    <a:pt x="535" y="778"/>
                    <a:pt x="502" y="803"/>
                  </a:cubicBezTo>
                  <a:cubicBezTo>
                    <a:pt x="468" y="819"/>
                    <a:pt x="452" y="836"/>
                    <a:pt x="435" y="861"/>
                  </a:cubicBezTo>
                  <a:cubicBezTo>
                    <a:pt x="426" y="878"/>
                    <a:pt x="418" y="895"/>
                    <a:pt x="410" y="911"/>
                  </a:cubicBezTo>
                  <a:close/>
                  <a:moveTo>
                    <a:pt x="844" y="811"/>
                  </a:moveTo>
                  <a:cubicBezTo>
                    <a:pt x="819" y="811"/>
                    <a:pt x="819" y="811"/>
                    <a:pt x="819" y="811"/>
                  </a:cubicBezTo>
                  <a:cubicBezTo>
                    <a:pt x="853" y="635"/>
                    <a:pt x="853" y="635"/>
                    <a:pt x="853" y="635"/>
                  </a:cubicBezTo>
                  <a:cubicBezTo>
                    <a:pt x="794" y="635"/>
                    <a:pt x="794" y="635"/>
                    <a:pt x="794" y="635"/>
                  </a:cubicBezTo>
                  <a:cubicBezTo>
                    <a:pt x="652" y="803"/>
                    <a:pt x="652" y="803"/>
                    <a:pt x="652" y="803"/>
                  </a:cubicBezTo>
                  <a:cubicBezTo>
                    <a:pt x="644" y="853"/>
                    <a:pt x="644" y="853"/>
                    <a:pt x="644" y="853"/>
                  </a:cubicBezTo>
                  <a:cubicBezTo>
                    <a:pt x="753" y="853"/>
                    <a:pt x="753" y="853"/>
                    <a:pt x="753" y="853"/>
                  </a:cubicBezTo>
                  <a:cubicBezTo>
                    <a:pt x="744" y="911"/>
                    <a:pt x="744" y="911"/>
                    <a:pt x="744" y="911"/>
                  </a:cubicBezTo>
                  <a:cubicBezTo>
                    <a:pt x="794" y="911"/>
                    <a:pt x="794" y="911"/>
                    <a:pt x="794" y="911"/>
                  </a:cubicBezTo>
                  <a:cubicBezTo>
                    <a:pt x="803" y="853"/>
                    <a:pt x="803" y="853"/>
                    <a:pt x="803" y="853"/>
                  </a:cubicBezTo>
                  <a:cubicBezTo>
                    <a:pt x="836" y="853"/>
                    <a:pt x="836" y="853"/>
                    <a:pt x="836" y="853"/>
                  </a:cubicBezTo>
                  <a:lnTo>
                    <a:pt x="844" y="811"/>
                  </a:lnTo>
                  <a:close/>
                  <a:moveTo>
                    <a:pt x="694" y="811"/>
                  </a:moveTo>
                  <a:cubicBezTo>
                    <a:pt x="786" y="686"/>
                    <a:pt x="786" y="686"/>
                    <a:pt x="786" y="686"/>
                  </a:cubicBezTo>
                  <a:cubicBezTo>
                    <a:pt x="761" y="811"/>
                    <a:pt x="761" y="811"/>
                    <a:pt x="761" y="811"/>
                  </a:cubicBezTo>
                  <a:lnTo>
                    <a:pt x="694" y="811"/>
                  </a:lnTo>
                  <a:close/>
                  <a:moveTo>
                    <a:pt x="694" y="811"/>
                  </a:moveTo>
                  <a:lnTo>
                    <a:pt x="694" y="811"/>
                  </a:lnTo>
                  <a:close/>
                </a:path>
              </a:pathLst>
            </a:custGeom>
            <a:solidFill>
              <a:schemeClr val="bg1"/>
            </a:solidFill>
            <a:ln>
              <a:noFill/>
            </a:ln>
            <a:effectLst/>
          </p:spPr>
          <p:txBody>
            <a:bodyPr wrap="none" lIns="243785" tIns="121892" rIns="243785" bIns="121892" anchor="ctr">
              <a:normAutofit fontScale="5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endParaRPr>
            </a:p>
          </p:txBody>
        </p:sp>
        <p:sp>
          <p:nvSpPr>
            <p:cNvPr id="21" name="iśḻîḋe"/>
            <p:cNvSpPr/>
            <p:nvPr/>
          </p:nvSpPr>
          <p:spPr bwMode="auto">
            <a:xfrm>
              <a:off x="7301955" y="3542023"/>
              <a:ext cx="818197" cy="820652"/>
            </a:xfrm>
            <a:prstGeom prst="ellipse">
              <a:avLst/>
            </a:prstGeom>
            <a:solidFill>
              <a:schemeClr val="accent2"/>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22" name="ï$ļîďé"/>
            <p:cNvSpPr/>
            <p:nvPr/>
          </p:nvSpPr>
          <p:spPr bwMode="auto">
            <a:xfrm>
              <a:off x="8184481" y="4311768"/>
              <a:ext cx="362585" cy="362585"/>
            </a:xfrm>
            <a:prstGeom prst="ellipse">
              <a:avLst/>
            </a:prstGeom>
            <a:solidFill>
              <a:schemeClr val="tx2">
                <a:lumMod val="20000"/>
                <a:lumOff val="80000"/>
              </a:schemeClr>
            </a:solidFill>
            <a:ln>
              <a:noFill/>
            </a:ln>
          </p:spPr>
          <p:txBody>
            <a:bodyPr vert="horz" wrap="square" lIns="91440" tIns="45720" rIns="91440" bIns="45720" numCol="1" anchor="t" anchorCtr="0" compatLnSpc="1">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23" name="íṩ1iḍe"/>
            <p:cNvSpPr/>
            <p:nvPr/>
          </p:nvSpPr>
          <p:spPr bwMode="auto">
            <a:xfrm>
              <a:off x="8283231" y="4410497"/>
              <a:ext cx="165084" cy="165127"/>
            </a:xfrm>
            <a:custGeom>
              <a:avLst/>
              <a:gdLst>
                <a:gd name="T0" fmla="*/ 10800 w 21600"/>
                <a:gd name="T1" fmla="*/ 10789 h 21579"/>
                <a:gd name="T2" fmla="*/ 10800 w 21600"/>
                <a:gd name="T3" fmla="*/ 10789 h 21579"/>
                <a:gd name="T4" fmla="*/ 10800 w 21600"/>
                <a:gd name="T5" fmla="*/ 10789 h 21579"/>
                <a:gd name="T6" fmla="*/ 10800 w 21600"/>
                <a:gd name="T7" fmla="*/ 10789 h 21579"/>
              </a:gdLst>
              <a:ahLst/>
              <a:cxnLst>
                <a:cxn ang="0">
                  <a:pos x="T0" y="T1"/>
                </a:cxn>
                <a:cxn ang="0">
                  <a:pos x="T2" y="T3"/>
                </a:cxn>
                <a:cxn ang="0">
                  <a:pos x="T4" y="T5"/>
                </a:cxn>
                <a:cxn ang="0">
                  <a:pos x="T6" y="T7"/>
                </a:cxn>
              </a:cxnLst>
              <a:rect l="0" t="0" r="r" b="b"/>
              <a:pathLst>
                <a:path w="21600" h="21579">
                  <a:moveTo>
                    <a:pt x="21599" y="9391"/>
                  </a:moveTo>
                  <a:cubicBezTo>
                    <a:pt x="21599" y="9887"/>
                    <a:pt x="21472" y="10321"/>
                    <a:pt x="21218" y="10697"/>
                  </a:cubicBezTo>
                  <a:cubicBezTo>
                    <a:pt x="20963" y="11072"/>
                    <a:pt x="20647" y="11313"/>
                    <a:pt x="20263" y="11427"/>
                  </a:cubicBezTo>
                  <a:lnTo>
                    <a:pt x="20263" y="16610"/>
                  </a:lnTo>
                  <a:cubicBezTo>
                    <a:pt x="20263" y="17200"/>
                    <a:pt x="20087" y="17708"/>
                    <a:pt x="19729" y="18128"/>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599" y="8895"/>
                    <a:pt x="21599" y="9391"/>
                  </a:cubicBezTo>
                  <a:moveTo>
                    <a:pt x="18459" y="2855"/>
                  </a:moveTo>
                  <a:cubicBezTo>
                    <a:pt x="17864" y="3407"/>
                    <a:pt x="17215" y="3941"/>
                    <a:pt x="16512" y="4451"/>
                  </a:cubicBezTo>
                  <a:cubicBezTo>
                    <a:pt x="15810" y="4962"/>
                    <a:pt x="15065" y="5423"/>
                    <a:pt x="14280" y="5834"/>
                  </a:cubicBezTo>
                  <a:cubicBezTo>
                    <a:pt x="13494" y="6245"/>
                    <a:pt x="12693" y="6609"/>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bg1"/>
            </a:solidFill>
            <a:ln>
              <a:noFill/>
            </a:ln>
            <a:effectLst/>
          </p:spPr>
          <p:txBody>
            <a:bodyPr lIns="50789" tIns="50789" rIns="50789" bIns="50789"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s-ES" sz="3600" b="0" i="0" u="none" strike="noStrike" kern="1200" cap="none" spc="0" normalizeH="0" baseline="0" noProof="0" dirty="0">
                <a:ln>
                  <a:noFill/>
                </a:ln>
                <a:solidFill>
                  <a:prstClr val="white"/>
                </a:solidFill>
                <a:effectLst>
                  <a:outerShdw blurRad="38100" dist="38100" dir="2700000" algn="tl">
                    <a:srgbClr val="000000"/>
                  </a:outerShdw>
                </a:effectLst>
                <a:uLnTx/>
                <a:uFillTx/>
              </a:endParaRPr>
            </a:p>
          </p:txBody>
        </p:sp>
        <p:sp>
          <p:nvSpPr>
            <p:cNvPr id="24" name="íṣľîḋé"/>
            <p:cNvSpPr/>
            <p:nvPr/>
          </p:nvSpPr>
          <p:spPr bwMode="auto">
            <a:xfrm>
              <a:off x="6820403" y="3215242"/>
              <a:ext cx="362585" cy="363315"/>
            </a:xfrm>
            <a:prstGeom prst="ellipse">
              <a:avLst/>
            </a:prstGeom>
            <a:solidFill>
              <a:schemeClr val="tx2">
                <a:lumMod val="20000"/>
                <a:lumOff val="80000"/>
              </a:schemeClr>
            </a:solidFill>
            <a:ln>
              <a:noFill/>
            </a:ln>
          </p:spPr>
          <p:txBody>
            <a:bodyPr vert="horz" wrap="square" lIns="91440" tIns="45720" rIns="91440" bIns="45720" numCol="1" anchor="t" anchorCtr="0" compatLnSpc="1">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25" name="ïSľíḍè"/>
            <p:cNvSpPr/>
            <p:nvPr/>
          </p:nvSpPr>
          <p:spPr bwMode="auto">
            <a:xfrm>
              <a:off x="6920297" y="3315154"/>
              <a:ext cx="162796" cy="1634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bg1"/>
            </a:solidFill>
            <a:ln>
              <a:noFill/>
            </a:ln>
            <a:effectLst/>
          </p:spPr>
          <p:txBody>
            <a:bodyPr lIns="101578" tIns="101578" rIns="101578" bIns="101578" anchor="ctr">
              <a:normAutofit fontScale="250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s-ES" sz="6600" b="0" i="0" u="none" strike="noStrike" kern="1200" cap="none" spc="0" normalizeH="0" baseline="0" noProof="0" dirty="0">
                <a:ln>
                  <a:noFill/>
                </a:ln>
                <a:solidFill>
                  <a:srgbClr val="44CEB9"/>
                </a:solidFill>
                <a:effectLst>
                  <a:outerShdw blurRad="38100" dist="38100" dir="2700000" algn="tl">
                    <a:srgbClr val="000000"/>
                  </a:outerShdw>
                </a:effectLst>
                <a:uLnTx/>
                <a:uFillTx/>
              </a:endParaRPr>
            </a:p>
          </p:txBody>
        </p:sp>
        <p:sp>
          <p:nvSpPr>
            <p:cNvPr id="26" name="ïṧḷîďe"/>
            <p:cNvSpPr/>
            <p:nvPr/>
          </p:nvSpPr>
          <p:spPr bwMode="auto">
            <a:xfrm>
              <a:off x="3667526" y="4311768"/>
              <a:ext cx="362585" cy="362585"/>
            </a:xfrm>
            <a:prstGeom prst="ellipse">
              <a:avLst/>
            </a:prstGeom>
            <a:solidFill>
              <a:schemeClr val="tx2">
                <a:lumMod val="20000"/>
                <a:lumOff val="80000"/>
              </a:schemeClr>
            </a:solidFill>
            <a:ln>
              <a:noFill/>
            </a:ln>
          </p:spPr>
          <p:txBody>
            <a:bodyPr vert="horz" wrap="square" lIns="91440" tIns="45720" rIns="91440" bIns="45720" numCol="1" anchor="t" anchorCtr="0" compatLnSpc="1">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27" name="íŝlidê"/>
            <p:cNvSpPr/>
            <p:nvPr/>
          </p:nvSpPr>
          <p:spPr bwMode="auto">
            <a:xfrm>
              <a:off x="3754943" y="4399536"/>
              <a:ext cx="187750" cy="187048"/>
            </a:xfrm>
            <a:custGeom>
              <a:avLst/>
              <a:gdLst>
                <a:gd name="T0" fmla="+- 0 10797 26"/>
                <a:gd name="T1" fmla="*/ T0 w 21542"/>
                <a:gd name="T2" fmla="*/ 10800 h 21600"/>
                <a:gd name="T3" fmla="+- 0 10797 26"/>
                <a:gd name="T4" fmla="*/ T3 w 21542"/>
                <a:gd name="T5" fmla="*/ 10800 h 21600"/>
                <a:gd name="T6" fmla="+- 0 10797 26"/>
                <a:gd name="T7" fmla="*/ T6 w 21542"/>
                <a:gd name="T8" fmla="*/ 10800 h 21600"/>
                <a:gd name="T9" fmla="+- 0 10797 26"/>
                <a:gd name="T10" fmla="*/ T9 w 21542"/>
                <a:gd name="T11" fmla="*/ 10800 h 21600"/>
              </a:gdLst>
              <a:ahLst/>
              <a:cxnLst>
                <a:cxn ang="0">
                  <a:pos x="T1" y="T2"/>
                </a:cxn>
                <a:cxn ang="0">
                  <a:pos x="T4" y="T5"/>
                </a:cxn>
                <a:cxn ang="0">
                  <a:pos x="T7" y="T8"/>
                </a:cxn>
                <a:cxn ang="0">
                  <a:pos x="T10" y="T11"/>
                </a:cxn>
              </a:cxnLst>
              <a:rect l="0" t="0" r="r" b="b"/>
              <a:pathLst>
                <a:path w="21542" h="21600">
                  <a:moveTo>
                    <a:pt x="11685" y="1798"/>
                  </a:moveTo>
                  <a:cubicBezTo>
                    <a:pt x="12903" y="1906"/>
                    <a:pt x="14055" y="2202"/>
                    <a:pt x="15143" y="2682"/>
                  </a:cubicBezTo>
                  <a:cubicBezTo>
                    <a:pt x="16233" y="3165"/>
                    <a:pt x="17213" y="3803"/>
                    <a:pt x="18089" y="4596"/>
                  </a:cubicBezTo>
                  <a:cubicBezTo>
                    <a:pt x="18964" y="5390"/>
                    <a:pt x="19696" y="6307"/>
                    <a:pt x="20286" y="7355"/>
                  </a:cubicBezTo>
                  <a:cubicBezTo>
                    <a:pt x="20875" y="8400"/>
                    <a:pt x="21290" y="9537"/>
                    <a:pt x="21528" y="10774"/>
                  </a:cubicBezTo>
                  <a:cubicBezTo>
                    <a:pt x="21573" y="11034"/>
                    <a:pt x="21497" y="11229"/>
                    <a:pt x="21299" y="11356"/>
                  </a:cubicBezTo>
                  <a:cubicBezTo>
                    <a:pt x="21223" y="11407"/>
                    <a:pt x="21151" y="11435"/>
                    <a:pt x="21077" y="11435"/>
                  </a:cubicBezTo>
                  <a:cubicBezTo>
                    <a:pt x="20930" y="11435"/>
                    <a:pt x="20822" y="11381"/>
                    <a:pt x="20760" y="11271"/>
                  </a:cubicBezTo>
                  <a:cubicBezTo>
                    <a:pt x="20016" y="10353"/>
                    <a:pt x="19186" y="9890"/>
                    <a:pt x="18272" y="9879"/>
                  </a:cubicBezTo>
                  <a:cubicBezTo>
                    <a:pt x="17616" y="9879"/>
                    <a:pt x="16994" y="10128"/>
                    <a:pt x="16402" y="10619"/>
                  </a:cubicBezTo>
                  <a:cubicBezTo>
                    <a:pt x="15813" y="11110"/>
                    <a:pt x="15320" y="11796"/>
                    <a:pt x="14912" y="12680"/>
                  </a:cubicBezTo>
                  <a:cubicBezTo>
                    <a:pt x="14840" y="12886"/>
                    <a:pt x="14704" y="12991"/>
                    <a:pt x="14516" y="12991"/>
                  </a:cubicBezTo>
                  <a:cubicBezTo>
                    <a:pt x="14323" y="12991"/>
                    <a:pt x="14191" y="12886"/>
                    <a:pt x="14115" y="12680"/>
                  </a:cubicBezTo>
                  <a:cubicBezTo>
                    <a:pt x="13490" y="11328"/>
                    <a:pt x="12679" y="10452"/>
                    <a:pt x="11682" y="10057"/>
                  </a:cubicBezTo>
                  <a:lnTo>
                    <a:pt x="11682" y="17164"/>
                  </a:lnTo>
                  <a:cubicBezTo>
                    <a:pt x="11682" y="17779"/>
                    <a:pt x="11594" y="18350"/>
                    <a:pt x="11415" y="18883"/>
                  </a:cubicBezTo>
                  <a:cubicBezTo>
                    <a:pt x="11234" y="19414"/>
                    <a:pt x="10993" y="19886"/>
                    <a:pt x="10690" y="20298"/>
                  </a:cubicBezTo>
                  <a:cubicBezTo>
                    <a:pt x="10385" y="20704"/>
                    <a:pt x="10029" y="21026"/>
                    <a:pt x="9621" y="21258"/>
                  </a:cubicBezTo>
                  <a:cubicBezTo>
                    <a:pt x="9214" y="21487"/>
                    <a:pt x="8777" y="21599"/>
                    <a:pt x="8314" y="21599"/>
                  </a:cubicBezTo>
                  <a:cubicBezTo>
                    <a:pt x="7852" y="21599"/>
                    <a:pt x="7410" y="21487"/>
                    <a:pt x="6995" y="21258"/>
                  </a:cubicBezTo>
                  <a:cubicBezTo>
                    <a:pt x="6580" y="21027"/>
                    <a:pt x="6220" y="20705"/>
                    <a:pt x="5915" y="20298"/>
                  </a:cubicBezTo>
                  <a:cubicBezTo>
                    <a:pt x="5612" y="19886"/>
                    <a:pt x="5369" y="19417"/>
                    <a:pt x="5190" y="18883"/>
                  </a:cubicBezTo>
                  <a:cubicBezTo>
                    <a:pt x="5011" y="18350"/>
                    <a:pt x="4923" y="17779"/>
                    <a:pt x="4923" y="17164"/>
                  </a:cubicBezTo>
                  <a:cubicBezTo>
                    <a:pt x="4923" y="16850"/>
                    <a:pt x="5011" y="16591"/>
                    <a:pt x="5190" y="16390"/>
                  </a:cubicBezTo>
                  <a:cubicBezTo>
                    <a:pt x="5369" y="16187"/>
                    <a:pt x="5583" y="16085"/>
                    <a:pt x="5836" y="16085"/>
                  </a:cubicBezTo>
                  <a:cubicBezTo>
                    <a:pt x="6103" y="16085"/>
                    <a:pt x="6320" y="16187"/>
                    <a:pt x="6492" y="16390"/>
                  </a:cubicBezTo>
                  <a:cubicBezTo>
                    <a:pt x="6661" y="16591"/>
                    <a:pt x="6747" y="16851"/>
                    <a:pt x="6747" y="17164"/>
                  </a:cubicBezTo>
                  <a:cubicBezTo>
                    <a:pt x="6747" y="17799"/>
                    <a:pt x="6900" y="18333"/>
                    <a:pt x="7203" y="18776"/>
                  </a:cubicBezTo>
                  <a:cubicBezTo>
                    <a:pt x="7508" y="19216"/>
                    <a:pt x="7878" y="19437"/>
                    <a:pt x="8312" y="19437"/>
                  </a:cubicBezTo>
                  <a:cubicBezTo>
                    <a:pt x="8732" y="19437"/>
                    <a:pt x="9092" y="19216"/>
                    <a:pt x="9397" y="18776"/>
                  </a:cubicBezTo>
                  <a:cubicBezTo>
                    <a:pt x="9700" y="18333"/>
                    <a:pt x="9853" y="17799"/>
                    <a:pt x="9853" y="17164"/>
                  </a:cubicBezTo>
                  <a:lnTo>
                    <a:pt x="9853" y="10057"/>
                  </a:lnTo>
                  <a:cubicBezTo>
                    <a:pt x="8856" y="10461"/>
                    <a:pt x="8042" y="11336"/>
                    <a:pt x="7420" y="12680"/>
                  </a:cubicBezTo>
                  <a:cubicBezTo>
                    <a:pt x="7344" y="12886"/>
                    <a:pt x="7210" y="12991"/>
                    <a:pt x="7019" y="12991"/>
                  </a:cubicBezTo>
                  <a:cubicBezTo>
                    <a:pt x="6828" y="12991"/>
                    <a:pt x="6700" y="12886"/>
                    <a:pt x="6631" y="12680"/>
                  </a:cubicBezTo>
                  <a:cubicBezTo>
                    <a:pt x="6227" y="11796"/>
                    <a:pt x="5734" y="11110"/>
                    <a:pt x="5147" y="10619"/>
                  </a:cubicBezTo>
                  <a:cubicBezTo>
                    <a:pt x="4560" y="10128"/>
                    <a:pt x="3940" y="9879"/>
                    <a:pt x="3284" y="9879"/>
                  </a:cubicBezTo>
                  <a:cubicBezTo>
                    <a:pt x="2363" y="9879"/>
                    <a:pt x="1541" y="10345"/>
                    <a:pt x="808" y="11271"/>
                  </a:cubicBezTo>
                  <a:cubicBezTo>
                    <a:pt x="718" y="11381"/>
                    <a:pt x="596" y="11435"/>
                    <a:pt x="455" y="11435"/>
                  </a:cubicBezTo>
                  <a:cubicBezTo>
                    <a:pt x="381" y="11435"/>
                    <a:pt x="305" y="11407"/>
                    <a:pt x="238" y="11356"/>
                  </a:cubicBezTo>
                  <a:cubicBezTo>
                    <a:pt x="47" y="11229"/>
                    <a:pt x="-26" y="11034"/>
                    <a:pt x="7" y="10774"/>
                  </a:cubicBezTo>
                  <a:cubicBezTo>
                    <a:pt x="245" y="9537"/>
                    <a:pt x="660" y="8400"/>
                    <a:pt x="1259" y="7355"/>
                  </a:cubicBezTo>
                  <a:cubicBezTo>
                    <a:pt x="1855" y="6307"/>
                    <a:pt x="2595" y="5390"/>
                    <a:pt x="3468" y="4596"/>
                  </a:cubicBezTo>
                  <a:cubicBezTo>
                    <a:pt x="4343" y="3803"/>
                    <a:pt x="5321" y="3168"/>
                    <a:pt x="6402" y="2688"/>
                  </a:cubicBezTo>
                  <a:cubicBezTo>
                    <a:pt x="7482" y="2213"/>
                    <a:pt x="8634" y="1917"/>
                    <a:pt x="9850" y="1798"/>
                  </a:cubicBezTo>
                  <a:lnTo>
                    <a:pt x="9850" y="1081"/>
                  </a:lnTo>
                  <a:cubicBezTo>
                    <a:pt x="9850" y="767"/>
                    <a:pt x="9936" y="508"/>
                    <a:pt x="10118" y="304"/>
                  </a:cubicBezTo>
                  <a:cubicBezTo>
                    <a:pt x="10296" y="101"/>
                    <a:pt x="10511" y="0"/>
                    <a:pt x="10764" y="0"/>
                  </a:cubicBezTo>
                  <a:cubicBezTo>
                    <a:pt x="11029" y="0"/>
                    <a:pt x="11248" y="101"/>
                    <a:pt x="11420" y="304"/>
                  </a:cubicBezTo>
                  <a:cubicBezTo>
                    <a:pt x="11589" y="508"/>
                    <a:pt x="11675" y="767"/>
                    <a:pt x="11675" y="1081"/>
                  </a:cubicBezTo>
                  <a:lnTo>
                    <a:pt x="11675" y="1798"/>
                  </a:lnTo>
                  <a:close/>
                </a:path>
              </a:pathLst>
            </a:custGeom>
            <a:solidFill>
              <a:schemeClr val="bg1"/>
            </a:solidFill>
            <a:ln>
              <a:noFill/>
            </a:ln>
            <a:effectLst/>
          </p:spPr>
          <p:txBody>
            <a:bodyPr lIns="101578" tIns="101578" rIns="101578" bIns="101578"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6600" b="0" i="0" u="none" strike="noStrike" kern="1200" cap="none" spc="0" normalizeH="0" baseline="0" noProof="0" dirty="0">
                <a:ln>
                  <a:noFill/>
                </a:ln>
                <a:solidFill>
                  <a:srgbClr val="44CEB9"/>
                </a:solidFill>
                <a:effectLst>
                  <a:outerShdw blurRad="38100" dist="38100" dir="2700000" algn="tl">
                    <a:srgbClr val="000000"/>
                  </a:outerShdw>
                </a:effectLst>
                <a:uLnTx/>
                <a:uFillTx/>
              </a:endParaRPr>
            </a:p>
          </p:txBody>
        </p:sp>
        <p:grpSp>
          <p:nvGrpSpPr>
            <p:cNvPr id="28" name="îŝḷiḓe"/>
            <p:cNvGrpSpPr/>
            <p:nvPr/>
          </p:nvGrpSpPr>
          <p:grpSpPr>
            <a:xfrm>
              <a:off x="4953385" y="3215242"/>
              <a:ext cx="363315" cy="363315"/>
              <a:chOff x="4953385" y="3215242"/>
              <a:chExt cx="363315" cy="363315"/>
            </a:xfrm>
          </p:grpSpPr>
          <p:sp>
            <p:nvSpPr>
              <p:cNvPr id="45" name="í$liḓè"/>
              <p:cNvSpPr/>
              <p:nvPr/>
            </p:nvSpPr>
            <p:spPr bwMode="auto">
              <a:xfrm>
                <a:off x="4953385" y="3215242"/>
                <a:ext cx="363315" cy="363315"/>
              </a:xfrm>
              <a:prstGeom prst="ellipse">
                <a:avLst/>
              </a:prstGeom>
              <a:solidFill>
                <a:schemeClr val="tx2">
                  <a:lumMod val="20000"/>
                  <a:lumOff val="80000"/>
                </a:schemeClr>
              </a:solidFill>
              <a:ln>
                <a:noFill/>
              </a:ln>
            </p:spPr>
            <p:txBody>
              <a:bodyPr vert="horz" wrap="square" lIns="91440" tIns="45720" rIns="91440" bIns="45720" numCol="1" anchor="t" anchorCtr="0" compatLnSpc="1">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endParaRPr>
              </a:p>
            </p:txBody>
          </p:sp>
          <p:sp>
            <p:nvSpPr>
              <p:cNvPr id="46" name="ïṥḻîḑè"/>
              <p:cNvSpPr/>
              <p:nvPr/>
            </p:nvSpPr>
            <p:spPr bwMode="auto">
              <a:xfrm>
                <a:off x="5058609" y="3300729"/>
                <a:ext cx="185275" cy="176091"/>
              </a:xfrm>
              <a:custGeom>
                <a:avLst/>
                <a:gdLst>
                  <a:gd name="connsiteX0" fmla="*/ 16160 w 185275"/>
                  <a:gd name="connsiteY0" fmla="*/ 164715 h 176091"/>
                  <a:gd name="connsiteX1" fmla="*/ 147569 w 185275"/>
                  <a:gd name="connsiteY1" fmla="*/ 164715 h 176091"/>
                  <a:gd name="connsiteX2" fmla="*/ 140230 w 185275"/>
                  <a:gd name="connsiteY2" fmla="*/ 171846 h 176091"/>
                  <a:gd name="connsiteX3" fmla="*/ 115416 w 185275"/>
                  <a:gd name="connsiteY3" fmla="*/ 171846 h 176091"/>
                  <a:gd name="connsiteX4" fmla="*/ 111048 w 185275"/>
                  <a:gd name="connsiteY4" fmla="*/ 176091 h 176091"/>
                  <a:gd name="connsiteX5" fmla="*/ 54080 w 185275"/>
                  <a:gd name="connsiteY5" fmla="*/ 176091 h 176091"/>
                  <a:gd name="connsiteX6" fmla="*/ 49712 w 185275"/>
                  <a:gd name="connsiteY6" fmla="*/ 171846 h 176091"/>
                  <a:gd name="connsiteX7" fmla="*/ 23325 w 185275"/>
                  <a:gd name="connsiteY7" fmla="*/ 171846 h 176091"/>
                  <a:gd name="connsiteX8" fmla="*/ 16160 w 185275"/>
                  <a:gd name="connsiteY8" fmla="*/ 164715 h 176091"/>
                  <a:gd name="connsiteX9" fmla="*/ 156113 w 185275"/>
                  <a:gd name="connsiteY9" fmla="*/ 100168 h 176091"/>
                  <a:gd name="connsiteX10" fmla="*/ 150350 w 185275"/>
                  <a:gd name="connsiteY10" fmla="*/ 124906 h 176091"/>
                  <a:gd name="connsiteX11" fmla="*/ 173750 w 185275"/>
                  <a:gd name="connsiteY11" fmla="*/ 108879 h 176091"/>
                  <a:gd name="connsiteX12" fmla="*/ 170781 w 185275"/>
                  <a:gd name="connsiteY12" fmla="*/ 101736 h 176091"/>
                  <a:gd name="connsiteX13" fmla="*/ 156113 w 185275"/>
                  <a:gd name="connsiteY13" fmla="*/ 100168 h 176091"/>
                  <a:gd name="connsiteX14" fmla="*/ 0 w 185275"/>
                  <a:gd name="connsiteY14" fmla="*/ 75430 h 176091"/>
                  <a:gd name="connsiteX15" fmla="*/ 156113 w 185275"/>
                  <a:gd name="connsiteY15" fmla="*/ 75430 h 176091"/>
                  <a:gd name="connsiteX16" fmla="*/ 156113 w 185275"/>
                  <a:gd name="connsiteY16" fmla="*/ 88496 h 176091"/>
                  <a:gd name="connsiteX17" fmla="*/ 178115 w 185275"/>
                  <a:gd name="connsiteY17" fmla="*/ 92851 h 176091"/>
                  <a:gd name="connsiteX18" fmla="*/ 185275 w 185275"/>
                  <a:gd name="connsiteY18" fmla="*/ 108879 h 176091"/>
                  <a:gd name="connsiteX19" fmla="*/ 143016 w 185275"/>
                  <a:gd name="connsiteY19" fmla="*/ 136578 h 176091"/>
                  <a:gd name="connsiteX20" fmla="*/ 109488 w 185275"/>
                  <a:gd name="connsiteY20" fmla="*/ 159923 h 176091"/>
                  <a:gd name="connsiteX21" fmla="*/ 46624 w 185275"/>
                  <a:gd name="connsiteY21" fmla="*/ 159923 h 176091"/>
                  <a:gd name="connsiteX22" fmla="*/ 0 w 185275"/>
                  <a:gd name="connsiteY22" fmla="*/ 75430 h 176091"/>
                  <a:gd name="connsiteX23" fmla="*/ 96122 w 185275"/>
                  <a:gd name="connsiteY23" fmla="*/ 32327 h 176091"/>
                  <a:gd name="connsiteX24" fmla="*/ 94562 w 185275"/>
                  <a:gd name="connsiteY24" fmla="*/ 44070 h 176091"/>
                  <a:gd name="connsiteX25" fmla="*/ 84513 w 185275"/>
                  <a:gd name="connsiteY25" fmla="*/ 67558 h 176091"/>
                  <a:gd name="connsiteX26" fmla="*/ 87285 w 185275"/>
                  <a:gd name="connsiteY26" fmla="*/ 45473 h 176091"/>
                  <a:gd name="connsiteX27" fmla="*/ 96122 w 185275"/>
                  <a:gd name="connsiteY27" fmla="*/ 32327 h 176091"/>
                  <a:gd name="connsiteX28" fmla="*/ 86325 w 185275"/>
                  <a:gd name="connsiteY28" fmla="*/ 0 h 176091"/>
                  <a:gd name="connsiteX29" fmla="*/ 80353 w 185275"/>
                  <a:gd name="connsiteY29" fmla="*/ 42339 h 176091"/>
                  <a:gd name="connsiteX30" fmla="*/ 64191 w 185275"/>
                  <a:gd name="connsiteY30" fmla="*/ 69869 h 176091"/>
                  <a:gd name="connsiteX31" fmla="*/ 67177 w 185275"/>
                  <a:gd name="connsiteY31" fmla="*/ 48089 h 176091"/>
                  <a:gd name="connsiteX32" fmla="*/ 86325 w 185275"/>
                  <a:gd name="connsiteY32" fmla="*/ 0 h 176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5275" h="176091">
                    <a:moveTo>
                      <a:pt x="16160" y="164715"/>
                    </a:moveTo>
                    <a:cubicBezTo>
                      <a:pt x="16160" y="164715"/>
                      <a:pt x="16160" y="164715"/>
                      <a:pt x="147569" y="164715"/>
                    </a:cubicBezTo>
                    <a:cubicBezTo>
                      <a:pt x="147569" y="167602"/>
                      <a:pt x="144599" y="171846"/>
                      <a:pt x="140230" y="171846"/>
                    </a:cubicBezTo>
                    <a:cubicBezTo>
                      <a:pt x="140230" y="171846"/>
                      <a:pt x="140230" y="171846"/>
                      <a:pt x="115416" y="171846"/>
                    </a:cubicBezTo>
                    <a:cubicBezTo>
                      <a:pt x="115416" y="173205"/>
                      <a:pt x="112620" y="176091"/>
                      <a:pt x="111048" y="176091"/>
                    </a:cubicBezTo>
                    <a:cubicBezTo>
                      <a:pt x="111048" y="176091"/>
                      <a:pt x="111048" y="176091"/>
                      <a:pt x="54080" y="176091"/>
                    </a:cubicBezTo>
                    <a:cubicBezTo>
                      <a:pt x="51110" y="176091"/>
                      <a:pt x="49712" y="173205"/>
                      <a:pt x="49712" y="171846"/>
                    </a:cubicBezTo>
                    <a:cubicBezTo>
                      <a:pt x="49712" y="171846"/>
                      <a:pt x="49712" y="171846"/>
                      <a:pt x="23325" y="171846"/>
                    </a:cubicBezTo>
                    <a:cubicBezTo>
                      <a:pt x="18956" y="171846"/>
                      <a:pt x="16160" y="167602"/>
                      <a:pt x="16160" y="164715"/>
                    </a:cubicBezTo>
                    <a:close/>
                    <a:moveTo>
                      <a:pt x="156113" y="100168"/>
                    </a:moveTo>
                    <a:cubicBezTo>
                      <a:pt x="154716" y="108879"/>
                      <a:pt x="153319" y="117763"/>
                      <a:pt x="150350" y="124906"/>
                    </a:cubicBezTo>
                    <a:cubicBezTo>
                      <a:pt x="159081" y="123512"/>
                      <a:pt x="172178" y="120551"/>
                      <a:pt x="173750" y="108879"/>
                    </a:cubicBezTo>
                    <a:cubicBezTo>
                      <a:pt x="173750" y="103130"/>
                      <a:pt x="170781" y="101736"/>
                      <a:pt x="170781" y="101736"/>
                    </a:cubicBezTo>
                    <a:cubicBezTo>
                      <a:pt x="167812" y="98774"/>
                      <a:pt x="160478" y="98774"/>
                      <a:pt x="156113" y="100168"/>
                    </a:cubicBezTo>
                    <a:close/>
                    <a:moveTo>
                      <a:pt x="0" y="75430"/>
                    </a:moveTo>
                    <a:cubicBezTo>
                      <a:pt x="0" y="75430"/>
                      <a:pt x="0" y="75430"/>
                      <a:pt x="156113" y="75430"/>
                    </a:cubicBezTo>
                    <a:cubicBezTo>
                      <a:pt x="156113" y="79785"/>
                      <a:pt x="156113" y="84140"/>
                      <a:pt x="156113" y="88496"/>
                    </a:cubicBezTo>
                    <a:cubicBezTo>
                      <a:pt x="162050" y="87102"/>
                      <a:pt x="172178" y="87102"/>
                      <a:pt x="178115" y="92851"/>
                    </a:cubicBezTo>
                    <a:cubicBezTo>
                      <a:pt x="180909" y="95813"/>
                      <a:pt x="185275" y="100168"/>
                      <a:pt x="185275" y="108879"/>
                    </a:cubicBezTo>
                    <a:cubicBezTo>
                      <a:pt x="183878" y="130829"/>
                      <a:pt x="159081" y="136578"/>
                      <a:pt x="143016" y="136578"/>
                    </a:cubicBezTo>
                    <a:cubicBezTo>
                      <a:pt x="137253" y="146857"/>
                      <a:pt x="125554" y="154174"/>
                      <a:pt x="109488" y="159923"/>
                    </a:cubicBezTo>
                    <a:cubicBezTo>
                      <a:pt x="109488" y="159923"/>
                      <a:pt x="109488" y="159923"/>
                      <a:pt x="46624" y="159923"/>
                    </a:cubicBezTo>
                    <a:cubicBezTo>
                      <a:pt x="7334" y="148250"/>
                      <a:pt x="0" y="117763"/>
                      <a:pt x="0" y="75430"/>
                    </a:cubicBezTo>
                    <a:close/>
                    <a:moveTo>
                      <a:pt x="96122" y="32327"/>
                    </a:moveTo>
                    <a:cubicBezTo>
                      <a:pt x="96122" y="32327"/>
                      <a:pt x="90230" y="35307"/>
                      <a:pt x="94562" y="44070"/>
                    </a:cubicBezTo>
                    <a:cubicBezTo>
                      <a:pt x="107557" y="63176"/>
                      <a:pt x="84513" y="67558"/>
                      <a:pt x="84513" y="67558"/>
                    </a:cubicBezTo>
                    <a:cubicBezTo>
                      <a:pt x="91617" y="63176"/>
                      <a:pt x="93176" y="57216"/>
                      <a:pt x="87285" y="45473"/>
                    </a:cubicBezTo>
                    <a:cubicBezTo>
                      <a:pt x="81567" y="32327"/>
                      <a:pt x="96122" y="32327"/>
                      <a:pt x="96122" y="32327"/>
                    </a:cubicBezTo>
                    <a:close/>
                    <a:moveTo>
                      <a:pt x="86325" y="0"/>
                    </a:moveTo>
                    <a:cubicBezTo>
                      <a:pt x="71569" y="10280"/>
                      <a:pt x="68758" y="21954"/>
                      <a:pt x="80353" y="42339"/>
                    </a:cubicBezTo>
                    <a:cubicBezTo>
                      <a:pt x="93704" y="67081"/>
                      <a:pt x="64191" y="69869"/>
                      <a:pt x="64191" y="69869"/>
                    </a:cubicBezTo>
                    <a:cubicBezTo>
                      <a:pt x="64191" y="69869"/>
                      <a:pt x="75961" y="62725"/>
                      <a:pt x="67177" y="48089"/>
                    </a:cubicBezTo>
                    <a:cubicBezTo>
                      <a:pt x="39245" y="11674"/>
                      <a:pt x="86325" y="0"/>
                      <a:pt x="86325" y="0"/>
                    </a:cubicBezTo>
                    <a:close/>
                  </a:path>
                </a:pathLst>
              </a:custGeom>
              <a:solidFill>
                <a:schemeClr val="bg1"/>
              </a:solidFill>
              <a:ln>
                <a:noFill/>
              </a:ln>
              <a:effectLst/>
            </p:spPr>
            <p:txBody>
              <a:bodyPr wrap="square"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endParaRPr>
              </a:p>
            </p:txBody>
          </p:sp>
        </p:grpSp>
        <p:sp>
          <p:nvSpPr>
            <p:cNvPr id="29" name="îṩḻíḑe"/>
            <p:cNvSpPr/>
            <p:nvPr/>
          </p:nvSpPr>
          <p:spPr bwMode="auto">
            <a:xfrm>
              <a:off x="7522256" y="3744595"/>
              <a:ext cx="377595" cy="415509"/>
            </a:xfrm>
            <a:custGeom>
              <a:avLst/>
              <a:gdLst>
                <a:gd name="T0" fmla="*/ 462 w 473"/>
                <a:gd name="T1" fmla="*/ 99 h 521"/>
                <a:gd name="T2" fmla="*/ 442 w 473"/>
                <a:gd name="T3" fmla="*/ 82 h 521"/>
                <a:gd name="T4" fmla="*/ 345 w 473"/>
                <a:gd name="T5" fmla="*/ 130 h 521"/>
                <a:gd name="T6" fmla="*/ 379 w 473"/>
                <a:gd name="T7" fmla="*/ 27 h 521"/>
                <a:gd name="T8" fmla="*/ 359 w 473"/>
                <a:gd name="T9" fmla="*/ 10 h 521"/>
                <a:gd name="T10" fmla="*/ 290 w 473"/>
                <a:gd name="T11" fmla="*/ 49 h 521"/>
                <a:gd name="T12" fmla="*/ 242 w 473"/>
                <a:gd name="T13" fmla="*/ 105 h 521"/>
                <a:gd name="T14" fmla="*/ 249 w 473"/>
                <a:gd name="T15" fmla="*/ 209 h 521"/>
                <a:gd name="T16" fmla="*/ 234 w 473"/>
                <a:gd name="T17" fmla="*/ 225 h 521"/>
                <a:gd name="T18" fmla="*/ 132 w 473"/>
                <a:gd name="T19" fmla="*/ 91 h 521"/>
                <a:gd name="T20" fmla="*/ 138 w 473"/>
                <a:gd name="T21" fmla="*/ 58 h 521"/>
                <a:gd name="T22" fmla="*/ 73 w 473"/>
                <a:gd name="T23" fmla="*/ 31 h 521"/>
                <a:gd name="T24" fmla="*/ 50 w 473"/>
                <a:gd name="T25" fmla="*/ 51 h 521"/>
                <a:gd name="T26" fmla="*/ 57 w 473"/>
                <a:gd name="T27" fmla="*/ 115 h 521"/>
                <a:gd name="T28" fmla="*/ 96 w 473"/>
                <a:gd name="T29" fmla="*/ 120 h 521"/>
                <a:gd name="T30" fmla="*/ 194 w 473"/>
                <a:gd name="T31" fmla="*/ 249 h 521"/>
                <a:gd name="T32" fmla="*/ 153 w 473"/>
                <a:gd name="T33" fmla="*/ 262 h 521"/>
                <a:gd name="T34" fmla="*/ 0 w 473"/>
                <a:gd name="T35" fmla="*/ 440 h 521"/>
                <a:gd name="T36" fmla="*/ 58 w 473"/>
                <a:gd name="T37" fmla="*/ 490 h 521"/>
                <a:gd name="T38" fmla="*/ 117 w 473"/>
                <a:gd name="T39" fmla="*/ 486 h 521"/>
                <a:gd name="T40" fmla="*/ 253 w 473"/>
                <a:gd name="T41" fmla="*/ 327 h 521"/>
                <a:gd name="T42" fmla="*/ 287 w 473"/>
                <a:gd name="T43" fmla="*/ 372 h 521"/>
                <a:gd name="T44" fmla="*/ 288 w 473"/>
                <a:gd name="T45" fmla="*/ 423 h 521"/>
                <a:gd name="T46" fmla="*/ 362 w 473"/>
                <a:gd name="T47" fmla="*/ 521 h 521"/>
                <a:gd name="T48" fmla="*/ 417 w 473"/>
                <a:gd name="T49" fmla="*/ 480 h 521"/>
                <a:gd name="T50" fmla="*/ 416 w 473"/>
                <a:gd name="T51" fmla="*/ 429 h 521"/>
                <a:gd name="T52" fmla="*/ 342 w 473"/>
                <a:gd name="T53" fmla="*/ 330 h 521"/>
                <a:gd name="T54" fmla="*/ 324 w 473"/>
                <a:gd name="T55" fmla="*/ 343 h 521"/>
                <a:gd name="T56" fmla="*/ 261 w 473"/>
                <a:gd name="T57" fmla="*/ 261 h 521"/>
                <a:gd name="T58" fmla="*/ 281 w 473"/>
                <a:gd name="T59" fmla="*/ 237 h 521"/>
                <a:gd name="T60" fmla="*/ 385 w 473"/>
                <a:gd name="T61" fmla="*/ 229 h 521"/>
                <a:gd name="T62" fmla="*/ 434 w 473"/>
                <a:gd name="T63" fmla="*/ 172 h 521"/>
                <a:gd name="T64" fmla="*/ 462 w 473"/>
                <a:gd name="T65" fmla="*/ 99 h 521"/>
                <a:gd name="T66" fmla="*/ 109 w 473"/>
                <a:gd name="T67" fmla="*/ 443 h 521"/>
                <a:gd name="T68" fmla="*/ 73 w 473"/>
                <a:gd name="T69" fmla="*/ 446 h 521"/>
                <a:gd name="T70" fmla="*/ 70 w 473"/>
                <a:gd name="T71" fmla="*/ 410 h 521"/>
                <a:gd name="T72" fmla="*/ 106 w 473"/>
                <a:gd name="T73" fmla="*/ 407 h 521"/>
                <a:gd name="T74" fmla="*/ 109 w 473"/>
                <a:gd name="T75" fmla="*/ 44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3" h="521">
                  <a:moveTo>
                    <a:pt x="462" y="99"/>
                  </a:moveTo>
                  <a:lnTo>
                    <a:pt x="442" y="82"/>
                  </a:lnTo>
                  <a:cubicBezTo>
                    <a:pt x="400" y="121"/>
                    <a:pt x="382" y="162"/>
                    <a:pt x="345" y="130"/>
                  </a:cubicBezTo>
                  <a:cubicBezTo>
                    <a:pt x="308" y="98"/>
                    <a:pt x="346" y="75"/>
                    <a:pt x="379" y="27"/>
                  </a:cubicBezTo>
                  <a:cubicBezTo>
                    <a:pt x="379" y="27"/>
                    <a:pt x="370" y="19"/>
                    <a:pt x="359" y="10"/>
                  </a:cubicBezTo>
                  <a:cubicBezTo>
                    <a:pt x="348" y="0"/>
                    <a:pt x="317" y="18"/>
                    <a:pt x="290" y="49"/>
                  </a:cubicBezTo>
                  <a:lnTo>
                    <a:pt x="242" y="105"/>
                  </a:lnTo>
                  <a:cubicBezTo>
                    <a:pt x="215" y="136"/>
                    <a:pt x="218" y="182"/>
                    <a:pt x="249" y="209"/>
                  </a:cubicBezTo>
                  <a:lnTo>
                    <a:pt x="234" y="225"/>
                  </a:lnTo>
                  <a:lnTo>
                    <a:pt x="132" y="91"/>
                  </a:lnTo>
                  <a:cubicBezTo>
                    <a:pt x="137" y="79"/>
                    <a:pt x="150" y="67"/>
                    <a:pt x="138" y="58"/>
                  </a:cubicBezTo>
                  <a:lnTo>
                    <a:pt x="73" y="31"/>
                  </a:lnTo>
                  <a:lnTo>
                    <a:pt x="50" y="51"/>
                  </a:lnTo>
                  <a:cubicBezTo>
                    <a:pt x="50" y="51"/>
                    <a:pt x="57" y="115"/>
                    <a:pt x="57" y="115"/>
                  </a:cubicBezTo>
                  <a:cubicBezTo>
                    <a:pt x="63" y="131"/>
                    <a:pt x="82" y="125"/>
                    <a:pt x="96" y="120"/>
                  </a:cubicBezTo>
                  <a:lnTo>
                    <a:pt x="194" y="249"/>
                  </a:lnTo>
                  <a:cubicBezTo>
                    <a:pt x="179" y="246"/>
                    <a:pt x="164" y="250"/>
                    <a:pt x="153" y="262"/>
                  </a:cubicBezTo>
                  <a:lnTo>
                    <a:pt x="0" y="440"/>
                  </a:lnTo>
                  <a:lnTo>
                    <a:pt x="58" y="490"/>
                  </a:lnTo>
                  <a:cubicBezTo>
                    <a:pt x="75" y="505"/>
                    <a:pt x="102" y="503"/>
                    <a:pt x="117" y="486"/>
                  </a:cubicBezTo>
                  <a:lnTo>
                    <a:pt x="253" y="327"/>
                  </a:lnTo>
                  <a:lnTo>
                    <a:pt x="287" y="372"/>
                  </a:lnTo>
                  <a:cubicBezTo>
                    <a:pt x="271" y="386"/>
                    <a:pt x="274" y="405"/>
                    <a:pt x="288" y="423"/>
                  </a:cubicBezTo>
                  <a:lnTo>
                    <a:pt x="362" y="521"/>
                  </a:lnTo>
                  <a:lnTo>
                    <a:pt x="417" y="480"/>
                  </a:lnTo>
                  <a:cubicBezTo>
                    <a:pt x="435" y="466"/>
                    <a:pt x="430" y="447"/>
                    <a:pt x="416" y="429"/>
                  </a:cubicBezTo>
                  <a:lnTo>
                    <a:pt x="342" y="330"/>
                  </a:lnTo>
                  <a:lnTo>
                    <a:pt x="324" y="343"/>
                  </a:lnTo>
                  <a:lnTo>
                    <a:pt x="261" y="261"/>
                  </a:lnTo>
                  <a:lnTo>
                    <a:pt x="281" y="237"/>
                  </a:lnTo>
                  <a:cubicBezTo>
                    <a:pt x="313" y="263"/>
                    <a:pt x="359" y="259"/>
                    <a:pt x="385" y="229"/>
                  </a:cubicBezTo>
                  <a:lnTo>
                    <a:pt x="434" y="172"/>
                  </a:lnTo>
                  <a:cubicBezTo>
                    <a:pt x="461" y="141"/>
                    <a:pt x="473" y="108"/>
                    <a:pt x="462" y="99"/>
                  </a:cubicBezTo>
                  <a:close/>
                  <a:moveTo>
                    <a:pt x="109" y="443"/>
                  </a:moveTo>
                  <a:cubicBezTo>
                    <a:pt x="100" y="454"/>
                    <a:pt x="84" y="455"/>
                    <a:pt x="73" y="446"/>
                  </a:cubicBezTo>
                  <a:cubicBezTo>
                    <a:pt x="62" y="437"/>
                    <a:pt x="61" y="420"/>
                    <a:pt x="70" y="410"/>
                  </a:cubicBezTo>
                  <a:cubicBezTo>
                    <a:pt x="80" y="399"/>
                    <a:pt x="96" y="398"/>
                    <a:pt x="106" y="407"/>
                  </a:cubicBezTo>
                  <a:cubicBezTo>
                    <a:pt x="117" y="416"/>
                    <a:pt x="118" y="432"/>
                    <a:pt x="109" y="443"/>
                  </a:cubicBezTo>
                  <a:close/>
                </a:path>
              </a:pathLst>
            </a:custGeom>
            <a:solidFill>
              <a:schemeClr val="bg1"/>
            </a:solidFill>
            <a:ln>
              <a:noFill/>
            </a:ln>
            <a:effectLst/>
          </p:spPr>
          <p:txBody>
            <a:bodyPr wrap="none" lIns="243785" tIns="121892" rIns="243785" bIns="121892" anchor="ctr">
              <a:normAutofit fontScale="5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endParaRPr>
            </a:p>
          </p:txBody>
        </p:sp>
        <p:grpSp>
          <p:nvGrpSpPr>
            <p:cNvPr id="30" name="îsḷiḋè"/>
            <p:cNvGrpSpPr/>
            <p:nvPr/>
          </p:nvGrpSpPr>
          <p:grpSpPr>
            <a:xfrm>
              <a:off x="671512" y="1156039"/>
              <a:ext cx="10870430" cy="1374207"/>
              <a:chOff x="669925" y="2546473"/>
              <a:chExt cx="3287889" cy="1374207"/>
            </a:xfrm>
          </p:grpSpPr>
          <p:sp>
            <p:nvSpPr>
              <p:cNvPr id="43" name="îṩḻíḓe"/>
              <p:cNvSpPr/>
              <p:nvPr/>
            </p:nvSpPr>
            <p:spPr bwMode="auto">
              <a:xfrm>
                <a:off x="676414" y="3107060"/>
                <a:ext cx="3281400" cy="813620"/>
              </a:xfrm>
              <a:prstGeom prst="rect">
                <a:avLst/>
              </a:prstGeom>
              <a:noFill/>
              <a:ln>
                <a:noFill/>
              </a:ln>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ctr">
                  <a:lnSpc>
                    <a:spcPct val="150000"/>
                  </a:lnSpc>
                  <a:spcBef>
                    <a:spcPct val="0"/>
                  </a:spcBef>
                  <a:buFont typeface="Arial" panose="020B0604020202020204" pitchFamily="34" charset="0"/>
                  <a:buChar char="•"/>
                  <a:tabLst>
                    <a:tab pos="227965" algn="l"/>
                  </a:tabLst>
                  <a:defRPr/>
                </a:pPr>
                <a:r>
                  <a:rPr lang="zh-CN" altLang="en-US" dirty="0"/>
                  <a:t>产品经理主要是同人打交道，要组织处理好很多复杂的关系和工作。</a:t>
                </a:r>
                <a:endParaRPr lang="en-US" altLang="zh-CN" dirty="0"/>
              </a:p>
              <a:p>
                <a:pPr marL="171450" indent="-171450" algn="ctr">
                  <a:lnSpc>
                    <a:spcPct val="150000"/>
                  </a:lnSpc>
                  <a:spcBef>
                    <a:spcPct val="0"/>
                  </a:spcBef>
                  <a:buFont typeface="Arial" panose="020B0604020202020204" pitchFamily="34" charset="0"/>
                  <a:buChar char="•"/>
                  <a:tabLst>
                    <a:tab pos="227965" algn="l"/>
                  </a:tabLst>
                  <a:defRPr/>
                </a:pPr>
                <a:r>
                  <a:rPr lang="zh-CN" altLang="en-US" dirty="0"/>
                  <a:t>产品经理要协调好各种关系，包括研发、测试、文档、市场、销售等部门的人</a:t>
                </a:r>
                <a:endParaRPr lang="en-US" altLang="zh-CN" dirty="0"/>
              </a:p>
            </p:txBody>
          </p:sp>
          <p:sp>
            <p:nvSpPr>
              <p:cNvPr id="44" name="ïṥļïďé"/>
              <p:cNvSpPr txBox="1"/>
              <p:nvPr/>
            </p:nvSpPr>
            <p:spPr bwMode="auto">
              <a:xfrm>
                <a:off x="669925" y="2546473"/>
                <a:ext cx="3281400" cy="412880"/>
              </a:xfrm>
              <a:prstGeom prst="rect">
                <a:avLst/>
              </a:prstGeom>
              <a:noFill/>
              <a:ln>
                <a:noFill/>
              </a:ln>
            </p:spPr>
            <p:txBody>
              <a:bodyPr wrap="none" lIns="90000" tIns="46800" rIns="90000" bIns="4680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914400">
                  <a:spcBef>
                    <a:spcPct val="0"/>
                  </a:spcBef>
                </a:pPr>
                <a:r>
                  <a:rPr lang="zh-CN" altLang="en-US" sz="3200" b="1" dirty="0"/>
                  <a:t>协调沟通</a:t>
                </a:r>
                <a:endParaRPr lang="en-US" altLang="zh-CN" sz="3200" b="1" dirty="0"/>
              </a:p>
            </p:txBody>
          </p:sp>
        </p:grpSp>
        <p:grpSp>
          <p:nvGrpSpPr>
            <p:cNvPr id="31" name="i$ļïḍe"/>
            <p:cNvGrpSpPr/>
            <p:nvPr/>
          </p:nvGrpSpPr>
          <p:grpSpPr>
            <a:xfrm>
              <a:off x="678170" y="3027177"/>
              <a:ext cx="2875945" cy="1029692"/>
              <a:chOff x="8644542" y="2827390"/>
              <a:chExt cx="2875945" cy="1029692"/>
            </a:xfrm>
          </p:grpSpPr>
          <p:sp>
            <p:nvSpPr>
              <p:cNvPr id="41" name="ï$ļîḋe"/>
              <p:cNvSpPr/>
              <p:nvPr/>
            </p:nvSpPr>
            <p:spPr bwMode="auto">
              <a:xfrm>
                <a:off x="8644542" y="3246625"/>
                <a:ext cx="2875945" cy="61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70000"/>
                  </a:lnSpc>
                  <a:buFont typeface="Arial" panose="020B0604020202020204" pitchFamily="34" charset="0"/>
                  <a:buChar char="•"/>
                  <a:tabLst>
                    <a:tab pos="227965" algn="l"/>
                  </a:tabLst>
                  <a:defRPr/>
                </a:pPr>
                <a:r>
                  <a:rPr lang="zh-CN" altLang="en-US" dirty="0"/>
                  <a:t>从用户角度</a:t>
                </a:r>
                <a:r>
                  <a:rPr lang="zh-CN" altLang="en-US" dirty="0" smtClean="0"/>
                  <a:t>出发</a:t>
                </a:r>
                <a:endParaRPr lang="en-US" altLang="zh-CN" dirty="0" smtClean="0"/>
              </a:p>
              <a:p>
                <a:pPr marL="171450" indent="-171450">
                  <a:lnSpc>
                    <a:spcPct val="170000"/>
                  </a:lnSpc>
                  <a:buFont typeface="Arial" panose="020B0604020202020204" pitchFamily="34" charset="0"/>
                  <a:buChar char="•"/>
                  <a:tabLst>
                    <a:tab pos="227965" algn="l"/>
                  </a:tabLst>
                  <a:defRPr/>
                </a:pPr>
                <a:r>
                  <a:rPr lang="zh-CN" altLang="en-US" dirty="0" smtClean="0"/>
                  <a:t>了解</a:t>
                </a:r>
                <a:r>
                  <a:rPr lang="zh-CN" altLang="en-US" dirty="0"/>
                  <a:t>用户想要什么</a:t>
                </a:r>
                <a:endParaRPr lang="en-US" altLang="zh-CN" dirty="0"/>
              </a:p>
            </p:txBody>
          </p:sp>
          <p:sp>
            <p:nvSpPr>
              <p:cNvPr id="42" name="íšliḍê"/>
              <p:cNvSpPr txBox="1"/>
              <p:nvPr/>
            </p:nvSpPr>
            <p:spPr bwMode="auto">
              <a:xfrm>
                <a:off x="8644542" y="2827390"/>
                <a:ext cx="2875945"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a:lnSpc>
                    <a:spcPct val="100000"/>
                  </a:lnSpc>
                  <a:spcBef>
                    <a:spcPct val="0"/>
                  </a:spcBef>
                  <a:buFontTx/>
                  <a:buNone/>
                  <a:defRPr b="1">
                    <a:solidFill>
                      <a:schemeClr val="accent2"/>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3200" dirty="0">
                    <a:solidFill>
                      <a:schemeClr val="tx1"/>
                    </a:solidFill>
                  </a:rPr>
                  <a:t>同理心</a:t>
                </a:r>
                <a:endParaRPr lang="en-US" altLang="zh-CN" sz="3200" dirty="0">
                  <a:solidFill>
                    <a:schemeClr val="tx1"/>
                  </a:solidFill>
                </a:endParaRPr>
              </a:p>
            </p:txBody>
          </p:sp>
        </p:grpSp>
        <p:grpSp>
          <p:nvGrpSpPr>
            <p:cNvPr id="32" name="isḻíḋê"/>
            <p:cNvGrpSpPr/>
            <p:nvPr/>
          </p:nvGrpSpPr>
          <p:grpSpPr>
            <a:xfrm>
              <a:off x="9027155" y="3027176"/>
              <a:ext cx="2875945" cy="1419660"/>
              <a:chOff x="9021649" y="2827389"/>
              <a:chExt cx="2875945" cy="1419660"/>
            </a:xfrm>
          </p:grpSpPr>
          <p:sp>
            <p:nvSpPr>
              <p:cNvPr id="39" name="íślidè"/>
              <p:cNvSpPr/>
              <p:nvPr/>
            </p:nvSpPr>
            <p:spPr bwMode="auto">
              <a:xfrm>
                <a:off x="9021649" y="3246624"/>
                <a:ext cx="2875945" cy="10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tabLst>
                    <a:tab pos="227965" algn="l"/>
                  </a:tabLst>
                  <a:defRPr/>
                </a:pPr>
                <a:r>
                  <a:rPr lang="zh-CN" altLang="en-US" dirty="0"/>
                  <a:t>市场调查，</a:t>
                </a:r>
                <a:r>
                  <a:rPr lang="zh-CN" altLang="en-US" dirty="0" smtClean="0"/>
                  <a:t>发现</a:t>
                </a:r>
                <a:endParaRPr lang="en-US" altLang="zh-CN" dirty="0" smtClean="0"/>
              </a:p>
              <a:p>
                <a:pPr marL="171450" indent="-171450">
                  <a:lnSpc>
                    <a:spcPct val="150000"/>
                  </a:lnSpc>
                  <a:buFont typeface="Arial" panose="020B0604020202020204" pitchFamily="34" charset="0"/>
                  <a:buChar char="•"/>
                  <a:tabLst>
                    <a:tab pos="227965" algn="l"/>
                  </a:tabLst>
                  <a:defRPr/>
                </a:pPr>
                <a:r>
                  <a:rPr lang="zh-CN" altLang="en-US" dirty="0" smtClean="0"/>
                  <a:t>制定合适的战略</a:t>
                </a:r>
                <a:endParaRPr lang="en-US" altLang="zh-CN" dirty="0"/>
              </a:p>
            </p:txBody>
          </p:sp>
          <p:sp>
            <p:nvSpPr>
              <p:cNvPr id="40" name="iş1iḑé"/>
              <p:cNvSpPr txBox="1"/>
              <p:nvPr/>
            </p:nvSpPr>
            <p:spPr bwMode="auto">
              <a:xfrm>
                <a:off x="9021649" y="2827389"/>
                <a:ext cx="2875945"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a:lnSpc>
                    <a:spcPct val="100000"/>
                  </a:lnSpc>
                  <a:spcBef>
                    <a:spcPct val="0"/>
                  </a:spcBef>
                  <a:buFontTx/>
                  <a:buNone/>
                  <a:defRPr b="1">
                    <a:solidFill>
                      <a:schemeClr val="accent2"/>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3200" dirty="0">
                    <a:solidFill>
                      <a:schemeClr val="tx1"/>
                    </a:solidFill>
                  </a:rPr>
                  <a:t>市场嗅觉</a:t>
                </a:r>
                <a:endParaRPr lang="en-US" altLang="zh-CN" sz="3200" dirty="0">
                  <a:solidFill>
                    <a:schemeClr val="tx1"/>
                  </a:solidFill>
                </a:endParaRPr>
              </a:p>
            </p:txBody>
          </p:sp>
        </p:grpSp>
        <p:grpSp>
          <p:nvGrpSpPr>
            <p:cNvPr id="33" name="íSliḍè"/>
            <p:cNvGrpSpPr/>
            <p:nvPr/>
          </p:nvGrpSpPr>
          <p:grpSpPr>
            <a:xfrm>
              <a:off x="645275" y="4565938"/>
              <a:ext cx="2908840" cy="1817873"/>
              <a:chOff x="8611647" y="2564524"/>
              <a:chExt cx="2908840" cy="1817873"/>
            </a:xfrm>
          </p:grpSpPr>
          <p:sp>
            <p:nvSpPr>
              <p:cNvPr id="37" name="ïSļide"/>
              <p:cNvSpPr/>
              <p:nvPr/>
            </p:nvSpPr>
            <p:spPr bwMode="auto">
              <a:xfrm>
                <a:off x="8644542" y="3246625"/>
                <a:ext cx="2875945" cy="113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tabLst>
                    <a:tab pos="227965" algn="l"/>
                  </a:tabLst>
                  <a:defRPr/>
                </a:pPr>
                <a:r>
                  <a:rPr lang="zh-CN" altLang="en-US" dirty="0"/>
                  <a:t>对自己对产品</a:t>
                </a:r>
                <a:r>
                  <a:rPr lang="zh-CN" altLang="en-US" dirty="0" smtClean="0"/>
                  <a:t>负责任</a:t>
                </a:r>
                <a:endParaRPr lang="en-US" altLang="zh-CN" dirty="0" smtClean="0"/>
              </a:p>
              <a:p>
                <a:pPr marL="171450" indent="-171450">
                  <a:lnSpc>
                    <a:spcPct val="150000"/>
                  </a:lnSpc>
                  <a:buFont typeface="Arial" panose="020B0604020202020204" pitchFamily="34" charset="0"/>
                  <a:buChar char="•"/>
                  <a:tabLst>
                    <a:tab pos="227965" algn="l"/>
                  </a:tabLst>
                  <a:defRPr/>
                </a:pPr>
                <a:r>
                  <a:rPr lang="zh-CN" altLang="en-US" dirty="0" smtClean="0"/>
                  <a:t>对热点处处留心</a:t>
                </a:r>
                <a:endParaRPr lang="en-US" altLang="zh-CN" dirty="0"/>
              </a:p>
            </p:txBody>
          </p:sp>
          <p:sp>
            <p:nvSpPr>
              <p:cNvPr id="38" name="ïšļiḓè"/>
              <p:cNvSpPr txBox="1"/>
              <p:nvPr/>
            </p:nvSpPr>
            <p:spPr bwMode="auto">
              <a:xfrm>
                <a:off x="8611647" y="2564524"/>
                <a:ext cx="1562952" cy="698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3200" dirty="0" smtClean="0">
                    <a:solidFill>
                      <a:schemeClr val="tx1"/>
                    </a:solidFill>
                  </a:rPr>
                  <a:t>用心</a:t>
                </a:r>
                <a:endParaRPr lang="en-US" altLang="zh-CN" dirty="0">
                  <a:solidFill>
                    <a:schemeClr val="tx1"/>
                  </a:solidFill>
                </a:endParaRPr>
              </a:p>
            </p:txBody>
          </p:sp>
        </p:grpSp>
        <p:grpSp>
          <p:nvGrpSpPr>
            <p:cNvPr id="34" name="ïŝḻîḓe"/>
            <p:cNvGrpSpPr/>
            <p:nvPr/>
          </p:nvGrpSpPr>
          <p:grpSpPr>
            <a:xfrm>
              <a:off x="9027155" y="4835672"/>
              <a:ext cx="2875945" cy="1711370"/>
              <a:chOff x="9021649" y="2834258"/>
              <a:chExt cx="2875945" cy="1711370"/>
            </a:xfrm>
          </p:grpSpPr>
          <p:sp>
            <p:nvSpPr>
              <p:cNvPr id="35" name="ïşlïdé"/>
              <p:cNvSpPr/>
              <p:nvPr/>
            </p:nvSpPr>
            <p:spPr bwMode="auto">
              <a:xfrm>
                <a:off x="9021649" y="3253493"/>
                <a:ext cx="2875945" cy="129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tabLst>
                    <a:tab pos="227965" algn="l"/>
                  </a:tabLst>
                  <a:defRPr/>
                </a:pPr>
                <a:r>
                  <a:rPr lang="zh-CN" altLang="en-US" dirty="0" smtClean="0"/>
                  <a:t>在有限人员和技术内统筹</a:t>
                </a:r>
                <a:endParaRPr lang="en-US" altLang="zh-CN" dirty="0" smtClean="0"/>
              </a:p>
              <a:p>
                <a:pPr marL="171450" indent="-171450">
                  <a:lnSpc>
                    <a:spcPct val="150000"/>
                  </a:lnSpc>
                  <a:buFont typeface="Arial" panose="020B0604020202020204" pitchFamily="34" charset="0"/>
                  <a:buChar char="•"/>
                  <a:tabLst>
                    <a:tab pos="227965" algn="l"/>
                  </a:tabLst>
                  <a:defRPr/>
                </a:pPr>
                <a:r>
                  <a:rPr lang="zh-CN" altLang="en-US" dirty="0" smtClean="0"/>
                  <a:t>尊重客观规律</a:t>
                </a:r>
                <a:endParaRPr lang="en-US" altLang="zh-CN" dirty="0"/>
              </a:p>
            </p:txBody>
          </p:sp>
          <p:sp>
            <p:nvSpPr>
              <p:cNvPr id="36" name="ïṣ1ïďè"/>
              <p:cNvSpPr txBox="1"/>
              <p:nvPr/>
            </p:nvSpPr>
            <p:spPr bwMode="auto">
              <a:xfrm>
                <a:off x="9021649" y="2834258"/>
                <a:ext cx="2875945"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Autofit/>
              </a:bodyPr>
              <a:lstStyle>
                <a:defPPr>
                  <a:defRPr lang="zh-CN"/>
                </a:defPPr>
                <a:lvl1pPr>
                  <a:lnSpc>
                    <a:spcPct val="100000"/>
                  </a:lnSpc>
                  <a:spcBef>
                    <a:spcPct val="0"/>
                  </a:spcBef>
                  <a:buFontTx/>
                  <a:buNone/>
                  <a:defRPr b="1">
                    <a:solidFill>
                      <a:schemeClr val="accent2"/>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3200" dirty="0" smtClean="0">
                    <a:solidFill>
                      <a:schemeClr val="tx1"/>
                    </a:solidFill>
                  </a:rPr>
                  <a:t>实事求是</a:t>
                </a:r>
                <a:endParaRPr lang="en-US" altLang="zh-CN" sz="3200" dirty="0">
                  <a:solidFill>
                    <a:schemeClr val="tx1"/>
                  </a:solidFill>
                </a:endParaRPr>
              </a:p>
            </p:txBody>
          </p:sp>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优秀的产品经理是软件质量的第一道保障</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2050" name="Picture 2" descr="https://ss0.baidu.com/6ONWsjip0QIZ8tyhnq/it/u=179920017,2662247502&amp;fm=173&amp;app=25&amp;f=JPEG?w=600&amp;h=1066&amp;s=74B01FD50BE7F0C85C25155F0300C0E0"/>
          <p:cNvPicPr>
            <a:picLocks noChangeAspect="1" noChangeArrowheads="1"/>
          </p:cNvPicPr>
          <p:nvPr/>
        </p:nvPicPr>
        <p:blipFill rotWithShape="1">
          <a:blip r:embed="rId1">
            <a:extLst>
              <a:ext uri="{28A0092B-C50C-407E-A947-70E740481C1C}">
                <a14:useLocalDpi xmlns:a14="http://schemas.microsoft.com/office/drawing/2010/main" val="0"/>
              </a:ext>
            </a:extLst>
          </a:blip>
          <a:srcRect t="8859"/>
          <a:stretch>
            <a:fillRect/>
          </a:stretch>
        </p:blipFill>
        <p:spPr bwMode="auto">
          <a:xfrm>
            <a:off x="8291657" y="1387907"/>
            <a:ext cx="2996743" cy="48525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ss2.baidu.com/6ONYsjip0QIZ8tyhnq/it/u=1356822257,1262851681&amp;fm=173&amp;app=25&amp;f=JPEG?w=580&amp;h=313&amp;s=4290E223CBF07D82595991D20000C0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924" y="1506248"/>
            <a:ext cx="6066036" cy="3273569"/>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597187" y="5061509"/>
            <a:ext cx="7279121" cy="960776"/>
          </a:xfrm>
          <a:prstGeom prst="rect">
            <a:avLst/>
          </a:prstGeom>
          <a:noFill/>
        </p:spPr>
        <p:txBody>
          <a:bodyPr wrap="square" rtlCol="0">
            <a:spAutoFit/>
          </a:bodyPr>
          <a:lstStyle/>
          <a:p>
            <a:pPr>
              <a:lnSpc>
                <a:spcPct val="150000"/>
              </a:lnSpc>
            </a:pPr>
            <a:r>
              <a:rPr lang="zh-CN" altLang="en-US" sz="2000" dirty="0" smtClean="0"/>
              <a:t>糟糕的需求不仅会引起产品经理和程序员之间的矛盾</a:t>
            </a:r>
            <a:endParaRPr lang="en-US" altLang="zh-CN" sz="2000" dirty="0" smtClean="0"/>
          </a:p>
          <a:p>
            <a:pPr>
              <a:lnSpc>
                <a:spcPct val="150000"/>
              </a:lnSpc>
            </a:pPr>
            <a:r>
              <a:rPr lang="zh-CN" altLang="en-US" sz="2000" dirty="0" smtClean="0"/>
              <a:t>更可能因为需求超出实现能力范围而导致软件的安全隐患</a:t>
            </a:r>
            <a:endParaRPr lang="zh-CN" alt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需求分析师（</a:t>
            </a:r>
            <a:r>
              <a:rPr lang="en-US" altLang="zh-CN" dirty="0"/>
              <a:t>Business </a:t>
            </a:r>
            <a:r>
              <a:rPr lang="en-US" altLang="zh-CN" dirty="0" smtClean="0"/>
              <a:t>Analyst</a:t>
            </a:r>
            <a:r>
              <a:rPr lang="zh-CN" altLang="en-US" dirty="0" smtClean="0"/>
              <a:t>）</a:t>
            </a:r>
            <a:endParaRPr lang="zh-CN" altLang="en-US" dirty="0"/>
          </a:p>
        </p:txBody>
      </p:sp>
      <p:sp>
        <p:nvSpPr>
          <p:cNvPr id="5" name="内容占位符 2"/>
          <p:cNvSpPr txBox="1"/>
          <p:nvPr/>
        </p:nvSpPr>
        <p:spPr>
          <a:xfrm>
            <a:off x="669924" y="1568162"/>
            <a:ext cx="4702176" cy="5019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dirty="0"/>
              <a:t>软件一般是用来解决现实中的具体的业务问题的，软件需求分析</a:t>
            </a:r>
            <a:r>
              <a:rPr lang="zh-CN" altLang="en-US" dirty="0" smtClean="0"/>
              <a:t>师（</a:t>
            </a:r>
            <a:r>
              <a:rPr lang="en-US" altLang="zh-CN" dirty="0"/>
              <a:t>Business Analyst</a:t>
            </a:r>
            <a:r>
              <a:rPr lang="zh-CN" altLang="en-US" dirty="0" smtClean="0"/>
              <a:t>）的</a:t>
            </a:r>
            <a:r>
              <a:rPr lang="zh-CN" altLang="en-US" dirty="0"/>
              <a:t>工作就是要发现出现实中的业务问题并针对问题采取有效的解决方案，并将解决方案分解成更小的业务功能让软件开发人员去实现这些功能，最后通过对已经实现软件的验证确保问题得到解决。</a:t>
            </a:r>
            <a:endParaRPr lang="zh-CN" altLang="en-US" sz="2800" dirty="0"/>
          </a:p>
        </p:txBody>
      </p:sp>
      <p:graphicFrame>
        <p:nvGraphicFramePr>
          <p:cNvPr id="7" name="图示 6"/>
          <p:cNvGraphicFramePr/>
          <p:nvPr/>
        </p:nvGraphicFramePr>
        <p:xfrm>
          <a:off x="6095205" y="1704110"/>
          <a:ext cx="5406735" cy="390698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以</a:t>
            </a:r>
            <a:r>
              <a:rPr lang="en-US" altLang="zh-CN" dirty="0" smtClean="0"/>
              <a:t>ThoughtWorks</a:t>
            </a:r>
            <a:r>
              <a:rPr lang="zh-CN" altLang="en-US" dirty="0" smtClean="0"/>
              <a:t>为例分析需求分析师</a:t>
            </a:r>
            <a:endParaRPr lang="zh-CN" altLang="en-US" dirty="0"/>
          </a:p>
        </p:txBody>
      </p:sp>
      <p:sp>
        <p:nvSpPr>
          <p:cNvPr id="5" name="内容占位符 2"/>
          <p:cNvSpPr txBox="1"/>
          <p:nvPr/>
        </p:nvSpPr>
        <p:spPr>
          <a:xfrm>
            <a:off x="669924" y="1568162"/>
            <a:ext cx="4702176" cy="501967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zh-CN" dirty="0" err="1" smtClean="0"/>
              <a:t>Linkedin</a:t>
            </a:r>
            <a:r>
              <a:rPr lang="zh-CN" altLang="en-US" dirty="0"/>
              <a:t>上</a:t>
            </a:r>
            <a:r>
              <a:rPr lang="en-US" altLang="zh-CN" b="1" dirty="0" smtClean="0"/>
              <a:t>BA</a:t>
            </a:r>
            <a:r>
              <a:rPr lang="zh-CN" altLang="en-US" b="1" dirty="0" smtClean="0"/>
              <a:t>（</a:t>
            </a:r>
            <a:r>
              <a:rPr lang="en-US" altLang="zh-CN" b="1" dirty="0"/>
              <a:t>Business Analyst</a:t>
            </a:r>
            <a:r>
              <a:rPr lang="zh-CN" altLang="en-US" b="1" dirty="0" smtClean="0"/>
              <a:t>）</a:t>
            </a:r>
            <a:r>
              <a:rPr lang="zh-CN" altLang="en-US" dirty="0" smtClean="0"/>
              <a:t>相关</a:t>
            </a:r>
            <a:r>
              <a:rPr lang="zh-CN" altLang="en-US" dirty="0"/>
              <a:t>的职位不到产品经理或项目经理的四分之一。到本土的拉勾网、智联招聘等网站上，</a:t>
            </a:r>
            <a:r>
              <a:rPr lang="en-US" altLang="zh-CN" dirty="0"/>
              <a:t>BA</a:t>
            </a:r>
            <a:r>
              <a:rPr lang="zh-CN" altLang="en-US" dirty="0"/>
              <a:t>的职位就更少了。</a:t>
            </a:r>
            <a:endParaRPr lang="en-US" altLang="zh-CN" dirty="0"/>
          </a:p>
          <a:p>
            <a:pPr algn="just">
              <a:lnSpc>
                <a:spcPct val="150000"/>
              </a:lnSpc>
            </a:pPr>
            <a:r>
              <a:rPr lang="en-US" altLang="zh-CN" b="1" dirty="0" smtClean="0"/>
              <a:t>ThoughtWorks</a:t>
            </a:r>
            <a:r>
              <a:rPr lang="zh-CN" altLang="en-US" dirty="0"/>
              <a:t>是一家全球软件设计与定制领袖</a:t>
            </a:r>
            <a:r>
              <a:rPr lang="zh-CN" altLang="en-US" dirty="0" smtClean="0"/>
              <a:t>企业，</a:t>
            </a:r>
            <a:r>
              <a:rPr lang="zh-CN" altLang="en-US" dirty="0"/>
              <a:t>主要通过咨询帮助改善企业的</a:t>
            </a:r>
            <a:r>
              <a:rPr lang="en-US" altLang="zh-CN" dirty="0"/>
              <a:t>IT</a:t>
            </a:r>
            <a:r>
              <a:rPr lang="zh-CN" altLang="en-US" dirty="0"/>
              <a:t>组织，改进软件开发方法，以软件带动企业业务发展</a:t>
            </a:r>
            <a:r>
              <a:rPr lang="zh-CN" altLang="en-US" dirty="0" smtClean="0"/>
              <a:t>。</a:t>
            </a:r>
            <a:r>
              <a:rPr lang="zh-CN" altLang="en-US" dirty="0"/>
              <a:t>通过定制软件开发，</a:t>
            </a:r>
            <a:r>
              <a:rPr lang="en-US" altLang="zh-CN" dirty="0"/>
              <a:t>ThoughtWorks</a:t>
            </a:r>
            <a:r>
              <a:rPr lang="zh-CN" altLang="en-US" dirty="0"/>
              <a:t>为客户提供集创意设计、开发及交付为一体的定制服务。</a:t>
            </a:r>
            <a:endParaRPr lang="en-US" altLang="zh-CN" dirty="0"/>
          </a:p>
        </p:txBody>
      </p:sp>
      <p:pic>
        <p:nvPicPr>
          <p:cNvPr id="4098" name="Picture 2" descr="ThoughtWorks_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86330" y="1831488"/>
            <a:ext cx="5434157" cy="3056714"/>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8381846" y="5247409"/>
            <a:ext cx="3065904" cy="646331"/>
          </a:xfrm>
          <a:prstGeom prst="rect">
            <a:avLst/>
          </a:prstGeom>
          <a:noFill/>
        </p:spPr>
        <p:txBody>
          <a:bodyPr wrap="none" rtlCol="0">
            <a:spAutoFit/>
          </a:bodyPr>
          <a:lstStyle/>
          <a:p>
            <a:pPr algn="r"/>
            <a:r>
              <a:rPr lang="zh-CN" altLang="en-US" dirty="0" smtClean="0"/>
              <a:t>图：</a:t>
            </a:r>
            <a:r>
              <a:rPr lang="en-US" altLang="zh-CN" dirty="0" smtClean="0"/>
              <a:t>ThoughtWorks</a:t>
            </a:r>
            <a:r>
              <a:rPr lang="zh-CN" altLang="en-US" dirty="0" smtClean="0"/>
              <a:t>招聘广告</a:t>
            </a:r>
            <a:endParaRPr lang="en-US" altLang="zh-CN" dirty="0" smtClean="0"/>
          </a:p>
          <a:p>
            <a:pPr algn="r"/>
            <a:r>
              <a:rPr lang="zh-CN" altLang="en-US" dirty="0" smtClean="0"/>
              <a:t>号称全球最难面</a:t>
            </a:r>
            <a:r>
              <a:rPr lang="en-US" altLang="zh-CN" dirty="0" smtClean="0"/>
              <a:t>IT</a:t>
            </a:r>
            <a:r>
              <a:rPr lang="zh-CN" altLang="en-US" dirty="0" smtClean="0"/>
              <a:t>公司</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BA</a:t>
            </a:r>
            <a:r>
              <a:rPr lang="zh-CN" altLang="en-US" dirty="0"/>
              <a:t>做什么？为什么需要</a:t>
            </a:r>
            <a:r>
              <a:rPr lang="en-US" altLang="zh-CN" dirty="0"/>
              <a:t>BA?</a:t>
            </a:r>
            <a:endParaRPr lang="en-US" altLang="zh-CN" dirty="0"/>
          </a:p>
        </p:txBody>
      </p:sp>
      <p:pic>
        <p:nvPicPr>
          <p:cNvPr id="5122" name="Picture 2" descr="http://image.woshipm.com/wp-files/2015/07/96a3be3cf272e017046d1b2674a52bd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7697" y="1591543"/>
            <a:ext cx="6995015" cy="49131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如果没有需求分析师</a:t>
            </a:r>
            <a:endParaRPr lang="en-US" altLang="zh-CN" dirty="0"/>
          </a:p>
        </p:txBody>
      </p:sp>
      <p:pic>
        <p:nvPicPr>
          <p:cNvPr id="5124" name="Picture 4" descr="http://image.woshipm.com/wp-files/2015/07/a2ef406e2c2351e0b9e80029c909242d.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9924" y="1781347"/>
            <a:ext cx="8380558" cy="137298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69924" y="3616036"/>
            <a:ext cx="9921953" cy="188410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t>信息的传递具有衰减效应，每</a:t>
            </a:r>
            <a:r>
              <a:rPr lang="zh-CN" altLang="en-US" sz="2000" dirty="0"/>
              <a:t>传递一次就会衰减</a:t>
            </a:r>
            <a:r>
              <a:rPr lang="zh-CN" altLang="en-US" sz="2000" dirty="0" smtClean="0"/>
              <a:t>；</a:t>
            </a:r>
            <a:endParaRPr lang="en-US" altLang="zh-CN" sz="2000" dirty="0"/>
          </a:p>
          <a:p>
            <a:pPr marL="342900" indent="-342900">
              <a:lnSpc>
                <a:spcPct val="150000"/>
              </a:lnSpc>
              <a:buFont typeface="Arial" panose="020B0604020202020204" pitchFamily="34" charset="0"/>
              <a:buChar char="•"/>
            </a:pPr>
            <a:r>
              <a:rPr lang="zh-CN" altLang="en-US" sz="2000" dirty="0" smtClean="0"/>
              <a:t>在</a:t>
            </a:r>
            <a:r>
              <a:rPr lang="zh-CN" altLang="en-US" sz="2000" dirty="0"/>
              <a:t>图上的每一个节点上，往往不是一个人，多人参与更容易失真</a:t>
            </a:r>
            <a:r>
              <a:rPr lang="zh-CN" altLang="en-US" sz="2000" dirty="0" smtClean="0"/>
              <a:t>。</a:t>
            </a:r>
            <a:endParaRPr lang="en-US" altLang="zh-CN" sz="2000" dirty="0" smtClean="0"/>
          </a:p>
          <a:p>
            <a:pPr marL="342900" indent="-342900">
              <a:lnSpc>
                <a:spcPct val="150000"/>
              </a:lnSpc>
              <a:buFont typeface="Arial" panose="020B0604020202020204" pitchFamily="34" charset="0"/>
              <a:buChar char="•"/>
            </a:pPr>
            <a:r>
              <a:rPr lang="zh-CN" altLang="en-US" sz="2000" dirty="0" smtClean="0"/>
              <a:t>根据</a:t>
            </a:r>
            <a:r>
              <a:rPr lang="en-US" altLang="zh-CN" sz="2000" dirty="0"/>
              <a:t>《</a:t>
            </a:r>
            <a:r>
              <a:rPr lang="zh-CN" altLang="en-US" sz="2000" dirty="0"/>
              <a:t>组织行为学</a:t>
            </a:r>
            <a:r>
              <a:rPr lang="en-US" altLang="zh-CN" sz="2000" dirty="0"/>
              <a:t>》</a:t>
            </a:r>
            <a:r>
              <a:rPr lang="zh-CN" altLang="en-US" sz="2000" dirty="0"/>
              <a:t>中的相关数据，这样跨五层的传递</a:t>
            </a:r>
            <a:r>
              <a:rPr lang="zh-CN" altLang="en-US" sz="2000" dirty="0" smtClean="0"/>
              <a:t>，只有大约</a:t>
            </a:r>
            <a:r>
              <a:rPr lang="en-US" altLang="zh-CN" sz="2000" dirty="0"/>
              <a:t>60%</a:t>
            </a:r>
            <a:r>
              <a:rPr lang="zh-CN" altLang="en-US" sz="2000" dirty="0"/>
              <a:t>左右的信息能被完整无误地</a:t>
            </a:r>
            <a:r>
              <a:rPr lang="zh-CN" altLang="en-US" sz="2000" dirty="0" smtClean="0"/>
              <a:t>传递。</a:t>
            </a:r>
            <a:endParaRPr lang="zh-CN" altLang="en-US"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如果有需求分析师</a:t>
            </a:r>
            <a:endParaRPr lang="en-US" altLang="zh-CN" dirty="0"/>
          </a:p>
        </p:txBody>
      </p:sp>
      <p:sp>
        <p:nvSpPr>
          <p:cNvPr id="3" name="文本框 2"/>
          <p:cNvSpPr txBox="1"/>
          <p:nvPr/>
        </p:nvSpPr>
        <p:spPr>
          <a:xfrm>
            <a:off x="545233" y="1539587"/>
            <a:ext cx="5356803" cy="37856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000" dirty="0" smtClean="0"/>
              <a:t>BA</a:t>
            </a:r>
            <a:r>
              <a:rPr lang="zh-CN" altLang="en-US" sz="2000" dirty="0"/>
              <a:t>和每个角色都保持无缝的沟通，尽量在每一个节点向前验证需求，保证沟通的每个环节都是闭环，最大程度地减少需求失真</a:t>
            </a:r>
            <a:r>
              <a:rPr lang="zh-CN" altLang="en-US" sz="2000" dirty="0" smtClean="0"/>
              <a:t>。</a:t>
            </a:r>
            <a:endParaRPr lang="en-US" altLang="zh-CN" sz="2000" dirty="0" smtClean="0"/>
          </a:p>
          <a:p>
            <a:pPr marL="342900" indent="-342900">
              <a:lnSpc>
                <a:spcPct val="150000"/>
              </a:lnSpc>
              <a:buFont typeface="Arial" panose="020B0604020202020204" pitchFamily="34" charset="0"/>
              <a:buChar char="•"/>
            </a:pPr>
            <a:endParaRPr lang="en-US" altLang="zh-CN" sz="2000" dirty="0" smtClean="0"/>
          </a:p>
          <a:p>
            <a:pPr marL="342900" indent="-342900">
              <a:lnSpc>
                <a:spcPct val="150000"/>
              </a:lnSpc>
              <a:buFont typeface="Arial" panose="020B0604020202020204" pitchFamily="34" charset="0"/>
              <a:buChar char="•"/>
            </a:pPr>
            <a:r>
              <a:rPr lang="en-US" altLang="zh-CN" sz="2000" dirty="0" smtClean="0"/>
              <a:t>ThoughtWorks</a:t>
            </a:r>
            <a:r>
              <a:rPr lang="zh-CN" altLang="en-US" sz="2000" dirty="0" smtClean="0"/>
              <a:t>公司的研究表明，拥有</a:t>
            </a:r>
            <a:r>
              <a:rPr lang="en-US" altLang="zh-CN" sz="2000" dirty="0" smtClean="0"/>
              <a:t>BA</a:t>
            </a:r>
            <a:r>
              <a:rPr lang="zh-CN" altLang="en-US" sz="2000" dirty="0" smtClean="0"/>
              <a:t>的团队能够使得</a:t>
            </a:r>
            <a:r>
              <a:rPr lang="en-US" altLang="zh-CN" sz="2000" dirty="0" smtClean="0"/>
              <a:t>95%</a:t>
            </a:r>
            <a:r>
              <a:rPr lang="zh-CN" altLang="en-US" sz="2000" dirty="0" smtClean="0"/>
              <a:t>以上的信息得到有效的传递，很大程度上避免了由于信息传递失真导致的程序质量问题</a:t>
            </a:r>
            <a:endParaRPr lang="zh-CN" altLang="en-US" sz="2000" dirty="0"/>
          </a:p>
        </p:txBody>
      </p:sp>
      <p:pic>
        <p:nvPicPr>
          <p:cNvPr id="5" name="Picture 6" descr="http://image.woshipm.com/wp-files/2015/07/e45ee7ce7e88149af8dd32b27f9512ce.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33021" y="1539587"/>
            <a:ext cx="4468378" cy="47410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需求分析师的技能图谱</a:t>
            </a:r>
            <a:endParaRPr lang="en-US" altLang="zh-CN" dirty="0"/>
          </a:p>
        </p:txBody>
      </p:sp>
      <p:sp>
        <p:nvSpPr>
          <p:cNvPr id="3" name="文本框 2"/>
          <p:cNvSpPr txBox="1"/>
          <p:nvPr/>
        </p:nvSpPr>
        <p:spPr>
          <a:xfrm>
            <a:off x="669924" y="1592838"/>
            <a:ext cx="3979719" cy="3170099"/>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zh-CN" altLang="en-US" sz="2000" dirty="0" smtClean="0"/>
              <a:t>需求 </a:t>
            </a:r>
            <a:r>
              <a:rPr lang="en-US" altLang="zh-CN" sz="2000" dirty="0"/>
              <a:t>– “</a:t>
            </a:r>
            <a:r>
              <a:rPr lang="zh-CN" altLang="en-US" sz="2000" dirty="0"/>
              <a:t>需求沟通和澄清</a:t>
            </a:r>
            <a:r>
              <a:rPr lang="zh-CN" altLang="en-US" sz="2000" dirty="0" smtClean="0"/>
              <a:t>”</a:t>
            </a:r>
            <a:endParaRPr lang="en-US" altLang="zh-CN" sz="2000" dirty="0" smtClean="0"/>
          </a:p>
          <a:p>
            <a:pPr marL="342900" indent="-342900">
              <a:lnSpc>
                <a:spcPct val="200000"/>
              </a:lnSpc>
              <a:buFont typeface="Arial" panose="020B0604020202020204" pitchFamily="34" charset="0"/>
              <a:buChar char="•"/>
            </a:pPr>
            <a:r>
              <a:rPr lang="zh-CN" altLang="en-US" sz="2000" dirty="0"/>
              <a:t>战略 </a:t>
            </a:r>
            <a:r>
              <a:rPr lang="en-US" altLang="zh-CN" sz="2000" dirty="0"/>
              <a:t>– “</a:t>
            </a:r>
            <a:r>
              <a:rPr lang="zh-CN" altLang="en-US" sz="2000" dirty="0"/>
              <a:t>业务洞察和方案</a:t>
            </a:r>
            <a:r>
              <a:rPr lang="zh-CN" altLang="en-US" sz="2000" dirty="0" smtClean="0"/>
              <a:t>”</a:t>
            </a:r>
            <a:endParaRPr lang="en-US" altLang="zh-CN" sz="2000" dirty="0" smtClean="0"/>
          </a:p>
          <a:p>
            <a:pPr marL="342900" indent="-342900">
              <a:lnSpc>
                <a:spcPct val="200000"/>
              </a:lnSpc>
              <a:buFont typeface="Arial" panose="020B0604020202020204" pitchFamily="34" charset="0"/>
              <a:buChar char="•"/>
            </a:pPr>
            <a:r>
              <a:rPr lang="zh-CN" altLang="en-US" sz="2000" dirty="0"/>
              <a:t>产品 </a:t>
            </a:r>
            <a:r>
              <a:rPr lang="en-US" altLang="zh-CN" sz="2000" dirty="0"/>
              <a:t>– “</a:t>
            </a:r>
            <a:r>
              <a:rPr lang="zh-CN" altLang="en-US" sz="2000" dirty="0"/>
              <a:t>产品定位和规划</a:t>
            </a:r>
            <a:r>
              <a:rPr lang="zh-CN" altLang="en-US" sz="2000" dirty="0" smtClean="0"/>
              <a:t>”</a:t>
            </a:r>
            <a:endParaRPr lang="en-US" altLang="zh-CN" sz="2000" dirty="0" smtClean="0"/>
          </a:p>
          <a:p>
            <a:pPr marL="342900" indent="-342900">
              <a:lnSpc>
                <a:spcPct val="200000"/>
              </a:lnSpc>
              <a:buFont typeface="Arial" panose="020B0604020202020204" pitchFamily="34" charset="0"/>
              <a:buChar char="•"/>
            </a:pPr>
            <a:r>
              <a:rPr lang="zh-CN" altLang="en-US" sz="2000" dirty="0"/>
              <a:t>数据 </a:t>
            </a:r>
            <a:r>
              <a:rPr lang="en-US" altLang="zh-CN" sz="2000" dirty="0"/>
              <a:t>– “</a:t>
            </a:r>
            <a:r>
              <a:rPr lang="zh-CN" altLang="en-US" sz="2000" dirty="0"/>
              <a:t>数据分析和建议</a:t>
            </a:r>
            <a:r>
              <a:rPr lang="zh-CN" altLang="en-US" sz="2000" dirty="0" smtClean="0"/>
              <a:t>”</a:t>
            </a:r>
            <a:endParaRPr lang="en-US" altLang="zh-CN" sz="2000" dirty="0" smtClean="0"/>
          </a:p>
          <a:p>
            <a:pPr marL="342900" indent="-342900">
              <a:lnSpc>
                <a:spcPct val="200000"/>
              </a:lnSpc>
              <a:buFont typeface="Arial" panose="020B0604020202020204" pitchFamily="34" charset="0"/>
              <a:buChar char="•"/>
            </a:pPr>
            <a:r>
              <a:rPr lang="zh-CN" altLang="en-US" sz="2000" dirty="0"/>
              <a:t>流程 </a:t>
            </a:r>
            <a:r>
              <a:rPr lang="en-US" altLang="zh-CN" sz="2000" dirty="0"/>
              <a:t>– “</a:t>
            </a:r>
            <a:r>
              <a:rPr lang="zh-CN" altLang="en-US" sz="2000" dirty="0"/>
              <a:t>决策引导和沟通”</a:t>
            </a:r>
            <a:endParaRPr lang="zh-CN" altLang="en-US" sz="2000" dirty="0"/>
          </a:p>
        </p:txBody>
      </p:sp>
      <p:pic>
        <p:nvPicPr>
          <p:cNvPr id="6146" name="Picture 2" descr="03-1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52101" y="1592838"/>
            <a:ext cx="6353208" cy="44546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二者的比较（</a:t>
            </a:r>
            <a:r>
              <a:rPr lang="en-US" altLang="zh-CN" dirty="0" smtClean="0"/>
              <a:t>Differences</a:t>
            </a:r>
            <a:r>
              <a:rPr lang="zh-CN" altLang="en-US" dirty="0" smtClean="0"/>
              <a:t>）</a:t>
            </a:r>
            <a:endParaRPr lang="zh-CN" altLang="en-US" dirty="0"/>
          </a:p>
        </p:txBody>
      </p:sp>
      <p:sp>
        <p:nvSpPr>
          <p:cNvPr id="3" name="文本框 2"/>
          <p:cNvSpPr txBox="1"/>
          <p:nvPr/>
        </p:nvSpPr>
        <p:spPr>
          <a:xfrm>
            <a:off x="669924" y="1496292"/>
            <a:ext cx="11251798" cy="4308872"/>
          </a:xfrm>
          <a:prstGeom prst="rect">
            <a:avLst/>
          </a:prstGeom>
          <a:noFill/>
        </p:spPr>
        <p:txBody>
          <a:bodyPr wrap="none" rtlCol="0">
            <a:spAutoFit/>
          </a:bodyPr>
          <a:lstStyle/>
          <a:p>
            <a:pPr marL="342900" indent="-342900">
              <a:lnSpc>
                <a:spcPct val="150000"/>
              </a:lnSpc>
              <a:buFont typeface="+mj-lt"/>
              <a:buAutoNum type="arabicPeriod"/>
            </a:pPr>
            <a:r>
              <a:rPr lang="zh-CN" altLang="en-US" sz="2800" dirty="0"/>
              <a:t>职位概念上的</a:t>
            </a:r>
            <a:r>
              <a:rPr lang="zh-CN" altLang="en-US" sz="2800" dirty="0" smtClean="0"/>
              <a:t>差异</a:t>
            </a:r>
            <a:endParaRPr lang="en-US" altLang="zh-CN" sz="2800" dirty="0"/>
          </a:p>
          <a:p>
            <a:pPr marL="800100" lvl="1" indent="-342900">
              <a:lnSpc>
                <a:spcPct val="200000"/>
              </a:lnSpc>
              <a:buFont typeface="Arial" panose="020B0604020202020204" pitchFamily="34" charset="0"/>
              <a:buChar char="•"/>
            </a:pPr>
            <a:r>
              <a:rPr lang="zh-CN" altLang="en-US" sz="2000" dirty="0" smtClean="0"/>
              <a:t>产品经理：</a:t>
            </a:r>
            <a:r>
              <a:rPr lang="zh-CN" altLang="en-US" sz="2000" dirty="0"/>
              <a:t>在企业中专门负责产品管理的人员</a:t>
            </a:r>
            <a:endParaRPr lang="en-US" altLang="zh-CN" sz="2000" dirty="0" smtClean="0"/>
          </a:p>
          <a:p>
            <a:pPr marL="800100" lvl="1" indent="-342900">
              <a:lnSpc>
                <a:spcPct val="200000"/>
              </a:lnSpc>
              <a:buFont typeface="Arial" panose="020B0604020202020204" pitchFamily="34" charset="0"/>
              <a:buChar char="•"/>
            </a:pPr>
            <a:r>
              <a:rPr lang="zh-CN" altLang="en-US" sz="2000" dirty="0" smtClean="0"/>
              <a:t>需求分析师：</a:t>
            </a:r>
            <a:r>
              <a:rPr lang="zh-CN" altLang="en-US" sz="2000" dirty="0"/>
              <a:t>是一个类似于技术翻译的工作</a:t>
            </a:r>
            <a:endParaRPr lang="en-US" altLang="zh-CN" sz="2000" dirty="0" smtClean="0"/>
          </a:p>
          <a:p>
            <a:pPr marL="800100" lvl="1" indent="-342900">
              <a:lnSpc>
                <a:spcPct val="150000"/>
              </a:lnSpc>
              <a:buFont typeface="Arial" panose="020B0604020202020204" pitchFamily="34" charset="0"/>
              <a:buChar char="•"/>
            </a:pPr>
            <a:endParaRPr lang="en-US" altLang="zh-CN" sz="2000" dirty="0" smtClean="0"/>
          </a:p>
          <a:p>
            <a:pPr marL="342900" indent="-342900">
              <a:lnSpc>
                <a:spcPct val="150000"/>
              </a:lnSpc>
              <a:buFont typeface="+mj-lt"/>
              <a:buAutoNum type="arabicPeriod"/>
            </a:pPr>
            <a:r>
              <a:rPr lang="zh-CN" altLang="en-US" sz="2800" dirty="0"/>
              <a:t>工作职责上的差异</a:t>
            </a:r>
            <a:endParaRPr lang="en-US" altLang="zh-CN" sz="2800" dirty="0"/>
          </a:p>
          <a:p>
            <a:pPr marL="800100" lvl="1" indent="-342900">
              <a:lnSpc>
                <a:spcPct val="200000"/>
              </a:lnSpc>
              <a:buFont typeface="Arial" panose="020B0604020202020204" pitchFamily="34" charset="0"/>
              <a:buChar char="•"/>
            </a:pPr>
            <a:r>
              <a:rPr lang="zh-CN" altLang="en-US" sz="2000" dirty="0"/>
              <a:t>产品经理：进行市场调研；确定产品的定义、需求及设计</a:t>
            </a:r>
            <a:endParaRPr lang="en-US" altLang="zh-CN" sz="2000" dirty="0"/>
          </a:p>
          <a:p>
            <a:pPr marL="800100" lvl="1" indent="-342900">
              <a:lnSpc>
                <a:spcPct val="200000"/>
              </a:lnSpc>
              <a:buFont typeface="Arial" panose="020B0604020202020204" pitchFamily="34" charset="0"/>
              <a:buChar char="•"/>
            </a:pPr>
            <a:r>
              <a:rPr lang="zh-CN" altLang="en-US" sz="2000" dirty="0"/>
              <a:t>需求分析师：根据需求编写详细需求规格说明书；与产品人员进行前期调研和产品设计工作</a:t>
            </a:r>
            <a:endParaRPr lang="en-US" altLang="zh-CN"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p:nvPr>
        </p:nvSpPr>
        <p:spPr>
          <a:xfrm>
            <a:off x="2872597" y="1458696"/>
            <a:ext cx="6155166" cy="656792"/>
          </a:xfrm>
        </p:spPr>
        <p:txBody>
          <a:bodyPr>
            <a:noAutofit/>
          </a:bodyPr>
          <a:lstStyle/>
          <a:p>
            <a:r>
              <a:rPr lang="zh-CN" altLang="en-US" sz="4800" dirty="0" smtClean="0"/>
              <a:t>设计与实现</a:t>
            </a:r>
            <a:r>
              <a:rPr lang="zh-CN" altLang="en-US" sz="2800" dirty="0" smtClean="0"/>
              <a:t>有关的职业</a:t>
            </a:r>
            <a:endParaRPr lang="zh-CN" altLang="en-US" sz="2800" dirty="0"/>
          </a:p>
        </p:txBody>
      </p:sp>
      <p:sp>
        <p:nvSpPr>
          <p:cNvPr id="6" name="文本占位符 5"/>
          <p:cNvSpPr>
            <a:spLocks noGrp="1"/>
          </p:cNvSpPr>
          <p:nvPr userDrawn="1">
            <p:ph type="body" idx="1"/>
          </p:nvPr>
        </p:nvSpPr>
        <p:spPr>
          <a:xfrm>
            <a:off x="3822699" y="2262190"/>
            <a:ext cx="4546600" cy="1015623"/>
          </a:xfrm>
        </p:spPr>
        <p:txBody>
          <a:bodyPr>
            <a:normAutofit/>
          </a:bodyPr>
          <a:lstStyle/>
          <a:p>
            <a:pPr>
              <a:lnSpc>
                <a:spcPct val="120000"/>
              </a:lnSpc>
            </a:pPr>
            <a:r>
              <a:rPr lang="en-US" altLang="zh-CN" sz="2000" dirty="0" smtClean="0"/>
              <a:t>Design Related</a:t>
            </a:r>
            <a:endParaRPr lang="en-US" altLang="zh-CN" sz="2000" dirty="0"/>
          </a:p>
        </p:txBody>
      </p:sp>
      <p:sp>
        <p:nvSpPr>
          <p:cNvPr id="10" name="文本框 9"/>
          <p:cNvSpPr txBox="1"/>
          <p:nvPr/>
        </p:nvSpPr>
        <p:spPr>
          <a:xfrm>
            <a:off x="5370526" y="4149725"/>
            <a:ext cx="1450947" cy="1303910"/>
          </a:xfrm>
          <a:prstGeom prst="rect">
            <a:avLst/>
          </a:prstGeom>
          <a:noFill/>
        </p:spPr>
        <p:txBody>
          <a:bodyPr wrap="none" rtlCol="0">
            <a:prstTxWarp prst="textPlain">
              <a:avLst/>
            </a:prstTxWarp>
            <a:spAutoFit/>
          </a:bodyPr>
          <a:lstStyle/>
          <a:p>
            <a:r>
              <a:rPr lang="en-US" altLang="zh-CN" dirty="0" smtClean="0">
                <a:solidFill>
                  <a:schemeClr val="bg1">
                    <a:alpha val="94000"/>
                  </a:schemeClr>
                </a:solidFill>
                <a:latin typeface="Impact" panose="020B0806030902050204" pitchFamily="34" charset="0"/>
                <a:cs typeface="Arial" panose="020B0604020202020204" pitchFamily="34" charset="0"/>
              </a:rPr>
              <a:t>04</a:t>
            </a:r>
            <a:endParaRPr lang="zh-CN" altLang="en-US" dirty="0">
              <a:solidFill>
                <a:schemeClr val="bg1">
                  <a:alpha val="94000"/>
                </a:schemeClr>
              </a:solidFill>
              <a:latin typeface="Impact" panose="020B080603090205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软件架构师（</a:t>
            </a:r>
            <a:r>
              <a:rPr lang="en-US" altLang="zh-CN" dirty="0"/>
              <a:t>Software Architect</a:t>
            </a:r>
            <a:r>
              <a:rPr lang="zh-CN" altLang="en-US" dirty="0"/>
              <a:t>）</a:t>
            </a:r>
            <a:endParaRPr lang="zh-CN" altLang="en-US" dirty="0"/>
          </a:p>
        </p:txBody>
      </p:sp>
      <p:sp>
        <p:nvSpPr>
          <p:cNvPr id="3" name="内容占位符 2"/>
          <p:cNvSpPr txBox="1"/>
          <p:nvPr/>
        </p:nvSpPr>
        <p:spPr>
          <a:xfrm>
            <a:off x="669924" y="1568162"/>
            <a:ext cx="4702176" cy="5019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sz="1700" dirty="0"/>
              <a:t>软件架构师（</a:t>
            </a:r>
            <a:r>
              <a:rPr lang="en-US" altLang="zh-CN" sz="1700" dirty="0"/>
              <a:t>Software Architect</a:t>
            </a:r>
            <a:r>
              <a:rPr lang="zh-CN" altLang="en-US" sz="1700" dirty="0"/>
              <a:t>）是软件行业中一种新兴职业，工作职责是在一个软件项目开发过程中，将客户的需求转换为规范的开发计划及文本，并制定这个项目的总体架构，指导整个开发团队完成这个计划。主导系统全局分析设计和实施、负责软件构架和关键技术决策的人员。</a:t>
            </a:r>
            <a:endParaRPr lang="en-US" altLang="zh-CN" sz="1700" dirty="0"/>
          </a:p>
          <a:p>
            <a:pPr algn="just">
              <a:lnSpc>
                <a:spcPct val="150000"/>
              </a:lnSpc>
            </a:pPr>
            <a:r>
              <a:rPr lang="zh-CN" altLang="en-US" sz="1700" dirty="0"/>
              <a:t>软件架构师定义和设计软件的模块化，模块之间的交互，用户界面风格，对外接口方法，创新的设计特性，以及高层事物的对象操作、逻辑和流程。</a:t>
            </a:r>
            <a:endParaRPr lang="zh-CN" altLang="en-US" sz="1700" dirty="0"/>
          </a:p>
        </p:txBody>
      </p:sp>
      <p:pic>
        <p:nvPicPr>
          <p:cNvPr id="9218" name="Picture 2" descr="See the source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96533" y="1568162"/>
            <a:ext cx="4493768" cy="43190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软件架构师的任务</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2bcaa655-4bf1-4528-975f-347ebaf8bcb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68465" y="1875274"/>
            <a:ext cx="11323535" cy="4982726"/>
            <a:chOff x="868465" y="1875274"/>
            <a:chExt cx="11323535" cy="4982726"/>
          </a:xfrm>
        </p:grpSpPr>
        <p:grpSp>
          <p:nvGrpSpPr>
            <p:cNvPr id="6" name="îşľiḓe"/>
            <p:cNvGrpSpPr/>
            <p:nvPr/>
          </p:nvGrpSpPr>
          <p:grpSpPr>
            <a:xfrm>
              <a:off x="7652825" y="1875274"/>
              <a:ext cx="4539175" cy="4982726"/>
              <a:chOff x="7652825" y="1875274"/>
              <a:chExt cx="4539175" cy="4982726"/>
            </a:xfrm>
          </p:grpSpPr>
          <p:grpSp>
            <p:nvGrpSpPr>
              <p:cNvPr id="31" name="iṡľiḋe"/>
              <p:cNvGrpSpPr/>
              <p:nvPr/>
            </p:nvGrpSpPr>
            <p:grpSpPr>
              <a:xfrm>
                <a:off x="8155437" y="2728629"/>
                <a:ext cx="4036563" cy="4129371"/>
                <a:chOff x="8155437" y="2728629"/>
                <a:chExt cx="4036563" cy="4129371"/>
              </a:xfrm>
            </p:grpSpPr>
            <p:sp>
              <p:nvSpPr>
                <p:cNvPr id="65" name="ïśļïdè"/>
                <p:cNvSpPr/>
                <p:nvPr/>
              </p:nvSpPr>
              <p:spPr bwMode="auto">
                <a:xfrm>
                  <a:off x="10205659" y="5226019"/>
                  <a:ext cx="680997" cy="862998"/>
                </a:xfrm>
                <a:custGeom>
                  <a:avLst/>
                  <a:gdLst>
                    <a:gd name="T0" fmla="*/ 347 w 368"/>
                    <a:gd name="T1" fmla="*/ 443 h 467"/>
                    <a:gd name="T2" fmla="*/ 324 w 368"/>
                    <a:gd name="T3" fmla="*/ 467 h 467"/>
                    <a:gd name="T4" fmla="*/ 297 w 368"/>
                    <a:gd name="T5" fmla="*/ 436 h 467"/>
                    <a:gd name="T6" fmla="*/ 45 w 368"/>
                    <a:gd name="T7" fmla="*/ 157 h 467"/>
                    <a:gd name="T8" fmla="*/ 55 w 368"/>
                    <a:gd name="T9" fmla="*/ 33 h 467"/>
                    <a:gd name="T10" fmla="*/ 347 w 368"/>
                    <a:gd name="T11" fmla="*/ 358 h 467"/>
                    <a:gd name="T12" fmla="*/ 347 w 368"/>
                    <a:gd name="T13" fmla="*/ 443 h 467"/>
                  </a:gdLst>
                  <a:ahLst/>
                  <a:cxnLst>
                    <a:cxn ang="0">
                      <a:pos x="T0" y="T1"/>
                    </a:cxn>
                    <a:cxn ang="0">
                      <a:pos x="T2" y="T3"/>
                    </a:cxn>
                    <a:cxn ang="0">
                      <a:pos x="T4" y="T5"/>
                    </a:cxn>
                    <a:cxn ang="0">
                      <a:pos x="T6" y="T7"/>
                    </a:cxn>
                    <a:cxn ang="0">
                      <a:pos x="T8" y="T9"/>
                    </a:cxn>
                    <a:cxn ang="0">
                      <a:pos x="T10" y="T11"/>
                    </a:cxn>
                    <a:cxn ang="0">
                      <a:pos x="T12" y="T13"/>
                    </a:cxn>
                  </a:cxnLst>
                  <a:rect l="0" t="0" r="r" b="b"/>
                  <a:pathLst>
                    <a:path w="368" h="467">
                      <a:moveTo>
                        <a:pt x="347" y="443"/>
                      </a:moveTo>
                      <a:cubicBezTo>
                        <a:pt x="324" y="467"/>
                        <a:pt x="324" y="467"/>
                        <a:pt x="324" y="467"/>
                      </a:cubicBezTo>
                      <a:cubicBezTo>
                        <a:pt x="297" y="436"/>
                        <a:pt x="297" y="436"/>
                        <a:pt x="297" y="436"/>
                      </a:cubicBezTo>
                      <a:cubicBezTo>
                        <a:pt x="45" y="157"/>
                        <a:pt x="45" y="157"/>
                        <a:pt x="45" y="157"/>
                      </a:cubicBezTo>
                      <a:cubicBezTo>
                        <a:pt x="0" y="105"/>
                        <a:pt x="20" y="0"/>
                        <a:pt x="55" y="33"/>
                      </a:cubicBezTo>
                      <a:cubicBezTo>
                        <a:pt x="347" y="358"/>
                        <a:pt x="347" y="358"/>
                        <a:pt x="347" y="358"/>
                      </a:cubicBezTo>
                      <a:cubicBezTo>
                        <a:pt x="368" y="383"/>
                        <a:pt x="368" y="421"/>
                        <a:pt x="347" y="443"/>
                      </a:cubicBezTo>
                      <a:close/>
                    </a:path>
                  </a:pathLst>
                </a:custGeom>
                <a:solidFill>
                  <a:srgbClr val="FDD4B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66" name="ïṧlïḋe"/>
                <p:cNvSpPr/>
                <p:nvPr/>
              </p:nvSpPr>
              <p:spPr bwMode="auto">
                <a:xfrm>
                  <a:off x="9944108" y="5579173"/>
                  <a:ext cx="1154681" cy="977502"/>
                </a:xfrm>
                <a:custGeom>
                  <a:avLst/>
                  <a:gdLst>
                    <a:gd name="T0" fmla="*/ 958 w 958"/>
                    <a:gd name="T1" fmla="*/ 524 h 811"/>
                    <a:gd name="T2" fmla="*/ 680 w 958"/>
                    <a:gd name="T3" fmla="*/ 811 h 811"/>
                    <a:gd name="T4" fmla="*/ 455 w 958"/>
                    <a:gd name="T5" fmla="*/ 595 h 811"/>
                    <a:gd name="T6" fmla="*/ 0 w 958"/>
                    <a:gd name="T7" fmla="*/ 428 h 811"/>
                    <a:gd name="T8" fmla="*/ 412 w 958"/>
                    <a:gd name="T9" fmla="*/ 0 h 811"/>
                    <a:gd name="T10" fmla="*/ 958 w 958"/>
                    <a:gd name="T11" fmla="*/ 524 h 811"/>
                  </a:gdLst>
                  <a:ahLst/>
                  <a:cxnLst>
                    <a:cxn ang="0">
                      <a:pos x="T0" y="T1"/>
                    </a:cxn>
                    <a:cxn ang="0">
                      <a:pos x="T2" y="T3"/>
                    </a:cxn>
                    <a:cxn ang="0">
                      <a:pos x="T4" y="T5"/>
                    </a:cxn>
                    <a:cxn ang="0">
                      <a:pos x="T6" y="T7"/>
                    </a:cxn>
                    <a:cxn ang="0">
                      <a:pos x="T8" y="T9"/>
                    </a:cxn>
                    <a:cxn ang="0">
                      <a:pos x="T10" y="T11"/>
                    </a:cxn>
                  </a:cxnLst>
                  <a:rect l="0" t="0" r="r" b="b"/>
                  <a:pathLst>
                    <a:path w="958" h="811">
                      <a:moveTo>
                        <a:pt x="958" y="524"/>
                      </a:moveTo>
                      <a:lnTo>
                        <a:pt x="680" y="811"/>
                      </a:lnTo>
                      <a:lnTo>
                        <a:pt x="455" y="595"/>
                      </a:lnTo>
                      <a:lnTo>
                        <a:pt x="0" y="428"/>
                      </a:lnTo>
                      <a:lnTo>
                        <a:pt x="412" y="0"/>
                      </a:lnTo>
                      <a:lnTo>
                        <a:pt x="958" y="524"/>
                      </a:lnTo>
                      <a:close/>
                    </a:path>
                  </a:pathLst>
                </a:custGeom>
                <a:solidFill>
                  <a:srgbClr val="FDD4B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67" name="ïS1iḓê"/>
                <p:cNvSpPr/>
                <p:nvPr/>
              </p:nvSpPr>
              <p:spPr bwMode="auto">
                <a:xfrm>
                  <a:off x="9683762" y="6037188"/>
                  <a:ext cx="1051025" cy="345923"/>
                </a:xfrm>
                <a:custGeom>
                  <a:avLst/>
                  <a:gdLst>
                    <a:gd name="T0" fmla="*/ 5 w 568"/>
                    <a:gd name="T1" fmla="*/ 43 h 187"/>
                    <a:gd name="T2" fmla="*/ 43 w 568"/>
                    <a:gd name="T3" fmla="*/ 98 h 187"/>
                    <a:gd name="T4" fmla="*/ 509 w 568"/>
                    <a:gd name="T5" fmla="*/ 182 h 187"/>
                    <a:gd name="T6" fmla="*/ 563 w 568"/>
                    <a:gd name="T7" fmla="*/ 144 h 187"/>
                    <a:gd name="T8" fmla="*/ 525 w 568"/>
                    <a:gd name="T9" fmla="*/ 89 h 187"/>
                    <a:gd name="T10" fmla="*/ 59 w 568"/>
                    <a:gd name="T11" fmla="*/ 5 h 187"/>
                    <a:gd name="T12" fmla="*/ 5 w 568"/>
                    <a:gd name="T13" fmla="*/ 43 h 187"/>
                  </a:gdLst>
                  <a:ahLst/>
                  <a:cxnLst>
                    <a:cxn ang="0">
                      <a:pos x="T0" y="T1"/>
                    </a:cxn>
                    <a:cxn ang="0">
                      <a:pos x="T2" y="T3"/>
                    </a:cxn>
                    <a:cxn ang="0">
                      <a:pos x="T4" y="T5"/>
                    </a:cxn>
                    <a:cxn ang="0">
                      <a:pos x="T6" y="T7"/>
                    </a:cxn>
                    <a:cxn ang="0">
                      <a:pos x="T8" y="T9"/>
                    </a:cxn>
                    <a:cxn ang="0">
                      <a:pos x="T10" y="T11"/>
                    </a:cxn>
                    <a:cxn ang="0">
                      <a:pos x="T12" y="T13"/>
                    </a:cxn>
                  </a:cxnLst>
                  <a:rect l="0" t="0" r="r" b="b"/>
                  <a:pathLst>
                    <a:path w="568" h="187">
                      <a:moveTo>
                        <a:pt x="5" y="43"/>
                      </a:moveTo>
                      <a:cubicBezTo>
                        <a:pt x="0" y="69"/>
                        <a:pt x="18" y="93"/>
                        <a:pt x="43" y="98"/>
                      </a:cubicBezTo>
                      <a:cubicBezTo>
                        <a:pt x="509" y="182"/>
                        <a:pt x="509" y="182"/>
                        <a:pt x="509" y="182"/>
                      </a:cubicBezTo>
                      <a:cubicBezTo>
                        <a:pt x="535" y="187"/>
                        <a:pt x="559" y="169"/>
                        <a:pt x="563" y="144"/>
                      </a:cubicBezTo>
                      <a:cubicBezTo>
                        <a:pt x="568" y="118"/>
                        <a:pt x="550" y="94"/>
                        <a:pt x="525" y="89"/>
                      </a:cubicBezTo>
                      <a:cubicBezTo>
                        <a:pt x="59" y="5"/>
                        <a:pt x="59" y="5"/>
                        <a:pt x="59" y="5"/>
                      </a:cubicBezTo>
                      <a:cubicBezTo>
                        <a:pt x="33" y="0"/>
                        <a:pt x="9" y="18"/>
                        <a:pt x="5" y="43"/>
                      </a:cubicBezTo>
                      <a:close/>
                    </a:path>
                  </a:pathLst>
                </a:custGeom>
                <a:solidFill>
                  <a:srgbClr val="FDD4B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lnSpcReduction="10000"/>
                </a:bodyPr>
                <a:lstStyle/>
                <a:p>
                  <a:pPr algn="ctr"/>
                </a:p>
              </p:txBody>
            </p:sp>
            <p:sp>
              <p:nvSpPr>
                <p:cNvPr id="68" name="i$ļíďé"/>
                <p:cNvSpPr/>
                <p:nvPr/>
              </p:nvSpPr>
              <p:spPr bwMode="auto">
                <a:xfrm>
                  <a:off x="10337037" y="5624975"/>
                  <a:ext cx="362797" cy="715950"/>
                </a:xfrm>
                <a:custGeom>
                  <a:avLst/>
                  <a:gdLst>
                    <a:gd name="T0" fmla="*/ 0 w 196"/>
                    <a:gd name="T1" fmla="*/ 0 h 387"/>
                    <a:gd name="T2" fmla="*/ 34 w 196"/>
                    <a:gd name="T3" fmla="*/ 9 h 387"/>
                    <a:gd name="T4" fmla="*/ 182 w 196"/>
                    <a:gd name="T5" fmla="*/ 243 h 387"/>
                    <a:gd name="T6" fmla="*/ 145 w 196"/>
                    <a:gd name="T7" fmla="*/ 348 h 387"/>
                    <a:gd name="T8" fmla="*/ 33 w 196"/>
                    <a:gd name="T9" fmla="*/ 387 h 387"/>
                    <a:gd name="T10" fmla="*/ 0 w 196"/>
                    <a:gd name="T11" fmla="*/ 0 h 387"/>
                  </a:gdLst>
                  <a:ahLst/>
                  <a:cxnLst>
                    <a:cxn ang="0">
                      <a:pos x="T0" y="T1"/>
                    </a:cxn>
                    <a:cxn ang="0">
                      <a:pos x="T2" y="T3"/>
                    </a:cxn>
                    <a:cxn ang="0">
                      <a:pos x="T4" y="T5"/>
                    </a:cxn>
                    <a:cxn ang="0">
                      <a:pos x="T6" y="T7"/>
                    </a:cxn>
                    <a:cxn ang="0">
                      <a:pos x="T8" y="T9"/>
                    </a:cxn>
                    <a:cxn ang="0">
                      <a:pos x="T10" y="T11"/>
                    </a:cxn>
                  </a:cxnLst>
                  <a:rect l="0" t="0" r="r" b="b"/>
                  <a:pathLst>
                    <a:path w="196" h="387">
                      <a:moveTo>
                        <a:pt x="0" y="0"/>
                      </a:moveTo>
                      <a:cubicBezTo>
                        <a:pt x="34" y="9"/>
                        <a:pt x="34" y="9"/>
                        <a:pt x="34" y="9"/>
                      </a:cubicBezTo>
                      <a:cubicBezTo>
                        <a:pt x="34" y="9"/>
                        <a:pt x="168" y="202"/>
                        <a:pt x="182" y="243"/>
                      </a:cubicBezTo>
                      <a:cubicBezTo>
                        <a:pt x="196" y="284"/>
                        <a:pt x="169" y="327"/>
                        <a:pt x="145" y="348"/>
                      </a:cubicBezTo>
                      <a:cubicBezTo>
                        <a:pt x="121" y="369"/>
                        <a:pt x="33" y="387"/>
                        <a:pt x="33" y="387"/>
                      </a:cubicBezTo>
                      <a:lnTo>
                        <a:pt x="0" y="0"/>
                      </a:lnTo>
                      <a:close/>
                    </a:path>
                  </a:pathLst>
                </a:custGeom>
                <a:solidFill>
                  <a:srgbClr val="D3B19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69" name="ïśḻîḋé"/>
                <p:cNvSpPr/>
                <p:nvPr/>
              </p:nvSpPr>
              <p:spPr bwMode="auto">
                <a:xfrm>
                  <a:off x="8431451" y="2728629"/>
                  <a:ext cx="2341906" cy="234190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70" name="işḻïďé"/>
                <p:cNvSpPr/>
                <p:nvPr/>
              </p:nvSpPr>
              <p:spPr bwMode="auto">
                <a:xfrm>
                  <a:off x="8520644" y="3049240"/>
                  <a:ext cx="1132986" cy="1969466"/>
                </a:xfrm>
                <a:custGeom>
                  <a:avLst/>
                  <a:gdLst>
                    <a:gd name="T0" fmla="*/ 153 w 613"/>
                    <a:gd name="T1" fmla="*/ 21 h 1065"/>
                    <a:gd name="T2" fmla="*/ 192 w 613"/>
                    <a:gd name="T3" fmla="*/ 44 h 1065"/>
                    <a:gd name="T4" fmla="*/ 217 w 613"/>
                    <a:gd name="T5" fmla="*/ 23 h 1065"/>
                    <a:gd name="T6" fmla="*/ 269 w 613"/>
                    <a:gd name="T7" fmla="*/ 55 h 1065"/>
                    <a:gd name="T8" fmla="*/ 274 w 613"/>
                    <a:gd name="T9" fmla="*/ 14 h 1065"/>
                    <a:gd name="T10" fmla="*/ 394 w 613"/>
                    <a:gd name="T11" fmla="*/ 32 h 1065"/>
                    <a:gd name="T12" fmla="*/ 414 w 613"/>
                    <a:gd name="T13" fmla="*/ 78 h 1065"/>
                    <a:gd name="T14" fmla="*/ 391 w 613"/>
                    <a:gd name="T15" fmla="*/ 107 h 1065"/>
                    <a:gd name="T16" fmla="*/ 326 w 613"/>
                    <a:gd name="T17" fmla="*/ 78 h 1065"/>
                    <a:gd name="T18" fmla="*/ 334 w 613"/>
                    <a:gd name="T19" fmla="*/ 63 h 1065"/>
                    <a:gd name="T20" fmla="*/ 307 w 613"/>
                    <a:gd name="T21" fmla="*/ 42 h 1065"/>
                    <a:gd name="T22" fmla="*/ 279 w 613"/>
                    <a:gd name="T23" fmla="*/ 74 h 1065"/>
                    <a:gd name="T24" fmla="*/ 277 w 613"/>
                    <a:gd name="T25" fmla="*/ 97 h 1065"/>
                    <a:gd name="T26" fmla="*/ 228 w 613"/>
                    <a:gd name="T27" fmla="*/ 138 h 1065"/>
                    <a:gd name="T28" fmla="*/ 309 w 613"/>
                    <a:gd name="T29" fmla="*/ 177 h 1065"/>
                    <a:gd name="T30" fmla="*/ 333 w 613"/>
                    <a:gd name="T31" fmla="*/ 161 h 1065"/>
                    <a:gd name="T32" fmla="*/ 371 w 613"/>
                    <a:gd name="T33" fmla="*/ 114 h 1065"/>
                    <a:gd name="T34" fmla="*/ 437 w 613"/>
                    <a:gd name="T35" fmla="*/ 161 h 1065"/>
                    <a:gd name="T36" fmla="*/ 477 w 613"/>
                    <a:gd name="T37" fmla="*/ 215 h 1065"/>
                    <a:gd name="T38" fmla="*/ 455 w 613"/>
                    <a:gd name="T39" fmla="*/ 236 h 1065"/>
                    <a:gd name="T40" fmla="*/ 424 w 613"/>
                    <a:gd name="T41" fmla="*/ 224 h 1065"/>
                    <a:gd name="T42" fmla="*/ 402 w 613"/>
                    <a:gd name="T43" fmla="*/ 224 h 1065"/>
                    <a:gd name="T44" fmla="*/ 443 w 613"/>
                    <a:gd name="T45" fmla="*/ 242 h 1065"/>
                    <a:gd name="T46" fmla="*/ 387 w 613"/>
                    <a:gd name="T47" fmla="*/ 266 h 1065"/>
                    <a:gd name="T48" fmla="*/ 343 w 613"/>
                    <a:gd name="T49" fmla="*/ 322 h 1065"/>
                    <a:gd name="T50" fmla="*/ 308 w 613"/>
                    <a:gd name="T51" fmla="*/ 433 h 1065"/>
                    <a:gd name="T52" fmla="*/ 244 w 613"/>
                    <a:gd name="T53" fmla="*/ 399 h 1065"/>
                    <a:gd name="T54" fmla="*/ 213 w 613"/>
                    <a:gd name="T55" fmla="*/ 487 h 1065"/>
                    <a:gd name="T56" fmla="*/ 262 w 613"/>
                    <a:gd name="T57" fmla="*/ 507 h 1065"/>
                    <a:gd name="T58" fmla="*/ 306 w 613"/>
                    <a:gd name="T59" fmla="*/ 576 h 1065"/>
                    <a:gd name="T60" fmla="*/ 368 w 613"/>
                    <a:gd name="T61" fmla="*/ 559 h 1065"/>
                    <a:gd name="T62" fmla="*/ 414 w 613"/>
                    <a:gd name="T63" fmla="*/ 563 h 1065"/>
                    <a:gd name="T64" fmla="*/ 452 w 613"/>
                    <a:gd name="T65" fmla="*/ 584 h 1065"/>
                    <a:gd name="T66" fmla="*/ 502 w 613"/>
                    <a:gd name="T67" fmla="*/ 663 h 1065"/>
                    <a:gd name="T68" fmla="*/ 557 w 613"/>
                    <a:gd name="T69" fmla="*/ 677 h 1065"/>
                    <a:gd name="T70" fmla="*/ 585 w 613"/>
                    <a:gd name="T71" fmla="*/ 793 h 1065"/>
                    <a:gd name="T72" fmla="*/ 522 w 613"/>
                    <a:gd name="T73" fmla="*/ 903 h 1065"/>
                    <a:gd name="T74" fmla="*/ 455 w 613"/>
                    <a:gd name="T75" fmla="*/ 957 h 1065"/>
                    <a:gd name="T76" fmla="*/ 411 w 613"/>
                    <a:gd name="T77" fmla="*/ 1015 h 1065"/>
                    <a:gd name="T78" fmla="*/ 351 w 613"/>
                    <a:gd name="T79" fmla="*/ 1048 h 1065"/>
                    <a:gd name="T80" fmla="*/ 369 w 613"/>
                    <a:gd name="T81" fmla="*/ 943 h 1065"/>
                    <a:gd name="T82" fmla="*/ 367 w 613"/>
                    <a:gd name="T83" fmla="*/ 805 h 1065"/>
                    <a:gd name="T84" fmla="*/ 307 w 613"/>
                    <a:gd name="T85" fmla="*/ 662 h 1065"/>
                    <a:gd name="T86" fmla="*/ 310 w 613"/>
                    <a:gd name="T87" fmla="*/ 591 h 1065"/>
                    <a:gd name="T88" fmla="*/ 242 w 613"/>
                    <a:gd name="T89" fmla="*/ 534 h 1065"/>
                    <a:gd name="T90" fmla="*/ 152 w 613"/>
                    <a:gd name="T91" fmla="*/ 484 h 1065"/>
                    <a:gd name="T92" fmla="*/ 93 w 613"/>
                    <a:gd name="T93" fmla="*/ 393 h 1065"/>
                    <a:gd name="T94" fmla="*/ 85 w 613"/>
                    <a:gd name="T95" fmla="*/ 420 h 1065"/>
                    <a:gd name="T96" fmla="*/ 22 w 613"/>
                    <a:gd name="T97" fmla="*/ 288 h 1065"/>
                    <a:gd name="T98" fmla="*/ 270 w 613"/>
                    <a:gd name="T99" fmla="*/ 288 h 1065"/>
                    <a:gd name="T100" fmla="*/ 308 w 613"/>
                    <a:gd name="T101" fmla="*/ 263 h 1065"/>
                    <a:gd name="T102" fmla="*/ 267 w 613"/>
                    <a:gd name="T103" fmla="*/ 270 h 1065"/>
                    <a:gd name="T104" fmla="*/ 342 w 613"/>
                    <a:gd name="T105" fmla="*/ 261 h 1065"/>
                    <a:gd name="T106" fmla="*/ 252 w 613"/>
                    <a:gd name="T107" fmla="*/ 233 h 1065"/>
                    <a:gd name="T108" fmla="*/ 244 w 613"/>
                    <a:gd name="T109" fmla="*/ 230 h 1065"/>
                    <a:gd name="T110" fmla="*/ 22 w 613"/>
                    <a:gd name="T111" fmla="*/ 211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3" h="1065">
                      <a:moveTo>
                        <a:pt x="130" y="20"/>
                      </a:moveTo>
                      <a:cubicBezTo>
                        <a:pt x="130" y="22"/>
                        <a:pt x="131" y="25"/>
                        <a:pt x="133" y="27"/>
                      </a:cubicBezTo>
                      <a:cubicBezTo>
                        <a:pt x="136" y="29"/>
                        <a:pt x="134" y="23"/>
                        <a:pt x="133" y="17"/>
                      </a:cubicBezTo>
                      <a:cubicBezTo>
                        <a:pt x="136" y="13"/>
                        <a:pt x="140" y="10"/>
                        <a:pt x="143" y="6"/>
                      </a:cubicBezTo>
                      <a:cubicBezTo>
                        <a:pt x="143" y="6"/>
                        <a:pt x="144" y="7"/>
                        <a:pt x="144" y="7"/>
                      </a:cubicBezTo>
                      <a:cubicBezTo>
                        <a:pt x="149" y="7"/>
                        <a:pt x="154" y="4"/>
                        <a:pt x="155" y="7"/>
                      </a:cubicBezTo>
                      <a:cubicBezTo>
                        <a:pt x="157" y="10"/>
                        <a:pt x="148" y="15"/>
                        <a:pt x="153" y="21"/>
                      </a:cubicBezTo>
                      <a:cubicBezTo>
                        <a:pt x="158" y="28"/>
                        <a:pt x="162" y="30"/>
                        <a:pt x="166" y="30"/>
                      </a:cubicBezTo>
                      <a:cubicBezTo>
                        <a:pt x="171" y="30"/>
                        <a:pt x="181" y="32"/>
                        <a:pt x="176" y="40"/>
                      </a:cubicBezTo>
                      <a:cubicBezTo>
                        <a:pt x="172" y="48"/>
                        <a:pt x="160" y="48"/>
                        <a:pt x="156" y="48"/>
                      </a:cubicBezTo>
                      <a:cubicBezTo>
                        <a:pt x="152" y="48"/>
                        <a:pt x="145" y="51"/>
                        <a:pt x="147" y="55"/>
                      </a:cubicBezTo>
                      <a:cubicBezTo>
                        <a:pt x="149" y="60"/>
                        <a:pt x="158" y="57"/>
                        <a:pt x="164" y="57"/>
                      </a:cubicBezTo>
                      <a:cubicBezTo>
                        <a:pt x="170" y="57"/>
                        <a:pt x="189" y="60"/>
                        <a:pt x="194" y="57"/>
                      </a:cubicBezTo>
                      <a:cubicBezTo>
                        <a:pt x="199" y="55"/>
                        <a:pt x="198" y="46"/>
                        <a:pt x="192" y="44"/>
                      </a:cubicBezTo>
                      <a:cubicBezTo>
                        <a:pt x="187" y="42"/>
                        <a:pt x="191" y="37"/>
                        <a:pt x="197" y="39"/>
                      </a:cubicBezTo>
                      <a:cubicBezTo>
                        <a:pt x="202" y="40"/>
                        <a:pt x="208" y="36"/>
                        <a:pt x="207" y="39"/>
                      </a:cubicBezTo>
                      <a:cubicBezTo>
                        <a:pt x="206" y="41"/>
                        <a:pt x="207" y="46"/>
                        <a:pt x="207" y="52"/>
                      </a:cubicBezTo>
                      <a:cubicBezTo>
                        <a:pt x="207" y="58"/>
                        <a:pt x="209" y="62"/>
                        <a:pt x="213" y="60"/>
                      </a:cubicBezTo>
                      <a:cubicBezTo>
                        <a:pt x="217" y="59"/>
                        <a:pt x="216" y="54"/>
                        <a:pt x="220" y="53"/>
                      </a:cubicBezTo>
                      <a:cubicBezTo>
                        <a:pt x="224" y="52"/>
                        <a:pt x="223" y="44"/>
                        <a:pt x="221" y="37"/>
                      </a:cubicBezTo>
                      <a:cubicBezTo>
                        <a:pt x="218" y="30"/>
                        <a:pt x="217" y="27"/>
                        <a:pt x="217" y="23"/>
                      </a:cubicBezTo>
                      <a:cubicBezTo>
                        <a:pt x="218" y="19"/>
                        <a:pt x="224" y="18"/>
                        <a:pt x="227" y="22"/>
                      </a:cubicBezTo>
                      <a:cubicBezTo>
                        <a:pt x="231" y="26"/>
                        <a:pt x="235" y="33"/>
                        <a:pt x="235" y="33"/>
                      </a:cubicBezTo>
                      <a:cubicBezTo>
                        <a:pt x="235" y="33"/>
                        <a:pt x="242" y="39"/>
                        <a:pt x="244" y="45"/>
                      </a:cubicBezTo>
                      <a:cubicBezTo>
                        <a:pt x="246" y="51"/>
                        <a:pt x="247" y="49"/>
                        <a:pt x="251" y="45"/>
                      </a:cubicBezTo>
                      <a:cubicBezTo>
                        <a:pt x="256" y="42"/>
                        <a:pt x="257" y="42"/>
                        <a:pt x="261" y="46"/>
                      </a:cubicBezTo>
                      <a:cubicBezTo>
                        <a:pt x="265" y="50"/>
                        <a:pt x="262" y="57"/>
                        <a:pt x="262" y="60"/>
                      </a:cubicBezTo>
                      <a:cubicBezTo>
                        <a:pt x="262" y="62"/>
                        <a:pt x="268" y="60"/>
                        <a:pt x="269" y="55"/>
                      </a:cubicBezTo>
                      <a:cubicBezTo>
                        <a:pt x="270" y="51"/>
                        <a:pt x="274" y="51"/>
                        <a:pt x="277" y="49"/>
                      </a:cubicBezTo>
                      <a:cubicBezTo>
                        <a:pt x="280" y="48"/>
                        <a:pt x="280" y="39"/>
                        <a:pt x="280" y="39"/>
                      </a:cubicBezTo>
                      <a:cubicBezTo>
                        <a:pt x="280" y="39"/>
                        <a:pt x="273" y="36"/>
                        <a:pt x="265" y="37"/>
                      </a:cubicBezTo>
                      <a:cubicBezTo>
                        <a:pt x="258" y="38"/>
                        <a:pt x="256" y="36"/>
                        <a:pt x="250" y="31"/>
                      </a:cubicBezTo>
                      <a:cubicBezTo>
                        <a:pt x="245" y="26"/>
                        <a:pt x="248" y="22"/>
                        <a:pt x="245" y="17"/>
                      </a:cubicBezTo>
                      <a:cubicBezTo>
                        <a:pt x="242" y="12"/>
                        <a:pt x="254" y="9"/>
                        <a:pt x="261" y="4"/>
                      </a:cubicBezTo>
                      <a:cubicBezTo>
                        <a:pt x="269" y="0"/>
                        <a:pt x="276" y="3"/>
                        <a:pt x="274" y="14"/>
                      </a:cubicBezTo>
                      <a:cubicBezTo>
                        <a:pt x="273" y="25"/>
                        <a:pt x="271" y="24"/>
                        <a:pt x="280" y="21"/>
                      </a:cubicBezTo>
                      <a:cubicBezTo>
                        <a:pt x="288" y="19"/>
                        <a:pt x="279" y="9"/>
                        <a:pt x="283" y="9"/>
                      </a:cubicBezTo>
                      <a:cubicBezTo>
                        <a:pt x="287" y="8"/>
                        <a:pt x="297" y="6"/>
                        <a:pt x="300" y="7"/>
                      </a:cubicBezTo>
                      <a:cubicBezTo>
                        <a:pt x="304" y="7"/>
                        <a:pt x="322" y="4"/>
                        <a:pt x="327" y="4"/>
                      </a:cubicBezTo>
                      <a:cubicBezTo>
                        <a:pt x="331" y="4"/>
                        <a:pt x="338" y="9"/>
                        <a:pt x="343" y="13"/>
                      </a:cubicBezTo>
                      <a:cubicBezTo>
                        <a:pt x="348" y="17"/>
                        <a:pt x="362" y="22"/>
                        <a:pt x="365" y="24"/>
                      </a:cubicBezTo>
                      <a:cubicBezTo>
                        <a:pt x="368" y="27"/>
                        <a:pt x="392" y="31"/>
                        <a:pt x="394" y="32"/>
                      </a:cubicBezTo>
                      <a:cubicBezTo>
                        <a:pt x="396" y="33"/>
                        <a:pt x="396" y="42"/>
                        <a:pt x="399" y="49"/>
                      </a:cubicBezTo>
                      <a:cubicBezTo>
                        <a:pt x="401" y="57"/>
                        <a:pt x="407" y="51"/>
                        <a:pt x="409" y="51"/>
                      </a:cubicBezTo>
                      <a:cubicBezTo>
                        <a:pt x="411" y="51"/>
                        <a:pt x="419" y="57"/>
                        <a:pt x="421" y="60"/>
                      </a:cubicBezTo>
                      <a:cubicBezTo>
                        <a:pt x="424" y="64"/>
                        <a:pt x="440" y="67"/>
                        <a:pt x="440" y="67"/>
                      </a:cubicBezTo>
                      <a:cubicBezTo>
                        <a:pt x="440" y="67"/>
                        <a:pt x="436" y="74"/>
                        <a:pt x="435" y="76"/>
                      </a:cubicBezTo>
                      <a:cubicBezTo>
                        <a:pt x="433" y="78"/>
                        <a:pt x="429" y="80"/>
                        <a:pt x="426" y="83"/>
                      </a:cubicBezTo>
                      <a:cubicBezTo>
                        <a:pt x="422" y="86"/>
                        <a:pt x="419" y="82"/>
                        <a:pt x="414" y="78"/>
                      </a:cubicBezTo>
                      <a:cubicBezTo>
                        <a:pt x="410" y="75"/>
                        <a:pt x="402" y="72"/>
                        <a:pt x="400" y="74"/>
                      </a:cubicBezTo>
                      <a:cubicBezTo>
                        <a:pt x="399" y="75"/>
                        <a:pt x="400" y="78"/>
                        <a:pt x="401" y="81"/>
                      </a:cubicBezTo>
                      <a:cubicBezTo>
                        <a:pt x="402" y="83"/>
                        <a:pt x="409" y="86"/>
                        <a:pt x="414" y="90"/>
                      </a:cubicBezTo>
                      <a:cubicBezTo>
                        <a:pt x="418" y="95"/>
                        <a:pt x="417" y="99"/>
                        <a:pt x="417" y="105"/>
                      </a:cubicBezTo>
                      <a:cubicBezTo>
                        <a:pt x="418" y="111"/>
                        <a:pt x="413" y="103"/>
                        <a:pt x="407" y="102"/>
                      </a:cubicBezTo>
                      <a:cubicBezTo>
                        <a:pt x="402" y="100"/>
                        <a:pt x="401" y="108"/>
                        <a:pt x="401" y="108"/>
                      </a:cubicBezTo>
                      <a:cubicBezTo>
                        <a:pt x="401" y="108"/>
                        <a:pt x="394" y="107"/>
                        <a:pt x="391" y="107"/>
                      </a:cubicBezTo>
                      <a:cubicBezTo>
                        <a:pt x="387" y="107"/>
                        <a:pt x="391" y="107"/>
                        <a:pt x="385" y="101"/>
                      </a:cubicBezTo>
                      <a:cubicBezTo>
                        <a:pt x="378" y="95"/>
                        <a:pt x="380" y="105"/>
                        <a:pt x="376" y="102"/>
                      </a:cubicBezTo>
                      <a:cubicBezTo>
                        <a:pt x="373" y="99"/>
                        <a:pt x="370" y="94"/>
                        <a:pt x="368" y="96"/>
                      </a:cubicBezTo>
                      <a:cubicBezTo>
                        <a:pt x="366" y="97"/>
                        <a:pt x="361" y="89"/>
                        <a:pt x="357" y="90"/>
                      </a:cubicBezTo>
                      <a:cubicBezTo>
                        <a:pt x="354" y="90"/>
                        <a:pt x="341" y="87"/>
                        <a:pt x="337" y="89"/>
                      </a:cubicBezTo>
                      <a:cubicBezTo>
                        <a:pt x="334" y="90"/>
                        <a:pt x="331" y="90"/>
                        <a:pt x="328" y="92"/>
                      </a:cubicBezTo>
                      <a:cubicBezTo>
                        <a:pt x="326" y="93"/>
                        <a:pt x="324" y="81"/>
                        <a:pt x="326" y="78"/>
                      </a:cubicBezTo>
                      <a:cubicBezTo>
                        <a:pt x="328" y="74"/>
                        <a:pt x="332" y="73"/>
                        <a:pt x="339" y="75"/>
                      </a:cubicBezTo>
                      <a:cubicBezTo>
                        <a:pt x="346" y="78"/>
                        <a:pt x="347" y="75"/>
                        <a:pt x="348" y="72"/>
                      </a:cubicBezTo>
                      <a:cubicBezTo>
                        <a:pt x="350" y="68"/>
                        <a:pt x="352" y="64"/>
                        <a:pt x="360" y="61"/>
                      </a:cubicBezTo>
                      <a:cubicBezTo>
                        <a:pt x="367" y="58"/>
                        <a:pt x="359" y="56"/>
                        <a:pt x="357" y="54"/>
                      </a:cubicBezTo>
                      <a:cubicBezTo>
                        <a:pt x="354" y="53"/>
                        <a:pt x="352" y="50"/>
                        <a:pt x="350" y="54"/>
                      </a:cubicBezTo>
                      <a:cubicBezTo>
                        <a:pt x="348" y="59"/>
                        <a:pt x="344" y="64"/>
                        <a:pt x="344" y="64"/>
                      </a:cubicBezTo>
                      <a:cubicBezTo>
                        <a:pt x="344" y="64"/>
                        <a:pt x="340" y="64"/>
                        <a:pt x="334" y="63"/>
                      </a:cubicBezTo>
                      <a:cubicBezTo>
                        <a:pt x="328" y="63"/>
                        <a:pt x="332" y="60"/>
                        <a:pt x="335" y="58"/>
                      </a:cubicBezTo>
                      <a:cubicBezTo>
                        <a:pt x="338" y="57"/>
                        <a:pt x="341" y="48"/>
                        <a:pt x="338" y="45"/>
                      </a:cubicBezTo>
                      <a:cubicBezTo>
                        <a:pt x="336" y="43"/>
                        <a:pt x="334" y="42"/>
                        <a:pt x="329" y="43"/>
                      </a:cubicBezTo>
                      <a:cubicBezTo>
                        <a:pt x="324" y="45"/>
                        <a:pt x="328" y="38"/>
                        <a:pt x="324" y="36"/>
                      </a:cubicBezTo>
                      <a:cubicBezTo>
                        <a:pt x="321" y="33"/>
                        <a:pt x="322" y="37"/>
                        <a:pt x="322" y="40"/>
                      </a:cubicBezTo>
                      <a:cubicBezTo>
                        <a:pt x="322" y="43"/>
                        <a:pt x="317" y="42"/>
                        <a:pt x="317" y="42"/>
                      </a:cubicBezTo>
                      <a:cubicBezTo>
                        <a:pt x="317" y="42"/>
                        <a:pt x="309" y="41"/>
                        <a:pt x="307" y="42"/>
                      </a:cubicBezTo>
                      <a:cubicBezTo>
                        <a:pt x="304" y="44"/>
                        <a:pt x="299" y="47"/>
                        <a:pt x="300" y="49"/>
                      </a:cubicBezTo>
                      <a:cubicBezTo>
                        <a:pt x="302" y="51"/>
                        <a:pt x="308" y="51"/>
                        <a:pt x="309" y="58"/>
                      </a:cubicBezTo>
                      <a:cubicBezTo>
                        <a:pt x="311" y="65"/>
                        <a:pt x="302" y="66"/>
                        <a:pt x="300" y="67"/>
                      </a:cubicBezTo>
                      <a:cubicBezTo>
                        <a:pt x="299" y="68"/>
                        <a:pt x="292" y="71"/>
                        <a:pt x="292" y="71"/>
                      </a:cubicBezTo>
                      <a:cubicBezTo>
                        <a:pt x="292" y="71"/>
                        <a:pt x="285" y="69"/>
                        <a:pt x="280" y="69"/>
                      </a:cubicBezTo>
                      <a:cubicBezTo>
                        <a:pt x="274" y="69"/>
                        <a:pt x="273" y="69"/>
                        <a:pt x="274" y="72"/>
                      </a:cubicBezTo>
                      <a:cubicBezTo>
                        <a:pt x="275" y="75"/>
                        <a:pt x="278" y="74"/>
                        <a:pt x="279" y="74"/>
                      </a:cubicBezTo>
                      <a:cubicBezTo>
                        <a:pt x="281" y="74"/>
                        <a:pt x="281" y="78"/>
                        <a:pt x="286" y="76"/>
                      </a:cubicBezTo>
                      <a:cubicBezTo>
                        <a:pt x="291" y="75"/>
                        <a:pt x="290" y="72"/>
                        <a:pt x="294" y="78"/>
                      </a:cubicBezTo>
                      <a:cubicBezTo>
                        <a:pt x="299" y="84"/>
                        <a:pt x="303" y="84"/>
                        <a:pt x="310" y="89"/>
                      </a:cubicBezTo>
                      <a:cubicBezTo>
                        <a:pt x="318" y="94"/>
                        <a:pt x="309" y="100"/>
                        <a:pt x="305" y="100"/>
                      </a:cubicBezTo>
                      <a:cubicBezTo>
                        <a:pt x="302" y="100"/>
                        <a:pt x="302" y="96"/>
                        <a:pt x="299" y="91"/>
                      </a:cubicBezTo>
                      <a:cubicBezTo>
                        <a:pt x="297" y="87"/>
                        <a:pt x="288" y="92"/>
                        <a:pt x="288" y="92"/>
                      </a:cubicBezTo>
                      <a:cubicBezTo>
                        <a:pt x="288" y="92"/>
                        <a:pt x="281" y="97"/>
                        <a:pt x="277" y="97"/>
                      </a:cubicBezTo>
                      <a:cubicBezTo>
                        <a:pt x="273" y="97"/>
                        <a:pt x="270" y="96"/>
                        <a:pt x="275" y="91"/>
                      </a:cubicBezTo>
                      <a:cubicBezTo>
                        <a:pt x="280" y="86"/>
                        <a:pt x="269" y="85"/>
                        <a:pt x="269" y="78"/>
                      </a:cubicBezTo>
                      <a:cubicBezTo>
                        <a:pt x="269" y="70"/>
                        <a:pt x="266" y="90"/>
                        <a:pt x="266" y="94"/>
                      </a:cubicBezTo>
                      <a:cubicBezTo>
                        <a:pt x="266" y="98"/>
                        <a:pt x="263" y="90"/>
                        <a:pt x="253" y="91"/>
                      </a:cubicBezTo>
                      <a:cubicBezTo>
                        <a:pt x="244" y="93"/>
                        <a:pt x="245" y="97"/>
                        <a:pt x="233" y="108"/>
                      </a:cubicBezTo>
                      <a:cubicBezTo>
                        <a:pt x="221" y="118"/>
                        <a:pt x="224" y="116"/>
                        <a:pt x="225" y="125"/>
                      </a:cubicBezTo>
                      <a:cubicBezTo>
                        <a:pt x="226" y="135"/>
                        <a:pt x="223" y="137"/>
                        <a:pt x="228" y="138"/>
                      </a:cubicBezTo>
                      <a:cubicBezTo>
                        <a:pt x="233" y="140"/>
                        <a:pt x="231" y="151"/>
                        <a:pt x="235" y="150"/>
                      </a:cubicBezTo>
                      <a:cubicBezTo>
                        <a:pt x="239" y="149"/>
                        <a:pt x="242" y="146"/>
                        <a:pt x="250" y="151"/>
                      </a:cubicBezTo>
                      <a:cubicBezTo>
                        <a:pt x="257" y="156"/>
                        <a:pt x="261" y="158"/>
                        <a:pt x="271" y="160"/>
                      </a:cubicBezTo>
                      <a:cubicBezTo>
                        <a:pt x="280" y="162"/>
                        <a:pt x="285" y="161"/>
                        <a:pt x="290" y="159"/>
                      </a:cubicBezTo>
                      <a:cubicBezTo>
                        <a:pt x="295" y="158"/>
                        <a:pt x="300" y="165"/>
                        <a:pt x="300" y="170"/>
                      </a:cubicBezTo>
                      <a:cubicBezTo>
                        <a:pt x="300" y="176"/>
                        <a:pt x="303" y="176"/>
                        <a:pt x="303" y="183"/>
                      </a:cubicBezTo>
                      <a:cubicBezTo>
                        <a:pt x="302" y="190"/>
                        <a:pt x="309" y="177"/>
                        <a:pt x="309" y="177"/>
                      </a:cubicBezTo>
                      <a:cubicBezTo>
                        <a:pt x="309" y="177"/>
                        <a:pt x="312" y="188"/>
                        <a:pt x="309" y="190"/>
                      </a:cubicBezTo>
                      <a:cubicBezTo>
                        <a:pt x="307" y="191"/>
                        <a:pt x="310" y="198"/>
                        <a:pt x="313" y="197"/>
                      </a:cubicBezTo>
                      <a:cubicBezTo>
                        <a:pt x="315" y="197"/>
                        <a:pt x="319" y="200"/>
                        <a:pt x="323" y="196"/>
                      </a:cubicBezTo>
                      <a:cubicBezTo>
                        <a:pt x="326" y="192"/>
                        <a:pt x="321" y="181"/>
                        <a:pt x="321" y="176"/>
                      </a:cubicBezTo>
                      <a:cubicBezTo>
                        <a:pt x="321" y="172"/>
                        <a:pt x="318" y="170"/>
                        <a:pt x="316" y="165"/>
                      </a:cubicBezTo>
                      <a:cubicBezTo>
                        <a:pt x="314" y="161"/>
                        <a:pt x="320" y="160"/>
                        <a:pt x="323" y="164"/>
                      </a:cubicBezTo>
                      <a:cubicBezTo>
                        <a:pt x="325" y="169"/>
                        <a:pt x="329" y="165"/>
                        <a:pt x="333" y="161"/>
                      </a:cubicBezTo>
                      <a:cubicBezTo>
                        <a:pt x="337" y="158"/>
                        <a:pt x="337" y="151"/>
                        <a:pt x="337" y="151"/>
                      </a:cubicBezTo>
                      <a:cubicBezTo>
                        <a:pt x="337" y="151"/>
                        <a:pt x="330" y="139"/>
                        <a:pt x="325" y="136"/>
                      </a:cubicBezTo>
                      <a:cubicBezTo>
                        <a:pt x="320" y="133"/>
                        <a:pt x="322" y="132"/>
                        <a:pt x="327" y="131"/>
                      </a:cubicBezTo>
                      <a:cubicBezTo>
                        <a:pt x="332" y="129"/>
                        <a:pt x="327" y="127"/>
                        <a:pt x="328" y="119"/>
                      </a:cubicBezTo>
                      <a:cubicBezTo>
                        <a:pt x="329" y="111"/>
                        <a:pt x="329" y="105"/>
                        <a:pt x="332" y="105"/>
                      </a:cubicBezTo>
                      <a:cubicBezTo>
                        <a:pt x="335" y="105"/>
                        <a:pt x="345" y="103"/>
                        <a:pt x="353" y="104"/>
                      </a:cubicBezTo>
                      <a:cubicBezTo>
                        <a:pt x="362" y="105"/>
                        <a:pt x="366" y="113"/>
                        <a:pt x="371" y="114"/>
                      </a:cubicBezTo>
                      <a:cubicBezTo>
                        <a:pt x="377" y="114"/>
                        <a:pt x="386" y="116"/>
                        <a:pt x="387" y="120"/>
                      </a:cubicBezTo>
                      <a:cubicBezTo>
                        <a:pt x="389" y="123"/>
                        <a:pt x="378" y="126"/>
                        <a:pt x="381" y="132"/>
                      </a:cubicBezTo>
                      <a:cubicBezTo>
                        <a:pt x="385" y="138"/>
                        <a:pt x="390" y="135"/>
                        <a:pt x="394" y="138"/>
                      </a:cubicBezTo>
                      <a:cubicBezTo>
                        <a:pt x="397" y="140"/>
                        <a:pt x="402" y="138"/>
                        <a:pt x="407" y="129"/>
                      </a:cubicBezTo>
                      <a:cubicBezTo>
                        <a:pt x="412" y="120"/>
                        <a:pt x="414" y="120"/>
                        <a:pt x="416" y="121"/>
                      </a:cubicBezTo>
                      <a:cubicBezTo>
                        <a:pt x="417" y="123"/>
                        <a:pt x="428" y="139"/>
                        <a:pt x="431" y="143"/>
                      </a:cubicBezTo>
                      <a:cubicBezTo>
                        <a:pt x="434" y="146"/>
                        <a:pt x="436" y="157"/>
                        <a:pt x="437" y="161"/>
                      </a:cubicBezTo>
                      <a:cubicBezTo>
                        <a:pt x="437" y="165"/>
                        <a:pt x="448" y="162"/>
                        <a:pt x="450" y="162"/>
                      </a:cubicBezTo>
                      <a:cubicBezTo>
                        <a:pt x="453" y="162"/>
                        <a:pt x="461" y="170"/>
                        <a:pt x="462" y="175"/>
                      </a:cubicBezTo>
                      <a:cubicBezTo>
                        <a:pt x="463" y="179"/>
                        <a:pt x="465" y="181"/>
                        <a:pt x="473" y="183"/>
                      </a:cubicBezTo>
                      <a:cubicBezTo>
                        <a:pt x="480" y="185"/>
                        <a:pt x="473" y="194"/>
                        <a:pt x="471" y="198"/>
                      </a:cubicBezTo>
                      <a:cubicBezTo>
                        <a:pt x="469" y="203"/>
                        <a:pt x="468" y="204"/>
                        <a:pt x="466" y="209"/>
                      </a:cubicBezTo>
                      <a:cubicBezTo>
                        <a:pt x="464" y="215"/>
                        <a:pt x="466" y="209"/>
                        <a:pt x="469" y="212"/>
                      </a:cubicBezTo>
                      <a:cubicBezTo>
                        <a:pt x="472" y="214"/>
                        <a:pt x="473" y="217"/>
                        <a:pt x="477" y="215"/>
                      </a:cubicBezTo>
                      <a:cubicBezTo>
                        <a:pt x="482" y="214"/>
                        <a:pt x="484" y="215"/>
                        <a:pt x="486" y="220"/>
                      </a:cubicBezTo>
                      <a:cubicBezTo>
                        <a:pt x="487" y="224"/>
                        <a:pt x="489" y="228"/>
                        <a:pt x="491" y="232"/>
                      </a:cubicBezTo>
                      <a:cubicBezTo>
                        <a:pt x="493" y="236"/>
                        <a:pt x="491" y="242"/>
                        <a:pt x="489" y="238"/>
                      </a:cubicBezTo>
                      <a:cubicBezTo>
                        <a:pt x="487" y="234"/>
                        <a:pt x="479" y="236"/>
                        <a:pt x="479" y="236"/>
                      </a:cubicBezTo>
                      <a:cubicBezTo>
                        <a:pt x="479" y="236"/>
                        <a:pt x="476" y="241"/>
                        <a:pt x="475" y="239"/>
                      </a:cubicBezTo>
                      <a:cubicBezTo>
                        <a:pt x="474" y="236"/>
                        <a:pt x="472" y="233"/>
                        <a:pt x="468" y="235"/>
                      </a:cubicBezTo>
                      <a:cubicBezTo>
                        <a:pt x="464" y="236"/>
                        <a:pt x="460" y="235"/>
                        <a:pt x="455" y="236"/>
                      </a:cubicBezTo>
                      <a:cubicBezTo>
                        <a:pt x="451" y="236"/>
                        <a:pt x="449" y="233"/>
                        <a:pt x="452" y="230"/>
                      </a:cubicBezTo>
                      <a:cubicBezTo>
                        <a:pt x="455" y="227"/>
                        <a:pt x="455" y="215"/>
                        <a:pt x="461" y="211"/>
                      </a:cubicBezTo>
                      <a:cubicBezTo>
                        <a:pt x="467" y="206"/>
                        <a:pt x="465" y="200"/>
                        <a:pt x="461" y="200"/>
                      </a:cubicBezTo>
                      <a:cubicBezTo>
                        <a:pt x="457" y="200"/>
                        <a:pt x="455" y="206"/>
                        <a:pt x="453" y="208"/>
                      </a:cubicBezTo>
                      <a:cubicBezTo>
                        <a:pt x="451" y="209"/>
                        <a:pt x="443" y="205"/>
                        <a:pt x="439" y="209"/>
                      </a:cubicBezTo>
                      <a:cubicBezTo>
                        <a:pt x="436" y="213"/>
                        <a:pt x="429" y="215"/>
                        <a:pt x="433" y="217"/>
                      </a:cubicBezTo>
                      <a:cubicBezTo>
                        <a:pt x="437" y="218"/>
                        <a:pt x="428" y="224"/>
                        <a:pt x="424" y="224"/>
                      </a:cubicBezTo>
                      <a:cubicBezTo>
                        <a:pt x="421" y="224"/>
                        <a:pt x="422" y="215"/>
                        <a:pt x="422" y="211"/>
                      </a:cubicBezTo>
                      <a:cubicBezTo>
                        <a:pt x="422" y="207"/>
                        <a:pt x="417" y="213"/>
                        <a:pt x="417" y="213"/>
                      </a:cubicBezTo>
                      <a:cubicBezTo>
                        <a:pt x="417" y="213"/>
                        <a:pt x="409" y="206"/>
                        <a:pt x="405" y="211"/>
                      </a:cubicBezTo>
                      <a:cubicBezTo>
                        <a:pt x="402" y="215"/>
                        <a:pt x="390" y="213"/>
                        <a:pt x="386" y="218"/>
                      </a:cubicBezTo>
                      <a:cubicBezTo>
                        <a:pt x="382" y="222"/>
                        <a:pt x="380" y="234"/>
                        <a:pt x="380" y="234"/>
                      </a:cubicBezTo>
                      <a:cubicBezTo>
                        <a:pt x="380" y="234"/>
                        <a:pt x="383" y="232"/>
                        <a:pt x="390" y="230"/>
                      </a:cubicBezTo>
                      <a:cubicBezTo>
                        <a:pt x="397" y="227"/>
                        <a:pt x="396" y="228"/>
                        <a:pt x="402" y="224"/>
                      </a:cubicBezTo>
                      <a:cubicBezTo>
                        <a:pt x="407" y="221"/>
                        <a:pt x="413" y="219"/>
                        <a:pt x="417" y="226"/>
                      </a:cubicBezTo>
                      <a:cubicBezTo>
                        <a:pt x="421" y="233"/>
                        <a:pt x="415" y="236"/>
                        <a:pt x="415" y="236"/>
                      </a:cubicBezTo>
                      <a:cubicBezTo>
                        <a:pt x="415" y="236"/>
                        <a:pt x="417" y="242"/>
                        <a:pt x="420" y="243"/>
                      </a:cubicBezTo>
                      <a:cubicBezTo>
                        <a:pt x="422" y="245"/>
                        <a:pt x="422" y="242"/>
                        <a:pt x="426" y="239"/>
                      </a:cubicBezTo>
                      <a:cubicBezTo>
                        <a:pt x="430" y="236"/>
                        <a:pt x="429" y="245"/>
                        <a:pt x="430" y="248"/>
                      </a:cubicBezTo>
                      <a:cubicBezTo>
                        <a:pt x="431" y="251"/>
                        <a:pt x="435" y="251"/>
                        <a:pt x="437" y="247"/>
                      </a:cubicBezTo>
                      <a:cubicBezTo>
                        <a:pt x="439" y="243"/>
                        <a:pt x="441" y="240"/>
                        <a:pt x="443" y="242"/>
                      </a:cubicBezTo>
                      <a:cubicBezTo>
                        <a:pt x="444" y="245"/>
                        <a:pt x="446" y="250"/>
                        <a:pt x="448" y="255"/>
                      </a:cubicBezTo>
                      <a:cubicBezTo>
                        <a:pt x="449" y="260"/>
                        <a:pt x="436" y="262"/>
                        <a:pt x="434" y="263"/>
                      </a:cubicBezTo>
                      <a:cubicBezTo>
                        <a:pt x="431" y="263"/>
                        <a:pt x="421" y="266"/>
                        <a:pt x="419" y="267"/>
                      </a:cubicBezTo>
                      <a:cubicBezTo>
                        <a:pt x="417" y="268"/>
                        <a:pt x="412" y="274"/>
                        <a:pt x="407" y="274"/>
                      </a:cubicBezTo>
                      <a:cubicBezTo>
                        <a:pt x="403" y="274"/>
                        <a:pt x="404" y="266"/>
                        <a:pt x="403" y="260"/>
                      </a:cubicBezTo>
                      <a:cubicBezTo>
                        <a:pt x="402" y="255"/>
                        <a:pt x="397" y="261"/>
                        <a:pt x="396" y="263"/>
                      </a:cubicBezTo>
                      <a:cubicBezTo>
                        <a:pt x="396" y="266"/>
                        <a:pt x="391" y="265"/>
                        <a:pt x="387" y="266"/>
                      </a:cubicBezTo>
                      <a:cubicBezTo>
                        <a:pt x="383" y="266"/>
                        <a:pt x="376" y="272"/>
                        <a:pt x="376" y="277"/>
                      </a:cubicBezTo>
                      <a:cubicBezTo>
                        <a:pt x="376" y="283"/>
                        <a:pt x="384" y="290"/>
                        <a:pt x="382" y="293"/>
                      </a:cubicBezTo>
                      <a:cubicBezTo>
                        <a:pt x="381" y="296"/>
                        <a:pt x="368" y="295"/>
                        <a:pt x="364" y="293"/>
                      </a:cubicBezTo>
                      <a:cubicBezTo>
                        <a:pt x="360" y="292"/>
                        <a:pt x="354" y="295"/>
                        <a:pt x="356" y="298"/>
                      </a:cubicBezTo>
                      <a:cubicBezTo>
                        <a:pt x="358" y="301"/>
                        <a:pt x="357" y="306"/>
                        <a:pt x="353" y="305"/>
                      </a:cubicBezTo>
                      <a:cubicBezTo>
                        <a:pt x="349" y="304"/>
                        <a:pt x="348" y="310"/>
                        <a:pt x="350" y="313"/>
                      </a:cubicBezTo>
                      <a:cubicBezTo>
                        <a:pt x="352" y="317"/>
                        <a:pt x="345" y="325"/>
                        <a:pt x="343" y="322"/>
                      </a:cubicBezTo>
                      <a:cubicBezTo>
                        <a:pt x="342" y="319"/>
                        <a:pt x="338" y="317"/>
                        <a:pt x="338" y="322"/>
                      </a:cubicBezTo>
                      <a:cubicBezTo>
                        <a:pt x="338" y="326"/>
                        <a:pt x="342" y="332"/>
                        <a:pt x="345" y="338"/>
                      </a:cubicBezTo>
                      <a:cubicBezTo>
                        <a:pt x="348" y="344"/>
                        <a:pt x="336" y="346"/>
                        <a:pt x="332" y="350"/>
                      </a:cubicBezTo>
                      <a:cubicBezTo>
                        <a:pt x="328" y="355"/>
                        <a:pt x="319" y="370"/>
                        <a:pt x="313" y="373"/>
                      </a:cubicBezTo>
                      <a:cubicBezTo>
                        <a:pt x="308" y="376"/>
                        <a:pt x="303" y="385"/>
                        <a:pt x="306" y="389"/>
                      </a:cubicBezTo>
                      <a:cubicBezTo>
                        <a:pt x="309" y="393"/>
                        <a:pt x="312" y="408"/>
                        <a:pt x="314" y="414"/>
                      </a:cubicBezTo>
                      <a:cubicBezTo>
                        <a:pt x="315" y="419"/>
                        <a:pt x="313" y="434"/>
                        <a:pt x="308" y="433"/>
                      </a:cubicBezTo>
                      <a:cubicBezTo>
                        <a:pt x="303" y="432"/>
                        <a:pt x="306" y="423"/>
                        <a:pt x="301" y="421"/>
                      </a:cubicBezTo>
                      <a:cubicBezTo>
                        <a:pt x="296" y="419"/>
                        <a:pt x="293" y="405"/>
                        <a:pt x="292" y="396"/>
                      </a:cubicBezTo>
                      <a:cubicBezTo>
                        <a:pt x="291" y="388"/>
                        <a:pt x="290" y="393"/>
                        <a:pt x="286" y="396"/>
                      </a:cubicBezTo>
                      <a:cubicBezTo>
                        <a:pt x="283" y="399"/>
                        <a:pt x="280" y="390"/>
                        <a:pt x="278" y="388"/>
                      </a:cubicBezTo>
                      <a:cubicBezTo>
                        <a:pt x="276" y="385"/>
                        <a:pt x="268" y="392"/>
                        <a:pt x="261" y="391"/>
                      </a:cubicBezTo>
                      <a:cubicBezTo>
                        <a:pt x="255" y="390"/>
                        <a:pt x="251" y="392"/>
                        <a:pt x="251" y="394"/>
                      </a:cubicBezTo>
                      <a:cubicBezTo>
                        <a:pt x="251" y="396"/>
                        <a:pt x="250" y="403"/>
                        <a:pt x="244" y="399"/>
                      </a:cubicBezTo>
                      <a:cubicBezTo>
                        <a:pt x="238" y="394"/>
                        <a:pt x="237" y="394"/>
                        <a:pt x="231" y="394"/>
                      </a:cubicBezTo>
                      <a:cubicBezTo>
                        <a:pt x="225" y="394"/>
                        <a:pt x="219" y="393"/>
                        <a:pt x="218" y="396"/>
                      </a:cubicBezTo>
                      <a:cubicBezTo>
                        <a:pt x="217" y="400"/>
                        <a:pt x="211" y="406"/>
                        <a:pt x="207" y="408"/>
                      </a:cubicBezTo>
                      <a:cubicBezTo>
                        <a:pt x="203" y="409"/>
                        <a:pt x="196" y="417"/>
                        <a:pt x="199" y="418"/>
                      </a:cubicBezTo>
                      <a:cubicBezTo>
                        <a:pt x="202" y="420"/>
                        <a:pt x="202" y="430"/>
                        <a:pt x="200" y="436"/>
                      </a:cubicBezTo>
                      <a:cubicBezTo>
                        <a:pt x="198" y="442"/>
                        <a:pt x="198" y="453"/>
                        <a:pt x="199" y="463"/>
                      </a:cubicBezTo>
                      <a:cubicBezTo>
                        <a:pt x="201" y="474"/>
                        <a:pt x="207" y="480"/>
                        <a:pt x="213" y="487"/>
                      </a:cubicBezTo>
                      <a:cubicBezTo>
                        <a:pt x="220" y="494"/>
                        <a:pt x="222" y="496"/>
                        <a:pt x="228" y="490"/>
                      </a:cubicBezTo>
                      <a:cubicBezTo>
                        <a:pt x="234" y="484"/>
                        <a:pt x="236" y="488"/>
                        <a:pt x="238" y="489"/>
                      </a:cubicBezTo>
                      <a:cubicBezTo>
                        <a:pt x="240" y="489"/>
                        <a:pt x="244" y="485"/>
                        <a:pt x="242" y="478"/>
                      </a:cubicBezTo>
                      <a:cubicBezTo>
                        <a:pt x="241" y="471"/>
                        <a:pt x="245" y="465"/>
                        <a:pt x="250" y="466"/>
                      </a:cubicBezTo>
                      <a:cubicBezTo>
                        <a:pt x="255" y="467"/>
                        <a:pt x="262" y="464"/>
                        <a:pt x="266" y="465"/>
                      </a:cubicBezTo>
                      <a:cubicBezTo>
                        <a:pt x="270" y="465"/>
                        <a:pt x="272" y="480"/>
                        <a:pt x="266" y="486"/>
                      </a:cubicBezTo>
                      <a:cubicBezTo>
                        <a:pt x="260" y="492"/>
                        <a:pt x="263" y="501"/>
                        <a:pt x="262" y="507"/>
                      </a:cubicBezTo>
                      <a:cubicBezTo>
                        <a:pt x="261" y="514"/>
                        <a:pt x="256" y="515"/>
                        <a:pt x="262" y="515"/>
                      </a:cubicBezTo>
                      <a:cubicBezTo>
                        <a:pt x="268" y="515"/>
                        <a:pt x="266" y="517"/>
                        <a:pt x="270" y="518"/>
                      </a:cubicBezTo>
                      <a:cubicBezTo>
                        <a:pt x="274" y="519"/>
                        <a:pt x="278" y="513"/>
                        <a:pt x="282" y="513"/>
                      </a:cubicBezTo>
                      <a:cubicBezTo>
                        <a:pt x="286" y="512"/>
                        <a:pt x="296" y="524"/>
                        <a:pt x="294" y="530"/>
                      </a:cubicBezTo>
                      <a:cubicBezTo>
                        <a:pt x="293" y="536"/>
                        <a:pt x="291" y="546"/>
                        <a:pt x="292" y="556"/>
                      </a:cubicBezTo>
                      <a:cubicBezTo>
                        <a:pt x="292" y="566"/>
                        <a:pt x="294" y="566"/>
                        <a:pt x="295" y="569"/>
                      </a:cubicBezTo>
                      <a:cubicBezTo>
                        <a:pt x="297" y="572"/>
                        <a:pt x="301" y="579"/>
                        <a:pt x="306" y="576"/>
                      </a:cubicBezTo>
                      <a:cubicBezTo>
                        <a:pt x="311" y="573"/>
                        <a:pt x="316" y="571"/>
                        <a:pt x="318" y="568"/>
                      </a:cubicBezTo>
                      <a:cubicBezTo>
                        <a:pt x="319" y="565"/>
                        <a:pt x="330" y="573"/>
                        <a:pt x="329" y="575"/>
                      </a:cubicBezTo>
                      <a:cubicBezTo>
                        <a:pt x="328" y="578"/>
                        <a:pt x="333" y="580"/>
                        <a:pt x="336" y="578"/>
                      </a:cubicBezTo>
                      <a:cubicBezTo>
                        <a:pt x="339" y="575"/>
                        <a:pt x="341" y="572"/>
                        <a:pt x="344" y="566"/>
                      </a:cubicBezTo>
                      <a:cubicBezTo>
                        <a:pt x="348" y="560"/>
                        <a:pt x="353" y="554"/>
                        <a:pt x="356" y="554"/>
                      </a:cubicBezTo>
                      <a:cubicBezTo>
                        <a:pt x="359" y="553"/>
                        <a:pt x="366" y="544"/>
                        <a:pt x="370" y="545"/>
                      </a:cubicBezTo>
                      <a:cubicBezTo>
                        <a:pt x="375" y="547"/>
                        <a:pt x="368" y="554"/>
                        <a:pt x="368" y="559"/>
                      </a:cubicBezTo>
                      <a:cubicBezTo>
                        <a:pt x="367" y="563"/>
                        <a:pt x="368" y="576"/>
                        <a:pt x="370" y="577"/>
                      </a:cubicBezTo>
                      <a:cubicBezTo>
                        <a:pt x="372" y="578"/>
                        <a:pt x="371" y="568"/>
                        <a:pt x="374" y="561"/>
                      </a:cubicBezTo>
                      <a:cubicBezTo>
                        <a:pt x="377" y="554"/>
                        <a:pt x="382" y="551"/>
                        <a:pt x="385" y="551"/>
                      </a:cubicBezTo>
                      <a:cubicBezTo>
                        <a:pt x="388" y="551"/>
                        <a:pt x="390" y="566"/>
                        <a:pt x="394" y="562"/>
                      </a:cubicBezTo>
                      <a:cubicBezTo>
                        <a:pt x="398" y="557"/>
                        <a:pt x="406" y="558"/>
                        <a:pt x="407" y="563"/>
                      </a:cubicBezTo>
                      <a:cubicBezTo>
                        <a:pt x="409" y="567"/>
                        <a:pt x="411" y="569"/>
                        <a:pt x="411" y="569"/>
                      </a:cubicBezTo>
                      <a:cubicBezTo>
                        <a:pt x="411" y="569"/>
                        <a:pt x="414" y="566"/>
                        <a:pt x="414" y="563"/>
                      </a:cubicBezTo>
                      <a:cubicBezTo>
                        <a:pt x="414" y="559"/>
                        <a:pt x="422" y="555"/>
                        <a:pt x="428" y="560"/>
                      </a:cubicBezTo>
                      <a:cubicBezTo>
                        <a:pt x="434" y="564"/>
                        <a:pt x="431" y="566"/>
                        <a:pt x="434" y="566"/>
                      </a:cubicBezTo>
                      <a:cubicBezTo>
                        <a:pt x="437" y="567"/>
                        <a:pt x="440" y="557"/>
                        <a:pt x="441" y="556"/>
                      </a:cubicBezTo>
                      <a:cubicBezTo>
                        <a:pt x="443" y="555"/>
                        <a:pt x="441" y="568"/>
                        <a:pt x="438" y="575"/>
                      </a:cubicBezTo>
                      <a:cubicBezTo>
                        <a:pt x="434" y="581"/>
                        <a:pt x="441" y="579"/>
                        <a:pt x="441" y="579"/>
                      </a:cubicBezTo>
                      <a:cubicBezTo>
                        <a:pt x="441" y="579"/>
                        <a:pt x="441" y="579"/>
                        <a:pt x="443" y="581"/>
                      </a:cubicBezTo>
                      <a:cubicBezTo>
                        <a:pt x="444" y="584"/>
                        <a:pt x="450" y="579"/>
                        <a:pt x="452" y="584"/>
                      </a:cubicBezTo>
                      <a:cubicBezTo>
                        <a:pt x="454" y="588"/>
                        <a:pt x="458" y="590"/>
                        <a:pt x="462" y="598"/>
                      </a:cubicBezTo>
                      <a:cubicBezTo>
                        <a:pt x="465" y="606"/>
                        <a:pt x="469" y="599"/>
                        <a:pt x="475" y="597"/>
                      </a:cubicBezTo>
                      <a:cubicBezTo>
                        <a:pt x="482" y="596"/>
                        <a:pt x="492" y="607"/>
                        <a:pt x="498" y="617"/>
                      </a:cubicBezTo>
                      <a:cubicBezTo>
                        <a:pt x="505" y="626"/>
                        <a:pt x="504" y="634"/>
                        <a:pt x="508" y="634"/>
                      </a:cubicBezTo>
                      <a:cubicBezTo>
                        <a:pt x="513" y="634"/>
                        <a:pt x="514" y="642"/>
                        <a:pt x="514" y="645"/>
                      </a:cubicBezTo>
                      <a:cubicBezTo>
                        <a:pt x="514" y="648"/>
                        <a:pt x="504" y="655"/>
                        <a:pt x="498" y="656"/>
                      </a:cubicBezTo>
                      <a:cubicBezTo>
                        <a:pt x="493" y="658"/>
                        <a:pt x="493" y="665"/>
                        <a:pt x="502" y="663"/>
                      </a:cubicBezTo>
                      <a:cubicBezTo>
                        <a:pt x="511" y="661"/>
                        <a:pt x="507" y="656"/>
                        <a:pt x="512" y="654"/>
                      </a:cubicBezTo>
                      <a:cubicBezTo>
                        <a:pt x="518" y="652"/>
                        <a:pt x="523" y="657"/>
                        <a:pt x="518" y="666"/>
                      </a:cubicBezTo>
                      <a:cubicBezTo>
                        <a:pt x="513" y="675"/>
                        <a:pt x="503" y="676"/>
                        <a:pt x="512" y="677"/>
                      </a:cubicBezTo>
                      <a:cubicBezTo>
                        <a:pt x="521" y="679"/>
                        <a:pt x="516" y="676"/>
                        <a:pt x="521" y="667"/>
                      </a:cubicBezTo>
                      <a:cubicBezTo>
                        <a:pt x="526" y="658"/>
                        <a:pt x="526" y="661"/>
                        <a:pt x="529" y="661"/>
                      </a:cubicBezTo>
                      <a:cubicBezTo>
                        <a:pt x="532" y="661"/>
                        <a:pt x="540" y="663"/>
                        <a:pt x="542" y="666"/>
                      </a:cubicBezTo>
                      <a:cubicBezTo>
                        <a:pt x="545" y="669"/>
                        <a:pt x="552" y="673"/>
                        <a:pt x="557" y="677"/>
                      </a:cubicBezTo>
                      <a:cubicBezTo>
                        <a:pt x="561" y="681"/>
                        <a:pt x="567" y="679"/>
                        <a:pt x="570" y="678"/>
                      </a:cubicBezTo>
                      <a:cubicBezTo>
                        <a:pt x="574" y="676"/>
                        <a:pt x="583" y="682"/>
                        <a:pt x="586" y="688"/>
                      </a:cubicBezTo>
                      <a:cubicBezTo>
                        <a:pt x="590" y="694"/>
                        <a:pt x="598" y="695"/>
                        <a:pt x="602" y="697"/>
                      </a:cubicBezTo>
                      <a:cubicBezTo>
                        <a:pt x="606" y="700"/>
                        <a:pt x="612" y="709"/>
                        <a:pt x="613" y="716"/>
                      </a:cubicBezTo>
                      <a:cubicBezTo>
                        <a:pt x="613" y="724"/>
                        <a:pt x="606" y="739"/>
                        <a:pt x="606" y="743"/>
                      </a:cubicBezTo>
                      <a:cubicBezTo>
                        <a:pt x="605" y="747"/>
                        <a:pt x="596" y="760"/>
                        <a:pt x="588" y="769"/>
                      </a:cubicBezTo>
                      <a:cubicBezTo>
                        <a:pt x="580" y="778"/>
                        <a:pt x="585" y="789"/>
                        <a:pt x="585" y="793"/>
                      </a:cubicBezTo>
                      <a:cubicBezTo>
                        <a:pt x="586" y="798"/>
                        <a:pt x="580" y="814"/>
                        <a:pt x="581" y="818"/>
                      </a:cubicBezTo>
                      <a:cubicBezTo>
                        <a:pt x="583" y="822"/>
                        <a:pt x="579" y="830"/>
                        <a:pt x="576" y="835"/>
                      </a:cubicBezTo>
                      <a:cubicBezTo>
                        <a:pt x="572" y="840"/>
                        <a:pt x="570" y="850"/>
                        <a:pt x="568" y="855"/>
                      </a:cubicBezTo>
                      <a:cubicBezTo>
                        <a:pt x="566" y="859"/>
                        <a:pt x="559" y="858"/>
                        <a:pt x="552" y="860"/>
                      </a:cubicBezTo>
                      <a:cubicBezTo>
                        <a:pt x="545" y="862"/>
                        <a:pt x="542" y="864"/>
                        <a:pt x="542" y="864"/>
                      </a:cubicBezTo>
                      <a:cubicBezTo>
                        <a:pt x="542" y="864"/>
                        <a:pt x="530" y="872"/>
                        <a:pt x="523" y="878"/>
                      </a:cubicBezTo>
                      <a:cubicBezTo>
                        <a:pt x="517" y="884"/>
                        <a:pt x="526" y="894"/>
                        <a:pt x="522" y="903"/>
                      </a:cubicBezTo>
                      <a:cubicBezTo>
                        <a:pt x="519" y="911"/>
                        <a:pt x="516" y="903"/>
                        <a:pt x="513" y="913"/>
                      </a:cubicBezTo>
                      <a:cubicBezTo>
                        <a:pt x="510" y="923"/>
                        <a:pt x="507" y="921"/>
                        <a:pt x="504" y="923"/>
                      </a:cubicBezTo>
                      <a:cubicBezTo>
                        <a:pt x="502" y="926"/>
                        <a:pt x="500" y="932"/>
                        <a:pt x="499" y="938"/>
                      </a:cubicBezTo>
                      <a:cubicBezTo>
                        <a:pt x="499" y="944"/>
                        <a:pt x="493" y="950"/>
                        <a:pt x="486" y="959"/>
                      </a:cubicBezTo>
                      <a:cubicBezTo>
                        <a:pt x="479" y="968"/>
                        <a:pt x="474" y="966"/>
                        <a:pt x="467" y="963"/>
                      </a:cubicBezTo>
                      <a:cubicBezTo>
                        <a:pt x="459" y="960"/>
                        <a:pt x="460" y="935"/>
                        <a:pt x="459" y="938"/>
                      </a:cubicBezTo>
                      <a:cubicBezTo>
                        <a:pt x="458" y="942"/>
                        <a:pt x="454" y="955"/>
                        <a:pt x="455" y="957"/>
                      </a:cubicBezTo>
                      <a:cubicBezTo>
                        <a:pt x="456" y="960"/>
                        <a:pt x="464" y="968"/>
                        <a:pt x="467" y="971"/>
                      </a:cubicBezTo>
                      <a:cubicBezTo>
                        <a:pt x="469" y="973"/>
                        <a:pt x="469" y="977"/>
                        <a:pt x="467" y="980"/>
                      </a:cubicBezTo>
                      <a:cubicBezTo>
                        <a:pt x="464" y="984"/>
                        <a:pt x="458" y="998"/>
                        <a:pt x="456" y="998"/>
                      </a:cubicBezTo>
                      <a:cubicBezTo>
                        <a:pt x="454" y="999"/>
                        <a:pt x="436" y="1002"/>
                        <a:pt x="433" y="1000"/>
                      </a:cubicBezTo>
                      <a:cubicBezTo>
                        <a:pt x="430" y="998"/>
                        <a:pt x="428" y="1005"/>
                        <a:pt x="429" y="1010"/>
                      </a:cubicBezTo>
                      <a:cubicBezTo>
                        <a:pt x="429" y="1014"/>
                        <a:pt x="432" y="1019"/>
                        <a:pt x="426" y="1018"/>
                      </a:cubicBezTo>
                      <a:cubicBezTo>
                        <a:pt x="420" y="1016"/>
                        <a:pt x="411" y="1011"/>
                        <a:pt x="411" y="1015"/>
                      </a:cubicBezTo>
                      <a:cubicBezTo>
                        <a:pt x="411" y="1019"/>
                        <a:pt x="413" y="1027"/>
                        <a:pt x="416" y="1027"/>
                      </a:cubicBezTo>
                      <a:cubicBezTo>
                        <a:pt x="420" y="1027"/>
                        <a:pt x="423" y="1024"/>
                        <a:pt x="421" y="1029"/>
                      </a:cubicBezTo>
                      <a:cubicBezTo>
                        <a:pt x="420" y="1034"/>
                        <a:pt x="415" y="1039"/>
                        <a:pt x="413" y="1041"/>
                      </a:cubicBezTo>
                      <a:cubicBezTo>
                        <a:pt x="411" y="1043"/>
                        <a:pt x="408" y="1051"/>
                        <a:pt x="402" y="1056"/>
                      </a:cubicBezTo>
                      <a:cubicBezTo>
                        <a:pt x="398" y="1060"/>
                        <a:pt x="397" y="1063"/>
                        <a:pt x="397" y="1065"/>
                      </a:cubicBezTo>
                      <a:cubicBezTo>
                        <a:pt x="381" y="1060"/>
                        <a:pt x="366" y="1054"/>
                        <a:pt x="350" y="1048"/>
                      </a:cubicBezTo>
                      <a:cubicBezTo>
                        <a:pt x="351" y="1048"/>
                        <a:pt x="351" y="1048"/>
                        <a:pt x="351" y="1048"/>
                      </a:cubicBezTo>
                      <a:cubicBezTo>
                        <a:pt x="354" y="1042"/>
                        <a:pt x="357" y="1034"/>
                        <a:pt x="357" y="1032"/>
                      </a:cubicBezTo>
                      <a:cubicBezTo>
                        <a:pt x="357" y="1030"/>
                        <a:pt x="354" y="1022"/>
                        <a:pt x="354" y="1016"/>
                      </a:cubicBezTo>
                      <a:cubicBezTo>
                        <a:pt x="354" y="1010"/>
                        <a:pt x="357" y="1007"/>
                        <a:pt x="358" y="999"/>
                      </a:cubicBezTo>
                      <a:cubicBezTo>
                        <a:pt x="360" y="991"/>
                        <a:pt x="354" y="994"/>
                        <a:pt x="354" y="987"/>
                      </a:cubicBezTo>
                      <a:cubicBezTo>
                        <a:pt x="354" y="980"/>
                        <a:pt x="360" y="983"/>
                        <a:pt x="359" y="976"/>
                      </a:cubicBezTo>
                      <a:cubicBezTo>
                        <a:pt x="358" y="969"/>
                        <a:pt x="362" y="965"/>
                        <a:pt x="363" y="960"/>
                      </a:cubicBezTo>
                      <a:cubicBezTo>
                        <a:pt x="365" y="956"/>
                        <a:pt x="367" y="948"/>
                        <a:pt x="369" y="943"/>
                      </a:cubicBezTo>
                      <a:cubicBezTo>
                        <a:pt x="371" y="938"/>
                        <a:pt x="367" y="926"/>
                        <a:pt x="367" y="923"/>
                      </a:cubicBezTo>
                      <a:cubicBezTo>
                        <a:pt x="367" y="921"/>
                        <a:pt x="374" y="918"/>
                        <a:pt x="371" y="914"/>
                      </a:cubicBezTo>
                      <a:cubicBezTo>
                        <a:pt x="367" y="909"/>
                        <a:pt x="374" y="908"/>
                        <a:pt x="377" y="904"/>
                      </a:cubicBezTo>
                      <a:cubicBezTo>
                        <a:pt x="380" y="900"/>
                        <a:pt x="375" y="888"/>
                        <a:pt x="376" y="874"/>
                      </a:cubicBezTo>
                      <a:cubicBezTo>
                        <a:pt x="378" y="861"/>
                        <a:pt x="380" y="837"/>
                        <a:pt x="380" y="835"/>
                      </a:cubicBezTo>
                      <a:cubicBezTo>
                        <a:pt x="380" y="833"/>
                        <a:pt x="380" y="824"/>
                        <a:pt x="377" y="818"/>
                      </a:cubicBezTo>
                      <a:cubicBezTo>
                        <a:pt x="375" y="812"/>
                        <a:pt x="371" y="807"/>
                        <a:pt x="367" y="805"/>
                      </a:cubicBezTo>
                      <a:cubicBezTo>
                        <a:pt x="363" y="803"/>
                        <a:pt x="358" y="796"/>
                        <a:pt x="356" y="795"/>
                      </a:cubicBezTo>
                      <a:cubicBezTo>
                        <a:pt x="353" y="795"/>
                        <a:pt x="336" y="788"/>
                        <a:pt x="336" y="778"/>
                      </a:cubicBezTo>
                      <a:cubicBezTo>
                        <a:pt x="336" y="767"/>
                        <a:pt x="330" y="759"/>
                        <a:pt x="329" y="751"/>
                      </a:cubicBezTo>
                      <a:cubicBezTo>
                        <a:pt x="328" y="744"/>
                        <a:pt x="319" y="727"/>
                        <a:pt x="319" y="720"/>
                      </a:cubicBezTo>
                      <a:cubicBezTo>
                        <a:pt x="318" y="712"/>
                        <a:pt x="307" y="710"/>
                        <a:pt x="305" y="702"/>
                      </a:cubicBezTo>
                      <a:cubicBezTo>
                        <a:pt x="303" y="694"/>
                        <a:pt x="307" y="688"/>
                        <a:pt x="308" y="683"/>
                      </a:cubicBezTo>
                      <a:cubicBezTo>
                        <a:pt x="310" y="678"/>
                        <a:pt x="308" y="666"/>
                        <a:pt x="307" y="662"/>
                      </a:cubicBezTo>
                      <a:cubicBezTo>
                        <a:pt x="307" y="658"/>
                        <a:pt x="312" y="646"/>
                        <a:pt x="315" y="644"/>
                      </a:cubicBezTo>
                      <a:cubicBezTo>
                        <a:pt x="319" y="642"/>
                        <a:pt x="325" y="634"/>
                        <a:pt x="327" y="634"/>
                      </a:cubicBezTo>
                      <a:cubicBezTo>
                        <a:pt x="329" y="634"/>
                        <a:pt x="329" y="626"/>
                        <a:pt x="331" y="617"/>
                      </a:cubicBezTo>
                      <a:cubicBezTo>
                        <a:pt x="333" y="609"/>
                        <a:pt x="330" y="598"/>
                        <a:pt x="328" y="596"/>
                      </a:cubicBezTo>
                      <a:cubicBezTo>
                        <a:pt x="327" y="595"/>
                        <a:pt x="325" y="585"/>
                        <a:pt x="322" y="582"/>
                      </a:cubicBezTo>
                      <a:cubicBezTo>
                        <a:pt x="319" y="579"/>
                        <a:pt x="314" y="581"/>
                        <a:pt x="314" y="581"/>
                      </a:cubicBezTo>
                      <a:cubicBezTo>
                        <a:pt x="314" y="581"/>
                        <a:pt x="315" y="587"/>
                        <a:pt x="310" y="591"/>
                      </a:cubicBezTo>
                      <a:cubicBezTo>
                        <a:pt x="305" y="595"/>
                        <a:pt x="304" y="590"/>
                        <a:pt x="302" y="588"/>
                      </a:cubicBezTo>
                      <a:cubicBezTo>
                        <a:pt x="300" y="586"/>
                        <a:pt x="294" y="585"/>
                        <a:pt x="292" y="581"/>
                      </a:cubicBezTo>
                      <a:cubicBezTo>
                        <a:pt x="289" y="578"/>
                        <a:pt x="284" y="572"/>
                        <a:pt x="281" y="570"/>
                      </a:cubicBezTo>
                      <a:cubicBezTo>
                        <a:pt x="278" y="568"/>
                        <a:pt x="269" y="566"/>
                        <a:pt x="270" y="557"/>
                      </a:cubicBezTo>
                      <a:cubicBezTo>
                        <a:pt x="271" y="548"/>
                        <a:pt x="266" y="542"/>
                        <a:pt x="264" y="541"/>
                      </a:cubicBezTo>
                      <a:cubicBezTo>
                        <a:pt x="261" y="539"/>
                        <a:pt x="257" y="536"/>
                        <a:pt x="254" y="538"/>
                      </a:cubicBezTo>
                      <a:cubicBezTo>
                        <a:pt x="251" y="540"/>
                        <a:pt x="246" y="533"/>
                        <a:pt x="242" y="534"/>
                      </a:cubicBezTo>
                      <a:cubicBezTo>
                        <a:pt x="239" y="535"/>
                        <a:pt x="231" y="525"/>
                        <a:pt x="228" y="521"/>
                      </a:cubicBezTo>
                      <a:cubicBezTo>
                        <a:pt x="225" y="518"/>
                        <a:pt x="223" y="513"/>
                        <a:pt x="218" y="513"/>
                      </a:cubicBezTo>
                      <a:cubicBezTo>
                        <a:pt x="213" y="513"/>
                        <a:pt x="212" y="515"/>
                        <a:pt x="209" y="520"/>
                      </a:cubicBezTo>
                      <a:cubicBezTo>
                        <a:pt x="206" y="525"/>
                        <a:pt x="201" y="516"/>
                        <a:pt x="199" y="514"/>
                      </a:cubicBezTo>
                      <a:cubicBezTo>
                        <a:pt x="197" y="512"/>
                        <a:pt x="189" y="516"/>
                        <a:pt x="183" y="516"/>
                      </a:cubicBezTo>
                      <a:cubicBezTo>
                        <a:pt x="177" y="516"/>
                        <a:pt x="174" y="501"/>
                        <a:pt x="174" y="498"/>
                      </a:cubicBezTo>
                      <a:cubicBezTo>
                        <a:pt x="173" y="487"/>
                        <a:pt x="156" y="487"/>
                        <a:pt x="152" y="484"/>
                      </a:cubicBezTo>
                      <a:cubicBezTo>
                        <a:pt x="148" y="481"/>
                        <a:pt x="144" y="470"/>
                        <a:pt x="146" y="467"/>
                      </a:cubicBezTo>
                      <a:cubicBezTo>
                        <a:pt x="148" y="464"/>
                        <a:pt x="143" y="454"/>
                        <a:pt x="143" y="454"/>
                      </a:cubicBezTo>
                      <a:cubicBezTo>
                        <a:pt x="143" y="454"/>
                        <a:pt x="135" y="442"/>
                        <a:pt x="133" y="442"/>
                      </a:cubicBezTo>
                      <a:cubicBezTo>
                        <a:pt x="130" y="442"/>
                        <a:pt x="121" y="421"/>
                        <a:pt x="116" y="415"/>
                      </a:cubicBezTo>
                      <a:cubicBezTo>
                        <a:pt x="111" y="409"/>
                        <a:pt x="99" y="396"/>
                        <a:pt x="97" y="389"/>
                      </a:cubicBezTo>
                      <a:cubicBezTo>
                        <a:pt x="95" y="382"/>
                        <a:pt x="94" y="372"/>
                        <a:pt x="89" y="377"/>
                      </a:cubicBezTo>
                      <a:cubicBezTo>
                        <a:pt x="83" y="382"/>
                        <a:pt x="87" y="388"/>
                        <a:pt x="93" y="393"/>
                      </a:cubicBezTo>
                      <a:cubicBezTo>
                        <a:pt x="99" y="400"/>
                        <a:pt x="97" y="405"/>
                        <a:pt x="105" y="414"/>
                      </a:cubicBezTo>
                      <a:cubicBezTo>
                        <a:pt x="113" y="422"/>
                        <a:pt x="110" y="430"/>
                        <a:pt x="113" y="434"/>
                      </a:cubicBezTo>
                      <a:cubicBezTo>
                        <a:pt x="116" y="438"/>
                        <a:pt x="128" y="447"/>
                        <a:pt x="123" y="453"/>
                      </a:cubicBezTo>
                      <a:cubicBezTo>
                        <a:pt x="118" y="459"/>
                        <a:pt x="113" y="445"/>
                        <a:pt x="111" y="444"/>
                      </a:cubicBezTo>
                      <a:cubicBezTo>
                        <a:pt x="109" y="444"/>
                        <a:pt x="104" y="442"/>
                        <a:pt x="104" y="438"/>
                      </a:cubicBezTo>
                      <a:cubicBezTo>
                        <a:pt x="105" y="433"/>
                        <a:pt x="100" y="429"/>
                        <a:pt x="96" y="423"/>
                      </a:cubicBezTo>
                      <a:cubicBezTo>
                        <a:pt x="92" y="416"/>
                        <a:pt x="90" y="420"/>
                        <a:pt x="85" y="420"/>
                      </a:cubicBezTo>
                      <a:cubicBezTo>
                        <a:pt x="80" y="420"/>
                        <a:pt x="85" y="411"/>
                        <a:pt x="87" y="408"/>
                      </a:cubicBezTo>
                      <a:cubicBezTo>
                        <a:pt x="90" y="404"/>
                        <a:pt x="85" y="399"/>
                        <a:pt x="81" y="397"/>
                      </a:cubicBezTo>
                      <a:cubicBezTo>
                        <a:pt x="78" y="396"/>
                        <a:pt x="74" y="379"/>
                        <a:pt x="69" y="368"/>
                      </a:cubicBezTo>
                      <a:cubicBezTo>
                        <a:pt x="65" y="358"/>
                        <a:pt x="61" y="352"/>
                        <a:pt x="56" y="353"/>
                      </a:cubicBezTo>
                      <a:cubicBezTo>
                        <a:pt x="51" y="354"/>
                        <a:pt x="43" y="348"/>
                        <a:pt x="40" y="345"/>
                      </a:cubicBezTo>
                      <a:cubicBezTo>
                        <a:pt x="36" y="342"/>
                        <a:pt x="37" y="325"/>
                        <a:pt x="32" y="318"/>
                      </a:cubicBezTo>
                      <a:cubicBezTo>
                        <a:pt x="26" y="310"/>
                        <a:pt x="21" y="296"/>
                        <a:pt x="22" y="288"/>
                      </a:cubicBezTo>
                      <a:cubicBezTo>
                        <a:pt x="22" y="280"/>
                        <a:pt x="24" y="259"/>
                        <a:pt x="24" y="254"/>
                      </a:cubicBezTo>
                      <a:cubicBezTo>
                        <a:pt x="24" y="248"/>
                        <a:pt x="20" y="238"/>
                        <a:pt x="20" y="236"/>
                      </a:cubicBezTo>
                      <a:cubicBezTo>
                        <a:pt x="20" y="234"/>
                        <a:pt x="18" y="227"/>
                        <a:pt x="16" y="227"/>
                      </a:cubicBezTo>
                      <a:cubicBezTo>
                        <a:pt x="14" y="226"/>
                        <a:pt x="7" y="218"/>
                        <a:pt x="2" y="218"/>
                      </a:cubicBezTo>
                      <a:cubicBezTo>
                        <a:pt x="1" y="218"/>
                        <a:pt x="0" y="218"/>
                        <a:pt x="0" y="218"/>
                      </a:cubicBezTo>
                      <a:cubicBezTo>
                        <a:pt x="30" y="144"/>
                        <a:pt x="75" y="77"/>
                        <a:pt x="130" y="20"/>
                      </a:cubicBezTo>
                      <a:close/>
                      <a:moveTo>
                        <a:pt x="270" y="288"/>
                      </a:moveTo>
                      <a:cubicBezTo>
                        <a:pt x="270" y="288"/>
                        <a:pt x="270" y="288"/>
                        <a:pt x="270" y="288"/>
                      </a:cubicBezTo>
                      <a:cubicBezTo>
                        <a:pt x="276" y="289"/>
                        <a:pt x="276" y="278"/>
                        <a:pt x="275" y="275"/>
                      </a:cubicBezTo>
                      <a:cubicBezTo>
                        <a:pt x="275" y="272"/>
                        <a:pt x="275" y="260"/>
                        <a:pt x="277" y="257"/>
                      </a:cubicBezTo>
                      <a:cubicBezTo>
                        <a:pt x="279" y="255"/>
                        <a:pt x="282" y="248"/>
                        <a:pt x="288" y="248"/>
                      </a:cubicBezTo>
                      <a:cubicBezTo>
                        <a:pt x="294" y="247"/>
                        <a:pt x="298" y="253"/>
                        <a:pt x="298" y="260"/>
                      </a:cubicBezTo>
                      <a:cubicBezTo>
                        <a:pt x="297" y="266"/>
                        <a:pt x="299" y="273"/>
                        <a:pt x="301" y="273"/>
                      </a:cubicBezTo>
                      <a:cubicBezTo>
                        <a:pt x="303" y="273"/>
                        <a:pt x="310" y="268"/>
                        <a:pt x="308" y="263"/>
                      </a:cubicBezTo>
                      <a:cubicBezTo>
                        <a:pt x="305" y="259"/>
                        <a:pt x="309" y="244"/>
                        <a:pt x="309" y="249"/>
                      </a:cubicBezTo>
                      <a:cubicBezTo>
                        <a:pt x="309" y="254"/>
                        <a:pt x="314" y="258"/>
                        <a:pt x="317" y="257"/>
                      </a:cubicBezTo>
                      <a:cubicBezTo>
                        <a:pt x="319" y="257"/>
                        <a:pt x="314" y="243"/>
                        <a:pt x="310" y="242"/>
                      </a:cubicBezTo>
                      <a:cubicBezTo>
                        <a:pt x="306" y="242"/>
                        <a:pt x="298" y="242"/>
                        <a:pt x="297" y="242"/>
                      </a:cubicBezTo>
                      <a:cubicBezTo>
                        <a:pt x="295" y="243"/>
                        <a:pt x="285" y="239"/>
                        <a:pt x="281" y="239"/>
                      </a:cubicBezTo>
                      <a:cubicBezTo>
                        <a:pt x="276" y="240"/>
                        <a:pt x="270" y="242"/>
                        <a:pt x="268" y="248"/>
                      </a:cubicBezTo>
                      <a:cubicBezTo>
                        <a:pt x="265" y="254"/>
                        <a:pt x="268" y="266"/>
                        <a:pt x="267" y="270"/>
                      </a:cubicBezTo>
                      <a:cubicBezTo>
                        <a:pt x="266" y="274"/>
                        <a:pt x="265" y="287"/>
                        <a:pt x="270" y="288"/>
                      </a:cubicBezTo>
                      <a:close/>
                      <a:moveTo>
                        <a:pt x="302" y="288"/>
                      </a:moveTo>
                      <a:cubicBezTo>
                        <a:pt x="302" y="288"/>
                        <a:pt x="302" y="288"/>
                        <a:pt x="302" y="288"/>
                      </a:cubicBezTo>
                      <a:cubicBezTo>
                        <a:pt x="303" y="291"/>
                        <a:pt x="309" y="289"/>
                        <a:pt x="312" y="284"/>
                      </a:cubicBezTo>
                      <a:cubicBezTo>
                        <a:pt x="315" y="280"/>
                        <a:pt x="323" y="278"/>
                        <a:pt x="325" y="274"/>
                      </a:cubicBezTo>
                      <a:cubicBezTo>
                        <a:pt x="327" y="271"/>
                        <a:pt x="329" y="272"/>
                        <a:pt x="334" y="269"/>
                      </a:cubicBezTo>
                      <a:cubicBezTo>
                        <a:pt x="340" y="266"/>
                        <a:pt x="344" y="265"/>
                        <a:pt x="342" y="261"/>
                      </a:cubicBezTo>
                      <a:cubicBezTo>
                        <a:pt x="340" y="257"/>
                        <a:pt x="328" y="261"/>
                        <a:pt x="327" y="260"/>
                      </a:cubicBezTo>
                      <a:cubicBezTo>
                        <a:pt x="325" y="258"/>
                        <a:pt x="313" y="276"/>
                        <a:pt x="313" y="276"/>
                      </a:cubicBezTo>
                      <a:cubicBezTo>
                        <a:pt x="313" y="276"/>
                        <a:pt x="303" y="281"/>
                        <a:pt x="303" y="283"/>
                      </a:cubicBezTo>
                      <a:cubicBezTo>
                        <a:pt x="302" y="286"/>
                        <a:pt x="300" y="283"/>
                        <a:pt x="302" y="288"/>
                      </a:cubicBezTo>
                      <a:close/>
                      <a:moveTo>
                        <a:pt x="244" y="230"/>
                      </a:moveTo>
                      <a:cubicBezTo>
                        <a:pt x="244" y="230"/>
                        <a:pt x="244" y="230"/>
                        <a:pt x="244" y="230"/>
                      </a:cubicBezTo>
                      <a:cubicBezTo>
                        <a:pt x="244" y="234"/>
                        <a:pt x="249" y="235"/>
                        <a:pt x="252" y="233"/>
                      </a:cubicBezTo>
                      <a:cubicBezTo>
                        <a:pt x="256" y="230"/>
                        <a:pt x="261" y="229"/>
                        <a:pt x="263" y="228"/>
                      </a:cubicBezTo>
                      <a:cubicBezTo>
                        <a:pt x="265" y="227"/>
                        <a:pt x="264" y="232"/>
                        <a:pt x="269" y="232"/>
                      </a:cubicBezTo>
                      <a:cubicBezTo>
                        <a:pt x="274" y="232"/>
                        <a:pt x="280" y="234"/>
                        <a:pt x="282" y="233"/>
                      </a:cubicBezTo>
                      <a:cubicBezTo>
                        <a:pt x="284" y="233"/>
                        <a:pt x="289" y="224"/>
                        <a:pt x="285" y="223"/>
                      </a:cubicBezTo>
                      <a:cubicBezTo>
                        <a:pt x="281" y="222"/>
                        <a:pt x="275" y="217"/>
                        <a:pt x="271" y="212"/>
                      </a:cubicBezTo>
                      <a:cubicBezTo>
                        <a:pt x="268" y="208"/>
                        <a:pt x="260" y="218"/>
                        <a:pt x="253" y="222"/>
                      </a:cubicBezTo>
                      <a:cubicBezTo>
                        <a:pt x="246" y="226"/>
                        <a:pt x="244" y="224"/>
                        <a:pt x="244" y="230"/>
                      </a:cubicBezTo>
                      <a:close/>
                      <a:moveTo>
                        <a:pt x="15" y="206"/>
                      </a:moveTo>
                      <a:cubicBezTo>
                        <a:pt x="15" y="206"/>
                        <a:pt x="15" y="206"/>
                        <a:pt x="15" y="206"/>
                      </a:cubicBezTo>
                      <a:cubicBezTo>
                        <a:pt x="10" y="204"/>
                        <a:pt x="17" y="215"/>
                        <a:pt x="19" y="217"/>
                      </a:cubicBezTo>
                      <a:cubicBezTo>
                        <a:pt x="22" y="219"/>
                        <a:pt x="28" y="219"/>
                        <a:pt x="28" y="223"/>
                      </a:cubicBezTo>
                      <a:cubicBezTo>
                        <a:pt x="29" y="227"/>
                        <a:pt x="31" y="236"/>
                        <a:pt x="33" y="235"/>
                      </a:cubicBezTo>
                      <a:cubicBezTo>
                        <a:pt x="36" y="234"/>
                        <a:pt x="36" y="226"/>
                        <a:pt x="34" y="223"/>
                      </a:cubicBezTo>
                      <a:cubicBezTo>
                        <a:pt x="32" y="220"/>
                        <a:pt x="23" y="211"/>
                        <a:pt x="22" y="211"/>
                      </a:cubicBezTo>
                      <a:cubicBezTo>
                        <a:pt x="20" y="211"/>
                        <a:pt x="17" y="206"/>
                        <a:pt x="15" y="206"/>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71" name="ísḷídé"/>
                <p:cNvSpPr/>
                <p:nvPr/>
              </p:nvSpPr>
              <p:spPr bwMode="auto">
                <a:xfrm>
                  <a:off x="9054594" y="3228831"/>
                  <a:ext cx="20491" cy="20491"/>
                </a:xfrm>
                <a:custGeom>
                  <a:avLst/>
                  <a:gdLst>
                    <a:gd name="T0" fmla="*/ 1 w 11"/>
                    <a:gd name="T1" fmla="*/ 6 h 11"/>
                    <a:gd name="T2" fmla="*/ 10 w 11"/>
                    <a:gd name="T3" fmla="*/ 8 h 11"/>
                    <a:gd name="T4" fmla="*/ 1 w 11"/>
                    <a:gd name="T5" fmla="*/ 6 h 11"/>
                  </a:gdLst>
                  <a:ahLst/>
                  <a:cxnLst>
                    <a:cxn ang="0">
                      <a:pos x="T0" y="T1"/>
                    </a:cxn>
                    <a:cxn ang="0">
                      <a:pos x="T2" y="T3"/>
                    </a:cxn>
                    <a:cxn ang="0">
                      <a:pos x="T4" y="T5"/>
                    </a:cxn>
                  </a:cxnLst>
                  <a:rect l="0" t="0" r="r" b="b"/>
                  <a:pathLst>
                    <a:path w="11" h="11">
                      <a:moveTo>
                        <a:pt x="1" y="6"/>
                      </a:moveTo>
                      <a:cubicBezTo>
                        <a:pt x="0" y="8"/>
                        <a:pt x="8" y="11"/>
                        <a:pt x="10" y="8"/>
                      </a:cubicBezTo>
                      <a:cubicBezTo>
                        <a:pt x="11" y="5"/>
                        <a:pt x="5" y="0"/>
                        <a:pt x="1" y="6"/>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2" name="ïṩľiďê"/>
                <p:cNvSpPr/>
                <p:nvPr/>
              </p:nvSpPr>
              <p:spPr bwMode="auto">
                <a:xfrm>
                  <a:off x="9085932" y="3243294"/>
                  <a:ext cx="24106" cy="18080"/>
                </a:xfrm>
                <a:custGeom>
                  <a:avLst/>
                  <a:gdLst>
                    <a:gd name="T0" fmla="*/ 6 w 13"/>
                    <a:gd name="T1" fmla="*/ 2 h 10"/>
                    <a:gd name="T2" fmla="*/ 9 w 13"/>
                    <a:gd name="T3" fmla="*/ 8 h 10"/>
                    <a:gd name="T4" fmla="*/ 6 w 13"/>
                    <a:gd name="T5" fmla="*/ 2 h 10"/>
                  </a:gdLst>
                  <a:ahLst/>
                  <a:cxnLst>
                    <a:cxn ang="0">
                      <a:pos x="T0" y="T1"/>
                    </a:cxn>
                    <a:cxn ang="0">
                      <a:pos x="T2" y="T3"/>
                    </a:cxn>
                    <a:cxn ang="0">
                      <a:pos x="T4" y="T5"/>
                    </a:cxn>
                  </a:cxnLst>
                  <a:rect l="0" t="0" r="r" b="b"/>
                  <a:pathLst>
                    <a:path w="13" h="10">
                      <a:moveTo>
                        <a:pt x="6" y="2"/>
                      </a:moveTo>
                      <a:cubicBezTo>
                        <a:pt x="0" y="5"/>
                        <a:pt x="6" y="10"/>
                        <a:pt x="9" y="8"/>
                      </a:cubicBezTo>
                      <a:cubicBezTo>
                        <a:pt x="13" y="6"/>
                        <a:pt x="11" y="0"/>
                        <a:pt x="6" y="2"/>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3" name="iślîḍe"/>
                <p:cNvSpPr/>
                <p:nvPr/>
              </p:nvSpPr>
              <p:spPr bwMode="auto">
                <a:xfrm>
                  <a:off x="8856924" y="2987770"/>
                  <a:ext cx="10848" cy="9642"/>
                </a:xfrm>
                <a:custGeom>
                  <a:avLst/>
                  <a:gdLst>
                    <a:gd name="T0" fmla="*/ 0 w 6"/>
                    <a:gd name="T1" fmla="*/ 5 h 5"/>
                    <a:gd name="T2" fmla="*/ 4 w 6"/>
                    <a:gd name="T3" fmla="*/ 5 h 5"/>
                    <a:gd name="T4" fmla="*/ 5 w 6"/>
                    <a:gd name="T5" fmla="*/ 0 h 5"/>
                    <a:gd name="T6" fmla="*/ 0 w 6"/>
                    <a:gd name="T7" fmla="*/ 5 h 5"/>
                  </a:gdLst>
                  <a:ahLst/>
                  <a:cxnLst>
                    <a:cxn ang="0">
                      <a:pos x="T0" y="T1"/>
                    </a:cxn>
                    <a:cxn ang="0">
                      <a:pos x="T2" y="T3"/>
                    </a:cxn>
                    <a:cxn ang="0">
                      <a:pos x="T4" y="T5"/>
                    </a:cxn>
                    <a:cxn ang="0">
                      <a:pos x="T6" y="T7"/>
                    </a:cxn>
                  </a:cxnLst>
                  <a:rect l="0" t="0" r="r" b="b"/>
                  <a:pathLst>
                    <a:path w="6" h="5">
                      <a:moveTo>
                        <a:pt x="0" y="5"/>
                      </a:moveTo>
                      <a:cubicBezTo>
                        <a:pt x="1" y="5"/>
                        <a:pt x="2" y="5"/>
                        <a:pt x="4" y="5"/>
                      </a:cubicBezTo>
                      <a:cubicBezTo>
                        <a:pt x="5" y="5"/>
                        <a:pt x="6" y="3"/>
                        <a:pt x="5" y="0"/>
                      </a:cubicBezTo>
                      <a:cubicBezTo>
                        <a:pt x="3" y="2"/>
                        <a:pt x="2" y="3"/>
                        <a:pt x="0" y="5"/>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4" name="îṥľiḋê"/>
                <p:cNvSpPr/>
                <p:nvPr/>
              </p:nvSpPr>
              <p:spPr bwMode="auto">
                <a:xfrm>
                  <a:off x="8803891" y="3010670"/>
                  <a:ext cx="80756" cy="42186"/>
                </a:xfrm>
                <a:custGeom>
                  <a:avLst/>
                  <a:gdLst>
                    <a:gd name="T0" fmla="*/ 2 w 44"/>
                    <a:gd name="T1" fmla="*/ 17 h 23"/>
                    <a:gd name="T2" fmla="*/ 1 w 44"/>
                    <a:gd name="T3" fmla="*/ 17 h 23"/>
                    <a:gd name="T4" fmla="*/ 5 w 44"/>
                    <a:gd name="T5" fmla="*/ 22 h 23"/>
                    <a:gd name="T6" fmla="*/ 11 w 44"/>
                    <a:gd name="T7" fmla="*/ 11 h 23"/>
                    <a:gd name="T8" fmla="*/ 27 w 44"/>
                    <a:gd name="T9" fmla="*/ 13 h 23"/>
                    <a:gd name="T10" fmla="*/ 34 w 44"/>
                    <a:gd name="T11" fmla="*/ 17 h 23"/>
                    <a:gd name="T12" fmla="*/ 44 w 44"/>
                    <a:gd name="T13" fmla="*/ 7 h 23"/>
                    <a:gd name="T14" fmla="*/ 34 w 44"/>
                    <a:gd name="T15" fmla="*/ 1 h 23"/>
                    <a:gd name="T16" fmla="*/ 19 w 44"/>
                    <a:gd name="T17" fmla="*/ 1 h 23"/>
                    <a:gd name="T18" fmla="*/ 2 w 44"/>
                    <a:gd name="T19" fmla="*/ 1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23">
                      <a:moveTo>
                        <a:pt x="2" y="17"/>
                      </a:moveTo>
                      <a:cubicBezTo>
                        <a:pt x="2" y="17"/>
                        <a:pt x="1" y="17"/>
                        <a:pt x="1" y="17"/>
                      </a:cubicBezTo>
                      <a:cubicBezTo>
                        <a:pt x="0" y="18"/>
                        <a:pt x="2" y="23"/>
                        <a:pt x="5" y="22"/>
                      </a:cubicBezTo>
                      <a:cubicBezTo>
                        <a:pt x="8" y="21"/>
                        <a:pt x="9" y="11"/>
                        <a:pt x="11" y="11"/>
                      </a:cubicBezTo>
                      <a:cubicBezTo>
                        <a:pt x="14" y="11"/>
                        <a:pt x="25" y="8"/>
                        <a:pt x="27" y="13"/>
                      </a:cubicBezTo>
                      <a:cubicBezTo>
                        <a:pt x="29" y="19"/>
                        <a:pt x="29" y="16"/>
                        <a:pt x="34" y="17"/>
                      </a:cubicBezTo>
                      <a:cubicBezTo>
                        <a:pt x="39" y="17"/>
                        <a:pt x="43" y="10"/>
                        <a:pt x="44" y="7"/>
                      </a:cubicBezTo>
                      <a:cubicBezTo>
                        <a:pt x="44" y="5"/>
                        <a:pt x="41" y="0"/>
                        <a:pt x="34" y="1"/>
                      </a:cubicBezTo>
                      <a:cubicBezTo>
                        <a:pt x="31" y="1"/>
                        <a:pt x="25" y="1"/>
                        <a:pt x="19" y="1"/>
                      </a:cubicBezTo>
                      <a:cubicBezTo>
                        <a:pt x="13" y="6"/>
                        <a:pt x="7" y="11"/>
                        <a:pt x="2" y="17"/>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5" name="íśļîḓè"/>
                <p:cNvSpPr/>
                <p:nvPr/>
              </p:nvSpPr>
              <p:spPr bwMode="auto">
                <a:xfrm>
                  <a:off x="8829202" y="3056472"/>
                  <a:ext cx="68703" cy="55444"/>
                </a:xfrm>
                <a:custGeom>
                  <a:avLst/>
                  <a:gdLst>
                    <a:gd name="T0" fmla="*/ 2 w 37"/>
                    <a:gd name="T1" fmla="*/ 4 h 30"/>
                    <a:gd name="T2" fmla="*/ 5 w 37"/>
                    <a:gd name="T3" fmla="*/ 14 h 30"/>
                    <a:gd name="T4" fmla="*/ 17 w 37"/>
                    <a:gd name="T5" fmla="*/ 13 h 30"/>
                    <a:gd name="T6" fmla="*/ 27 w 37"/>
                    <a:gd name="T7" fmla="*/ 25 h 30"/>
                    <a:gd name="T8" fmla="*/ 35 w 37"/>
                    <a:gd name="T9" fmla="*/ 17 h 30"/>
                    <a:gd name="T10" fmla="*/ 32 w 37"/>
                    <a:gd name="T11" fmla="*/ 3 h 30"/>
                    <a:gd name="T12" fmla="*/ 17 w 37"/>
                    <a:gd name="T13" fmla="*/ 3 h 30"/>
                    <a:gd name="T14" fmla="*/ 2 w 37"/>
                    <a:gd name="T15" fmla="*/ 4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0">
                      <a:moveTo>
                        <a:pt x="2" y="4"/>
                      </a:moveTo>
                      <a:cubicBezTo>
                        <a:pt x="0" y="6"/>
                        <a:pt x="1" y="13"/>
                        <a:pt x="5" y="14"/>
                      </a:cubicBezTo>
                      <a:cubicBezTo>
                        <a:pt x="9" y="14"/>
                        <a:pt x="16" y="10"/>
                        <a:pt x="17" y="13"/>
                      </a:cubicBezTo>
                      <a:cubicBezTo>
                        <a:pt x="18" y="17"/>
                        <a:pt x="20" y="30"/>
                        <a:pt x="27" y="25"/>
                      </a:cubicBezTo>
                      <a:cubicBezTo>
                        <a:pt x="34" y="21"/>
                        <a:pt x="33" y="17"/>
                        <a:pt x="35" y="17"/>
                      </a:cubicBezTo>
                      <a:cubicBezTo>
                        <a:pt x="37" y="16"/>
                        <a:pt x="35" y="5"/>
                        <a:pt x="32" y="3"/>
                      </a:cubicBezTo>
                      <a:cubicBezTo>
                        <a:pt x="29" y="0"/>
                        <a:pt x="19" y="2"/>
                        <a:pt x="17" y="3"/>
                      </a:cubicBezTo>
                      <a:cubicBezTo>
                        <a:pt x="14" y="5"/>
                        <a:pt x="6" y="1"/>
                        <a:pt x="2" y="4"/>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6" name="iSlíḓé"/>
                <p:cNvSpPr/>
                <p:nvPr/>
              </p:nvSpPr>
              <p:spPr bwMode="auto">
                <a:xfrm>
                  <a:off x="8908752" y="3049240"/>
                  <a:ext cx="54239" cy="28927"/>
                </a:xfrm>
                <a:custGeom>
                  <a:avLst/>
                  <a:gdLst>
                    <a:gd name="T0" fmla="*/ 1 w 29"/>
                    <a:gd name="T1" fmla="*/ 13 h 16"/>
                    <a:gd name="T2" fmla="*/ 9 w 29"/>
                    <a:gd name="T3" fmla="*/ 15 h 16"/>
                    <a:gd name="T4" fmla="*/ 25 w 29"/>
                    <a:gd name="T5" fmla="*/ 13 h 16"/>
                    <a:gd name="T6" fmla="*/ 25 w 29"/>
                    <a:gd name="T7" fmla="*/ 5 h 16"/>
                    <a:gd name="T8" fmla="*/ 15 w 29"/>
                    <a:gd name="T9" fmla="*/ 1 h 16"/>
                    <a:gd name="T10" fmla="*/ 1 w 29"/>
                    <a:gd name="T11" fmla="*/ 13 h 16"/>
                  </a:gdLst>
                  <a:ahLst/>
                  <a:cxnLst>
                    <a:cxn ang="0">
                      <a:pos x="T0" y="T1"/>
                    </a:cxn>
                    <a:cxn ang="0">
                      <a:pos x="T2" y="T3"/>
                    </a:cxn>
                    <a:cxn ang="0">
                      <a:pos x="T4" y="T5"/>
                    </a:cxn>
                    <a:cxn ang="0">
                      <a:pos x="T6" y="T7"/>
                    </a:cxn>
                    <a:cxn ang="0">
                      <a:pos x="T8" y="T9"/>
                    </a:cxn>
                    <a:cxn ang="0">
                      <a:pos x="T10" y="T11"/>
                    </a:cxn>
                  </a:cxnLst>
                  <a:rect l="0" t="0" r="r" b="b"/>
                  <a:pathLst>
                    <a:path w="29" h="16">
                      <a:moveTo>
                        <a:pt x="1" y="13"/>
                      </a:moveTo>
                      <a:cubicBezTo>
                        <a:pt x="2" y="14"/>
                        <a:pt x="5" y="16"/>
                        <a:pt x="9" y="15"/>
                      </a:cubicBezTo>
                      <a:cubicBezTo>
                        <a:pt x="14" y="14"/>
                        <a:pt x="21" y="13"/>
                        <a:pt x="25" y="13"/>
                      </a:cubicBezTo>
                      <a:cubicBezTo>
                        <a:pt x="28" y="13"/>
                        <a:pt x="29" y="5"/>
                        <a:pt x="25" y="5"/>
                      </a:cubicBezTo>
                      <a:cubicBezTo>
                        <a:pt x="21" y="4"/>
                        <a:pt x="18" y="0"/>
                        <a:pt x="15" y="1"/>
                      </a:cubicBezTo>
                      <a:cubicBezTo>
                        <a:pt x="12" y="3"/>
                        <a:pt x="0" y="9"/>
                        <a:pt x="1" y="13"/>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7" name="iṣlïḑè"/>
                <p:cNvSpPr/>
                <p:nvPr/>
              </p:nvSpPr>
              <p:spPr bwMode="auto">
                <a:xfrm>
                  <a:off x="8905136" y="3022723"/>
                  <a:ext cx="31338" cy="26517"/>
                </a:xfrm>
                <a:custGeom>
                  <a:avLst/>
                  <a:gdLst>
                    <a:gd name="T0" fmla="*/ 2 w 17"/>
                    <a:gd name="T1" fmla="*/ 6 h 14"/>
                    <a:gd name="T2" fmla="*/ 15 w 17"/>
                    <a:gd name="T3" fmla="*/ 8 h 14"/>
                    <a:gd name="T4" fmla="*/ 2 w 17"/>
                    <a:gd name="T5" fmla="*/ 6 h 14"/>
                  </a:gdLst>
                  <a:ahLst/>
                  <a:cxnLst>
                    <a:cxn ang="0">
                      <a:pos x="T0" y="T1"/>
                    </a:cxn>
                    <a:cxn ang="0">
                      <a:pos x="T2" y="T3"/>
                    </a:cxn>
                    <a:cxn ang="0">
                      <a:pos x="T4" y="T5"/>
                    </a:cxn>
                  </a:cxnLst>
                  <a:rect l="0" t="0" r="r" b="b"/>
                  <a:pathLst>
                    <a:path w="17" h="14">
                      <a:moveTo>
                        <a:pt x="2" y="6"/>
                      </a:moveTo>
                      <a:cubicBezTo>
                        <a:pt x="0" y="11"/>
                        <a:pt x="17" y="14"/>
                        <a:pt x="15" y="8"/>
                      </a:cubicBezTo>
                      <a:cubicBezTo>
                        <a:pt x="13" y="2"/>
                        <a:pt x="4" y="0"/>
                        <a:pt x="2" y="6"/>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8" name="iṥliḋê"/>
                <p:cNvSpPr/>
                <p:nvPr/>
              </p:nvSpPr>
              <p:spPr bwMode="auto">
                <a:xfrm>
                  <a:off x="8887056" y="2974511"/>
                  <a:ext cx="215750" cy="74729"/>
                </a:xfrm>
                <a:custGeom>
                  <a:avLst/>
                  <a:gdLst>
                    <a:gd name="T0" fmla="*/ 15 w 117"/>
                    <a:gd name="T1" fmla="*/ 6 h 40"/>
                    <a:gd name="T2" fmla="*/ 2 w 117"/>
                    <a:gd name="T3" fmla="*/ 1 h 40"/>
                    <a:gd name="T4" fmla="*/ 4 w 117"/>
                    <a:gd name="T5" fmla="*/ 11 h 40"/>
                    <a:gd name="T6" fmla="*/ 20 w 117"/>
                    <a:gd name="T7" fmla="*/ 20 h 40"/>
                    <a:gd name="T8" fmla="*/ 37 w 117"/>
                    <a:gd name="T9" fmla="*/ 28 h 40"/>
                    <a:gd name="T10" fmla="*/ 50 w 117"/>
                    <a:gd name="T11" fmla="*/ 37 h 40"/>
                    <a:gd name="T12" fmla="*/ 62 w 117"/>
                    <a:gd name="T13" fmla="*/ 39 h 40"/>
                    <a:gd name="T14" fmla="*/ 79 w 117"/>
                    <a:gd name="T15" fmla="*/ 37 h 40"/>
                    <a:gd name="T16" fmla="*/ 107 w 117"/>
                    <a:gd name="T17" fmla="*/ 39 h 40"/>
                    <a:gd name="T18" fmla="*/ 116 w 117"/>
                    <a:gd name="T19" fmla="*/ 34 h 40"/>
                    <a:gd name="T20" fmla="*/ 99 w 117"/>
                    <a:gd name="T21" fmla="*/ 28 h 40"/>
                    <a:gd name="T22" fmla="*/ 72 w 117"/>
                    <a:gd name="T23" fmla="*/ 28 h 40"/>
                    <a:gd name="T24" fmla="*/ 54 w 117"/>
                    <a:gd name="T25" fmla="*/ 28 h 40"/>
                    <a:gd name="T26" fmla="*/ 43 w 117"/>
                    <a:gd name="T27" fmla="*/ 22 h 40"/>
                    <a:gd name="T28" fmla="*/ 28 w 117"/>
                    <a:gd name="T29" fmla="*/ 10 h 40"/>
                    <a:gd name="T30" fmla="*/ 15 w 117"/>
                    <a:gd name="T31"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40">
                      <a:moveTo>
                        <a:pt x="15" y="6"/>
                      </a:moveTo>
                      <a:cubicBezTo>
                        <a:pt x="10" y="5"/>
                        <a:pt x="2" y="3"/>
                        <a:pt x="2" y="1"/>
                      </a:cubicBezTo>
                      <a:cubicBezTo>
                        <a:pt x="2" y="0"/>
                        <a:pt x="0" y="8"/>
                        <a:pt x="4" y="11"/>
                      </a:cubicBezTo>
                      <a:cubicBezTo>
                        <a:pt x="8" y="13"/>
                        <a:pt x="15" y="18"/>
                        <a:pt x="20" y="20"/>
                      </a:cubicBezTo>
                      <a:cubicBezTo>
                        <a:pt x="25" y="23"/>
                        <a:pt x="34" y="23"/>
                        <a:pt x="37" y="28"/>
                      </a:cubicBezTo>
                      <a:cubicBezTo>
                        <a:pt x="40" y="33"/>
                        <a:pt x="50" y="37"/>
                        <a:pt x="50" y="37"/>
                      </a:cubicBezTo>
                      <a:cubicBezTo>
                        <a:pt x="62" y="39"/>
                        <a:pt x="62" y="39"/>
                        <a:pt x="62" y="39"/>
                      </a:cubicBezTo>
                      <a:cubicBezTo>
                        <a:pt x="62" y="39"/>
                        <a:pt x="70" y="36"/>
                        <a:pt x="79" y="37"/>
                      </a:cubicBezTo>
                      <a:cubicBezTo>
                        <a:pt x="87" y="38"/>
                        <a:pt x="100" y="40"/>
                        <a:pt x="107" y="39"/>
                      </a:cubicBezTo>
                      <a:cubicBezTo>
                        <a:pt x="114" y="39"/>
                        <a:pt x="115" y="36"/>
                        <a:pt x="116" y="34"/>
                      </a:cubicBezTo>
                      <a:cubicBezTo>
                        <a:pt x="117" y="32"/>
                        <a:pt x="103" y="28"/>
                        <a:pt x="99" y="28"/>
                      </a:cubicBezTo>
                      <a:cubicBezTo>
                        <a:pt x="96" y="29"/>
                        <a:pt x="77" y="29"/>
                        <a:pt x="72" y="28"/>
                      </a:cubicBezTo>
                      <a:cubicBezTo>
                        <a:pt x="66" y="28"/>
                        <a:pt x="59" y="28"/>
                        <a:pt x="54" y="28"/>
                      </a:cubicBezTo>
                      <a:cubicBezTo>
                        <a:pt x="50" y="29"/>
                        <a:pt x="47" y="24"/>
                        <a:pt x="43" y="22"/>
                      </a:cubicBezTo>
                      <a:cubicBezTo>
                        <a:pt x="40" y="19"/>
                        <a:pt x="33" y="11"/>
                        <a:pt x="28" y="10"/>
                      </a:cubicBezTo>
                      <a:cubicBezTo>
                        <a:pt x="24" y="9"/>
                        <a:pt x="24" y="9"/>
                        <a:pt x="15" y="6"/>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79" name="íṩľïḋè"/>
                <p:cNvSpPr/>
                <p:nvPr/>
              </p:nvSpPr>
              <p:spPr bwMode="auto">
                <a:xfrm>
                  <a:off x="9769339" y="3173387"/>
                  <a:ext cx="121736" cy="62676"/>
                </a:xfrm>
                <a:custGeom>
                  <a:avLst/>
                  <a:gdLst>
                    <a:gd name="T0" fmla="*/ 4 w 66"/>
                    <a:gd name="T1" fmla="*/ 3 h 34"/>
                    <a:gd name="T2" fmla="*/ 3 w 66"/>
                    <a:gd name="T3" fmla="*/ 13 h 34"/>
                    <a:gd name="T4" fmla="*/ 11 w 66"/>
                    <a:gd name="T5" fmla="*/ 24 h 34"/>
                    <a:gd name="T6" fmla="*/ 23 w 66"/>
                    <a:gd name="T7" fmla="*/ 27 h 34"/>
                    <a:gd name="T8" fmla="*/ 34 w 66"/>
                    <a:gd name="T9" fmla="*/ 32 h 34"/>
                    <a:gd name="T10" fmla="*/ 47 w 66"/>
                    <a:gd name="T11" fmla="*/ 25 h 34"/>
                    <a:gd name="T12" fmla="*/ 58 w 66"/>
                    <a:gd name="T13" fmla="*/ 21 h 34"/>
                    <a:gd name="T14" fmla="*/ 63 w 66"/>
                    <a:gd name="T15" fmla="*/ 9 h 34"/>
                    <a:gd name="T16" fmla="*/ 50 w 66"/>
                    <a:gd name="T17" fmla="*/ 3 h 34"/>
                    <a:gd name="T18" fmla="*/ 36 w 66"/>
                    <a:gd name="T19" fmla="*/ 6 h 34"/>
                    <a:gd name="T20" fmla="*/ 21 w 66"/>
                    <a:gd name="T21" fmla="*/ 6 h 34"/>
                    <a:gd name="T22" fmla="*/ 4 w 66"/>
                    <a:gd name="T23"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34">
                      <a:moveTo>
                        <a:pt x="4" y="3"/>
                      </a:moveTo>
                      <a:cubicBezTo>
                        <a:pt x="3" y="6"/>
                        <a:pt x="0" y="6"/>
                        <a:pt x="3" y="13"/>
                      </a:cubicBezTo>
                      <a:cubicBezTo>
                        <a:pt x="6" y="20"/>
                        <a:pt x="8" y="24"/>
                        <a:pt x="11" y="24"/>
                      </a:cubicBezTo>
                      <a:cubicBezTo>
                        <a:pt x="13" y="23"/>
                        <a:pt x="22" y="23"/>
                        <a:pt x="23" y="27"/>
                      </a:cubicBezTo>
                      <a:cubicBezTo>
                        <a:pt x="24" y="31"/>
                        <a:pt x="27" y="34"/>
                        <a:pt x="34" y="32"/>
                      </a:cubicBezTo>
                      <a:cubicBezTo>
                        <a:pt x="40" y="29"/>
                        <a:pt x="45" y="28"/>
                        <a:pt x="47" y="25"/>
                      </a:cubicBezTo>
                      <a:cubicBezTo>
                        <a:pt x="48" y="22"/>
                        <a:pt x="58" y="21"/>
                        <a:pt x="58" y="21"/>
                      </a:cubicBezTo>
                      <a:cubicBezTo>
                        <a:pt x="58" y="21"/>
                        <a:pt x="66" y="13"/>
                        <a:pt x="63" y="9"/>
                      </a:cubicBezTo>
                      <a:cubicBezTo>
                        <a:pt x="61" y="6"/>
                        <a:pt x="53" y="3"/>
                        <a:pt x="50" y="3"/>
                      </a:cubicBezTo>
                      <a:cubicBezTo>
                        <a:pt x="47" y="2"/>
                        <a:pt x="43" y="6"/>
                        <a:pt x="36" y="6"/>
                      </a:cubicBezTo>
                      <a:cubicBezTo>
                        <a:pt x="29" y="6"/>
                        <a:pt x="24" y="10"/>
                        <a:pt x="21" y="6"/>
                      </a:cubicBezTo>
                      <a:cubicBezTo>
                        <a:pt x="18" y="2"/>
                        <a:pt x="6" y="0"/>
                        <a:pt x="4" y="3"/>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0" name="iśḻiďé"/>
                <p:cNvSpPr/>
                <p:nvPr/>
              </p:nvSpPr>
              <p:spPr bwMode="auto">
                <a:xfrm>
                  <a:off x="9181150" y="2796126"/>
                  <a:ext cx="682202" cy="488148"/>
                </a:xfrm>
                <a:custGeom>
                  <a:avLst/>
                  <a:gdLst>
                    <a:gd name="T0" fmla="*/ 17 w 369"/>
                    <a:gd name="T1" fmla="*/ 111 h 264"/>
                    <a:gd name="T2" fmla="*/ 37 w 369"/>
                    <a:gd name="T3" fmla="*/ 122 h 264"/>
                    <a:gd name="T4" fmla="*/ 46 w 369"/>
                    <a:gd name="T5" fmla="*/ 121 h 264"/>
                    <a:gd name="T6" fmla="*/ 86 w 369"/>
                    <a:gd name="T7" fmla="*/ 126 h 264"/>
                    <a:gd name="T8" fmla="*/ 109 w 369"/>
                    <a:gd name="T9" fmla="*/ 169 h 264"/>
                    <a:gd name="T10" fmla="*/ 129 w 369"/>
                    <a:gd name="T11" fmla="*/ 161 h 264"/>
                    <a:gd name="T12" fmla="*/ 133 w 369"/>
                    <a:gd name="T13" fmla="*/ 183 h 264"/>
                    <a:gd name="T14" fmla="*/ 128 w 369"/>
                    <a:gd name="T15" fmla="*/ 165 h 264"/>
                    <a:gd name="T16" fmla="*/ 114 w 369"/>
                    <a:gd name="T17" fmla="*/ 171 h 264"/>
                    <a:gd name="T18" fmla="*/ 124 w 369"/>
                    <a:gd name="T19" fmla="*/ 188 h 264"/>
                    <a:gd name="T20" fmla="*/ 125 w 369"/>
                    <a:gd name="T21" fmla="*/ 217 h 264"/>
                    <a:gd name="T22" fmla="*/ 132 w 369"/>
                    <a:gd name="T23" fmla="*/ 227 h 264"/>
                    <a:gd name="T24" fmla="*/ 156 w 369"/>
                    <a:gd name="T25" fmla="*/ 256 h 264"/>
                    <a:gd name="T26" fmla="*/ 173 w 369"/>
                    <a:gd name="T27" fmla="*/ 264 h 264"/>
                    <a:gd name="T28" fmla="*/ 187 w 369"/>
                    <a:gd name="T29" fmla="*/ 243 h 264"/>
                    <a:gd name="T30" fmla="*/ 198 w 369"/>
                    <a:gd name="T31" fmla="*/ 231 h 264"/>
                    <a:gd name="T32" fmla="*/ 216 w 369"/>
                    <a:gd name="T33" fmla="*/ 210 h 264"/>
                    <a:gd name="T34" fmla="*/ 245 w 369"/>
                    <a:gd name="T35" fmla="*/ 192 h 264"/>
                    <a:gd name="T36" fmla="*/ 289 w 369"/>
                    <a:gd name="T37" fmla="*/ 183 h 264"/>
                    <a:gd name="T38" fmla="*/ 286 w 369"/>
                    <a:gd name="T39" fmla="*/ 171 h 264"/>
                    <a:gd name="T40" fmla="*/ 295 w 369"/>
                    <a:gd name="T41" fmla="*/ 166 h 264"/>
                    <a:gd name="T42" fmla="*/ 309 w 369"/>
                    <a:gd name="T43" fmla="*/ 164 h 264"/>
                    <a:gd name="T44" fmla="*/ 307 w 369"/>
                    <a:gd name="T45" fmla="*/ 139 h 264"/>
                    <a:gd name="T46" fmla="*/ 330 w 369"/>
                    <a:gd name="T47" fmla="*/ 120 h 264"/>
                    <a:gd name="T48" fmla="*/ 326 w 369"/>
                    <a:gd name="T49" fmla="*/ 106 h 264"/>
                    <a:gd name="T50" fmla="*/ 355 w 369"/>
                    <a:gd name="T51" fmla="*/ 64 h 264"/>
                    <a:gd name="T52" fmla="*/ 340 w 369"/>
                    <a:gd name="T53" fmla="*/ 48 h 264"/>
                    <a:gd name="T54" fmla="*/ 306 w 369"/>
                    <a:gd name="T55" fmla="*/ 39 h 264"/>
                    <a:gd name="T56" fmla="*/ 289 w 369"/>
                    <a:gd name="T57" fmla="*/ 12 h 264"/>
                    <a:gd name="T58" fmla="*/ 261 w 369"/>
                    <a:gd name="T59" fmla="*/ 18 h 264"/>
                    <a:gd name="T60" fmla="*/ 212 w 369"/>
                    <a:gd name="T61" fmla="*/ 19 h 264"/>
                    <a:gd name="T62" fmla="*/ 263 w 369"/>
                    <a:gd name="T63" fmla="*/ 13 h 264"/>
                    <a:gd name="T64" fmla="*/ 230 w 369"/>
                    <a:gd name="T65" fmla="*/ 0 h 264"/>
                    <a:gd name="T66" fmla="*/ 177 w 369"/>
                    <a:gd name="T67" fmla="*/ 10 h 264"/>
                    <a:gd name="T68" fmla="*/ 149 w 369"/>
                    <a:gd name="T69" fmla="*/ 34 h 264"/>
                    <a:gd name="T70" fmla="*/ 135 w 369"/>
                    <a:gd name="T71" fmla="*/ 45 h 264"/>
                    <a:gd name="T72" fmla="*/ 96 w 369"/>
                    <a:gd name="T73" fmla="*/ 45 h 264"/>
                    <a:gd name="T74" fmla="*/ 62 w 369"/>
                    <a:gd name="T75" fmla="*/ 65 h 264"/>
                    <a:gd name="T76" fmla="*/ 42 w 369"/>
                    <a:gd name="T77" fmla="*/ 86 h 264"/>
                    <a:gd name="T78" fmla="*/ 17 w 369"/>
                    <a:gd name="T79" fmla="*/ 10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9" h="264">
                      <a:moveTo>
                        <a:pt x="6" y="108"/>
                      </a:moveTo>
                      <a:cubicBezTo>
                        <a:pt x="10" y="112"/>
                        <a:pt x="12" y="110"/>
                        <a:pt x="17" y="111"/>
                      </a:cubicBezTo>
                      <a:cubicBezTo>
                        <a:pt x="22" y="113"/>
                        <a:pt x="26" y="124"/>
                        <a:pt x="29" y="125"/>
                      </a:cubicBezTo>
                      <a:cubicBezTo>
                        <a:pt x="32" y="127"/>
                        <a:pt x="36" y="125"/>
                        <a:pt x="37" y="122"/>
                      </a:cubicBezTo>
                      <a:cubicBezTo>
                        <a:pt x="39" y="119"/>
                        <a:pt x="41" y="109"/>
                        <a:pt x="41" y="109"/>
                      </a:cubicBezTo>
                      <a:cubicBezTo>
                        <a:pt x="41" y="109"/>
                        <a:pt x="41" y="119"/>
                        <a:pt x="46" y="121"/>
                      </a:cubicBezTo>
                      <a:cubicBezTo>
                        <a:pt x="50" y="123"/>
                        <a:pt x="60" y="119"/>
                        <a:pt x="62" y="120"/>
                      </a:cubicBezTo>
                      <a:cubicBezTo>
                        <a:pt x="65" y="120"/>
                        <a:pt x="81" y="123"/>
                        <a:pt x="86" y="126"/>
                      </a:cubicBezTo>
                      <a:cubicBezTo>
                        <a:pt x="90" y="129"/>
                        <a:pt x="101" y="131"/>
                        <a:pt x="104" y="138"/>
                      </a:cubicBezTo>
                      <a:cubicBezTo>
                        <a:pt x="107" y="144"/>
                        <a:pt x="107" y="166"/>
                        <a:pt x="109" y="169"/>
                      </a:cubicBezTo>
                      <a:cubicBezTo>
                        <a:pt x="111" y="171"/>
                        <a:pt x="117" y="161"/>
                        <a:pt x="118" y="158"/>
                      </a:cubicBezTo>
                      <a:cubicBezTo>
                        <a:pt x="119" y="156"/>
                        <a:pt x="126" y="158"/>
                        <a:pt x="129" y="161"/>
                      </a:cubicBezTo>
                      <a:cubicBezTo>
                        <a:pt x="131" y="164"/>
                        <a:pt x="137" y="173"/>
                        <a:pt x="136" y="176"/>
                      </a:cubicBezTo>
                      <a:cubicBezTo>
                        <a:pt x="136" y="180"/>
                        <a:pt x="135" y="185"/>
                        <a:pt x="133" y="183"/>
                      </a:cubicBezTo>
                      <a:cubicBezTo>
                        <a:pt x="131" y="181"/>
                        <a:pt x="127" y="182"/>
                        <a:pt x="129" y="178"/>
                      </a:cubicBezTo>
                      <a:cubicBezTo>
                        <a:pt x="130" y="174"/>
                        <a:pt x="131" y="165"/>
                        <a:pt x="128" y="165"/>
                      </a:cubicBezTo>
                      <a:cubicBezTo>
                        <a:pt x="125" y="165"/>
                        <a:pt x="123" y="165"/>
                        <a:pt x="123" y="165"/>
                      </a:cubicBezTo>
                      <a:cubicBezTo>
                        <a:pt x="123" y="165"/>
                        <a:pt x="118" y="163"/>
                        <a:pt x="114" y="171"/>
                      </a:cubicBezTo>
                      <a:cubicBezTo>
                        <a:pt x="111" y="178"/>
                        <a:pt x="114" y="186"/>
                        <a:pt x="116" y="186"/>
                      </a:cubicBezTo>
                      <a:cubicBezTo>
                        <a:pt x="119" y="186"/>
                        <a:pt x="124" y="186"/>
                        <a:pt x="124" y="188"/>
                      </a:cubicBezTo>
                      <a:cubicBezTo>
                        <a:pt x="124" y="190"/>
                        <a:pt x="118" y="196"/>
                        <a:pt x="119" y="199"/>
                      </a:cubicBezTo>
                      <a:cubicBezTo>
                        <a:pt x="119" y="203"/>
                        <a:pt x="123" y="215"/>
                        <a:pt x="125" y="217"/>
                      </a:cubicBezTo>
                      <a:cubicBezTo>
                        <a:pt x="126" y="220"/>
                        <a:pt x="133" y="222"/>
                        <a:pt x="135" y="223"/>
                      </a:cubicBezTo>
                      <a:cubicBezTo>
                        <a:pt x="137" y="223"/>
                        <a:pt x="130" y="224"/>
                        <a:pt x="132" y="227"/>
                      </a:cubicBezTo>
                      <a:cubicBezTo>
                        <a:pt x="134" y="231"/>
                        <a:pt x="137" y="239"/>
                        <a:pt x="140" y="241"/>
                      </a:cubicBezTo>
                      <a:cubicBezTo>
                        <a:pt x="144" y="243"/>
                        <a:pt x="155" y="252"/>
                        <a:pt x="156" y="256"/>
                      </a:cubicBezTo>
                      <a:cubicBezTo>
                        <a:pt x="157" y="260"/>
                        <a:pt x="165" y="253"/>
                        <a:pt x="167" y="253"/>
                      </a:cubicBezTo>
                      <a:cubicBezTo>
                        <a:pt x="169" y="252"/>
                        <a:pt x="168" y="263"/>
                        <a:pt x="173" y="264"/>
                      </a:cubicBezTo>
                      <a:cubicBezTo>
                        <a:pt x="178" y="264"/>
                        <a:pt x="180" y="263"/>
                        <a:pt x="184" y="258"/>
                      </a:cubicBezTo>
                      <a:cubicBezTo>
                        <a:pt x="188" y="254"/>
                        <a:pt x="187" y="248"/>
                        <a:pt x="187" y="243"/>
                      </a:cubicBezTo>
                      <a:cubicBezTo>
                        <a:pt x="188" y="239"/>
                        <a:pt x="187" y="235"/>
                        <a:pt x="192" y="237"/>
                      </a:cubicBezTo>
                      <a:cubicBezTo>
                        <a:pt x="196" y="238"/>
                        <a:pt x="198" y="236"/>
                        <a:pt x="198" y="231"/>
                      </a:cubicBezTo>
                      <a:cubicBezTo>
                        <a:pt x="198" y="226"/>
                        <a:pt x="194" y="220"/>
                        <a:pt x="201" y="218"/>
                      </a:cubicBezTo>
                      <a:cubicBezTo>
                        <a:pt x="208" y="217"/>
                        <a:pt x="212" y="210"/>
                        <a:pt x="216" y="210"/>
                      </a:cubicBezTo>
                      <a:cubicBezTo>
                        <a:pt x="221" y="210"/>
                        <a:pt x="233" y="213"/>
                        <a:pt x="234" y="210"/>
                      </a:cubicBezTo>
                      <a:cubicBezTo>
                        <a:pt x="236" y="208"/>
                        <a:pt x="242" y="193"/>
                        <a:pt x="245" y="192"/>
                      </a:cubicBezTo>
                      <a:cubicBezTo>
                        <a:pt x="249" y="192"/>
                        <a:pt x="259" y="194"/>
                        <a:pt x="268" y="192"/>
                      </a:cubicBezTo>
                      <a:cubicBezTo>
                        <a:pt x="277" y="190"/>
                        <a:pt x="286" y="183"/>
                        <a:pt x="289" y="183"/>
                      </a:cubicBezTo>
                      <a:cubicBezTo>
                        <a:pt x="292" y="184"/>
                        <a:pt x="300" y="184"/>
                        <a:pt x="297" y="181"/>
                      </a:cubicBezTo>
                      <a:cubicBezTo>
                        <a:pt x="295" y="178"/>
                        <a:pt x="292" y="171"/>
                        <a:pt x="286" y="171"/>
                      </a:cubicBezTo>
                      <a:cubicBezTo>
                        <a:pt x="281" y="171"/>
                        <a:pt x="280" y="156"/>
                        <a:pt x="282" y="156"/>
                      </a:cubicBezTo>
                      <a:cubicBezTo>
                        <a:pt x="283" y="156"/>
                        <a:pt x="296" y="161"/>
                        <a:pt x="295" y="166"/>
                      </a:cubicBezTo>
                      <a:cubicBezTo>
                        <a:pt x="295" y="171"/>
                        <a:pt x="297" y="178"/>
                        <a:pt x="304" y="176"/>
                      </a:cubicBezTo>
                      <a:cubicBezTo>
                        <a:pt x="311" y="174"/>
                        <a:pt x="310" y="166"/>
                        <a:pt x="309" y="164"/>
                      </a:cubicBezTo>
                      <a:cubicBezTo>
                        <a:pt x="307" y="162"/>
                        <a:pt x="306" y="157"/>
                        <a:pt x="305" y="154"/>
                      </a:cubicBezTo>
                      <a:cubicBezTo>
                        <a:pt x="303" y="150"/>
                        <a:pt x="300" y="140"/>
                        <a:pt x="307" y="139"/>
                      </a:cubicBezTo>
                      <a:cubicBezTo>
                        <a:pt x="314" y="138"/>
                        <a:pt x="328" y="149"/>
                        <a:pt x="328" y="141"/>
                      </a:cubicBezTo>
                      <a:cubicBezTo>
                        <a:pt x="327" y="133"/>
                        <a:pt x="328" y="125"/>
                        <a:pt x="330" y="120"/>
                      </a:cubicBezTo>
                      <a:cubicBezTo>
                        <a:pt x="332" y="116"/>
                        <a:pt x="336" y="113"/>
                        <a:pt x="334" y="111"/>
                      </a:cubicBezTo>
                      <a:cubicBezTo>
                        <a:pt x="331" y="110"/>
                        <a:pt x="328" y="113"/>
                        <a:pt x="326" y="106"/>
                      </a:cubicBezTo>
                      <a:cubicBezTo>
                        <a:pt x="323" y="98"/>
                        <a:pt x="328" y="93"/>
                        <a:pt x="331" y="90"/>
                      </a:cubicBezTo>
                      <a:cubicBezTo>
                        <a:pt x="333" y="87"/>
                        <a:pt x="348" y="67"/>
                        <a:pt x="355" y="64"/>
                      </a:cubicBezTo>
                      <a:cubicBezTo>
                        <a:pt x="363" y="61"/>
                        <a:pt x="369" y="50"/>
                        <a:pt x="363" y="47"/>
                      </a:cubicBezTo>
                      <a:cubicBezTo>
                        <a:pt x="358" y="45"/>
                        <a:pt x="347" y="40"/>
                        <a:pt x="340" y="48"/>
                      </a:cubicBezTo>
                      <a:cubicBezTo>
                        <a:pt x="333" y="56"/>
                        <a:pt x="329" y="64"/>
                        <a:pt x="320" y="61"/>
                      </a:cubicBezTo>
                      <a:cubicBezTo>
                        <a:pt x="312" y="59"/>
                        <a:pt x="311" y="45"/>
                        <a:pt x="306" y="39"/>
                      </a:cubicBezTo>
                      <a:cubicBezTo>
                        <a:pt x="300" y="29"/>
                        <a:pt x="304" y="9"/>
                        <a:pt x="297" y="11"/>
                      </a:cubicBezTo>
                      <a:cubicBezTo>
                        <a:pt x="289" y="12"/>
                        <a:pt x="289" y="12"/>
                        <a:pt x="289" y="12"/>
                      </a:cubicBezTo>
                      <a:cubicBezTo>
                        <a:pt x="289" y="12"/>
                        <a:pt x="281" y="10"/>
                        <a:pt x="276" y="12"/>
                      </a:cubicBezTo>
                      <a:cubicBezTo>
                        <a:pt x="269" y="14"/>
                        <a:pt x="265" y="19"/>
                        <a:pt x="261" y="18"/>
                      </a:cubicBezTo>
                      <a:cubicBezTo>
                        <a:pt x="253" y="16"/>
                        <a:pt x="246" y="21"/>
                        <a:pt x="244" y="22"/>
                      </a:cubicBezTo>
                      <a:cubicBezTo>
                        <a:pt x="228" y="26"/>
                        <a:pt x="214" y="20"/>
                        <a:pt x="212" y="19"/>
                      </a:cubicBezTo>
                      <a:cubicBezTo>
                        <a:pt x="210" y="19"/>
                        <a:pt x="224" y="21"/>
                        <a:pt x="234" y="19"/>
                      </a:cubicBezTo>
                      <a:cubicBezTo>
                        <a:pt x="242" y="18"/>
                        <a:pt x="256" y="14"/>
                        <a:pt x="263" y="13"/>
                      </a:cubicBezTo>
                      <a:cubicBezTo>
                        <a:pt x="269" y="11"/>
                        <a:pt x="264" y="7"/>
                        <a:pt x="261" y="7"/>
                      </a:cubicBezTo>
                      <a:cubicBezTo>
                        <a:pt x="253" y="6"/>
                        <a:pt x="240" y="1"/>
                        <a:pt x="230" y="0"/>
                      </a:cubicBezTo>
                      <a:cubicBezTo>
                        <a:pt x="221" y="0"/>
                        <a:pt x="216" y="3"/>
                        <a:pt x="208" y="3"/>
                      </a:cubicBezTo>
                      <a:cubicBezTo>
                        <a:pt x="198" y="4"/>
                        <a:pt x="185" y="3"/>
                        <a:pt x="177" y="10"/>
                      </a:cubicBezTo>
                      <a:cubicBezTo>
                        <a:pt x="170" y="16"/>
                        <a:pt x="161" y="16"/>
                        <a:pt x="160" y="17"/>
                      </a:cubicBezTo>
                      <a:cubicBezTo>
                        <a:pt x="156" y="23"/>
                        <a:pt x="153" y="38"/>
                        <a:pt x="149" y="34"/>
                      </a:cubicBezTo>
                      <a:cubicBezTo>
                        <a:pt x="145" y="30"/>
                        <a:pt x="144" y="20"/>
                        <a:pt x="140" y="24"/>
                      </a:cubicBezTo>
                      <a:cubicBezTo>
                        <a:pt x="135" y="28"/>
                        <a:pt x="139" y="38"/>
                        <a:pt x="135" y="45"/>
                      </a:cubicBezTo>
                      <a:cubicBezTo>
                        <a:pt x="131" y="52"/>
                        <a:pt x="120" y="51"/>
                        <a:pt x="116" y="49"/>
                      </a:cubicBezTo>
                      <a:cubicBezTo>
                        <a:pt x="113" y="46"/>
                        <a:pt x="109" y="44"/>
                        <a:pt x="96" y="45"/>
                      </a:cubicBezTo>
                      <a:cubicBezTo>
                        <a:pt x="82" y="46"/>
                        <a:pt x="67" y="52"/>
                        <a:pt x="70" y="58"/>
                      </a:cubicBezTo>
                      <a:cubicBezTo>
                        <a:pt x="73" y="64"/>
                        <a:pt x="64" y="68"/>
                        <a:pt x="62" y="65"/>
                      </a:cubicBezTo>
                      <a:cubicBezTo>
                        <a:pt x="59" y="62"/>
                        <a:pt x="49" y="68"/>
                        <a:pt x="49" y="74"/>
                      </a:cubicBezTo>
                      <a:cubicBezTo>
                        <a:pt x="50" y="80"/>
                        <a:pt x="48" y="87"/>
                        <a:pt x="42" y="86"/>
                      </a:cubicBezTo>
                      <a:cubicBezTo>
                        <a:pt x="36" y="84"/>
                        <a:pt x="32" y="89"/>
                        <a:pt x="32" y="94"/>
                      </a:cubicBezTo>
                      <a:cubicBezTo>
                        <a:pt x="31" y="99"/>
                        <a:pt x="18" y="103"/>
                        <a:pt x="17" y="103"/>
                      </a:cubicBezTo>
                      <a:cubicBezTo>
                        <a:pt x="16" y="103"/>
                        <a:pt x="0" y="102"/>
                        <a:pt x="6" y="108"/>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81" name="i$ḷidê"/>
                <p:cNvSpPr/>
                <p:nvPr/>
              </p:nvSpPr>
              <p:spPr bwMode="auto">
                <a:xfrm>
                  <a:off x="9049773" y="3880900"/>
                  <a:ext cx="112094" cy="55444"/>
                </a:xfrm>
                <a:custGeom>
                  <a:avLst/>
                  <a:gdLst>
                    <a:gd name="T0" fmla="*/ 0 w 61"/>
                    <a:gd name="T1" fmla="*/ 6 h 30"/>
                    <a:gd name="T2" fmla="*/ 12 w 61"/>
                    <a:gd name="T3" fmla="*/ 11 h 30"/>
                    <a:gd name="T4" fmla="*/ 33 w 61"/>
                    <a:gd name="T5" fmla="*/ 13 h 30"/>
                    <a:gd name="T6" fmla="*/ 48 w 61"/>
                    <a:gd name="T7" fmla="*/ 26 h 30"/>
                    <a:gd name="T8" fmla="*/ 60 w 61"/>
                    <a:gd name="T9" fmla="*/ 27 h 30"/>
                    <a:gd name="T10" fmla="*/ 50 w 61"/>
                    <a:gd name="T11" fmla="*/ 16 h 30"/>
                    <a:gd name="T12" fmla="*/ 33 w 61"/>
                    <a:gd name="T13" fmla="*/ 6 h 30"/>
                    <a:gd name="T14" fmla="*/ 17 w 61"/>
                    <a:gd name="T15" fmla="*/ 0 h 30"/>
                    <a:gd name="T16" fmla="*/ 0 w 61"/>
                    <a:gd name="T1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0">
                      <a:moveTo>
                        <a:pt x="0" y="6"/>
                      </a:moveTo>
                      <a:cubicBezTo>
                        <a:pt x="0" y="13"/>
                        <a:pt x="6" y="11"/>
                        <a:pt x="12" y="11"/>
                      </a:cubicBezTo>
                      <a:cubicBezTo>
                        <a:pt x="19" y="11"/>
                        <a:pt x="31" y="9"/>
                        <a:pt x="33" y="13"/>
                      </a:cubicBezTo>
                      <a:cubicBezTo>
                        <a:pt x="35" y="17"/>
                        <a:pt x="45" y="23"/>
                        <a:pt x="48" y="26"/>
                      </a:cubicBezTo>
                      <a:cubicBezTo>
                        <a:pt x="51" y="29"/>
                        <a:pt x="60" y="30"/>
                        <a:pt x="60" y="27"/>
                      </a:cubicBezTo>
                      <a:cubicBezTo>
                        <a:pt x="61" y="24"/>
                        <a:pt x="54" y="15"/>
                        <a:pt x="50" y="16"/>
                      </a:cubicBezTo>
                      <a:cubicBezTo>
                        <a:pt x="46" y="17"/>
                        <a:pt x="38" y="11"/>
                        <a:pt x="33" y="6"/>
                      </a:cubicBezTo>
                      <a:cubicBezTo>
                        <a:pt x="29" y="0"/>
                        <a:pt x="21" y="0"/>
                        <a:pt x="17" y="0"/>
                      </a:cubicBezTo>
                      <a:cubicBezTo>
                        <a:pt x="14" y="0"/>
                        <a:pt x="0" y="6"/>
                        <a:pt x="0" y="6"/>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2" name="îṧļîḑê"/>
                <p:cNvSpPr/>
                <p:nvPr/>
              </p:nvSpPr>
              <p:spPr bwMode="auto">
                <a:xfrm>
                  <a:off x="9116064" y="3851972"/>
                  <a:ext cx="25312" cy="18080"/>
                </a:xfrm>
                <a:custGeom>
                  <a:avLst/>
                  <a:gdLst>
                    <a:gd name="T0" fmla="*/ 5 w 14"/>
                    <a:gd name="T1" fmla="*/ 1 h 10"/>
                    <a:gd name="T2" fmla="*/ 7 w 14"/>
                    <a:gd name="T3" fmla="*/ 8 h 10"/>
                    <a:gd name="T4" fmla="*/ 5 w 14"/>
                    <a:gd name="T5" fmla="*/ 1 h 10"/>
                  </a:gdLst>
                  <a:ahLst/>
                  <a:cxnLst>
                    <a:cxn ang="0">
                      <a:pos x="T0" y="T1"/>
                    </a:cxn>
                    <a:cxn ang="0">
                      <a:pos x="T2" y="T3"/>
                    </a:cxn>
                    <a:cxn ang="0">
                      <a:pos x="T4" y="T5"/>
                    </a:cxn>
                  </a:cxnLst>
                  <a:rect l="0" t="0" r="r" b="b"/>
                  <a:pathLst>
                    <a:path w="14" h="10">
                      <a:moveTo>
                        <a:pt x="5" y="1"/>
                      </a:moveTo>
                      <a:cubicBezTo>
                        <a:pt x="0" y="1"/>
                        <a:pt x="1" y="10"/>
                        <a:pt x="7" y="8"/>
                      </a:cubicBezTo>
                      <a:cubicBezTo>
                        <a:pt x="14" y="7"/>
                        <a:pt x="10" y="0"/>
                        <a:pt x="5" y="1"/>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3" name="ïṣḻiďé"/>
                <p:cNvSpPr/>
                <p:nvPr/>
              </p:nvSpPr>
              <p:spPr bwMode="auto">
                <a:xfrm>
                  <a:off x="9122091" y="3964066"/>
                  <a:ext cx="22901" cy="30133"/>
                </a:xfrm>
                <a:custGeom>
                  <a:avLst/>
                  <a:gdLst>
                    <a:gd name="T0" fmla="*/ 5 w 13"/>
                    <a:gd name="T1" fmla="*/ 2 h 16"/>
                    <a:gd name="T2" fmla="*/ 7 w 13"/>
                    <a:gd name="T3" fmla="*/ 14 h 16"/>
                    <a:gd name="T4" fmla="*/ 5 w 13"/>
                    <a:gd name="T5" fmla="*/ 2 h 16"/>
                  </a:gdLst>
                  <a:ahLst/>
                  <a:cxnLst>
                    <a:cxn ang="0">
                      <a:pos x="T0" y="T1"/>
                    </a:cxn>
                    <a:cxn ang="0">
                      <a:pos x="T2" y="T3"/>
                    </a:cxn>
                    <a:cxn ang="0">
                      <a:pos x="T4" y="T5"/>
                    </a:cxn>
                  </a:cxnLst>
                  <a:rect l="0" t="0" r="r" b="b"/>
                  <a:pathLst>
                    <a:path w="13" h="16">
                      <a:moveTo>
                        <a:pt x="5" y="2"/>
                      </a:moveTo>
                      <a:cubicBezTo>
                        <a:pt x="0" y="3"/>
                        <a:pt x="1" y="16"/>
                        <a:pt x="7" y="14"/>
                      </a:cubicBezTo>
                      <a:cubicBezTo>
                        <a:pt x="13" y="11"/>
                        <a:pt x="10" y="0"/>
                        <a:pt x="5" y="2"/>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4" name="íṩḻîḋè"/>
                <p:cNvSpPr/>
                <p:nvPr/>
              </p:nvSpPr>
              <p:spPr bwMode="auto">
                <a:xfrm>
                  <a:off x="9257085" y="3949602"/>
                  <a:ext cx="25312" cy="30133"/>
                </a:xfrm>
                <a:custGeom>
                  <a:avLst/>
                  <a:gdLst>
                    <a:gd name="T0" fmla="*/ 6 w 14"/>
                    <a:gd name="T1" fmla="*/ 1 h 16"/>
                    <a:gd name="T2" fmla="*/ 8 w 14"/>
                    <a:gd name="T3" fmla="*/ 14 h 16"/>
                    <a:gd name="T4" fmla="*/ 6 w 14"/>
                    <a:gd name="T5" fmla="*/ 1 h 16"/>
                  </a:gdLst>
                  <a:ahLst/>
                  <a:cxnLst>
                    <a:cxn ang="0">
                      <a:pos x="T0" y="T1"/>
                    </a:cxn>
                    <a:cxn ang="0">
                      <a:pos x="T2" y="T3"/>
                    </a:cxn>
                    <a:cxn ang="0">
                      <a:pos x="T4" y="T5"/>
                    </a:cxn>
                  </a:cxnLst>
                  <a:rect l="0" t="0" r="r" b="b"/>
                  <a:pathLst>
                    <a:path w="14" h="16">
                      <a:moveTo>
                        <a:pt x="6" y="1"/>
                      </a:moveTo>
                      <a:cubicBezTo>
                        <a:pt x="0" y="3"/>
                        <a:pt x="2" y="16"/>
                        <a:pt x="8" y="14"/>
                      </a:cubicBezTo>
                      <a:cubicBezTo>
                        <a:pt x="14" y="11"/>
                        <a:pt x="11" y="0"/>
                        <a:pt x="6" y="1"/>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5" name="ïṡḷïḋè"/>
                <p:cNvSpPr/>
                <p:nvPr/>
              </p:nvSpPr>
              <p:spPr bwMode="auto">
                <a:xfrm>
                  <a:off x="9172714" y="3931522"/>
                  <a:ext cx="68703" cy="49418"/>
                </a:xfrm>
                <a:custGeom>
                  <a:avLst/>
                  <a:gdLst>
                    <a:gd name="T0" fmla="*/ 0 w 37"/>
                    <a:gd name="T1" fmla="*/ 15 h 27"/>
                    <a:gd name="T2" fmla="*/ 10 w 37"/>
                    <a:gd name="T3" fmla="*/ 16 h 27"/>
                    <a:gd name="T4" fmla="*/ 19 w 37"/>
                    <a:gd name="T5" fmla="*/ 21 h 27"/>
                    <a:gd name="T6" fmla="*/ 31 w 37"/>
                    <a:gd name="T7" fmla="*/ 18 h 27"/>
                    <a:gd name="T8" fmla="*/ 37 w 37"/>
                    <a:gd name="T9" fmla="*/ 18 h 27"/>
                    <a:gd name="T10" fmla="*/ 25 w 37"/>
                    <a:gd name="T11" fmla="*/ 2 h 27"/>
                    <a:gd name="T12" fmla="*/ 13 w 37"/>
                    <a:gd name="T13" fmla="*/ 3 h 27"/>
                    <a:gd name="T14" fmla="*/ 0 w 37"/>
                    <a:gd name="T15" fmla="*/ 15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7">
                      <a:moveTo>
                        <a:pt x="0" y="15"/>
                      </a:moveTo>
                      <a:cubicBezTo>
                        <a:pt x="0" y="15"/>
                        <a:pt x="6" y="16"/>
                        <a:pt x="10" y="16"/>
                      </a:cubicBezTo>
                      <a:cubicBezTo>
                        <a:pt x="14" y="16"/>
                        <a:pt x="16" y="19"/>
                        <a:pt x="19" y="21"/>
                      </a:cubicBezTo>
                      <a:cubicBezTo>
                        <a:pt x="23" y="24"/>
                        <a:pt x="29" y="18"/>
                        <a:pt x="31" y="18"/>
                      </a:cubicBezTo>
                      <a:cubicBezTo>
                        <a:pt x="33" y="18"/>
                        <a:pt x="36" y="27"/>
                        <a:pt x="37" y="18"/>
                      </a:cubicBezTo>
                      <a:cubicBezTo>
                        <a:pt x="37" y="8"/>
                        <a:pt x="30" y="3"/>
                        <a:pt x="25" y="2"/>
                      </a:cubicBezTo>
                      <a:cubicBezTo>
                        <a:pt x="21" y="0"/>
                        <a:pt x="16" y="2"/>
                        <a:pt x="13" y="3"/>
                      </a:cubicBezTo>
                      <a:cubicBezTo>
                        <a:pt x="9" y="3"/>
                        <a:pt x="0" y="15"/>
                        <a:pt x="0" y="15"/>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6" name="îSḷîḓè"/>
                <p:cNvSpPr/>
                <p:nvPr/>
              </p:nvSpPr>
              <p:spPr bwMode="auto">
                <a:xfrm>
                  <a:off x="9856120" y="3638634"/>
                  <a:ext cx="844918" cy="1189635"/>
                </a:xfrm>
                <a:custGeom>
                  <a:avLst/>
                  <a:gdLst>
                    <a:gd name="T0" fmla="*/ 114 w 457"/>
                    <a:gd name="T1" fmla="*/ 18 h 643"/>
                    <a:gd name="T2" fmla="*/ 172 w 457"/>
                    <a:gd name="T3" fmla="*/ 6 h 643"/>
                    <a:gd name="T4" fmla="*/ 186 w 457"/>
                    <a:gd name="T5" fmla="*/ 30 h 643"/>
                    <a:gd name="T6" fmla="*/ 203 w 457"/>
                    <a:gd name="T7" fmla="*/ 49 h 643"/>
                    <a:gd name="T8" fmla="*/ 231 w 457"/>
                    <a:gd name="T9" fmla="*/ 64 h 643"/>
                    <a:gd name="T10" fmla="*/ 264 w 457"/>
                    <a:gd name="T11" fmla="*/ 47 h 643"/>
                    <a:gd name="T12" fmla="*/ 306 w 457"/>
                    <a:gd name="T13" fmla="*/ 57 h 643"/>
                    <a:gd name="T14" fmla="*/ 301 w 457"/>
                    <a:gd name="T15" fmla="*/ 69 h 643"/>
                    <a:gd name="T16" fmla="*/ 333 w 457"/>
                    <a:gd name="T17" fmla="*/ 74 h 643"/>
                    <a:gd name="T18" fmla="*/ 355 w 457"/>
                    <a:gd name="T19" fmla="*/ 131 h 643"/>
                    <a:gd name="T20" fmla="*/ 378 w 457"/>
                    <a:gd name="T21" fmla="*/ 191 h 643"/>
                    <a:gd name="T22" fmla="*/ 402 w 457"/>
                    <a:gd name="T23" fmla="*/ 232 h 643"/>
                    <a:gd name="T24" fmla="*/ 427 w 457"/>
                    <a:gd name="T25" fmla="*/ 240 h 643"/>
                    <a:gd name="T26" fmla="*/ 450 w 457"/>
                    <a:gd name="T27" fmla="*/ 261 h 643"/>
                    <a:gd name="T28" fmla="*/ 416 w 457"/>
                    <a:gd name="T29" fmla="*/ 319 h 643"/>
                    <a:gd name="T30" fmla="*/ 378 w 457"/>
                    <a:gd name="T31" fmla="*/ 371 h 643"/>
                    <a:gd name="T32" fmla="*/ 381 w 457"/>
                    <a:gd name="T33" fmla="*/ 418 h 643"/>
                    <a:gd name="T34" fmla="*/ 385 w 457"/>
                    <a:gd name="T35" fmla="*/ 461 h 643"/>
                    <a:gd name="T36" fmla="*/ 355 w 457"/>
                    <a:gd name="T37" fmla="*/ 502 h 643"/>
                    <a:gd name="T38" fmla="*/ 353 w 457"/>
                    <a:gd name="T39" fmla="*/ 543 h 643"/>
                    <a:gd name="T40" fmla="*/ 333 w 457"/>
                    <a:gd name="T41" fmla="*/ 557 h 643"/>
                    <a:gd name="T42" fmla="*/ 249 w 457"/>
                    <a:gd name="T43" fmla="*/ 643 h 643"/>
                    <a:gd name="T44" fmla="*/ 237 w 457"/>
                    <a:gd name="T45" fmla="*/ 623 h 643"/>
                    <a:gd name="T46" fmla="*/ 228 w 457"/>
                    <a:gd name="T47" fmla="*/ 591 h 643"/>
                    <a:gd name="T48" fmla="*/ 223 w 457"/>
                    <a:gd name="T49" fmla="*/ 548 h 643"/>
                    <a:gd name="T50" fmla="*/ 199 w 457"/>
                    <a:gd name="T51" fmla="*/ 500 h 643"/>
                    <a:gd name="T52" fmla="*/ 206 w 457"/>
                    <a:gd name="T53" fmla="*/ 441 h 643"/>
                    <a:gd name="T54" fmla="*/ 202 w 457"/>
                    <a:gd name="T55" fmla="*/ 393 h 643"/>
                    <a:gd name="T56" fmla="*/ 178 w 457"/>
                    <a:gd name="T57" fmla="*/ 339 h 643"/>
                    <a:gd name="T58" fmla="*/ 180 w 457"/>
                    <a:gd name="T59" fmla="*/ 296 h 643"/>
                    <a:gd name="T60" fmla="*/ 155 w 457"/>
                    <a:gd name="T61" fmla="*/ 298 h 643"/>
                    <a:gd name="T62" fmla="*/ 124 w 457"/>
                    <a:gd name="T63" fmla="*/ 276 h 643"/>
                    <a:gd name="T64" fmla="*/ 86 w 457"/>
                    <a:gd name="T65" fmla="*/ 291 h 643"/>
                    <a:gd name="T66" fmla="*/ 63 w 457"/>
                    <a:gd name="T67" fmla="*/ 300 h 643"/>
                    <a:gd name="T68" fmla="*/ 36 w 457"/>
                    <a:gd name="T69" fmla="*/ 253 h 643"/>
                    <a:gd name="T70" fmla="*/ 7 w 457"/>
                    <a:gd name="T71" fmla="*/ 215 h 643"/>
                    <a:gd name="T72" fmla="*/ 12 w 457"/>
                    <a:gd name="T73" fmla="*/ 188 h 643"/>
                    <a:gd name="T74" fmla="*/ 12 w 457"/>
                    <a:gd name="T75" fmla="*/ 135 h 643"/>
                    <a:gd name="T76" fmla="*/ 49 w 457"/>
                    <a:gd name="T77" fmla="*/ 81 h 643"/>
                    <a:gd name="T78" fmla="*/ 65 w 457"/>
                    <a:gd name="T79" fmla="*/ 39 h 643"/>
                    <a:gd name="T80" fmla="*/ 98 w 457"/>
                    <a:gd name="T81" fmla="*/ 26 h 643"/>
                    <a:gd name="T82" fmla="*/ 342 w 457"/>
                    <a:gd name="T83" fmla="*/ 333 h 643"/>
                    <a:gd name="T84" fmla="*/ 330 w 457"/>
                    <a:gd name="T85" fmla="*/ 357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7" h="643">
                      <a:moveTo>
                        <a:pt x="98" y="26"/>
                      </a:moveTo>
                      <a:cubicBezTo>
                        <a:pt x="100" y="24"/>
                        <a:pt x="109" y="21"/>
                        <a:pt x="114" y="18"/>
                      </a:cubicBezTo>
                      <a:cubicBezTo>
                        <a:pt x="119" y="15"/>
                        <a:pt x="135" y="7"/>
                        <a:pt x="138" y="7"/>
                      </a:cubicBezTo>
                      <a:cubicBezTo>
                        <a:pt x="140" y="7"/>
                        <a:pt x="168" y="8"/>
                        <a:pt x="172" y="6"/>
                      </a:cubicBezTo>
                      <a:cubicBezTo>
                        <a:pt x="176" y="3"/>
                        <a:pt x="191" y="0"/>
                        <a:pt x="195" y="17"/>
                      </a:cubicBezTo>
                      <a:cubicBezTo>
                        <a:pt x="199" y="33"/>
                        <a:pt x="190" y="27"/>
                        <a:pt x="186" y="30"/>
                      </a:cubicBezTo>
                      <a:cubicBezTo>
                        <a:pt x="181" y="33"/>
                        <a:pt x="187" y="39"/>
                        <a:pt x="189" y="39"/>
                      </a:cubicBezTo>
                      <a:cubicBezTo>
                        <a:pt x="192" y="39"/>
                        <a:pt x="199" y="49"/>
                        <a:pt x="203" y="49"/>
                      </a:cubicBezTo>
                      <a:cubicBezTo>
                        <a:pt x="207" y="49"/>
                        <a:pt x="217" y="54"/>
                        <a:pt x="217" y="54"/>
                      </a:cubicBezTo>
                      <a:cubicBezTo>
                        <a:pt x="217" y="54"/>
                        <a:pt x="226" y="64"/>
                        <a:pt x="231" y="64"/>
                      </a:cubicBezTo>
                      <a:cubicBezTo>
                        <a:pt x="236" y="64"/>
                        <a:pt x="245" y="76"/>
                        <a:pt x="250" y="68"/>
                      </a:cubicBezTo>
                      <a:cubicBezTo>
                        <a:pt x="256" y="61"/>
                        <a:pt x="259" y="45"/>
                        <a:pt x="264" y="47"/>
                      </a:cubicBezTo>
                      <a:cubicBezTo>
                        <a:pt x="270" y="48"/>
                        <a:pt x="276" y="54"/>
                        <a:pt x="283" y="54"/>
                      </a:cubicBezTo>
                      <a:cubicBezTo>
                        <a:pt x="290" y="54"/>
                        <a:pt x="304" y="53"/>
                        <a:pt x="306" y="57"/>
                      </a:cubicBezTo>
                      <a:cubicBezTo>
                        <a:pt x="308" y="60"/>
                        <a:pt x="291" y="73"/>
                        <a:pt x="292" y="76"/>
                      </a:cubicBezTo>
                      <a:cubicBezTo>
                        <a:pt x="293" y="79"/>
                        <a:pt x="295" y="78"/>
                        <a:pt x="301" y="69"/>
                      </a:cubicBezTo>
                      <a:cubicBezTo>
                        <a:pt x="307" y="60"/>
                        <a:pt x="315" y="60"/>
                        <a:pt x="322" y="58"/>
                      </a:cubicBezTo>
                      <a:cubicBezTo>
                        <a:pt x="328" y="56"/>
                        <a:pt x="332" y="70"/>
                        <a:pt x="333" y="74"/>
                      </a:cubicBezTo>
                      <a:cubicBezTo>
                        <a:pt x="334" y="79"/>
                        <a:pt x="339" y="87"/>
                        <a:pt x="343" y="97"/>
                      </a:cubicBezTo>
                      <a:cubicBezTo>
                        <a:pt x="347" y="107"/>
                        <a:pt x="351" y="120"/>
                        <a:pt x="355" y="131"/>
                      </a:cubicBezTo>
                      <a:cubicBezTo>
                        <a:pt x="359" y="141"/>
                        <a:pt x="355" y="162"/>
                        <a:pt x="359" y="169"/>
                      </a:cubicBezTo>
                      <a:cubicBezTo>
                        <a:pt x="363" y="176"/>
                        <a:pt x="375" y="182"/>
                        <a:pt x="378" y="191"/>
                      </a:cubicBezTo>
                      <a:cubicBezTo>
                        <a:pt x="381" y="200"/>
                        <a:pt x="387" y="209"/>
                        <a:pt x="390" y="209"/>
                      </a:cubicBezTo>
                      <a:cubicBezTo>
                        <a:pt x="392" y="210"/>
                        <a:pt x="401" y="227"/>
                        <a:pt x="402" y="232"/>
                      </a:cubicBezTo>
                      <a:cubicBezTo>
                        <a:pt x="402" y="236"/>
                        <a:pt x="399" y="246"/>
                        <a:pt x="407" y="247"/>
                      </a:cubicBezTo>
                      <a:cubicBezTo>
                        <a:pt x="416" y="247"/>
                        <a:pt x="424" y="241"/>
                        <a:pt x="427" y="240"/>
                      </a:cubicBezTo>
                      <a:cubicBezTo>
                        <a:pt x="430" y="238"/>
                        <a:pt x="451" y="227"/>
                        <a:pt x="454" y="232"/>
                      </a:cubicBezTo>
                      <a:cubicBezTo>
                        <a:pt x="457" y="236"/>
                        <a:pt x="450" y="256"/>
                        <a:pt x="450" y="261"/>
                      </a:cubicBezTo>
                      <a:cubicBezTo>
                        <a:pt x="449" y="266"/>
                        <a:pt x="433" y="292"/>
                        <a:pt x="432" y="298"/>
                      </a:cubicBezTo>
                      <a:cubicBezTo>
                        <a:pt x="432" y="305"/>
                        <a:pt x="422" y="317"/>
                        <a:pt x="416" y="319"/>
                      </a:cubicBezTo>
                      <a:cubicBezTo>
                        <a:pt x="410" y="320"/>
                        <a:pt x="397" y="341"/>
                        <a:pt x="393" y="348"/>
                      </a:cubicBezTo>
                      <a:cubicBezTo>
                        <a:pt x="388" y="354"/>
                        <a:pt x="381" y="369"/>
                        <a:pt x="378" y="371"/>
                      </a:cubicBezTo>
                      <a:cubicBezTo>
                        <a:pt x="375" y="372"/>
                        <a:pt x="372" y="392"/>
                        <a:pt x="374" y="395"/>
                      </a:cubicBezTo>
                      <a:cubicBezTo>
                        <a:pt x="375" y="398"/>
                        <a:pt x="376" y="412"/>
                        <a:pt x="381" y="418"/>
                      </a:cubicBezTo>
                      <a:cubicBezTo>
                        <a:pt x="386" y="424"/>
                        <a:pt x="387" y="429"/>
                        <a:pt x="385" y="434"/>
                      </a:cubicBezTo>
                      <a:cubicBezTo>
                        <a:pt x="383" y="439"/>
                        <a:pt x="386" y="451"/>
                        <a:pt x="385" y="461"/>
                      </a:cubicBezTo>
                      <a:cubicBezTo>
                        <a:pt x="384" y="470"/>
                        <a:pt x="375" y="480"/>
                        <a:pt x="372" y="483"/>
                      </a:cubicBezTo>
                      <a:cubicBezTo>
                        <a:pt x="370" y="486"/>
                        <a:pt x="359" y="494"/>
                        <a:pt x="355" y="502"/>
                      </a:cubicBezTo>
                      <a:cubicBezTo>
                        <a:pt x="351" y="509"/>
                        <a:pt x="347" y="516"/>
                        <a:pt x="348" y="520"/>
                      </a:cubicBezTo>
                      <a:cubicBezTo>
                        <a:pt x="349" y="523"/>
                        <a:pt x="352" y="535"/>
                        <a:pt x="353" y="543"/>
                      </a:cubicBezTo>
                      <a:cubicBezTo>
                        <a:pt x="350" y="546"/>
                        <a:pt x="347" y="549"/>
                        <a:pt x="344" y="552"/>
                      </a:cubicBezTo>
                      <a:cubicBezTo>
                        <a:pt x="340" y="554"/>
                        <a:pt x="335" y="555"/>
                        <a:pt x="333" y="557"/>
                      </a:cubicBezTo>
                      <a:cubicBezTo>
                        <a:pt x="331" y="558"/>
                        <a:pt x="331" y="562"/>
                        <a:pt x="333" y="566"/>
                      </a:cubicBezTo>
                      <a:cubicBezTo>
                        <a:pt x="307" y="594"/>
                        <a:pt x="279" y="620"/>
                        <a:pt x="249" y="643"/>
                      </a:cubicBezTo>
                      <a:cubicBezTo>
                        <a:pt x="247" y="643"/>
                        <a:pt x="245" y="642"/>
                        <a:pt x="244" y="640"/>
                      </a:cubicBezTo>
                      <a:cubicBezTo>
                        <a:pt x="238" y="637"/>
                        <a:pt x="237" y="631"/>
                        <a:pt x="237" y="623"/>
                      </a:cubicBezTo>
                      <a:cubicBezTo>
                        <a:pt x="236" y="615"/>
                        <a:pt x="235" y="610"/>
                        <a:pt x="235" y="610"/>
                      </a:cubicBezTo>
                      <a:cubicBezTo>
                        <a:pt x="235" y="610"/>
                        <a:pt x="233" y="597"/>
                        <a:pt x="228" y="591"/>
                      </a:cubicBezTo>
                      <a:cubicBezTo>
                        <a:pt x="223" y="585"/>
                        <a:pt x="221" y="578"/>
                        <a:pt x="218" y="574"/>
                      </a:cubicBezTo>
                      <a:cubicBezTo>
                        <a:pt x="216" y="569"/>
                        <a:pt x="224" y="557"/>
                        <a:pt x="223" y="548"/>
                      </a:cubicBezTo>
                      <a:cubicBezTo>
                        <a:pt x="222" y="540"/>
                        <a:pt x="213" y="530"/>
                        <a:pt x="210" y="525"/>
                      </a:cubicBezTo>
                      <a:cubicBezTo>
                        <a:pt x="207" y="520"/>
                        <a:pt x="202" y="506"/>
                        <a:pt x="199" y="500"/>
                      </a:cubicBezTo>
                      <a:cubicBezTo>
                        <a:pt x="197" y="495"/>
                        <a:pt x="194" y="485"/>
                        <a:pt x="195" y="470"/>
                      </a:cubicBezTo>
                      <a:cubicBezTo>
                        <a:pt x="196" y="455"/>
                        <a:pt x="201" y="446"/>
                        <a:pt x="206" y="441"/>
                      </a:cubicBezTo>
                      <a:cubicBezTo>
                        <a:pt x="210" y="437"/>
                        <a:pt x="208" y="432"/>
                        <a:pt x="204" y="423"/>
                      </a:cubicBezTo>
                      <a:cubicBezTo>
                        <a:pt x="201" y="414"/>
                        <a:pt x="205" y="399"/>
                        <a:pt x="202" y="393"/>
                      </a:cubicBezTo>
                      <a:cubicBezTo>
                        <a:pt x="198" y="388"/>
                        <a:pt x="193" y="359"/>
                        <a:pt x="187" y="354"/>
                      </a:cubicBezTo>
                      <a:cubicBezTo>
                        <a:pt x="181" y="350"/>
                        <a:pt x="174" y="350"/>
                        <a:pt x="178" y="339"/>
                      </a:cubicBezTo>
                      <a:cubicBezTo>
                        <a:pt x="181" y="329"/>
                        <a:pt x="178" y="319"/>
                        <a:pt x="183" y="312"/>
                      </a:cubicBezTo>
                      <a:cubicBezTo>
                        <a:pt x="189" y="305"/>
                        <a:pt x="186" y="301"/>
                        <a:pt x="180" y="296"/>
                      </a:cubicBezTo>
                      <a:cubicBezTo>
                        <a:pt x="174" y="292"/>
                        <a:pt x="176" y="289"/>
                        <a:pt x="171" y="295"/>
                      </a:cubicBezTo>
                      <a:cubicBezTo>
                        <a:pt x="166" y="300"/>
                        <a:pt x="159" y="303"/>
                        <a:pt x="155" y="298"/>
                      </a:cubicBezTo>
                      <a:cubicBezTo>
                        <a:pt x="152" y="292"/>
                        <a:pt x="153" y="284"/>
                        <a:pt x="145" y="278"/>
                      </a:cubicBezTo>
                      <a:cubicBezTo>
                        <a:pt x="138" y="272"/>
                        <a:pt x="127" y="274"/>
                        <a:pt x="124" y="276"/>
                      </a:cubicBezTo>
                      <a:cubicBezTo>
                        <a:pt x="121" y="277"/>
                        <a:pt x="115" y="290"/>
                        <a:pt x="107" y="292"/>
                      </a:cubicBezTo>
                      <a:cubicBezTo>
                        <a:pt x="100" y="293"/>
                        <a:pt x="94" y="291"/>
                        <a:pt x="86" y="291"/>
                      </a:cubicBezTo>
                      <a:cubicBezTo>
                        <a:pt x="78" y="291"/>
                        <a:pt x="72" y="292"/>
                        <a:pt x="71" y="297"/>
                      </a:cubicBezTo>
                      <a:cubicBezTo>
                        <a:pt x="70" y="302"/>
                        <a:pt x="68" y="305"/>
                        <a:pt x="63" y="300"/>
                      </a:cubicBezTo>
                      <a:cubicBezTo>
                        <a:pt x="58" y="295"/>
                        <a:pt x="48" y="283"/>
                        <a:pt x="48" y="283"/>
                      </a:cubicBezTo>
                      <a:cubicBezTo>
                        <a:pt x="48" y="283"/>
                        <a:pt x="39" y="262"/>
                        <a:pt x="36" y="253"/>
                      </a:cubicBezTo>
                      <a:cubicBezTo>
                        <a:pt x="33" y="244"/>
                        <a:pt x="23" y="244"/>
                        <a:pt x="13" y="237"/>
                      </a:cubicBezTo>
                      <a:cubicBezTo>
                        <a:pt x="2" y="230"/>
                        <a:pt x="8" y="223"/>
                        <a:pt x="7" y="215"/>
                      </a:cubicBezTo>
                      <a:cubicBezTo>
                        <a:pt x="6" y="208"/>
                        <a:pt x="0" y="205"/>
                        <a:pt x="3" y="204"/>
                      </a:cubicBezTo>
                      <a:cubicBezTo>
                        <a:pt x="6" y="203"/>
                        <a:pt x="5" y="198"/>
                        <a:pt x="12" y="188"/>
                      </a:cubicBezTo>
                      <a:cubicBezTo>
                        <a:pt x="18" y="177"/>
                        <a:pt x="14" y="166"/>
                        <a:pt x="13" y="160"/>
                      </a:cubicBezTo>
                      <a:cubicBezTo>
                        <a:pt x="12" y="154"/>
                        <a:pt x="6" y="145"/>
                        <a:pt x="12" y="135"/>
                      </a:cubicBezTo>
                      <a:cubicBezTo>
                        <a:pt x="17" y="125"/>
                        <a:pt x="21" y="102"/>
                        <a:pt x="25" y="96"/>
                      </a:cubicBezTo>
                      <a:cubicBezTo>
                        <a:pt x="30" y="90"/>
                        <a:pt x="43" y="84"/>
                        <a:pt x="49" y="81"/>
                      </a:cubicBezTo>
                      <a:cubicBezTo>
                        <a:pt x="55" y="77"/>
                        <a:pt x="51" y="67"/>
                        <a:pt x="55" y="56"/>
                      </a:cubicBezTo>
                      <a:cubicBezTo>
                        <a:pt x="58" y="45"/>
                        <a:pt x="63" y="39"/>
                        <a:pt x="65" y="39"/>
                      </a:cubicBezTo>
                      <a:cubicBezTo>
                        <a:pt x="66" y="39"/>
                        <a:pt x="72" y="32"/>
                        <a:pt x="79" y="27"/>
                      </a:cubicBezTo>
                      <a:cubicBezTo>
                        <a:pt x="84" y="23"/>
                        <a:pt x="96" y="27"/>
                        <a:pt x="98" y="26"/>
                      </a:cubicBezTo>
                      <a:close/>
                      <a:moveTo>
                        <a:pt x="342" y="333"/>
                      </a:moveTo>
                      <a:cubicBezTo>
                        <a:pt x="342" y="333"/>
                        <a:pt x="342" y="333"/>
                        <a:pt x="342" y="333"/>
                      </a:cubicBezTo>
                      <a:cubicBezTo>
                        <a:pt x="340" y="330"/>
                        <a:pt x="330" y="331"/>
                        <a:pt x="329" y="335"/>
                      </a:cubicBezTo>
                      <a:cubicBezTo>
                        <a:pt x="327" y="339"/>
                        <a:pt x="325" y="356"/>
                        <a:pt x="330" y="357"/>
                      </a:cubicBezTo>
                      <a:cubicBezTo>
                        <a:pt x="336" y="359"/>
                        <a:pt x="344" y="339"/>
                        <a:pt x="342" y="333"/>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87" name="îSľíḍé"/>
                <p:cNvSpPr/>
                <p:nvPr/>
              </p:nvSpPr>
              <p:spPr bwMode="auto">
                <a:xfrm>
                  <a:off x="10167089" y="3589216"/>
                  <a:ext cx="28927" cy="32544"/>
                </a:xfrm>
                <a:custGeom>
                  <a:avLst/>
                  <a:gdLst>
                    <a:gd name="T0" fmla="*/ 8 w 16"/>
                    <a:gd name="T1" fmla="*/ 0 h 18"/>
                    <a:gd name="T2" fmla="*/ 4 w 16"/>
                    <a:gd name="T3" fmla="*/ 15 h 18"/>
                    <a:gd name="T4" fmla="*/ 13 w 16"/>
                    <a:gd name="T5" fmla="*/ 12 h 18"/>
                    <a:gd name="T6" fmla="*/ 8 w 16"/>
                    <a:gd name="T7" fmla="*/ 0 h 18"/>
                  </a:gdLst>
                  <a:ahLst/>
                  <a:cxnLst>
                    <a:cxn ang="0">
                      <a:pos x="T0" y="T1"/>
                    </a:cxn>
                    <a:cxn ang="0">
                      <a:pos x="T2" y="T3"/>
                    </a:cxn>
                    <a:cxn ang="0">
                      <a:pos x="T4" y="T5"/>
                    </a:cxn>
                    <a:cxn ang="0">
                      <a:pos x="T6" y="T7"/>
                    </a:cxn>
                  </a:cxnLst>
                  <a:rect l="0" t="0" r="r" b="b"/>
                  <a:pathLst>
                    <a:path w="16" h="18">
                      <a:moveTo>
                        <a:pt x="8" y="0"/>
                      </a:moveTo>
                      <a:cubicBezTo>
                        <a:pt x="3" y="0"/>
                        <a:pt x="0" y="11"/>
                        <a:pt x="4" y="15"/>
                      </a:cubicBezTo>
                      <a:cubicBezTo>
                        <a:pt x="7" y="18"/>
                        <a:pt x="10" y="18"/>
                        <a:pt x="13" y="12"/>
                      </a:cubicBezTo>
                      <a:cubicBezTo>
                        <a:pt x="16" y="7"/>
                        <a:pt x="11" y="0"/>
                        <a:pt x="8" y="0"/>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8" name="íŝḷîďé"/>
                <p:cNvSpPr/>
                <p:nvPr/>
              </p:nvSpPr>
              <p:spPr bwMode="auto">
                <a:xfrm>
                  <a:off x="10099592" y="3594037"/>
                  <a:ext cx="15669" cy="22901"/>
                </a:xfrm>
                <a:custGeom>
                  <a:avLst/>
                  <a:gdLst>
                    <a:gd name="T0" fmla="*/ 2 w 8"/>
                    <a:gd name="T1" fmla="*/ 9 h 12"/>
                    <a:gd name="T2" fmla="*/ 7 w 8"/>
                    <a:gd name="T3" fmla="*/ 9 h 12"/>
                    <a:gd name="T4" fmla="*/ 2 w 8"/>
                    <a:gd name="T5" fmla="*/ 9 h 12"/>
                  </a:gdLst>
                  <a:ahLst/>
                  <a:cxnLst>
                    <a:cxn ang="0">
                      <a:pos x="T0" y="T1"/>
                    </a:cxn>
                    <a:cxn ang="0">
                      <a:pos x="T2" y="T3"/>
                    </a:cxn>
                    <a:cxn ang="0">
                      <a:pos x="T4" y="T5"/>
                    </a:cxn>
                  </a:cxnLst>
                  <a:rect l="0" t="0" r="r" b="b"/>
                  <a:pathLst>
                    <a:path w="8" h="12">
                      <a:moveTo>
                        <a:pt x="2" y="9"/>
                      </a:moveTo>
                      <a:cubicBezTo>
                        <a:pt x="0" y="12"/>
                        <a:pt x="6" y="12"/>
                        <a:pt x="7" y="9"/>
                      </a:cubicBezTo>
                      <a:cubicBezTo>
                        <a:pt x="8" y="6"/>
                        <a:pt x="6" y="0"/>
                        <a:pt x="2" y="9"/>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89" name="íSľiḑè"/>
                <p:cNvSpPr/>
                <p:nvPr/>
              </p:nvSpPr>
              <p:spPr bwMode="auto">
                <a:xfrm>
                  <a:off x="10222533" y="3630196"/>
                  <a:ext cx="45802" cy="32544"/>
                </a:xfrm>
                <a:custGeom>
                  <a:avLst/>
                  <a:gdLst>
                    <a:gd name="T0" fmla="*/ 2 w 25"/>
                    <a:gd name="T1" fmla="*/ 2 h 18"/>
                    <a:gd name="T2" fmla="*/ 8 w 25"/>
                    <a:gd name="T3" fmla="*/ 11 h 18"/>
                    <a:gd name="T4" fmla="*/ 15 w 25"/>
                    <a:gd name="T5" fmla="*/ 17 h 18"/>
                    <a:gd name="T6" fmla="*/ 23 w 25"/>
                    <a:gd name="T7" fmla="*/ 10 h 18"/>
                    <a:gd name="T8" fmla="*/ 14 w 25"/>
                    <a:gd name="T9" fmla="*/ 2 h 18"/>
                    <a:gd name="T10" fmla="*/ 2 w 25"/>
                    <a:gd name="T11" fmla="*/ 2 h 18"/>
                  </a:gdLst>
                  <a:ahLst/>
                  <a:cxnLst>
                    <a:cxn ang="0">
                      <a:pos x="T0" y="T1"/>
                    </a:cxn>
                    <a:cxn ang="0">
                      <a:pos x="T2" y="T3"/>
                    </a:cxn>
                    <a:cxn ang="0">
                      <a:pos x="T4" y="T5"/>
                    </a:cxn>
                    <a:cxn ang="0">
                      <a:pos x="T6" y="T7"/>
                    </a:cxn>
                    <a:cxn ang="0">
                      <a:pos x="T8" y="T9"/>
                    </a:cxn>
                    <a:cxn ang="0">
                      <a:pos x="T10" y="T11"/>
                    </a:cxn>
                  </a:cxnLst>
                  <a:rect l="0" t="0" r="r" b="b"/>
                  <a:pathLst>
                    <a:path w="25" h="18">
                      <a:moveTo>
                        <a:pt x="2" y="2"/>
                      </a:moveTo>
                      <a:cubicBezTo>
                        <a:pt x="0" y="4"/>
                        <a:pt x="5" y="9"/>
                        <a:pt x="8" y="11"/>
                      </a:cubicBezTo>
                      <a:cubicBezTo>
                        <a:pt x="11" y="12"/>
                        <a:pt x="13" y="17"/>
                        <a:pt x="15" y="17"/>
                      </a:cubicBezTo>
                      <a:cubicBezTo>
                        <a:pt x="18" y="18"/>
                        <a:pt x="25" y="17"/>
                        <a:pt x="23" y="10"/>
                      </a:cubicBezTo>
                      <a:cubicBezTo>
                        <a:pt x="20" y="2"/>
                        <a:pt x="15" y="2"/>
                        <a:pt x="14" y="2"/>
                      </a:cubicBezTo>
                      <a:cubicBezTo>
                        <a:pt x="12" y="2"/>
                        <a:pt x="5" y="0"/>
                        <a:pt x="2" y="2"/>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90" name="îṩḻíḋé"/>
                <p:cNvSpPr/>
                <p:nvPr/>
              </p:nvSpPr>
              <p:spPr bwMode="auto">
                <a:xfrm>
                  <a:off x="9944108" y="3351772"/>
                  <a:ext cx="60265" cy="74729"/>
                </a:xfrm>
                <a:custGeom>
                  <a:avLst/>
                  <a:gdLst>
                    <a:gd name="T0" fmla="*/ 19 w 32"/>
                    <a:gd name="T1" fmla="*/ 1 h 40"/>
                    <a:gd name="T2" fmla="*/ 10 w 32"/>
                    <a:gd name="T3" fmla="*/ 9 h 40"/>
                    <a:gd name="T4" fmla="*/ 4 w 32"/>
                    <a:gd name="T5" fmla="*/ 16 h 40"/>
                    <a:gd name="T6" fmla="*/ 4 w 32"/>
                    <a:gd name="T7" fmla="*/ 27 h 40"/>
                    <a:gd name="T8" fmla="*/ 9 w 32"/>
                    <a:gd name="T9" fmla="*/ 39 h 40"/>
                    <a:gd name="T10" fmla="*/ 22 w 32"/>
                    <a:gd name="T11" fmla="*/ 33 h 40"/>
                    <a:gd name="T12" fmla="*/ 32 w 32"/>
                    <a:gd name="T13" fmla="*/ 20 h 40"/>
                    <a:gd name="T14" fmla="*/ 28 w 32"/>
                    <a:gd name="T15" fmla="*/ 4 h 40"/>
                    <a:gd name="T16" fmla="*/ 19 w 32"/>
                    <a:gd name="T17" fmla="*/ 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9" y="1"/>
                      </a:moveTo>
                      <a:cubicBezTo>
                        <a:pt x="14" y="2"/>
                        <a:pt x="13" y="9"/>
                        <a:pt x="10" y="9"/>
                      </a:cubicBezTo>
                      <a:cubicBezTo>
                        <a:pt x="7" y="9"/>
                        <a:pt x="3" y="11"/>
                        <a:pt x="4" y="16"/>
                      </a:cubicBezTo>
                      <a:cubicBezTo>
                        <a:pt x="5" y="21"/>
                        <a:pt x="7" y="25"/>
                        <a:pt x="4" y="27"/>
                      </a:cubicBezTo>
                      <a:cubicBezTo>
                        <a:pt x="0" y="30"/>
                        <a:pt x="4" y="39"/>
                        <a:pt x="9" y="39"/>
                      </a:cubicBezTo>
                      <a:cubicBezTo>
                        <a:pt x="13" y="40"/>
                        <a:pt x="18" y="36"/>
                        <a:pt x="22" y="33"/>
                      </a:cubicBezTo>
                      <a:cubicBezTo>
                        <a:pt x="26" y="31"/>
                        <a:pt x="32" y="27"/>
                        <a:pt x="32" y="20"/>
                      </a:cubicBezTo>
                      <a:cubicBezTo>
                        <a:pt x="32" y="13"/>
                        <a:pt x="30" y="7"/>
                        <a:pt x="28" y="4"/>
                      </a:cubicBezTo>
                      <a:cubicBezTo>
                        <a:pt x="26" y="1"/>
                        <a:pt x="22" y="0"/>
                        <a:pt x="19" y="1"/>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91" name="iŝļiďé"/>
                <p:cNvSpPr/>
                <p:nvPr/>
              </p:nvSpPr>
              <p:spPr bwMode="auto">
                <a:xfrm>
                  <a:off x="9981472" y="3295122"/>
                  <a:ext cx="116915" cy="148253"/>
                </a:xfrm>
                <a:custGeom>
                  <a:avLst/>
                  <a:gdLst>
                    <a:gd name="T0" fmla="*/ 5 w 63"/>
                    <a:gd name="T1" fmla="*/ 10 h 80"/>
                    <a:gd name="T2" fmla="*/ 4 w 63"/>
                    <a:gd name="T3" fmla="*/ 23 h 80"/>
                    <a:gd name="T4" fmla="*/ 16 w 63"/>
                    <a:gd name="T5" fmla="*/ 38 h 80"/>
                    <a:gd name="T6" fmla="*/ 29 w 63"/>
                    <a:gd name="T7" fmla="*/ 47 h 80"/>
                    <a:gd name="T8" fmla="*/ 10 w 63"/>
                    <a:gd name="T9" fmla="*/ 69 h 80"/>
                    <a:gd name="T10" fmla="*/ 25 w 63"/>
                    <a:gd name="T11" fmla="*/ 72 h 80"/>
                    <a:gd name="T12" fmla="*/ 24 w 63"/>
                    <a:gd name="T13" fmla="*/ 79 h 80"/>
                    <a:gd name="T14" fmla="*/ 33 w 63"/>
                    <a:gd name="T15" fmla="*/ 73 h 80"/>
                    <a:gd name="T16" fmla="*/ 51 w 63"/>
                    <a:gd name="T17" fmla="*/ 77 h 80"/>
                    <a:gd name="T18" fmla="*/ 62 w 63"/>
                    <a:gd name="T19" fmla="*/ 64 h 80"/>
                    <a:gd name="T20" fmla="*/ 51 w 63"/>
                    <a:gd name="T21" fmla="*/ 47 h 80"/>
                    <a:gd name="T22" fmla="*/ 37 w 63"/>
                    <a:gd name="T23" fmla="*/ 28 h 80"/>
                    <a:gd name="T24" fmla="*/ 46 w 63"/>
                    <a:gd name="T25" fmla="*/ 10 h 80"/>
                    <a:gd name="T26" fmla="*/ 26 w 63"/>
                    <a:gd name="T27" fmla="*/ 4 h 80"/>
                    <a:gd name="T28" fmla="*/ 14 w 63"/>
                    <a:gd name="T29" fmla="*/ 9 h 80"/>
                    <a:gd name="T30" fmla="*/ 5 w 63"/>
                    <a:gd name="T31" fmla="*/ 1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80">
                      <a:moveTo>
                        <a:pt x="5" y="10"/>
                      </a:moveTo>
                      <a:cubicBezTo>
                        <a:pt x="0" y="12"/>
                        <a:pt x="2" y="19"/>
                        <a:pt x="4" y="23"/>
                      </a:cubicBezTo>
                      <a:cubicBezTo>
                        <a:pt x="7" y="27"/>
                        <a:pt x="10" y="35"/>
                        <a:pt x="16" y="38"/>
                      </a:cubicBezTo>
                      <a:cubicBezTo>
                        <a:pt x="22" y="41"/>
                        <a:pt x="33" y="44"/>
                        <a:pt x="29" y="47"/>
                      </a:cubicBezTo>
                      <a:cubicBezTo>
                        <a:pt x="24" y="50"/>
                        <a:pt x="12" y="65"/>
                        <a:pt x="10" y="69"/>
                      </a:cubicBezTo>
                      <a:cubicBezTo>
                        <a:pt x="9" y="74"/>
                        <a:pt x="25" y="72"/>
                        <a:pt x="25" y="72"/>
                      </a:cubicBezTo>
                      <a:cubicBezTo>
                        <a:pt x="25" y="72"/>
                        <a:pt x="22" y="77"/>
                        <a:pt x="24" y="79"/>
                      </a:cubicBezTo>
                      <a:cubicBezTo>
                        <a:pt x="27" y="80"/>
                        <a:pt x="29" y="73"/>
                        <a:pt x="33" y="73"/>
                      </a:cubicBezTo>
                      <a:cubicBezTo>
                        <a:pt x="38" y="73"/>
                        <a:pt x="47" y="77"/>
                        <a:pt x="51" y="77"/>
                      </a:cubicBezTo>
                      <a:cubicBezTo>
                        <a:pt x="56" y="77"/>
                        <a:pt x="63" y="69"/>
                        <a:pt x="62" y="64"/>
                      </a:cubicBezTo>
                      <a:cubicBezTo>
                        <a:pt x="62" y="58"/>
                        <a:pt x="56" y="50"/>
                        <a:pt x="51" y="47"/>
                      </a:cubicBezTo>
                      <a:cubicBezTo>
                        <a:pt x="46" y="44"/>
                        <a:pt x="41" y="31"/>
                        <a:pt x="37" y="28"/>
                      </a:cubicBezTo>
                      <a:cubicBezTo>
                        <a:pt x="34" y="25"/>
                        <a:pt x="50" y="15"/>
                        <a:pt x="46" y="10"/>
                      </a:cubicBezTo>
                      <a:cubicBezTo>
                        <a:pt x="42" y="4"/>
                        <a:pt x="30" y="8"/>
                        <a:pt x="26" y="4"/>
                      </a:cubicBezTo>
                      <a:cubicBezTo>
                        <a:pt x="21" y="0"/>
                        <a:pt x="17" y="5"/>
                        <a:pt x="14" y="9"/>
                      </a:cubicBezTo>
                      <a:cubicBezTo>
                        <a:pt x="12" y="13"/>
                        <a:pt x="8" y="8"/>
                        <a:pt x="5" y="10"/>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92" name="iṡḻíḑê"/>
                <p:cNvSpPr/>
                <p:nvPr/>
              </p:nvSpPr>
              <p:spPr bwMode="auto">
                <a:xfrm>
                  <a:off x="9952545" y="3076962"/>
                  <a:ext cx="820812" cy="979912"/>
                </a:xfrm>
                <a:custGeom>
                  <a:avLst/>
                  <a:gdLst>
                    <a:gd name="T0" fmla="*/ 40 w 444"/>
                    <a:gd name="T1" fmla="*/ 211 h 530"/>
                    <a:gd name="T2" fmla="*/ 78 w 444"/>
                    <a:gd name="T3" fmla="*/ 189 h 530"/>
                    <a:gd name="T4" fmla="*/ 122 w 444"/>
                    <a:gd name="T5" fmla="*/ 167 h 530"/>
                    <a:gd name="T6" fmla="*/ 135 w 444"/>
                    <a:gd name="T7" fmla="*/ 137 h 530"/>
                    <a:gd name="T8" fmla="*/ 145 w 444"/>
                    <a:gd name="T9" fmla="*/ 160 h 530"/>
                    <a:gd name="T10" fmla="*/ 178 w 444"/>
                    <a:gd name="T11" fmla="*/ 157 h 530"/>
                    <a:gd name="T12" fmla="*/ 210 w 444"/>
                    <a:gd name="T13" fmla="*/ 131 h 530"/>
                    <a:gd name="T14" fmla="*/ 237 w 444"/>
                    <a:gd name="T15" fmla="*/ 118 h 530"/>
                    <a:gd name="T16" fmla="*/ 233 w 444"/>
                    <a:gd name="T17" fmla="*/ 105 h 530"/>
                    <a:gd name="T18" fmla="*/ 210 w 444"/>
                    <a:gd name="T19" fmla="*/ 81 h 530"/>
                    <a:gd name="T20" fmla="*/ 205 w 444"/>
                    <a:gd name="T21" fmla="*/ 77 h 530"/>
                    <a:gd name="T22" fmla="*/ 186 w 444"/>
                    <a:gd name="T23" fmla="*/ 117 h 530"/>
                    <a:gd name="T24" fmla="*/ 147 w 444"/>
                    <a:gd name="T25" fmla="*/ 150 h 530"/>
                    <a:gd name="T26" fmla="*/ 129 w 444"/>
                    <a:gd name="T27" fmla="*/ 128 h 530"/>
                    <a:gd name="T28" fmla="*/ 100 w 444"/>
                    <a:gd name="T29" fmla="*/ 97 h 530"/>
                    <a:gd name="T30" fmla="*/ 167 w 444"/>
                    <a:gd name="T31" fmla="*/ 33 h 530"/>
                    <a:gd name="T32" fmla="*/ 286 w 444"/>
                    <a:gd name="T33" fmla="*/ 26 h 530"/>
                    <a:gd name="T34" fmla="*/ 295 w 444"/>
                    <a:gd name="T35" fmla="*/ 57 h 530"/>
                    <a:gd name="T36" fmla="*/ 316 w 444"/>
                    <a:gd name="T37" fmla="*/ 70 h 530"/>
                    <a:gd name="T38" fmla="*/ 393 w 444"/>
                    <a:gd name="T39" fmla="*/ 229 h 530"/>
                    <a:gd name="T40" fmla="*/ 370 w 444"/>
                    <a:gd name="T41" fmla="*/ 248 h 530"/>
                    <a:gd name="T42" fmla="*/ 386 w 444"/>
                    <a:gd name="T43" fmla="*/ 291 h 530"/>
                    <a:gd name="T44" fmla="*/ 422 w 444"/>
                    <a:gd name="T45" fmla="*/ 312 h 530"/>
                    <a:gd name="T46" fmla="*/ 409 w 444"/>
                    <a:gd name="T47" fmla="*/ 265 h 530"/>
                    <a:gd name="T48" fmla="*/ 409 w 444"/>
                    <a:gd name="T49" fmla="*/ 239 h 530"/>
                    <a:gd name="T50" fmla="*/ 439 w 444"/>
                    <a:gd name="T51" fmla="*/ 402 h 530"/>
                    <a:gd name="T52" fmla="*/ 395 w 444"/>
                    <a:gd name="T53" fmla="*/ 373 h 530"/>
                    <a:gd name="T54" fmla="*/ 406 w 444"/>
                    <a:gd name="T55" fmla="*/ 420 h 530"/>
                    <a:gd name="T56" fmla="*/ 433 w 444"/>
                    <a:gd name="T57" fmla="*/ 414 h 530"/>
                    <a:gd name="T58" fmla="*/ 444 w 444"/>
                    <a:gd name="T59" fmla="*/ 445 h 530"/>
                    <a:gd name="T60" fmla="*/ 420 w 444"/>
                    <a:gd name="T61" fmla="*/ 498 h 530"/>
                    <a:gd name="T62" fmla="*/ 353 w 444"/>
                    <a:gd name="T63" fmla="*/ 527 h 530"/>
                    <a:gd name="T64" fmla="*/ 326 w 444"/>
                    <a:gd name="T65" fmla="*/ 459 h 530"/>
                    <a:gd name="T66" fmla="*/ 301 w 444"/>
                    <a:gd name="T67" fmla="*/ 393 h 530"/>
                    <a:gd name="T68" fmla="*/ 284 w 444"/>
                    <a:gd name="T69" fmla="*/ 367 h 530"/>
                    <a:gd name="T70" fmla="*/ 292 w 444"/>
                    <a:gd name="T71" fmla="*/ 319 h 530"/>
                    <a:gd name="T72" fmla="*/ 253 w 444"/>
                    <a:gd name="T73" fmla="*/ 317 h 530"/>
                    <a:gd name="T74" fmla="*/ 226 w 444"/>
                    <a:gd name="T75" fmla="*/ 284 h 530"/>
                    <a:gd name="T76" fmla="*/ 218 w 444"/>
                    <a:gd name="T77" fmla="*/ 315 h 530"/>
                    <a:gd name="T78" fmla="*/ 191 w 444"/>
                    <a:gd name="T79" fmla="*/ 278 h 530"/>
                    <a:gd name="T80" fmla="*/ 147 w 444"/>
                    <a:gd name="T81" fmla="*/ 242 h 530"/>
                    <a:gd name="T82" fmla="*/ 187 w 444"/>
                    <a:gd name="T83" fmla="*/ 284 h 530"/>
                    <a:gd name="T84" fmla="*/ 172 w 444"/>
                    <a:gd name="T85" fmla="*/ 299 h 530"/>
                    <a:gd name="T86" fmla="*/ 134 w 444"/>
                    <a:gd name="T87" fmla="*/ 258 h 530"/>
                    <a:gd name="T88" fmla="*/ 93 w 444"/>
                    <a:gd name="T89" fmla="*/ 257 h 530"/>
                    <a:gd name="T90" fmla="*/ 64 w 444"/>
                    <a:gd name="T91" fmla="*/ 295 h 530"/>
                    <a:gd name="T92" fmla="*/ 37 w 444"/>
                    <a:gd name="T93" fmla="*/ 316 h 530"/>
                    <a:gd name="T94" fmla="*/ 10 w 444"/>
                    <a:gd name="T95" fmla="*/ 314 h 530"/>
                    <a:gd name="T96" fmla="*/ 6 w 444"/>
                    <a:gd name="T97" fmla="*/ 279 h 530"/>
                    <a:gd name="T98" fmla="*/ 54 w 444"/>
                    <a:gd name="T99" fmla="*/ 253 h 530"/>
                    <a:gd name="T100" fmla="*/ 268 w 444"/>
                    <a:gd name="T101" fmla="*/ 100 h 530"/>
                    <a:gd name="T102" fmla="*/ 249 w 444"/>
                    <a:gd name="T103" fmla="*/ 281 h 530"/>
                    <a:gd name="T104" fmla="*/ 277 w 444"/>
                    <a:gd name="T105" fmla="*/ 274 h 530"/>
                    <a:gd name="T106" fmla="*/ 338 w 444"/>
                    <a:gd name="T107" fmla="*/ 276 h 530"/>
                    <a:gd name="T108" fmla="*/ 309 w 444"/>
                    <a:gd name="T109" fmla="*/ 235 h 530"/>
                    <a:gd name="T110" fmla="*/ 295 w 444"/>
                    <a:gd name="T111" fmla="*/ 243 h 530"/>
                    <a:gd name="T112" fmla="*/ 264 w 444"/>
                    <a:gd name="T113" fmla="*/ 235 h 530"/>
                    <a:gd name="T114" fmla="*/ 249 w 444"/>
                    <a:gd name="T11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44" h="530">
                      <a:moveTo>
                        <a:pt x="58" y="232"/>
                      </a:moveTo>
                      <a:cubicBezTo>
                        <a:pt x="57" y="225"/>
                        <a:pt x="46" y="219"/>
                        <a:pt x="39" y="218"/>
                      </a:cubicBezTo>
                      <a:cubicBezTo>
                        <a:pt x="32" y="216"/>
                        <a:pt x="33" y="212"/>
                        <a:pt x="40" y="211"/>
                      </a:cubicBezTo>
                      <a:cubicBezTo>
                        <a:pt x="48" y="210"/>
                        <a:pt x="48" y="206"/>
                        <a:pt x="54" y="205"/>
                      </a:cubicBezTo>
                      <a:cubicBezTo>
                        <a:pt x="61" y="203"/>
                        <a:pt x="68" y="201"/>
                        <a:pt x="73" y="200"/>
                      </a:cubicBezTo>
                      <a:cubicBezTo>
                        <a:pt x="78" y="200"/>
                        <a:pt x="78" y="194"/>
                        <a:pt x="78" y="189"/>
                      </a:cubicBezTo>
                      <a:cubicBezTo>
                        <a:pt x="78" y="185"/>
                        <a:pt x="92" y="183"/>
                        <a:pt x="92" y="183"/>
                      </a:cubicBezTo>
                      <a:cubicBezTo>
                        <a:pt x="92" y="183"/>
                        <a:pt x="100" y="173"/>
                        <a:pt x="104" y="169"/>
                      </a:cubicBezTo>
                      <a:cubicBezTo>
                        <a:pt x="108" y="164"/>
                        <a:pt x="116" y="165"/>
                        <a:pt x="122" y="167"/>
                      </a:cubicBezTo>
                      <a:cubicBezTo>
                        <a:pt x="129" y="170"/>
                        <a:pt x="122" y="162"/>
                        <a:pt x="120" y="158"/>
                      </a:cubicBezTo>
                      <a:cubicBezTo>
                        <a:pt x="117" y="155"/>
                        <a:pt x="119" y="146"/>
                        <a:pt x="121" y="142"/>
                      </a:cubicBezTo>
                      <a:cubicBezTo>
                        <a:pt x="122" y="137"/>
                        <a:pt x="132" y="135"/>
                        <a:pt x="135" y="137"/>
                      </a:cubicBezTo>
                      <a:cubicBezTo>
                        <a:pt x="138" y="138"/>
                        <a:pt x="135" y="145"/>
                        <a:pt x="136" y="151"/>
                      </a:cubicBezTo>
                      <a:cubicBezTo>
                        <a:pt x="136" y="157"/>
                        <a:pt x="141" y="161"/>
                        <a:pt x="141" y="161"/>
                      </a:cubicBezTo>
                      <a:cubicBezTo>
                        <a:pt x="145" y="160"/>
                        <a:pt x="145" y="160"/>
                        <a:pt x="145" y="160"/>
                      </a:cubicBezTo>
                      <a:cubicBezTo>
                        <a:pt x="145" y="160"/>
                        <a:pt x="145" y="160"/>
                        <a:pt x="152" y="160"/>
                      </a:cubicBezTo>
                      <a:cubicBezTo>
                        <a:pt x="160" y="160"/>
                        <a:pt x="160" y="160"/>
                        <a:pt x="166" y="158"/>
                      </a:cubicBezTo>
                      <a:cubicBezTo>
                        <a:pt x="171" y="156"/>
                        <a:pt x="175" y="158"/>
                        <a:pt x="178" y="157"/>
                      </a:cubicBezTo>
                      <a:cubicBezTo>
                        <a:pt x="180" y="155"/>
                        <a:pt x="186" y="155"/>
                        <a:pt x="194" y="159"/>
                      </a:cubicBezTo>
                      <a:cubicBezTo>
                        <a:pt x="203" y="163"/>
                        <a:pt x="198" y="152"/>
                        <a:pt x="200" y="146"/>
                      </a:cubicBezTo>
                      <a:cubicBezTo>
                        <a:pt x="202" y="140"/>
                        <a:pt x="205" y="130"/>
                        <a:pt x="210" y="131"/>
                      </a:cubicBezTo>
                      <a:cubicBezTo>
                        <a:pt x="216" y="131"/>
                        <a:pt x="221" y="136"/>
                        <a:pt x="225" y="132"/>
                      </a:cubicBezTo>
                      <a:cubicBezTo>
                        <a:pt x="229" y="128"/>
                        <a:pt x="217" y="123"/>
                        <a:pt x="217" y="121"/>
                      </a:cubicBezTo>
                      <a:cubicBezTo>
                        <a:pt x="217" y="119"/>
                        <a:pt x="227" y="119"/>
                        <a:pt x="237" y="118"/>
                      </a:cubicBezTo>
                      <a:cubicBezTo>
                        <a:pt x="246" y="117"/>
                        <a:pt x="252" y="118"/>
                        <a:pt x="256" y="117"/>
                      </a:cubicBezTo>
                      <a:cubicBezTo>
                        <a:pt x="261" y="115"/>
                        <a:pt x="253" y="105"/>
                        <a:pt x="251" y="105"/>
                      </a:cubicBezTo>
                      <a:cubicBezTo>
                        <a:pt x="250" y="105"/>
                        <a:pt x="238" y="106"/>
                        <a:pt x="233" y="105"/>
                      </a:cubicBezTo>
                      <a:cubicBezTo>
                        <a:pt x="227" y="105"/>
                        <a:pt x="221" y="110"/>
                        <a:pt x="216" y="111"/>
                      </a:cubicBezTo>
                      <a:cubicBezTo>
                        <a:pt x="211" y="113"/>
                        <a:pt x="210" y="102"/>
                        <a:pt x="207" y="98"/>
                      </a:cubicBezTo>
                      <a:cubicBezTo>
                        <a:pt x="204" y="93"/>
                        <a:pt x="203" y="85"/>
                        <a:pt x="210" y="81"/>
                      </a:cubicBezTo>
                      <a:cubicBezTo>
                        <a:pt x="218" y="76"/>
                        <a:pt x="231" y="66"/>
                        <a:pt x="233" y="62"/>
                      </a:cubicBezTo>
                      <a:cubicBezTo>
                        <a:pt x="235" y="57"/>
                        <a:pt x="224" y="58"/>
                        <a:pt x="213" y="59"/>
                      </a:cubicBezTo>
                      <a:cubicBezTo>
                        <a:pt x="203" y="60"/>
                        <a:pt x="215" y="63"/>
                        <a:pt x="205" y="77"/>
                      </a:cubicBezTo>
                      <a:cubicBezTo>
                        <a:pt x="195" y="90"/>
                        <a:pt x="190" y="81"/>
                        <a:pt x="182" y="90"/>
                      </a:cubicBezTo>
                      <a:cubicBezTo>
                        <a:pt x="174" y="99"/>
                        <a:pt x="180" y="100"/>
                        <a:pt x="187" y="103"/>
                      </a:cubicBezTo>
                      <a:cubicBezTo>
                        <a:pt x="194" y="106"/>
                        <a:pt x="188" y="115"/>
                        <a:pt x="186" y="117"/>
                      </a:cubicBezTo>
                      <a:cubicBezTo>
                        <a:pt x="185" y="120"/>
                        <a:pt x="176" y="128"/>
                        <a:pt x="178" y="134"/>
                      </a:cubicBezTo>
                      <a:cubicBezTo>
                        <a:pt x="179" y="140"/>
                        <a:pt x="172" y="143"/>
                        <a:pt x="172" y="143"/>
                      </a:cubicBezTo>
                      <a:cubicBezTo>
                        <a:pt x="172" y="143"/>
                        <a:pt x="151" y="149"/>
                        <a:pt x="147" y="150"/>
                      </a:cubicBezTo>
                      <a:cubicBezTo>
                        <a:pt x="144" y="151"/>
                        <a:pt x="142" y="146"/>
                        <a:pt x="144" y="142"/>
                      </a:cubicBezTo>
                      <a:cubicBezTo>
                        <a:pt x="145" y="137"/>
                        <a:pt x="139" y="127"/>
                        <a:pt x="139" y="120"/>
                      </a:cubicBezTo>
                      <a:cubicBezTo>
                        <a:pt x="138" y="114"/>
                        <a:pt x="130" y="123"/>
                        <a:pt x="129" y="128"/>
                      </a:cubicBezTo>
                      <a:cubicBezTo>
                        <a:pt x="129" y="132"/>
                        <a:pt x="118" y="133"/>
                        <a:pt x="112" y="130"/>
                      </a:cubicBezTo>
                      <a:cubicBezTo>
                        <a:pt x="106" y="127"/>
                        <a:pt x="102" y="116"/>
                        <a:pt x="103" y="114"/>
                      </a:cubicBezTo>
                      <a:cubicBezTo>
                        <a:pt x="105" y="111"/>
                        <a:pt x="100" y="100"/>
                        <a:pt x="100" y="97"/>
                      </a:cubicBezTo>
                      <a:cubicBezTo>
                        <a:pt x="100" y="94"/>
                        <a:pt x="113" y="72"/>
                        <a:pt x="124" y="69"/>
                      </a:cubicBezTo>
                      <a:cubicBezTo>
                        <a:pt x="134" y="66"/>
                        <a:pt x="147" y="59"/>
                        <a:pt x="154" y="51"/>
                      </a:cubicBezTo>
                      <a:cubicBezTo>
                        <a:pt x="161" y="44"/>
                        <a:pt x="165" y="35"/>
                        <a:pt x="167" y="33"/>
                      </a:cubicBezTo>
                      <a:cubicBezTo>
                        <a:pt x="169" y="30"/>
                        <a:pt x="208" y="6"/>
                        <a:pt x="222" y="3"/>
                      </a:cubicBezTo>
                      <a:cubicBezTo>
                        <a:pt x="236" y="0"/>
                        <a:pt x="266" y="18"/>
                        <a:pt x="271" y="19"/>
                      </a:cubicBezTo>
                      <a:cubicBezTo>
                        <a:pt x="276" y="20"/>
                        <a:pt x="278" y="22"/>
                        <a:pt x="286" y="26"/>
                      </a:cubicBezTo>
                      <a:cubicBezTo>
                        <a:pt x="295" y="37"/>
                        <a:pt x="304" y="47"/>
                        <a:pt x="312" y="58"/>
                      </a:cubicBezTo>
                      <a:cubicBezTo>
                        <a:pt x="308" y="58"/>
                        <a:pt x="304" y="57"/>
                        <a:pt x="300" y="55"/>
                      </a:cubicBezTo>
                      <a:cubicBezTo>
                        <a:pt x="294" y="52"/>
                        <a:pt x="290" y="52"/>
                        <a:pt x="295" y="57"/>
                      </a:cubicBezTo>
                      <a:cubicBezTo>
                        <a:pt x="300" y="61"/>
                        <a:pt x="298" y="63"/>
                        <a:pt x="299" y="70"/>
                      </a:cubicBezTo>
                      <a:cubicBezTo>
                        <a:pt x="299" y="77"/>
                        <a:pt x="307" y="71"/>
                        <a:pt x="309" y="69"/>
                      </a:cubicBezTo>
                      <a:cubicBezTo>
                        <a:pt x="310" y="68"/>
                        <a:pt x="310" y="65"/>
                        <a:pt x="316" y="70"/>
                      </a:cubicBezTo>
                      <a:cubicBezTo>
                        <a:pt x="320" y="73"/>
                        <a:pt x="322" y="73"/>
                        <a:pt x="324" y="73"/>
                      </a:cubicBezTo>
                      <a:cubicBezTo>
                        <a:pt x="356" y="118"/>
                        <a:pt x="383" y="167"/>
                        <a:pt x="403" y="220"/>
                      </a:cubicBezTo>
                      <a:cubicBezTo>
                        <a:pt x="401" y="222"/>
                        <a:pt x="397" y="226"/>
                        <a:pt x="393" y="229"/>
                      </a:cubicBezTo>
                      <a:cubicBezTo>
                        <a:pt x="389" y="233"/>
                        <a:pt x="380" y="226"/>
                        <a:pt x="377" y="229"/>
                      </a:cubicBezTo>
                      <a:cubicBezTo>
                        <a:pt x="377" y="229"/>
                        <a:pt x="377" y="229"/>
                        <a:pt x="377" y="229"/>
                      </a:cubicBezTo>
                      <a:cubicBezTo>
                        <a:pt x="370" y="235"/>
                        <a:pt x="368" y="243"/>
                        <a:pt x="370" y="248"/>
                      </a:cubicBezTo>
                      <a:cubicBezTo>
                        <a:pt x="373" y="254"/>
                        <a:pt x="381" y="270"/>
                        <a:pt x="385" y="271"/>
                      </a:cubicBezTo>
                      <a:cubicBezTo>
                        <a:pt x="389" y="273"/>
                        <a:pt x="403" y="276"/>
                        <a:pt x="397" y="283"/>
                      </a:cubicBezTo>
                      <a:cubicBezTo>
                        <a:pt x="392" y="289"/>
                        <a:pt x="391" y="292"/>
                        <a:pt x="386" y="291"/>
                      </a:cubicBezTo>
                      <a:cubicBezTo>
                        <a:pt x="380" y="290"/>
                        <a:pt x="383" y="309"/>
                        <a:pt x="387" y="310"/>
                      </a:cubicBezTo>
                      <a:cubicBezTo>
                        <a:pt x="391" y="312"/>
                        <a:pt x="402" y="317"/>
                        <a:pt x="406" y="318"/>
                      </a:cubicBezTo>
                      <a:cubicBezTo>
                        <a:pt x="410" y="319"/>
                        <a:pt x="423" y="316"/>
                        <a:pt x="422" y="312"/>
                      </a:cubicBezTo>
                      <a:cubicBezTo>
                        <a:pt x="422" y="307"/>
                        <a:pt x="420" y="289"/>
                        <a:pt x="415" y="285"/>
                      </a:cubicBezTo>
                      <a:cubicBezTo>
                        <a:pt x="411" y="280"/>
                        <a:pt x="421" y="276"/>
                        <a:pt x="418" y="272"/>
                      </a:cubicBezTo>
                      <a:cubicBezTo>
                        <a:pt x="416" y="268"/>
                        <a:pt x="412" y="270"/>
                        <a:pt x="409" y="265"/>
                      </a:cubicBezTo>
                      <a:cubicBezTo>
                        <a:pt x="407" y="261"/>
                        <a:pt x="406" y="257"/>
                        <a:pt x="403" y="254"/>
                      </a:cubicBezTo>
                      <a:cubicBezTo>
                        <a:pt x="399" y="251"/>
                        <a:pt x="397" y="257"/>
                        <a:pt x="397" y="248"/>
                      </a:cubicBezTo>
                      <a:cubicBezTo>
                        <a:pt x="398" y="240"/>
                        <a:pt x="406" y="235"/>
                        <a:pt x="409" y="239"/>
                      </a:cubicBezTo>
                      <a:cubicBezTo>
                        <a:pt x="409" y="240"/>
                        <a:pt x="410" y="240"/>
                        <a:pt x="411" y="241"/>
                      </a:cubicBezTo>
                      <a:cubicBezTo>
                        <a:pt x="429" y="293"/>
                        <a:pt x="440" y="349"/>
                        <a:pt x="443" y="407"/>
                      </a:cubicBezTo>
                      <a:cubicBezTo>
                        <a:pt x="442" y="404"/>
                        <a:pt x="440" y="402"/>
                        <a:pt x="439" y="402"/>
                      </a:cubicBezTo>
                      <a:cubicBezTo>
                        <a:pt x="436" y="400"/>
                        <a:pt x="428" y="410"/>
                        <a:pt x="425" y="408"/>
                      </a:cubicBezTo>
                      <a:cubicBezTo>
                        <a:pt x="421" y="407"/>
                        <a:pt x="415" y="399"/>
                        <a:pt x="407" y="395"/>
                      </a:cubicBezTo>
                      <a:cubicBezTo>
                        <a:pt x="400" y="390"/>
                        <a:pt x="398" y="380"/>
                        <a:pt x="395" y="373"/>
                      </a:cubicBezTo>
                      <a:cubicBezTo>
                        <a:pt x="392" y="367"/>
                        <a:pt x="383" y="377"/>
                        <a:pt x="384" y="385"/>
                      </a:cubicBezTo>
                      <a:cubicBezTo>
                        <a:pt x="385" y="392"/>
                        <a:pt x="397" y="402"/>
                        <a:pt x="397" y="407"/>
                      </a:cubicBezTo>
                      <a:cubicBezTo>
                        <a:pt x="397" y="412"/>
                        <a:pt x="399" y="414"/>
                        <a:pt x="406" y="420"/>
                      </a:cubicBezTo>
                      <a:cubicBezTo>
                        <a:pt x="412" y="427"/>
                        <a:pt x="407" y="431"/>
                        <a:pt x="411" y="432"/>
                      </a:cubicBezTo>
                      <a:cubicBezTo>
                        <a:pt x="415" y="434"/>
                        <a:pt x="420" y="426"/>
                        <a:pt x="426" y="423"/>
                      </a:cubicBezTo>
                      <a:cubicBezTo>
                        <a:pt x="431" y="419"/>
                        <a:pt x="431" y="414"/>
                        <a:pt x="433" y="414"/>
                      </a:cubicBezTo>
                      <a:cubicBezTo>
                        <a:pt x="436" y="414"/>
                        <a:pt x="436" y="423"/>
                        <a:pt x="440" y="424"/>
                      </a:cubicBezTo>
                      <a:cubicBezTo>
                        <a:pt x="441" y="424"/>
                        <a:pt x="443" y="425"/>
                        <a:pt x="444" y="426"/>
                      </a:cubicBezTo>
                      <a:cubicBezTo>
                        <a:pt x="444" y="432"/>
                        <a:pt x="444" y="438"/>
                        <a:pt x="444" y="445"/>
                      </a:cubicBezTo>
                      <a:cubicBezTo>
                        <a:pt x="444" y="455"/>
                        <a:pt x="444" y="466"/>
                        <a:pt x="444" y="476"/>
                      </a:cubicBezTo>
                      <a:cubicBezTo>
                        <a:pt x="442" y="478"/>
                        <a:pt x="441" y="480"/>
                        <a:pt x="440" y="481"/>
                      </a:cubicBezTo>
                      <a:cubicBezTo>
                        <a:pt x="434" y="487"/>
                        <a:pt x="428" y="495"/>
                        <a:pt x="420" y="498"/>
                      </a:cubicBezTo>
                      <a:cubicBezTo>
                        <a:pt x="411" y="500"/>
                        <a:pt x="410" y="506"/>
                        <a:pt x="403" y="506"/>
                      </a:cubicBezTo>
                      <a:cubicBezTo>
                        <a:pt x="397" y="507"/>
                        <a:pt x="378" y="519"/>
                        <a:pt x="375" y="521"/>
                      </a:cubicBezTo>
                      <a:cubicBezTo>
                        <a:pt x="373" y="524"/>
                        <a:pt x="358" y="530"/>
                        <a:pt x="353" y="527"/>
                      </a:cubicBezTo>
                      <a:cubicBezTo>
                        <a:pt x="349" y="525"/>
                        <a:pt x="347" y="510"/>
                        <a:pt x="345" y="499"/>
                      </a:cubicBezTo>
                      <a:cubicBezTo>
                        <a:pt x="344" y="488"/>
                        <a:pt x="342" y="482"/>
                        <a:pt x="340" y="477"/>
                      </a:cubicBezTo>
                      <a:cubicBezTo>
                        <a:pt x="338" y="473"/>
                        <a:pt x="328" y="461"/>
                        <a:pt x="326" y="459"/>
                      </a:cubicBezTo>
                      <a:cubicBezTo>
                        <a:pt x="324" y="456"/>
                        <a:pt x="318" y="438"/>
                        <a:pt x="318" y="431"/>
                      </a:cubicBezTo>
                      <a:cubicBezTo>
                        <a:pt x="317" y="423"/>
                        <a:pt x="311" y="426"/>
                        <a:pt x="310" y="418"/>
                      </a:cubicBezTo>
                      <a:cubicBezTo>
                        <a:pt x="309" y="410"/>
                        <a:pt x="302" y="399"/>
                        <a:pt x="301" y="393"/>
                      </a:cubicBezTo>
                      <a:cubicBezTo>
                        <a:pt x="300" y="388"/>
                        <a:pt x="289" y="394"/>
                        <a:pt x="285" y="395"/>
                      </a:cubicBezTo>
                      <a:cubicBezTo>
                        <a:pt x="280" y="396"/>
                        <a:pt x="272" y="390"/>
                        <a:pt x="273" y="378"/>
                      </a:cubicBezTo>
                      <a:cubicBezTo>
                        <a:pt x="274" y="367"/>
                        <a:pt x="278" y="367"/>
                        <a:pt x="284" y="367"/>
                      </a:cubicBezTo>
                      <a:cubicBezTo>
                        <a:pt x="290" y="367"/>
                        <a:pt x="287" y="363"/>
                        <a:pt x="293" y="355"/>
                      </a:cubicBezTo>
                      <a:cubicBezTo>
                        <a:pt x="299" y="348"/>
                        <a:pt x="300" y="333"/>
                        <a:pt x="301" y="323"/>
                      </a:cubicBezTo>
                      <a:cubicBezTo>
                        <a:pt x="301" y="313"/>
                        <a:pt x="297" y="318"/>
                        <a:pt x="292" y="319"/>
                      </a:cubicBezTo>
                      <a:cubicBezTo>
                        <a:pt x="288" y="321"/>
                        <a:pt x="281" y="323"/>
                        <a:pt x="279" y="322"/>
                      </a:cubicBezTo>
                      <a:cubicBezTo>
                        <a:pt x="277" y="322"/>
                        <a:pt x="268" y="318"/>
                        <a:pt x="266" y="320"/>
                      </a:cubicBezTo>
                      <a:cubicBezTo>
                        <a:pt x="265" y="322"/>
                        <a:pt x="255" y="321"/>
                        <a:pt x="253" y="317"/>
                      </a:cubicBezTo>
                      <a:cubicBezTo>
                        <a:pt x="251" y="313"/>
                        <a:pt x="239" y="309"/>
                        <a:pt x="238" y="306"/>
                      </a:cubicBezTo>
                      <a:cubicBezTo>
                        <a:pt x="237" y="303"/>
                        <a:pt x="238" y="285"/>
                        <a:pt x="236" y="280"/>
                      </a:cubicBezTo>
                      <a:cubicBezTo>
                        <a:pt x="234" y="276"/>
                        <a:pt x="229" y="281"/>
                        <a:pt x="226" y="284"/>
                      </a:cubicBezTo>
                      <a:cubicBezTo>
                        <a:pt x="223" y="287"/>
                        <a:pt x="216" y="289"/>
                        <a:pt x="218" y="292"/>
                      </a:cubicBezTo>
                      <a:cubicBezTo>
                        <a:pt x="220" y="294"/>
                        <a:pt x="227" y="298"/>
                        <a:pt x="227" y="304"/>
                      </a:cubicBezTo>
                      <a:cubicBezTo>
                        <a:pt x="226" y="310"/>
                        <a:pt x="221" y="312"/>
                        <a:pt x="218" y="315"/>
                      </a:cubicBezTo>
                      <a:cubicBezTo>
                        <a:pt x="216" y="318"/>
                        <a:pt x="205" y="330"/>
                        <a:pt x="204" y="326"/>
                      </a:cubicBezTo>
                      <a:cubicBezTo>
                        <a:pt x="202" y="322"/>
                        <a:pt x="201" y="298"/>
                        <a:pt x="199" y="295"/>
                      </a:cubicBezTo>
                      <a:cubicBezTo>
                        <a:pt x="198" y="292"/>
                        <a:pt x="193" y="285"/>
                        <a:pt x="191" y="278"/>
                      </a:cubicBezTo>
                      <a:cubicBezTo>
                        <a:pt x="189" y="271"/>
                        <a:pt x="183" y="269"/>
                        <a:pt x="179" y="264"/>
                      </a:cubicBezTo>
                      <a:cubicBezTo>
                        <a:pt x="175" y="259"/>
                        <a:pt x="164" y="251"/>
                        <a:pt x="160" y="245"/>
                      </a:cubicBezTo>
                      <a:cubicBezTo>
                        <a:pt x="155" y="239"/>
                        <a:pt x="147" y="234"/>
                        <a:pt x="147" y="242"/>
                      </a:cubicBezTo>
                      <a:cubicBezTo>
                        <a:pt x="146" y="249"/>
                        <a:pt x="155" y="251"/>
                        <a:pt x="158" y="258"/>
                      </a:cubicBezTo>
                      <a:cubicBezTo>
                        <a:pt x="161" y="265"/>
                        <a:pt x="169" y="270"/>
                        <a:pt x="173" y="272"/>
                      </a:cubicBezTo>
                      <a:cubicBezTo>
                        <a:pt x="176" y="274"/>
                        <a:pt x="187" y="284"/>
                        <a:pt x="187" y="284"/>
                      </a:cubicBezTo>
                      <a:cubicBezTo>
                        <a:pt x="187" y="284"/>
                        <a:pt x="183" y="286"/>
                        <a:pt x="179" y="286"/>
                      </a:cubicBezTo>
                      <a:cubicBezTo>
                        <a:pt x="175" y="285"/>
                        <a:pt x="181" y="302"/>
                        <a:pt x="180" y="307"/>
                      </a:cubicBezTo>
                      <a:cubicBezTo>
                        <a:pt x="180" y="312"/>
                        <a:pt x="173" y="305"/>
                        <a:pt x="172" y="299"/>
                      </a:cubicBezTo>
                      <a:cubicBezTo>
                        <a:pt x="171" y="293"/>
                        <a:pt x="168" y="286"/>
                        <a:pt x="165" y="284"/>
                      </a:cubicBezTo>
                      <a:cubicBezTo>
                        <a:pt x="163" y="282"/>
                        <a:pt x="149" y="276"/>
                        <a:pt x="146" y="274"/>
                      </a:cubicBezTo>
                      <a:cubicBezTo>
                        <a:pt x="144" y="273"/>
                        <a:pt x="135" y="265"/>
                        <a:pt x="134" y="258"/>
                      </a:cubicBezTo>
                      <a:cubicBezTo>
                        <a:pt x="132" y="251"/>
                        <a:pt x="124" y="251"/>
                        <a:pt x="122" y="252"/>
                      </a:cubicBezTo>
                      <a:cubicBezTo>
                        <a:pt x="120" y="254"/>
                        <a:pt x="111" y="262"/>
                        <a:pt x="107" y="262"/>
                      </a:cubicBezTo>
                      <a:cubicBezTo>
                        <a:pt x="103" y="262"/>
                        <a:pt x="97" y="258"/>
                        <a:pt x="93" y="257"/>
                      </a:cubicBezTo>
                      <a:cubicBezTo>
                        <a:pt x="88" y="257"/>
                        <a:pt x="88" y="267"/>
                        <a:pt x="86" y="273"/>
                      </a:cubicBezTo>
                      <a:cubicBezTo>
                        <a:pt x="84" y="279"/>
                        <a:pt x="77" y="274"/>
                        <a:pt x="73" y="280"/>
                      </a:cubicBezTo>
                      <a:cubicBezTo>
                        <a:pt x="69" y="285"/>
                        <a:pt x="63" y="290"/>
                        <a:pt x="64" y="295"/>
                      </a:cubicBezTo>
                      <a:cubicBezTo>
                        <a:pt x="66" y="299"/>
                        <a:pt x="69" y="299"/>
                        <a:pt x="64" y="303"/>
                      </a:cubicBezTo>
                      <a:cubicBezTo>
                        <a:pt x="59" y="307"/>
                        <a:pt x="56" y="314"/>
                        <a:pt x="51" y="315"/>
                      </a:cubicBezTo>
                      <a:cubicBezTo>
                        <a:pt x="46" y="316"/>
                        <a:pt x="39" y="319"/>
                        <a:pt x="37" y="316"/>
                      </a:cubicBezTo>
                      <a:cubicBezTo>
                        <a:pt x="34" y="314"/>
                        <a:pt x="32" y="324"/>
                        <a:pt x="30" y="326"/>
                      </a:cubicBezTo>
                      <a:cubicBezTo>
                        <a:pt x="28" y="328"/>
                        <a:pt x="25" y="319"/>
                        <a:pt x="23" y="316"/>
                      </a:cubicBezTo>
                      <a:cubicBezTo>
                        <a:pt x="20" y="312"/>
                        <a:pt x="13" y="315"/>
                        <a:pt x="10" y="314"/>
                      </a:cubicBezTo>
                      <a:cubicBezTo>
                        <a:pt x="8" y="313"/>
                        <a:pt x="6" y="307"/>
                        <a:pt x="3" y="304"/>
                      </a:cubicBezTo>
                      <a:cubicBezTo>
                        <a:pt x="0" y="301"/>
                        <a:pt x="1" y="294"/>
                        <a:pt x="3" y="292"/>
                      </a:cubicBezTo>
                      <a:cubicBezTo>
                        <a:pt x="5" y="289"/>
                        <a:pt x="8" y="286"/>
                        <a:pt x="6" y="279"/>
                      </a:cubicBezTo>
                      <a:cubicBezTo>
                        <a:pt x="4" y="272"/>
                        <a:pt x="3" y="257"/>
                        <a:pt x="9" y="254"/>
                      </a:cubicBezTo>
                      <a:cubicBezTo>
                        <a:pt x="14" y="251"/>
                        <a:pt x="28" y="254"/>
                        <a:pt x="34" y="254"/>
                      </a:cubicBezTo>
                      <a:cubicBezTo>
                        <a:pt x="41" y="254"/>
                        <a:pt x="52" y="257"/>
                        <a:pt x="54" y="253"/>
                      </a:cubicBezTo>
                      <a:cubicBezTo>
                        <a:pt x="57" y="246"/>
                        <a:pt x="58" y="239"/>
                        <a:pt x="58" y="232"/>
                      </a:cubicBezTo>
                      <a:close/>
                      <a:moveTo>
                        <a:pt x="268" y="100"/>
                      </a:moveTo>
                      <a:cubicBezTo>
                        <a:pt x="268" y="100"/>
                        <a:pt x="268" y="100"/>
                        <a:pt x="268" y="100"/>
                      </a:cubicBezTo>
                      <a:cubicBezTo>
                        <a:pt x="266" y="107"/>
                        <a:pt x="281" y="113"/>
                        <a:pt x="284" y="108"/>
                      </a:cubicBezTo>
                      <a:cubicBezTo>
                        <a:pt x="286" y="102"/>
                        <a:pt x="271" y="90"/>
                        <a:pt x="268" y="100"/>
                      </a:cubicBezTo>
                      <a:close/>
                      <a:moveTo>
                        <a:pt x="249" y="281"/>
                      </a:moveTo>
                      <a:cubicBezTo>
                        <a:pt x="249" y="281"/>
                        <a:pt x="249" y="281"/>
                        <a:pt x="249" y="281"/>
                      </a:cubicBezTo>
                      <a:cubicBezTo>
                        <a:pt x="250" y="284"/>
                        <a:pt x="256" y="277"/>
                        <a:pt x="260" y="277"/>
                      </a:cubicBezTo>
                      <a:cubicBezTo>
                        <a:pt x="265" y="277"/>
                        <a:pt x="275" y="279"/>
                        <a:pt x="277" y="274"/>
                      </a:cubicBezTo>
                      <a:cubicBezTo>
                        <a:pt x="280" y="268"/>
                        <a:pt x="289" y="268"/>
                        <a:pt x="296" y="269"/>
                      </a:cubicBezTo>
                      <a:cubicBezTo>
                        <a:pt x="304" y="271"/>
                        <a:pt x="310" y="277"/>
                        <a:pt x="315" y="278"/>
                      </a:cubicBezTo>
                      <a:cubicBezTo>
                        <a:pt x="320" y="279"/>
                        <a:pt x="333" y="277"/>
                        <a:pt x="338" y="276"/>
                      </a:cubicBezTo>
                      <a:cubicBezTo>
                        <a:pt x="342" y="274"/>
                        <a:pt x="341" y="264"/>
                        <a:pt x="334" y="259"/>
                      </a:cubicBezTo>
                      <a:cubicBezTo>
                        <a:pt x="326" y="254"/>
                        <a:pt x="320" y="245"/>
                        <a:pt x="314" y="242"/>
                      </a:cubicBezTo>
                      <a:cubicBezTo>
                        <a:pt x="307" y="239"/>
                        <a:pt x="305" y="236"/>
                        <a:pt x="309" y="235"/>
                      </a:cubicBezTo>
                      <a:cubicBezTo>
                        <a:pt x="313" y="233"/>
                        <a:pt x="318" y="227"/>
                        <a:pt x="312" y="227"/>
                      </a:cubicBezTo>
                      <a:cubicBezTo>
                        <a:pt x="306" y="227"/>
                        <a:pt x="301" y="230"/>
                        <a:pt x="301" y="233"/>
                      </a:cubicBezTo>
                      <a:cubicBezTo>
                        <a:pt x="300" y="237"/>
                        <a:pt x="297" y="242"/>
                        <a:pt x="295" y="243"/>
                      </a:cubicBezTo>
                      <a:cubicBezTo>
                        <a:pt x="292" y="245"/>
                        <a:pt x="287" y="251"/>
                        <a:pt x="285" y="246"/>
                      </a:cubicBezTo>
                      <a:cubicBezTo>
                        <a:pt x="284" y="242"/>
                        <a:pt x="277" y="228"/>
                        <a:pt x="275" y="227"/>
                      </a:cubicBezTo>
                      <a:cubicBezTo>
                        <a:pt x="272" y="227"/>
                        <a:pt x="267" y="227"/>
                        <a:pt x="264" y="235"/>
                      </a:cubicBezTo>
                      <a:cubicBezTo>
                        <a:pt x="261" y="242"/>
                        <a:pt x="257" y="250"/>
                        <a:pt x="253" y="253"/>
                      </a:cubicBezTo>
                      <a:cubicBezTo>
                        <a:pt x="250" y="256"/>
                        <a:pt x="246" y="265"/>
                        <a:pt x="249" y="266"/>
                      </a:cubicBezTo>
                      <a:cubicBezTo>
                        <a:pt x="252" y="268"/>
                        <a:pt x="249" y="281"/>
                        <a:pt x="249" y="281"/>
                      </a:cubicBezTo>
                      <a:close/>
                    </a:path>
                  </a:pathLst>
                </a:custGeom>
                <a:solidFill>
                  <a:srgbClr val="3D8DB9"/>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93" name="iSḻíḋé"/>
                <p:cNvSpPr/>
                <p:nvPr/>
              </p:nvSpPr>
              <p:spPr bwMode="auto">
                <a:xfrm>
                  <a:off x="10251460" y="3052856"/>
                  <a:ext cx="1317397" cy="941343"/>
                </a:xfrm>
                <a:custGeom>
                  <a:avLst/>
                  <a:gdLst>
                    <a:gd name="T0" fmla="*/ 0 w 712"/>
                    <a:gd name="T1" fmla="*/ 473 h 509"/>
                    <a:gd name="T2" fmla="*/ 14 w 712"/>
                    <a:gd name="T3" fmla="*/ 509 h 509"/>
                    <a:gd name="T4" fmla="*/ 208 w 712"/>
                    <a:gd name="T5" fmla="*/ 160 h 509"/>
                    <a:gd name="T6" fmla="*/ 210 w 712"/>
                    <a:gd name="T7" fmla="*/ 164 h 509"/>
                    <a:gd name="T8" fmla="*/ 0 w 712"/>
                    <a:gd name="T9" fmla="*/ 473 h 509"/>
                  </a:gdLst>
                  <a:ahLst/>
                  <a:cxnLst>
                    <a:cxn ang="0">
                      <a:pos x="T0" y="T1"/>
                    </a:cxn>
                    <a:cxn ang="0">
                      <a:pos x="T2" y="T3"/>
                    </a:cxn>
                    <a:cxn ang="0">
                      <a:pos x="T4" y="T5"/>
                    </a:cxn>
                    <a:cxn ang="0">
                      <a:pos x="T6" y="T7"/>
                    </a:cxn>
                    <a:cxn ang="0">
                      <a:pos x="T8" y="T9"/>
                    </a:cxn>
                  </a:cxnLst>
                  <a:rect l="0" t="0" r="r" b="b"/>
                  <a:pathLst>
                    <a:path w="712" h="509">
                      <a:moveTo>
                        <a:pt x="0" y="473"/>
                      </a:moveTo>
                      <a:cubicBezTo>
                        <a:pt x="14" y="509"/>
                        <a:pt x="14" y="509"/>
                        <a:pt x="14" y="509"/>
                      </a:cubicBezTo>
                      <a:cubicBezTo>
                        <a:pt x="283" y="426"/>
                        <a:pt x="712" y="0"/>
                        <a:pt x="208" y="160"/>
                      </a:cubicBezTo>
                      <a:cubicBezTo>
                        <a:pt x="209" y="162"/>
                        <a:pt x="210" y="163"/>
                        <a:pt x="210" y="164"/>
                      </a:cubicBezTo>
                      <a:cubicBezTo>
                        <a:pt x="492" y="69"/>
                        <a:pt x="349" y="314"/>
                        <a:pt x="0" y="473"/>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94" name="î$ľiḍe"/>
                <p:cNvSpPr/>
                <p:nvPr/>
              </p:nvSpPr>
              <p:spPr bwMode="auto">
                <a:xfrm>
                  <a:off x="10264719" y="3285479"/>
                  <a:ext cx="741262" cy="682202"/>
                </a:xfrm>
                <a:custGeom>
                  <a:avLst/>
                  <a:gdLst>
                    <a:gd name="T0" fmla="*/ 0 w 401"/>
                    <a:gd name="T1" fmla="*/ 366 h 369"/>
                    <a:gd name="T2" fmla="*/ 1 w 401"/>
                    <a:gd name="T3" fmla="*/ 369 h 369"/>
                    <a:gd name="T4" fmla="*/ 40 w 401"/>
                    <a:gd name="T5" fmla="*/ 353 h 369"/>
                    <a:gd name="T6" fmla="*/ 38 w 401"/>
                    <a:gd name="T7" fmla="*/ 351 h 369"/>
                    <a:gd name="T8" fmla="*/ 0 w 401"/>
                    <a:gd name="T9" fmla="*/ 366 h 369"/>
                    <a:gd name="T10" fmla="*/ 46 w 401"/>
                    <a:gd name="T11" fmla="*/ 350 h 369"/>
                    <a:gd name="T12" fmla="*/ 89 w 401"/>
                    <a:gd name="T13" fmla="*/ 330 h 369"/>
                    <a:gd name="T14" fmla="*/ 87 w 401"/>
                    <a:gd name="T15" fmla="*/ 327 h 369"/>
                    <a:gd name="T16" fmla="*/ 45 w 401"/>
                    <a:gd name="T17" fmla="*/ 348 h 369"/>
                    <a:gd name="T18" fmla="*/ 46 w 401"/>
                    <a:gd name="T19" fmla="*/ 350 h 369"/>
                    <a:gd name="T20" fmla="*/ 95 w 401"/>
                    <a:gd name="T21" fmla="*/ 326 h 369"/>
                    <a:gd name="T22" fmla="*/ 147 w 401"/>
                    <a:gd name="T23" fmla="*/ 297 h 369"/>
                    <a:gd name="T24" fmla="*/ 145 w 401"/>
                    <a:gd name="T25" fmla="*/ 295 h 369"/>
                    <a:gd name="T26" fmla="*/ 93 w 401"/>
                    <a:gd name="T27" fmla="*/ 324 h 369"/>
                    <a:gd name="T28" fmla="*/ 95 w 401"/>
                    <a:gd name="T29" fmla="*/ 326 h 369"/>
                    <a:gd name="T30" fmla="*/ 153 w 401"/>
                    <a:gd name="T31" fmla="*/ 293 h 369"/>
                    <a:gd name="T32" fmla="*/ 202 w 401"/>
                    <a:gd name="T33" fmla="*/ 260 h 369"/>
                    <a:gd name="T34" fmla="*/ 200 w 401"/>
                    <a:gd name="T35" fmla="*/ 258 h 369"/>
                    <a:gd name="T36" fmla="*/ 151 w 401"/>
                    <a:gd name="T37" fmla="*/ 291 h 369"/>
                    <a:gd name="T38" fmla="*/ 153 w 401"/>
                    <a:gd name="T39" fmla="*/ 293 h 369"/>
                    <a:gd name="T40" fmla="*/ 207 w 401"/>
                    <a:gd name="T41" fmla="*/ 256 h 369"/>
                    <a:gd name="T42" fmla="*/ 208 w 401"/>
                    <a:gd name="T43" fmla="*/ 256 h 369"/>
                    <a:gd name="T44" fmla="*/ 256 w 401"/>
                    <a:gd name="T45" fmla="*/ 219 h 369"/>
                    <a:gd name="T46" fmla="*/ 254 w 401"/>
                    <a:gd name="T47" fmla="*/ 217 h 369"/>
                    <a:gd name="T48" fmla="*/ 206 w 401"/>
                    <a:gd name="T49" fmla="*/ 253 h 369"/>
                    <a:gd name="T50" fmla="*/ 206 w 401"/>
                    <a:gd name="T51" fmla="*/ 254 h 369"/>
                    <a:gd name="T52" fmla="*/ 207 w 401"/>
                    <a:gd name="T53" fmla="*/ 256 h 369"/>
                    <a:gd name="T54" fmla="*/ 262 w 401"/>
                    <a:gd name="T55" fmla="*/ 214 h 369"/>
                    <a:gd name="T56" fmla="*/ 310 w 401"/>
                    <a:gd name="T57" fmla="*/ 173 h 369"/>
                    <a:gd name="T58" fmla="*/ 307 w 401"/>
                    <a:gd name="T59" fmla="*/ 172 h 369"/>
                    <a:gd name="T60" fmla="*/ 260 w 401"/>
                    <a:gd name="T61" fmla="*/ 212 h 369"/>
                    <a:gd name="T62" fmla="*/ 262 w 401"/>
                    <a:gd name="T63" fmla="*/ 214 h 369"/>
                    <a:gd name="T64" fmla="*/ 315 w 401"/>
                    <a:gd name="T65" fmla="*/ 168 h 369"/>
                    <a:gd name="T66" fmla="*/ 358 w 401"/>
                    <a:gd name="T67" fmla="*/ 124 h 369"/>
                    <a:gd name="T68" fmla="*/ 355 w 401"/>
                    <a:gd name="T69" fmla="*/ 124 h 369"/>
                    <a:gd name="T70" fmla="*/ 312 w 401"/>
                    <a:gd name="T71" fmla="*/ 167 h 369"/>
                    <a:gd name="T72" fmla="*/ 315 w 401"/>
                    <a:gd name="T73" fmla="*/ 168 h 369"/>
                    <a:gd name="T74" fmla="*/ 363 w 401"/>
                    <a:gd name="T75" fmla="*/ 118 h 369"/>
                    <a:gd name="T76" fmla="*/ 390 w 401"/>
                    <a:gd name="T77" fmla="*/ 78 h 369"/>
                    <a:gd name="T78" fmla="*/ 387 w 401"/>
                    <a:gd name="T79" fmla="*/ 78 h 369"/>
                    <a:gd name="T80" fmla="*/ 360 w 401"/>
                    <a:gd name="T81" fmla="*/ 118 h 369"/>
                    <a:gd name="T82" fmla="*/ 363 w 401"/>
                    <a:gd name="T83" fmla="*/ 118 h 369"/>
                    <a:gd name="T84" fmla="*/ 393 w 401"/>
                    <a:gd name="T85" fmla="*/ 71 h 369"/>
                    <a:gd name="T86" fmla="*/ 395 w 401"/>
                    <a:gd name="T87" fmla="*/ 68 h 369"/>
                    <a:gd name="T88" fmla="*/ 393 w 401"/>
                    <a:gd name="T89" fmla="*/ 27 h 369"/>
                    <a:gd name="T90" fmla="*/ 391 w 401"/>
                    <a:gd name="T91" fmla="*/ 28 h 369"/>
                    <a:gd name="T92" fmla="*/ 392 w 401"/>
                    <a:gd name="T93" fmla="*/ 67 h 369"/>
                    <a:gd name="T94" fmla="*/ 390 w 401"/>
                    <a:gd name="T95" fmla="*/ 71 h 369"/>
                    <a:gd name="T96" fmla="*/ 393 w 401"/>
                    <a:gd name="T97" fmla="*/ 71 h 369"/>
                    <a:gd name="T98" fmla="*/ 389 w 401"/>
                    <a:gd name="T99" fmla="*/ 21 h 369"/>
                    <a:gd name="T100" fmla="*/ 361 w 401"/>
                    <a:gd name="T101" fmla="*/ 5 h 369"/>
                    <a:gd name="T102" fmla="*/ 358 w 401"/>
                    <a:gd name="T103" fmla="*/ 7 h 369"/>
                    <a:gd name="T104" fmla="*/ 386 w 401"/>
                    <a:gd name="T105" fmla="*/ 23 h 369"/>
                    <a:gd name="T106" fmla="*/ 389 w 401"/>
                    <a:gd name="T107" fmla="*/ 21 h 369"/>
                    <a:gd name="T108" fmla="*/ 352 w 401"/>
                    <a:gd name="T109" fmla="*/ 2 h 369"/>
                    <a:gd name="T110" fmla="*/ 345 w 401"/>
                    <a:gd name="T111" fmla="*/ 1 h 369"/>
                    <a:gd name="T112" fmla="*/ 342 w 401"/>
                    <a:gd name="T113" fmla="*/ 0 h 369"/>
                    <a:gd name="T114" fmla="*/ 330 w 401"/>
                    <a:gd name="T115" fmla="*/ 2 h 369"/>
                    <a:gd name="T116" fmla="*/ 344 w 401"/>
                    <a:gd name="T117" fmla="*/ 4 h 369"/>
                    <a:gd name="T118" fmla="*/ 348 w 401"/>
                    <a:gd name="T119" fmla="*/ 4 h 369"/>
                    <a:gd name="T120" fmla="*/ 352 w 401"/>
                    <a:gd name="T121" fmla="*/ 2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01" h="369">
                      <a:moveTo>
                        <a:pt x="0" y="366"/>
                      </a:moveTo>
                      <a:cubicBezTo>
                        <a:pt x="1" y="369"/>
                        <a:pt x="1" y="369"/>
                        <a:pt x="1" y="369"/>
                      </a:cubicBezTo>
                      <a:cubicBezTo>
                        <a:pt x="8" y="366"/>
                        <a:pt x="21" y="361"/>
                        <a:pt x="40" y="353"/>
                      </a:cubicBezTo>
                      <a:cubicBezTo>
                        <a:pt x="38" y="351"/>
                        <a:pt x="38" y="351"/>
                        <a:pt x="38" y="351"/>
                      </a:cubicBezTo>
                      <a:cubicBezTo>
                        <a:pt x="20" y="359"/>
                        <a:pt x="7" y="364"/>
                        <a:pt x="0" y="366"/>
                      </a:cubicBezTo>
                      <a:close/>
                      <a:moveTo>
                        <a:pt x="46" y="350"/>
                      </a:moveTo>
                      <a:cubicBezTo>
                        <a:pt x="59" y="345"/>
                        <a:pt x="73" y="338"/>
                        <a:pt x="89" y="330"/>
                      </a:cubicBezTo>
                      <a:cubicBezTo>
                        <a:pt x="87" y="327"/>
                        <a:pt x="87" y="327"/>
                        <a:pt x="87" y="327"/>
                      </a:cubicBezTo>
                      <a:cubicBezTo>
                        <a:pt x="71" y="335"/>
                        <a:pt x="57" y="342"/>
                        <a:pt x="45" y="348"/>
                      </a:cubicBezTo>
                      <a:cubicBezTo>
                        <a:pt x="46" y="350"/>
                        <a:pt x="46" y="350"/>
                        <a:pt x="46" y="350"/>
                      </a:cubicBezTo>
                      <a:close/>
                      <a:moveTo>
                        <a:pt x="95" y="326"/>
                      </a:moveTo>
                      <a:cubicBezTo>
                        <a:pt x="112" y="318"/>
                        <a:pt x="129" y="308"/>
                        <a:pt x="147" y="297"/>
                      </a:cubicBezTo>
                      <a:cubicBezTo>
                        <a:pt x="145" y="295"/>
                        <a:pt x="145" y="295"/>
                        <a:pt x="145" y="295"/>
                      </a:cubicBezTo>
                      <a:cubicBezTo>
                        <a:pt x="127" y="306"/>
                        <a:pt x="110" y="316"/>
                        <a:pt x="93" y="324"/>
                      </a:cubicBezTo>
                      <a:cubicBezTo>
                        <a:pt x="95" y="326"/>
                        <a:pt x="95" y="326"/>
                        <a:pt x="95" y="326"/>
                      </a:cubicBezTo>
                      <a:close/>
                      <a:moveTo>
                        <a:pt x="153" y="293"/>
                      </a:moveTo>
                      <a:cubicBezTo>
                        <a:pt x="169" y="283"/>
                        <a:pt x="185" y="272"/>
                        <a:pt x="202" y="260"/>
                      </a:cubicBezTo>
                      <a:cubicBezTo>
                        <a:pt x="200" y="258"/>
                        <a:pt x="200" y="258"/>
                        <a:pt x="200" y="258"/>
                      </a:cubicBezTo>
                      <a:cubicBezTo>
                        <a:pt x="183" y="270"/>
                        <a:pt x="167" y="281"/>
                        <a:pt x="151" y="291"/>
                      </a:cubicBezTo>
                      <a:cubicBezTo>
                        <a:pt x="153" y="293"/>
                        <a:pt x="153" y="293"/>
                        <a:pt x="153" y="293"/>
                      </a:cubicBezTo>
                      <a:close/>
                      <a:moveTo>
                        <a:pt x="207" y="256"/>
                      </a:moveTo>
                      <a:cubicBezTo>
                        <a:pt x="208" y="256"/>
                        <a:pt x="208" y="256"/>
                        <a:pt x="208" y="256"/>
                      </a:cubicBezTo>
                      <a:cubicBezTo>
                        <a:pt x="226" y="243"/>
                        <a:pt x="242" y="230"/>
                        <a:pt x="256" y="219"/>
                      </a:cubicBezTo>
                      <a:cubicBezTo>
                        <a:pt x="254" y="217"/>
                        <a:pt x="254" y="217"/>
                        <a:pt x="254" y="217"/>
                      </a:cubicBezTo>
                      <a:cubicBezTo>
                        <a:pt x="240" y="228"/>
                        <a:pt x="224" y="241"/>
                        <a:pt x="206" y="253"/>
                      </a:cubicBezTo>
                      <a:cubicBezTo>
                        <a:pt x="206" y="254"/>
                        <a:pt x="206" y="254"/>
                        <a:pt x="206" y="254"/>
                      </a:cubicBezTo>
                      <a:cubicBezTo>
                        <a:pt x="207" y="256"/>
                        <a:pt x="207" y="256"/>
                        <a:pt x="207" y="256"/>
                      </a:cubicBezTo>
                      <a:close/>
                      <a:moveTo>
                        <a:pt x="262" y="214"/>
                      </a:moveTo>
                      <a:cubicBezTo>
                        <a:pt x="280" y="200"/>
                        <a:pt x="296" y="186"/>
                        <a:pt x="310" y="173"/>
                      </a:cubicBezTo>
                      <a:cubicBezTo>
                        <a:pt x="307" y="172"/>
                        <a:pt x="307" y="172"/>
                        <a:pt x="307" y="172"/>
                      </a:cubicBezTo>
                      <a:cubicBezTo>
                        <a:pt x="293" y="185"/>
                        <a:pt x="277" y="198"/>
                        <a:pt x="260" y="212"/>
                      </a:cubicBezTo>
                      <a:cubicBezTo>
                        <a:pt x="262" y="214"/>
                        <a:pt x="262" y="214"/>
                        <a:pt x="262" y="214"/>
                      </a:cubicBezTo>
                      <a:close/>
                      <a:moveTo>
                        <a:pt x="315" y="168"/>
                      </a:moveTo>
                      <a:cubicBezTo>
                        <a:pt x="333" y="152"/>
                        <a:pt x="347" y="138"/>
                        <a:pt x="358" y="124"/>
                      </a:cubicBezTo>
                      <a:cubicBezTo>
                        <a:pt x="355" y="124"/>
                        <a:pt x="355" y="124"/>
                        <a:pt x="355" y="124"/>
                      </a:cubicBezTo>
                      <a:cubicBezTo>
                        <a:pt x="344" y="137"/>
                        <a:pt x="330" y="151"/>
                        <a:pt x="312" y="167"/>
                      </a:cubicBezTo>
                      <a:cubicBezTo>
                        <a:pt x="315" y="168"/>
                        <a:pt x="315" y="168"/>
                        <a:pt x="315" y="168"/>
                      </a:cubicBezTo>
                      <a:close/>
                      <a:moveTo>
                        <a:pt x="363" y="118"/>
                      </a:moveTo>
                      <a:cubicBezTo>
                        <a:pt x="376" y="103"/>
                        <a:pt x="385" y="90"/>
                        <a:pt x="390" y="78"/>
                      </a:cubicBezTo>
                      <a:cubicBezTo>
                        <a:pt x="387" y="78"/>
                        <a:pt x="387" y="78"/>
                        <a:pt x="387" y="78"/>
                      </a:cubicBezTo>
                      <a:cubicBezTo>
                        <a:pt x="381" y="90"/>
                        <a:pt x="373" y="103"/>
                        <a:pt x="360" y="118"/>
                      </a:cubicBezTo>
                      <a:cubicBezTo>
                        <a:pt x="363" y="118"/>
                        <a:pt x="363" y="118"/>
                        <a:pt x="363" y="118"/>
                      </a:cubicBezTo>
                      <a:close/>
                      <a:moveTo>
                        <a:pt x="393" y="71"/>
                      </a:moveTo>
                      <a:cubicBezTo>
                        <a:pt x="394" y="70"/>
                        <a:pt x="394" y="69"/>
                        <a:pt x="395" y="68"/>
                      </a:cubicBezTo>
                      <a:cubicBezTo>
                        <a:pt x="401" y="51"/>
                        <a:pt x="400" y="37"/>
                        <a:pt x="393" y="27"/>
                      </a:cubicBezTo>
                      <a:cubicBezTo>
                        <a:pt x="391" y="28"/>
                        <a:pt x="391" y="28"/>
                        <a:pt x="391" y="28"/>
                      </a:cubicBezTo>
                      <a:cubicBezTo>
                        <a:pt x="397" y="38"/>
                        <a:pt x="398" y="50"/>
                        <a:pt x="392" y="67"/>
                      </a:cubicBezTo>
                      <a:cubicBezTo>
                        <a:pt x="391" y="68"/>
                        <a:pt x="391" y="70"/>
                        <a:pt x="390" y="71"/>
                      </a:cubicBezTo>
                      <a:cubicBezTo>
                        <a:pt x="393" y="71"/>
                        <a:pt x="393" y="71"/>
                        <a:pt x="393" y="71"/>
                      </a:cubicBezTo>
                      <a:close/>
                      <a:moveTo>
                        <a:pt x="389" y="21"/>
                      </a:moveTo>
                      <a:cubicBezTo>
                        <a:pt x="382" y="14"/>
                        <a:pt x="373" y="9"/>
                        <a:pt x="361" y="5"/>
                      </a:cubicBezTo>
                      <a:cubicBezTo>
                        <a:pt x="358" y="7"/>
                        <a:pt x="358" y="7"/>
                        <a:pt x="358" y="7"/>
                      </a:cubicBezTo>
                      <a:cubicBezTo>
                        <a:pt x="370" y="10"/>
                        <a:pt x="380" y="15"/>
                        <a:pt x="386" y="23"/>
                      </a:cubicBezTo>
                      <a:cubicBezTo>
                        <a:pt x="389" y="21"/>
                        <a:pt x="389" y="21"/>
                        <a:pt x="389" y="21"/>
                      </a:cubicBezTo>
                      <a:close/>
                      <a:moveTo>
                        <a:pt x="352" y="2"/>
                      </a:moveTo>
                      <a:cubicBezTo>
                        <a:pt x="350" y="2"/>
                        <a:pt x="347" y="1"/>
                        <a:pt x="345" y="1"/>
                      </a:cubicBezTo>
                      <a:cubicBezTo>
                        <a:pt x="344" y="0"/>
                        <a:pt x="343" y="0"/>
                        <a:pt x="342" y="0"/>
                      </a:cubicBezTo>
                      <a:cubicBezTo>
                        <a:pt x="338" y="1"/>
                        <a:pt x="334" y="1"/>
                        <a:pt x="330" y="2"/>
                      </a:cubicBezTo>
                      <a:cubicBezTo>
                        <a:pt x="335" y="2"/>
                        <a:pt x="340" y="3"/>
                        <a:pt x="344" y="4"/>
                      </a:cubicBezTo>
                      <a:cubicBezTo>
                        <a:pt x="346" y="4"/>
                        <a:pt x="347" y="4"/>
                        <a:pt x="348" y="4"/>
                      </a:cubicBezTo>
                      <a:lnTo>
                        <a:pt x="352" y="2"/>
                      </a:lnTo>
                      <a:close/>
                    </a:path>
                  </a:pathLst>
                </a:custGeom>
                <a:solidFill>
                  <a:srgbClr val="E6E7E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95" name="iṩľíḓè"/>
                <p:cNvSpPr/>
                <p:nvPr/>
              </p:nvSpPr>
              <p:spPr bwMode="auto">
                <a:xfrm>
                  <a:off x="10168294" y="3812198"/>
                  <a:ext cx="107272" cy="174769"/>
                </a:xfrm>
                <a:custGeom>
                  <a:avLst/>
                  <a:gdLst>
                    <a:gd name="T0" fmla="*/ 58 w 58"/>
                    <a:gd name="T1" fmla="*/ 29 h 94"/>
                    <a:gd name="T2" fmla="*/ 29 w 58"/>
                    <a:gd name="T3" fmla="*/ 0 h 94"/>
                    <a:gd name="T4" fmla="*/ 0 w 58"/>
                    <a:gd name="T5" fmla="*/ 29 h 94"/>
                    <a:gd name="T6" fmla="*/ 4 w 58"/>
                    <a:gd name="T7" fmla="*/ 43 h 94"/>
                    <a:gd name="T8" fmla="*/ 4 w 58"/>
                    <a:gd name="T9" fmla="*/ 43 h 94"/>
                    <a:gd name="T10" fmla="*/ 29 w 58"/>
                    <a:gd name="T11" fmla="*/ 94 h 94"/>
                    <a:gd name="T12" fmla="*/ 54 w 58"/>
                    <a:gd name="T13" fmla="*/ 43 h 94"/>
                    <a:gd name="T14" fmla="*/ 54 w 58"/>
                    <a:gd name="T15" fmla="*/ 43 h 94"/>
                    <a:gd name="T16" fmla="*/ 58 w 58"/>
                    <a:gd name="T17" fmla="*/ 29 h 94"/>
                    <a:gd name="T18" fmla="*/ 29 w 58"/>
                    <a:gd name="T19" fmla="*/ 43 h 94"/>
                    <a:gd name="T20" fmla="*/ 29 w 58"/>
                    <a:gd name="T21" fmla="*/ 43 h 94"/>
                    <a:gd name="T22" fmla="*/ 15 w 58"/>
                    <a:gd name="T23" fmla="*/ 29 h 94"/>
                    <a:gd name="T24" fmla="*/ 29 w 58"/>
                    <a:gd name="T25" fmla="*/ 15 h 94"/>
                    <a:gd name="T26" fmla="*/ 44 w 58"/>
                    <a:gd name="T27" fmla="*/ 29 h 94"/>
                    <a:gd name="T28" fmla="*/ 29 w 58"/>
                    <a:gd name="T29" fmla="*/ 4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 h="94">
                      <a:moveTo>
                        <a:pt x="58" y="29"/>
                      </a:moveTo>
                      <a:cubicBezTo>
                        <a:pt x="58" y="13"/>
                        <a:pt x="45" y="0"/>
                        <a:pt x="29" y="0"/>
                      </a:cubicBezTo>
                      <a:cubicBezTo>
                        <a:pt x="13" y="0"/>
                        <a:pt x="0" y="13"/>
                        <a:pt x="0" y="29"/>
                      </a:cubicBezTo>
                      <a:cubicBezTo>
                        <a:pt x="0" y="34"/>
                        <a:pt x="2" y="39"/>
                        <a:pt x="4" y="43"/>
                      </a:cubicBezTo>
                      <a:cubicBezTo>
                        <a:pt x="4" y="43"/>
                        <a:pt x="4" y="43"/>
                        <a:pt x="4" y="43"/>
                      </a:cubicBezTo>
                      <a:cubicBezTo>
                        <a:pt x="29" y="94"/>
                        <a:pt x="29" y="94"/>
                        <a:pt x="29" y="94"/>
                      </a:cubicBezTo>
                      <a:cubicBezTo>
                        <a:pt x="54" y="43"/>
                        <a:pt x="54" y="43"/>
                        <a:pt x="54" y="43"/>
                      </a:cubicBezTo>
                      <a:cubicBezTo>
                        <a:pt x="54" y="43"/>
                        <a:pt x="54" y="43"/>
                        <a:pt x="54" y="43"/>
                      </a:cubicBezTo>
                      <a:cubicBezTo>
                        <a:pt x="57" y="39"/>
                        <a:pt x="58" y="34"/>
                        <a:pt x="58" y="29"/>
                      </a:cubicBezTo>
                      <a:close/>
                      <a:moveTo>
                        <a:pt x="29" y="43"/>
                      </a:moveTo>
                      <a:cubicBezTo>
                        <a:pt x="29" y="43"/>
                        <a:pt x="29" y="43"/>
                        <a:pt x="29" y="43"/>
                      </a:cubicBezTo>
                      <a:cubicBezTo>
                        <a:pt x="21" y="43"/>
                        <a:pt x="15" y="37"/>
                        <a:pt x="15" y="29"/>
                      </a:cubicBezTo>
                      <a:cubicBezTo>
                        <a:pt x="15" y="21"/>
                        <a:pt x="21" y="15"/>
                        <a:pt x="29" y="15"/>
                      </a:cubicBezTo>
                      <a:cubicBezTo>
                        <a:pt x="37" y="15"/>
                        <a:pt x="44" y="21"/>
                        <a:pt x="44" y="29"/>
                      </a:cubicBezTo>
                      <a:cubicBezTo>
                        <a:pt x="44" y="37"/>
                        <a:pt x="37" y="43"/>
                        <a:pt x="29" y="43"/>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32500" lnSpcReduction="20000"/>
                </a:bodyPr>
                <a:lstStyle/>
                <a:p>
                  <a:pPr algn="ctr"/>
                </a:p>
              </p:txBody>
            </p:sp>
            <p:sp>
              <p:nvSpPr>
                <p:cNvPr id="96" name="î$ḷïḋé"/>
                <p:cNvSpPr/>
                <p:nvPr/>
              </p:nvSpPr>
              <p:spPr bwMode="auto">
                <a:xfrm>
                  <a:off x="9208873" y="4783673"/>
                  <a:ext cx="1471676" cy="1775413"/>
                </a:xfrm>
                <a:custGeom>
                  <a:avLst/>
                  <a:gdLst>
                    <a:gd name="T0" fmla="*/ 300 w 796"/>
                    <a:gd name="T1" fmla="*/ 32 h 960"/>
                    <a:gd name="T2" fmla="*/ 70 w 796"/>
                    <a:gd name="T3" fmla="*/ 159 h 960"/>
                    <a:gd name="T4" fmla="*/ 25 w 796"/>
                    <a:gd name="T5" fmla="*/ 261 h 960"/>
                    <a:gd name="T6" fmla="*/ 380 w 796"/>
                    <a:gd name="T7" fmla="*/ 916 h 960"/>
                    <a:gd name="T8" fmla="*/ 497 w 796"/>
                    <a:gd name="T9" fmla="*/ 931 h 960"/>
                    <a:gd name="T10" fmla="*/ 726 w 796"/>
                    <a:gd name="T11" fmla="*/ 804 h 960"/>
                    <a:gd name="T12" fmla="*/ 771 w 796"/>
                    <a:gd name="T13" fmla="*/ 700 h 960"/>
                    <a:gd name="T14" fmla="*/ 417 w 796"/>
                    <a:gd name="T15" fmla="*/ 45 h 960"/>
                    <a:gd name="T16" fmla="*/ 300 w 796"/>
                    <a:gd name="T17" fmla="*/ 32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6" h="960">
                      <a:moveTo>
                        <a:pt x="300" y="32"/>
                      </a:moveTo>
                      <a:cubicBezTo>
                        <a:pt x="70" y="159"/>
                        <a:pt x="70" y="159"/>
                        <a:pt x="70" y="159"/>
                      </a:cubicBezTo>
                      <a:cubicBezTo>
                        <a:pt x="26" y="184"/>
                        <a:pt x="0" y="217"/>
                        <a:pt x="25" y="261"/>
                      </a:cubicBezTo>
                      <a:cubicBezTo>
                        <a:pt x="380" y="916"/>
                        <a:pt x="380" y="916"/>
                        <a:pt x="380" y="916"/>
                      </a:cubicBezTo>
                      <a:cubicBezTo>
                        <a:pt x="404" y="960"/>
                        <a:pt x="452" y="956"/>
                        <a:pt x="497" y="931"/>
                      </a:cubicBezTo>
                      <a:cubicBezTo>
                        <a:pt x="726" y="804"/>
                        <a:pt x="726" y="804"/>
                        <a:pt x="726" y="804"/>
                      </a:cubicBezTo>
                      <a:cubicBezTo>
                        <a:pt x="771" y="780"/>
                        <a:pt x="796" y="744"/>
                        <a:pt x="771" y="700"/>
                      </a:cubicBezTo>
                      <a:cubicBezTo>
                        <a:pt x="417" y="45"/>
                        <a:pt x="417" y="45"/>
                        <a:pt x="417" y="45"/>
                      </a:cubicBezTo>
                      <a:cubicBezTo>
                        <a:pt x="392" y="0"/>
                        <a:pt x="345" y="8"/>
                        <a:pt x="300" y="32"/>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97" name="iṡḷíḑé"/>
                <p:cNvSpPr/>
                <p:nvPr/>
              </p:nvSpPr>
              <p:spPr bwMode="auto">
                <a:xfrm>
                  <a:off x="9502967" y="4939156"/>
                  <a:ext cx="247088" cy="149458"/>
                </a:xfrm>
                <a:custGeom>
                  <a:avLst/>
                  <a:gdLst>
                    <a:gd name="T0" fmla="*/ 123 w 134"/>
                    <a:gd name="T1" fmla="*/ 2 h 81"/>
                    <a:gd name="T2" fmla="*/ 4 w 134"/>
                    <a:gd name="T3" fmla="*/ 67 h 81"/>
                    <a:gd name="T4" fmla="*/ 2 w 134"/>
                    <a:gd name="T5" fmla="*/ 76 h 81"/>
                    <a:gd name="T6" fmla="*/ 2 w 134"/>
                    <a:gd name="T7" fmla="*/ 76 h 81"/>
                    <a:gd name="T8" fmla="*/ 11 w 134"/>
                    <a:gd name="T9" fmla="*/ 79 h 81"/>
                    <a:gd name="T10" fmla="*/ 129 w 134"/>
                    <a:gd name="T11" fmla="*/ 13 h 81"/>
                    <a:gd name="T12" fmla="*/ 132 w 134"/>
                    <a:gd name="T13" fmla="*/ 4 h 81"/>
                    <a:gd name="T14" fmla="*/ 132 w 134"/>
                    <a:gd name="T15" fmla="*/ 4 h 81"/>
                    <a:gd name="T16" fmla="*/ 123 w 134"/>
                    <a:gd name="T1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81">
                      <a:moveTo>
                        <a:pt x="123" y="2"/>
                      </a:moveTo>
                      <a:cubicBezTo>
                        <a:pt x="4" y="67"/>
                        <a:pt x="4" y="67"/>
                        <a:pt x="4" y="67"/>
                      </a:cubicBezTo>
                      <a:cubicBezTo>
                        <a:pt x="1" y="69"/>
                        <a:pt x="0" y="73"/>
                        <a:pt x="2" y="76"/>
                      </a:cubicBezTo>
                      <a:cubicBezTo>
                        <a:pt x="2" y="76"/>
                        <a:pt x="2" y="76"/>
                        <a:pt x="2" y="76"/>
                      </a:cubicBezTo>
                      <a:cubicBezTo>
                        <a:pt x="3" y="79"/>
                        <a:pt x="7" y="81"/>
                        <a:pt x="11" y="79"/>
                      </a:cubicBezTo>
                      <a:cubicBezTo>
                        <a:pt x="129" y="13"/>
                        <a:pt x="129" y="13"/>
                        <a:pt x="129" y="13"/>
                      </a:cubicBezTo>
                      <a:cubicBezTo>
                        <a:pt x="133" y="11"/>
                        <a:pt x="134" y="7"/>
                        <a:pt x="132" y="4"/>
                      </a:cubicBezTo>
                      <a:cubicBezTo>
                        <a:pt x="132" y="4"/>
                        <a:pt x="132" y="4"/>
                        <a:pt x="132" y="4"/>
                      </a:cubicBezTo>
                      <a:cubicBezTo>
                        <a:pt x="130" y="1"/>
                        <a:pt x="126" y="0"/>
                        <a:pt x="123" y="2"/>
                      </a:cubicBezTo>
                      <a:close/>
                    </a:path>
                  </a:pathLst>
                </a:custGeom>
                <a:solidFill>
                  <a:srgbClr val="59595C"/>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98" name="îSļídé"/>
                <p:cNvSpPr/>
                <p:nvPr/>
              </p:nvSpPr>
              <p:spPr bwMode="auto">
                <a:xfrm>
                  <a:off x="9421006" y="5081382"/>
                  <a:ext cx="59060" cy="61471"/>
                </a:xfrm>
                <a:custGeom>
                  <a:avLst/>
                  <a:gdLst>
                    <a:gd name="T0" fmla="*/ 9 w 32"/>
                    <a:gd name="T1" fmla="*/ 4 h 33"/>
                    <a:gd name="T2" fmla="*/ 3 w 32"/>
                    <a:gd name="T3" fmla="*/ 23 h 33"/>
                    <a:gd name="T4" fmla="*/ 23 w 32"/>
                    <a:gd name="T5" fmla="*/ 29 h 33"/>
                    <a:gd name="T6" fmla="*/ 28 w 32"/>
                    <a:gd name="T7" fmla="*/ 10 h 33"/>
                    <a:gd name="T8" fmla="*/ 9 w 32"/>
                    <a:gd name="T9" fmla="*/ 4 h 33"/>
                  </a:gdLst>
                  <a:ahLst/>
                  <a:cxnLst>
                    <a:cxn ang="0">
                      <a:pos x="T0" y="T1"/>
                    </a:cxn>
                    <a:cxn ang="0">
                      <a:pos x="T2" y="T3"/>
                    </a:cxn>
                    <a:cxn ang="0">
                      <a:pos x="T4" y="T5"/>
                    </a:cxn>
                    <a:cxn ang="0">
                      <a:pos x="T6" y="T7"/>
                    </a:cxn>
                    <a:cxn ang="0">
                      <a:pos x="T8" y="T9"/>
                    </a:cxn>
                  </a:cxnLst>
                  <a:rect l="0" t="0" r="r" b="b"/>
                  <a:pathLst>
                    <a:path w="32" h="33">
                      <a:moveTo>
                        <a:pt x="9" y="4"/>
                      </a:moveTo>
                      <a:cubicBezTo>
                        <a:pt x="2" y="8"/>
                        <a:pt x="0" y="16"/>
                        <a:pt x="3" y="23"/>
                      </a:cubicBezTo>
                      <a:cubicBezTo>
                        <a:pt x="7" y="30"/>
                        <a:pt x="16" y="33"/>
                        <a:pt x="23" y="29"/>
                      </a:cubicBezTo>
                      <a:cubicBezTo>
                        <a:pt x="29" y="25"/>
                        <a:pt x="32" y="16"/>
                        <a:pt x="28" y="10"/>
                      </a:cubicBezTo>
                      <a:cubicBezTo>
                        <a:pt x="24" y="3"/>
                        <a:pt x="16" y="0"/>
                        <a:pt x="9" y="4"/>
                      </a:cubicBezTo>
                      <a:close/>
                    </a:path>
                  </a:pathLst>
                </a:custGeom>
                <a:solidFill>
                  <a:srgbClr val="59595C"/>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99" name="íślíďe"/>
                <p:cNvSpPr/>
                <p:nvPr/>
              </p:nvSpPr>
              <p:spPr bwMode="auto">
                <a:xfrm>
                  <a:off x="8155437" y="3655508"/>
                  <a:ext cx="1760949" cy="1592207"/>
                </a:xfrm>
                <a:custGeom>
                  <a:avLst/>
                  <a:gdLst>
                    <a:gd name="T0" fmla="*/ 149 w 952"/>
                    <a:gd name="T1" fmla="*/ 122 h 861"/>
                    <a:gd name="T2" fmla="*/ 150 w 952"/>
                    <a:gd name="T3" fmla="*/ 163 h 861"/>
                    <a:gd name="T4" fmla="*/ 952 w 952"/>
                    <a:gd name="T5" fmla="*/ 683 h 861"/>
                    <a:gd name="T6" fmla="*/ 629 w 952"/>
                    <a:gd name="T7" fmla="*/ 861 h 861"/>
                    <a:gd name="T8" fmla="*/ 149 w 952"/>
                    <a:gd name="T9" fmla="*/ 122 h 861"/>
                  </a:gdLst>
                  <a:ahLst/>
                  <a:cxnLst>
                    <a:cxn ang="0">
                      <a:pos x="T0" y="T1"/>
                    </a:cxn>
                    <a:cxn ang="0">
                      <a:pos x="T2" y="T3"/>
                    </a:cxn>
                    <a:cxn ang="0">
                      <a:pos x="T4" y="T5"/>
                    </a:cxn>
                    <a:cxn ang="0">
                      <a:pos x="T6" y="T7"/>
                    </a:cxn>
                    <a:cxn ang="0">
                      <a:pos x="T8" y="T9"/>
                    </a:cxn>
                  </a:cxnLst>
                  <a:rect l="0" t="0" r="r" b="b"/>
                  <a:pathLst>
                    <a:path w="952" h="861">
                      <a:moveTo>
                        <a:pt x="149" y="122"/>
                      </a:moveTo>
                      <a:cubicBezTo>
                        <a:pt x="150" y="163"/>
                        <a:pt x="150" y="163"/>
                        <a:pt x="150" y="163"/>
                      </a:cubicBezTo>
                      <a:cubicBezTo>
                        <a:pt x="197" y="715"/>
                        <a:pt x="657" y="0"/>
                        <a:pt x="952" y="683"/>
                      </a:cubicBezTo>
                      <a:cubicBezTo>
                        <a:pt x="629" y="861"/>
                        <a:pt x="629" y="861"/>
                        <a:pt x="629" y="861"/>
                      </a:cubicBezTo>
                      <a:cubicBezTo>
                        <a:pt x="637" y="224"/>
                        <a:pt x="0" y="757"/>
                        <a:pt x="149" y="122"/>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00" name="işľídè"/>
                <p:cNvSpPr/>
                <p:nvPr/>
              </p:nvSpPr>
              <p:spPr bwMode="auto">
                <a:xfrm>
                  <a:off x="8414577" y="3929112"/>
                  <a:ext cx="1254722" cy="1252311"/>
                </a:xfrm>
                <a:custGeom>
                  <a:avLst/>
                  <a:gdLst>
                    <a:gd name="T0" fmla="*/ 0 w 678"/>
                    <a:gd name="T1" fmla="*/ 1 h 677"/>
                    <a:gd name="T2" fmla="*/ 1 w 678"/>
                    <a:gd name="T3" fmla="*/ 0 h 677"/>
                    <a:gd name="T4" fmla="*/ 1 w 678"/>
                    <a:gd name="T5" fmla="*/ 29 h 677"/>
                    <a:gd name="T6" fmla="*/ 0 w 678"/>
                    <a:gd name="T7" fmla="*/ 30 h 677"/>
                    <a:gd name="T8" fmla="*/ 0 w 678"/>
                    <a:gd name="T9" fmla="*/ 1 h 677"/>
                    <a:gd name="T10" fmla="*/ 2 w 678"/>
                    <a:gd name="T11" fmla="*/ 42 h 677"/>
                    <a:gd name="T12" fmla="*/ 5 w 678"/>
                    <a:gd name="T13" fmla="*/ 79 h 677"/>
                    <a:gd name="T14" fmla="*/ 4 w 678"/>
                    <a:gd name="T15" fmla="*/ 80 h 677"/>
                    <a:gd name="T16" fmla="*/ 1 w 678"/>
                    <a:gd name="T17" fmla="*/ 43 h 677"/>
                    <a:gd name="T18" fmla="*/ 2 w 678"/>
                    <a:gd name="T19" fmla="*/ 42 h 677"/>
                    <a:gd name="T20" fmla="*/ 6 w 678"/>
                    <a:gd name="T21" fmla="*/ 92 h 677"/>
                    <a:gd name="T22" fmla="*/ 13 w 678"/>
                    <a:gd name="T23" fmla="*/ 135 h 677"/>
                    <a:gd name="T24" fmla="*/ 12 w 678"/>
                    <a:gd name="T25" fmla="*/ 136 h 677"/>
                    <a:gd name="T26" fmla="*/ 5 w 678"/>
                    <a:gd name="T27" fmla="*/ 93 h 677"/>
                    <a:gd name="T28" fmla="*/ 6 w 678"/>
                    <a:gd name="T29" fmla="*/ 92 h 677"/>
                    <a:gd name="T30" fmla="*/ 16 w 678"/>
                    <a:gd name="T31" fmla="*/ 146 h 677"/>
                    <a:gd name="T32" fmla="*/ 33 w 678"/>
                    <a:gd name="T33" fmla="*/ 195 h 677"/>
                    <a:gd name="T34" fmla="*/ 31 w 678"/>
                    <a:gd name="T35" fmla="*/ 198 h 677"/>
                    <a:gd name="T36" fmla="*/ 15 w 678"/>
                    <a:gd name="T37" fmla="*/ 148 h 677"/>
                    <a:gd name="T38" fmla="*/ 16 w 678"/>
                    <a:gd name="T39" fmla="*/ 146 h 677"/>
                    <a:gd name="T40" fmla="*/ 38 w 678"/>
                    <a:gd name="T41" fmla="*/ 205 h 677"/>
                    <a:gd name="T42" fmla="*/ 97 w 678"/>
                    <a:gd name="T43" fmla="*/ 266 h 677"/>
                    <a:gd name="T44" fmla="*/ 93 w 678"/>
                    <a:gd name="T45" fmla="*/ 274 h 677"/>
                    <a:gd name="T46" fmla="*/ 36 w 678"/>
                    <a:gd name="T47" fmla="*/ 208 h 677"/>
                    <a:gd name="T48" fmla="*/ 38 w 678"/>
                    <a:gd name="T49" fmla="*/ 205 h 677"/>
                    <a:gd name="T50" fmla="*/ 105 w 678"/>
                    <a:gd name="T51" fmla="*/ 271 h 677"/>
                    <a:gd name="T52" fmla="*/ 217 w 678"/>
                    <a:gd name="T53" fmla="*/ 289 h 677"/>
                    <a:gd name="T54" fmla="*/ 211 w 678"/>
                    <a:gd name="T55" fmla="*/ 302 h 677"/>
                    <a:gd name="T56" fmla="*/ 101 w 678"/>
                    <a:gd name="T57" fmla="*/ 279 h 677"/>
                    <a:gd name="T58" fmla="*/ 105 w 678"/>
                    <a:gd name="T59" fmla="*/ 271 h 677"/>
                    <a:gd name="T60" fmla="*/ 228 w 678"/>
                    <a:gd name="T61" fmla="*/ 289 h 677"/>
                    <a:gd name="T62" fmla="*/ 409 w 678"/>
                    <a:gd name="T63" fmla="*/ 297 h 677"/>
                    <a:gd name="T64" fmla="*/ 400 w 678"/>
                    <a:gd name="T65" fmla="*/ 311 h 677"/>
                    <a:gd name="T66" fmla="*/ 221 w 678"/>
                    <a:gd name="T67" fmla="*/ 303 h 677"/>
                    <a:gd name="T68" fmla="*/ 228 w 678"/>
                    <a:gd name="T69" fmla="*/ 289 h 677"/>
                    <a:gd name="T70" fmla="*/ 419 w 678"/>
                    <a:gd name="T71" fmla="*/ 299 h 677"/>
                    <a:gd name="T72" fmla="*/ 588 w 678"/>
                    <a:gd name="T73" fmla="*/ 423 h 677"/>
                    <a:gd name="T74" fmla="*/ 571 w 678"/>
                    <a:gd name="T75" fmla="*/ 442 h 677"/>
                    <a:gd name="T76" fmla="*/ 410 w 678"/>
                    <a:gd name="T77" fmla="*/ 314 h 677"/>
                    <a:gd name="T78" fmla="*/ 419 w 678"/>
                    <a:gd name="T79" fmla="*/ 299 h 677"/>
                    <a:gd name="T80" fmla="*/ 593 w 678"/>
                    <a:gd name="T81" fmla="*/ 432 h 677"/>
                    <a:gd name="T82" fmla="*/ 576 w 678"/>
                    <a:gd name="T83" fmla="*/ 452 h 677"/>
                    <a:gd name="T84" fmla="*/ 645 w 678"/>
                    <a:gd name="T85" fmla="*/ 677 h 677"/>
                    <a:gd name="T86" fmla="*/ 678 w 678"/>
                    <a:gd name="T87" fmla="*/ 647 h 677"/>
                    <a:gd name="T88" fmla="*/ 593 w 678"/>
                    <a:gd name="T89" fmla="*/ 432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78" h="677">
                      <a:moveTo>
                        <a:pt x="0" y="1"/>
                      </a:moveTo>
                      <a:cubicBezTo>
                        <a:pt x="1" y="0"/>
                        <a:pt x="1" y="0"/>
                        <a:pt x="1" y="0"/>
                      </a:cubicBezTo>
                      <a:cubicBezTo>
                        <a:pt x="1" y="10"/>
                        <a:pt x="1" y="20"/>
                        <a:pt x="1" y="29"/>
                      </a:cubicBezTo>
                      <a:cubicBezTo>
                        <a:pt x="0" y="30"/>
                        <a:pt x="0" y="30"/>
                        <a:pt x="0" y="30"/>
                      </a:cubicBezTo>
                      <a:cubicBezTo>
                        <a:pt x="0" y="21"/>
                        <a:pt x="0" y="11"/>
                        <a:pt x="0" y="1"/>
                      </a:cubicBezTo>
                      <a:close/>
                      <a:moveTo>
                        <a:pt x="2" y="42"/>
                      </a:moveTo>
                      <a:cubicBezTo>
                        <a:pt x="3" y="55"/>
                        <a:pt x="3" y="67"/>
                        <a:pt x="5" y="79"/>
                      </a:cubicBezTo>
                      <a:cubicBezTo>
                        <a:pt x="4" y="80"/>
                        <a:pt x="4" y="80"/>
                        <a:pt x="4" y="80"/>
                      </a:cubicBezTo>
                      <a:cubicBezTo>
                        <a:pt x="2" y="68"/>
                        <a:pt x="2" y="56"/>
                        <a:pt x="1" y="43"/>
                      </a:cubicBezTo>
                      <a:cubicBezTo>
                        <a:pt x="2" y="42"/>
                        <a:pt x="2" y="42"/>
                        <a:pt x="2" y="42"/>
                      </a:cubicBezTo>
                      <a:close/>
                      <a:moveTo>
                        <a:pt x="6" y="92"/>
                      </a:moveTo>
                      <a:cubicBezTo>
                        <a:pt x="8" y="108"/>
                        <a:pt x="10" y="122"/>
                        <a:pt x="13" y="135"/>
                      </a:cubicBezTo>
                      <a:cubicBezTo>
                        <a:pt x="12" y="136"/>
                        <a:pt x="12" y="136"/>
                        <a:pt x="12" y="136"/>
                      </a:cubicBezTo>
                      <a:cubicBezTo>
                        <a:pt x="9" y="123"/>
                        <a:pt x="7" y="109"/>
                        <a:pt x="5" y="93"/>
                      </a:cubicBezTo>
                      <a:cubicBezTo>
                        <a:pt x="6" y="92"/>
                        <a:pt x="6" y="92"/>
                        <a:pt x="6" y="92"/>
                      </a:cubicBezTo>
                      <a:close/>
                      <a:moveTo>
                        <a:pt x="16" y="146"/>
                      </a:moveTo>
                      <a:cubicBezTo>
                        <a:pt x="21" y="165"/>
                        <a:pt x="26" y="181"/>
                        <a:pt x="33" y="195"/>
                      </a:cubicBezTo>
                      <a:cubicBezTo>
                        <a:pt x="31" y="198"/>
                        <a:pt x="31" y="198"/>
                        <a:pt x="31" y="198"/>
                      </a:cubicBezTo>
                      <a:cubicBezTo>
                        <a:pt x="25" y="183"/>
                        <a:pt x="19" y="166"/>
                        <a:pt x="15" y="148"/>
                      </a:cubicBezTo>
                      <a:cubicBezTo>
                        <a:pt x="16" y="146"/>
                        <a:pt x="16" y="146"/>
                        <a:pt x="16" y="146"/>
                      </a:cubicBezTo>
                      <a:close/>
                      <a:moveTo>
                        <a:pt x="38" y="205"/>
                      </a:moveTo>
                      <a:cubicBezTo>
                        <a:pt x="53" y="234"/>
                        <a:pt x="73" y="254"/>
                        <a:pt x="97" y="266"/>
                      </a:cubicBezTo>
                      <a:cubicBezTo>
                        <a:pt x="93" y="274"/>
                        <a:pt x="93" y="274"/>
                        <a:pt x="93" y="274"/>
                      </a:cubicBezTo>
                      <a:cubicBezTo>
                        <a:pt x="70" y="260"/>
                        <a:pt x="51" y="239"/>
                        <a:pt x="36" y="208"/>
                      </a:cubicBezTo>
                      <a:cubicBezTo>
                        <a:pt x="38" y="205"/>
                        <a:pt x="38" y="205"/>
                        <a:pt x="38" y="205"/>
                      </a:cubicBezTo>
                      <a:close/>
                      <a:moveTo>
                        <a:pt x="105" y="271"/>
                      </a:moveTo>
                      <a:cubicBezTo>
                        <a:pt x="138" y="286"/>
                        <a:pt x="176" y="289"/>
                        <a:pt x="217" y="289"/>
                      </a:cubicBezTo>
                      <a:cubicBezTo>
                        <a:pt x="211" y="302"/>
                        <a:pt x="211" y="302"/>
                        <a:pt x="211" y="302"/>
                      </a:cubicBezTo>
                      <a:cubicBezTo>
                        <a:pt x="171" y="301"/>
                        <a:pt x="133" y="296"/>
                        <a:pt x="101" y="279"/>
                      </a:cubicBezTo>
                      <a:cubicBezTo>
                        <a:pt x="105" y="271"/>
                        <a:pt x="105" y="271"/>
                        <a:pt x="105" y="271"/>
                      </a:cubicBezTo>
                      <a:close/>
                      <a:moveTo>
                        <a:pt x="228" y="289"/>
                      </a:moveTo>
                      <a:cubicBezTo>
                        <a:pt x="285" y="289"/>
                        <a:pt x="348" y="284"/>
                        <a:pt x="409" y="297"/>
                      </a:cubicBezTo>
                      <a:cubicBezTo>
                        <a:pt x="400" y="311"/>
                        <a:pt x="400" y="311"/>
                        <a:pt x="400" y="311"/>
                      </a:cubicBezTo>
                      <a:cubicBezTo>
                        <a:pt x="341" y="299"/>
                        <a:pt x="279" y="304"/>
                        <a:pt x="221" y="303"/>
                      </a:cubicBezTo>
                      <a:cubicBezTo>
                        <a:pt x="228" y="289"/>
                        <a:pt x="228" y="289"/>
                        <a:pt x="228" y="289"/>
                      </a:cubicBezTo>
                      <a:close/>
                      <a:moveTo>
                        <a:pt x="419" y="299"/>
                      </a:moveTo>
                      <a:cubicBezTo>
                        <a:pt x="480" y="314"/>
                        <a:pt x="539" y="348"/>
                        <a:pt x="588" y="423"/>
                      </a:cubicBezTo>
                      <a:cubicBezTo>
                        <a:pt x="571" y="442"/>
                        <a:pt x="571" y="442"/>
                        <a:pt x="571" y="442"/>
                      </a:cubicBezTo>
                      <a:cubicBezTo>
                        <a:pt x="528" y="363"/>
                        <a:pt x="471" y="328"/>
                        <a:pt x="410" y="314"/>
                      </a:cubicBezTo>
                      <a:cubicBezTo>
                        <a:pt x="419" y="299"/>
                        <a:pt x="419" y="299"/>
                        <a:pt x="419" y="299"/>
                      </a:cubicBezTo>
                      <a:close/>
                      <a:moveTo>
                        <a:pt x="593" y="432"/>
                      </a:moveTo>
                      <a:cubicBezTo>
                        <a:pt x="576" y="452"/>
                        <a:pt x="576" y="452"/>
                        <a:pt x="576" y="452"/>
                      </a:cubicBezTo>
                      <a:cubicBezTo>
                        <a:pt x="604" y="506"/>
                        <a:pt x="625" y="595"/>
                        <a:pt x="645" y="677"/>
                      </a:cubicBezTo>
                      <a:cubicBezTo>
                        <a:pt x="678" y="647"/>
                        <a:pt x="678" y="647"/>
                        <a:pt x="678" y="647"/>
                      </a:cubicBezTo>
                      <a:cubicBezTo>
                        <a:pt x="657" y="552"/>
                        <a:pt x="625" y="483"/>
                        <a:pt x="593" y="432"/>
                      </a:cubicBezTo>
                      <a:close/>
                    </a:path>
                  </a:pathLst>
                </a:custGeom>
                <a:solidFill>
                  <a:srgbClr val="E6E7E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01" name="iṧļíďè"/>
                <p:cNvSpPr/>
                <p:nvPr/>
              </p:nvSpPr>
              <p:spPr bwMode="auto">
                <a:xfrm>
                  <a:off x="9556000" y="5835902"/>
                  <a:ext cx="1048614" cy="345923"/>
                </a:xfrm>
                <a:custGeom>
                  <a:avLst/>
                  <a:gdLst>
                    <a:gd name="T0" fmla="*/ 4 w 567"/>
                    <a:gd name="T1" fmla="*/ 44 h 187"/>
                    <a:gd name="T2" fmla="*/ 43 w 567"/>
                    <a:gd name="T3" fmla="*/ 98 h 187"/>
                    <a:gd name="T4" fmla="*/ 508 w 567"/>
                    <a:gd name="T5" fmla="*/ 183 h 187"/>
                    <a:gd name="T6" fmla="*/ 563 w 567"/>
                    <a:gd name="T7" fmla="*/ 144 h 187"/>
                    <a:gd name="T8" fmla="*/ 524 w 567"/>
                    <a:gd name="T9" fmla="*/ 90 h 187"/>
                    <a:gd name="T10" fmla="*/ 58 w 567"/>
                    <a:gd name="T11" fmla="*/ 5 h 187"/>
                    <a:gd name="T12" fmla="*/ 4 w 567"/>
                    <a:gd name="T13" fmla="*/ 44 h 187"/>
                  </a:gdLst>
                  <a:ahLst/>
                  <a:cxnLst>
                    <a:cxn ang="0">
                      <a:pos x="T0" y="T1"/>
                    </a:cxn>
                    <a:cxn ang="0">
                      <a:pos x="T2" y="T3"/>
                    </a:cxn>
                    <a:cxn ang="0">
                      <a:pos x="T4" y="T5"/>
                    </a:cxn>
                    <a:cxn ang="0">
                      <a:pos x="T6" y="T7"/>
                    </a:cxn>
                    <a:cxn ang="0">
                      <a:pos x="T8" y="T9"/>
                    </a:cxn>
                    <a:cxn ang="0">
                      <a:pos x="T10" y="T11"/>
                    </a:cxn>
                    <a:cxn ang="0">
                      <a:pos x="T12" y="T13"/>
                    </a:cxn>
                  </a:cxnLst>
                  <a:rect l="0" t="0" r="r" b="b"/>
                  <a:pathLst>
                    <a:path w="567" h="187">
                      <a:moveTo>
                        <a:pt x="4" y="44"/>
                      </a:moveTo>
                      <a:cubicBezTo>
                        <a:pt x="0" y="69"/>
                        <a:pt x="17" y="93"/>
                        <a:pt x="43" y="98"/>
                      </a:cubicBezTo>
                      <a:cubicBezTo>
                        <a:pt x="508" y="183"/>
                        <a:pt x="508" y="183"/>
                        <a:pt x="508" y="183"/>
                      </a:cubicBezTo>
                      <a:cubicBezTo>
                        <a:pt x="534" y="187"/>
                        <a:pt x="558" y="170"/>
                        <a:pt x="563" y="144"/>
                      </a:cubicBezTo>
                      <a:cubicBezTo>
                        <a:pt x="567" y="119"/>
                        <a:pt x="550" y="94"/>
                        <a:pt x="524" y="90"/>
                      </a:cubicBezTo>
                      <a:cubicBezTo>
                        <a:pt x="58" y="5"/>
                        <a:pt x="58" y="5"/>
                        <a:pt x="58" y="5"/>
                      </a:cubicBezTo>
                      <a:cubicBezTo>
                        <a:pt x="33" y="0"/>
                        <a:pt x="8" y="18"/>
                        <a:pt x="4" y="44"/>
                      </a:cubicBezTo>
                      <a:close/>
                    </a:path>
                  </a:pathLst>
                </a:custGeom>
                <a:solidFill>
                  <a:srgbClr val="FDD4B2"/>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lnSpcReduction="10000"/>
                </a:bodyPr>
                <a:lstStyle/>
                <a:p>
                  <a:pPr algn="ctr"/>
                </a:p>
              </p:txBody>
            </p:sp>
            <p:sp>
              <p:nvSpPr>
                <p:cNvPr id="102" name="iṡḷíḍê"/>
                <p:cNvSpPr/>
                <p:nvPr/>
              </p:nvSpPr>
              <p:spPr bwMode="auto">
                <a:xfrm>
                  <a:off x="9310118" y="5587610"/>
                  <a:ext cx="1019687" cy="341101"/>
                </a:xfrm>
                <a:custGeom>
                  <a:avLst/>
                  <a:gdLst>
                    <a:gd name="T0" fmla="*/ 5 w 551"/>
                    <a:gd name="T1" fmla="*/ 44 h 184"/>
                    <a:gd name="T2" fmla="*/ 43 w 551"/>
                    <a:gd name="T3" fmla="*/ 98 h 184"/>
                    <a:gd name="T4" fmla="*/ 492 w 551"/>
                    <a:gd name="T5" fmla="*/ 179 h 184"/>
                    <a:gd name="T6" fmla="*/ 546 w 551"/>
                    <a:gd name="T7" fmla="*/ 141 h 184"/>
                    <a:gd name="T8" fmla="*/ 508 w 551"/>
                    <a:gd name="T9" fmla="*/ 86 h 184"/>
                    <a:gd name="T10" fmla="*/ 59 w 551"/>
                    <a:gd name="T11" fmla="*/ 5 h 184"/>
                    <a:gd name="T12" fmla="*/ 5 w 551"/>
                    <a:gd name="T13" fmla="*/ 44 h 184"/>
                  </a:gdLst>
                  <a:ahLst/>
                  <a:cxnLst>
                    <a:cxn ang="0">
                      <a:pos x="T0" y="T1"/>
                    </a:cxn>
                    <a:cxn ang="0">
                      <a:pos x="T2" y="T3"/>
                    </a:cxn>
                    <a:cxn ang="0">
                      <a:pos x="T4" y="T5"/>
                    </a:cxn>
                    <a:cxn ang="0">
                      <a:pos x="T6" y="T7"/>
                    </a:cxn>
                    <a:cxn ang="0">
                      <a:pos x="T8" y="T9"/>
                    </a:cxn>
                    <a:cxn ang="0">
                      <a:pos x="T10" y="T11"/>
                    </a:cxn>
                    <a:cxn ang="0">
                      <a:pos x="T12" y="T13"/>
                    </a:cxn>
                  </a:cxnLst>
                  <a:rect l="0" t="0" r="r" b="b"/>
                  <a:pathLst>
                    <a:path w="551" h="184">
                      <a:moveTo>
                        <a:pt x="5" y="44"/>
                      </a:moveTo>
                      <a:cubicBezTo>
                        <a:pt x="0" y="69"/>
                        <a:pt x="18" y="93"/>
                        <a:pt x="43" y="98"/>
                      </a:cubicBezTo>
                      <a:cubicBezTo>
                        <a:pt x="492" y="179"/>
                        <a:pt x="492" y="179"/>
                        <a:pt x="492" y="179"/>
                      </a:cubicBezTo>
                      <a:cubicBezTo>
                        <a:pt x="517" y="184"/>
                        <a:pt x="542" y="166"/>
                        <a:pt x="546" y="141"/>
                      </a:cubicBezTo>
                      <a:cubicBezTo>
                        <a:pt x="551" y="115"/>
                        <a:pt x="533" y="91"/>
                        <a:pt x="508" y="86"/>
                      </a:cubicBezTo>
                      <a:cubicBezTo>
                        <a:pt x="59" y="5"/>
                        <a:pt x="59" y="5"/>
                        <a:pt x="59" y="5"/>
                      </a:cubicBezTo>
                      <a:cubicBezTo>
                        <a:pt x="33" y="0"/>
                        <a:pt x="9" y="18"/>
                        <a:pt x="5" y="44"/>
                      </a:cubicBezTo>
                      <a:close/>
                    </a:path>
                  </a:pathLst>
                </a:custGeom>
                <a:solidFill>
                  <a:srgbClr val="EEC4A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lnSpcReduction="10000"/>
                </a:bodyPr>
                <a:lstStyle/>
                <a:p>
                  <a:pPr algn="ctr"/>
                </a:p>
              </p:txBody>
            </p:sp>
            <p:sp>
              <p:nvSpPr>
                <p:cNvPr id="103" name="î$ļïḍè"/>
                <p:cNvSpPr/>
                <p:nvPr/>
              </p:nvSpPr>
              <p:spPr bwMode="auto">
                <a:xfrm>
                  <a:off x="9319761" y="4916256"/>
                  <a:ext cx="1245079" cy="1504219"/>
                </a:xfrm>
                <a:custGeom>
                  <a:avLst/>
                  <a:gdLst>
                    <a:gd name="T0" fmla="*/ 321 w 673"/>
                    <a:gd name="T1" fmla="*/ 0 h 813"/>
                    <a:gd name="T2" fmla="*/ 1 w 673"/>
                    <a:gd name="T3" fmla="*/ 177 h 813"/>
                    <a:gd name="T4" fmla="*/ 0 w 673"/>
                    <a:gd name="T5" fmla="*/ 179 h 813"/>
                    <a:gd name="T6" fmla="*/ 350 w 673"/>
                    <a:gd name="T7" fmla="*/ 812 h 813"/>
                    <a:gd name="T8" fmla="*/ 352 w 673"/>
                    <a:gd name="T9" fmla="*/ 813 h 813"/>
                    <a:gd name="T10" fmla="*/ 672 w 673"/>
                    <a:gd name="T11" fmla="*/ 636 h 813"/>
                    <a:gd name="T12" fmla="*/ 673 w 673"/>
                    <a:gd name="T13" fmla="*/ 634 h 813"/>
                    <a:gd name="T14" fmla="*/ 323 w 673"/>
                    <a:gd name="T15" fmla="*/ 1 h 813"/>
                    <a:gd name="T16" fmla="*/ 321 w 673"/>
                    <a:gd name="T17" fmla="*/ 0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3" h="813">
                      <a:moveTo>
                        <a:pt x="321" y="0"/>
                      </a:moveTo>
                      <a:cubicBezTo>
                        <a:pt x="1" y="177"/>
                        <a:pt x="1" y="177"/>
                        <a:pt x="1" y="177"/>
                      </a:cubicBezTo>
                      <a:cubicBezTo>
                        <a:pt x="0" y="177"/>
                        <a:pt x="0" y="178"/>
                        <a:pt x="0" y="179"/>
                      </a:cubicBezTo>
                      <a:cubicBezTo>
                        <a:pt x="350" y="812"/>
                        <a:pt x="350" y="812"/>
                        <a:pt x="350" y="812"/>
                      </a:cubicBezTo>
                      <a:cubicBezTo>
                        <a:pt x="351" y="813"/>
                        <a:pt x="351" y="813"/>
                        <a:pt x="352" y="813"/>
                      </a:cubicBezTo>
                      <a:cubicBezTo>
                        <a:pt x="672" y="636"/>
                        <a:pt x="672" y="636"/>
                        <a:pt x="672" y="636"/>
                      </a:cubicBezTo>
                      <a:cubicBezTo>
                        <a:pt x="673" y="636"/>
                        <a:pt x="673" y="635"/>
                        <a:pt x="673" y="634"/>
                      </a:cubicBezTo>
                      <a:cubicBezTo>
                        <a:pt x="323" y="1"/>
                        <a:pt x="323" y="1"/>
                        <a:pt x="323" y="1"/>
                      </a:cubicBezTo>
                      <a:cubicBezTo>
                        <a:pt x="323" y="0"/>
                        <a:pt x="322" y="0"/>
                        <a:pt x="321" y="0"/>
                      </a:cubicBezTo>
                      <a:close/>
                    </a:path>
                  </a:pathLst>
                </a:custGeom>
                <a:solidFill>
                  <a:srgbClr val="E7E6E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04" name="îṣľïḓè"/>
                <p:cNvSpPr/>
                <p:nvPr/>
              </p:nvSpPr>
              <p:spPr bwMode="auto">
                <a:xfrm>
                  <a:off x="9269137" y="4869249"/>
                  <a:ext cx="1382484" cy="1630776"/>
                </a:xfrm>
                <a:custGeom>
                  <a:avLst/>
                  <a:gdLst>
                    <a:gd name="T0" fmla="*/ 0 w 1147"/>
                    <a:gd name="T1" fmla="*/ 314 h 1353"/>
                    <a:gd name="T2" fmla="*/ 551 w 1147"/>
                    <a:gd name="T3" fmla="*/ 0 h 1353"/>
                    <a:gd name="T4" fmla="*/ 1147 w 1147"/>
                    <a:gd name="T5" fmla="*/ 1037 h 1353"/>
                    <a:gd name="T6" fmla="*/ 597 w 1147"/>
                    <a:gd name="T7" fmla="*/ 1353 h 1353"/>
                    <a:gd name="T8" fmla="*/ 0 w 1147"/>
                    <a:gd name="T9" fmla="*/ 314 h 1353"/>
                  </a:gdLst>
                  <a:ahLst/>
                  <a:cxnLst>
                    <a:cxn ang="0">
                      <a:pos x="T0" y="T1"/>
                    </a:cxn>
                    <a:cxn ang="0">
                      <a:pos x="T2" y="T3"/>
                    </a:cxn>
                    <a:cxn ang="0">
                      <a:pos x="T4" y="T5"/>
                    </a:cxn>
                    <a:cxn ang="0">
                      <a:pos x="T6" y="T7"/>
                    </a:cxn>
                    <a:cxn ang="0">
                      <a:pos x="T8" y="T9"/>
                    </a:cxn>
                  </a:cxnLst>
                  <a:rect l="0" t="0" r="r" b="b"/>
                  <a:pathLst>
                    <a:path w="1147" h="1353">
                      <a:moveTo>
                        <a:pt x="0" y="314"/>
                      </a:moveTo>
                      <a:lnTo>
                        <a:pt x="551" y="0"/>
                      </a:lnTo>
                      <a:lnTo>
                        <a:pt x="1147" y="1037"/>
                      </a:lnTo>
                      <a:lnTo>
                        <a:pt x="597" y="1353"/>
                      </a:lnTo>
                      <a:lnTo>
                        <a:pt x="0" y="314"/>
                      </a:lnTo>
                      <a:close/>
                    </a:path>
                  </a:pathLst>
                </a:custGeom>
                <a:solidFill>
                  <a:srgbClr val="BBBDB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05" name="isľîḑè"/>
                <p:cNvSpPr/>
                <p:nvPr/>
              </p:nvSpPr>
              <p:spPr bwMode="auto">
                <a:xfrm>
                  <a:off x="9864558" y="5140442"/>
                  <a:ext cx="445962" cy="1305344"/>
                </a:xfrm>
                <a:custGeom>
                  <a:avLst/>
                  <a:gdLst>
                    <a:gd name="T0" fmla="*/ 120 w 241"/>
                    <a:gd name="T1" fmla="*/ 0 h 706"/>
                    <a:gd name="T2" fmla="*/ 153 w 241"/>
                    <a:gd name="T3" fmla="*/ 58 h 706"/>
                    <a:gd name="T4" fmla="*/ 142 w 241"/>
                    <a:gd name="T5" fmla="*/ 308 h 706"/>
                    <a:gd name="T6" fmla="*/ 48 w 241"/>
                    <a:gd name="T7" fmla="*/ 706 h 706"/>
                    <a:gd name="T8" fmla="*/ 17 w 241"/>
                    <a:gd name="T9" fmla="*/ 651 h 706"/>
                    <a:gd name="T10" fmla="*/ 85 w 241"/>
                    <a:gd name="T11" fmla="*/ 332 h 706"/>
                    <a:gd name="T12" fmla="*/ 120 w 241"/>
                    <a:gd name="T13" fmla="*/ 0 h 706"/>
                  </a:gdLst>
                  <a:ahLst/>
                  <a:cxnLst>
                    <a:cxn ang="0">
                      <a:pos x="T0" y="T1"/>
                    </a:cxn>
                    <a:cxn ang="0">
                      <a:pos x="T2" y="T3"/>
                    </a:cxn>
                    <a:cxn ang="0">
                      <a:pos x="T4" y="T5"/>
                    </a:cxn>
                    <a:cxn ang="0">
                      <a:pos x="T6" y="T7"/>
                    </a:cxn>
                    <a:cxn ang="0">
                      <a:pos x="T8" y="T9"/>
                    </a:cxn>
                    <a:cxn ang="0">
                      <a:pos x="T10" y="T11"/>
                    </a:cxn>
                    <a:cxn ang="0">
                      <a:pos x="T12" y="T13"/>
                    </a:cxn>
                  </a:cxnLst>
                  <a:rect l="0" t="0" r="r" b="b"/>
                  <a:pathLst>
                    <a:path w="241" h="706">
                      <a:moveTo>
                        <a:pt x="120" y="0"/>
                      </a:moveTo>
                      <a:cubicBezTo>
                        <a:pt x="153" y="58"/>
                        <a:pt x="153" y="58"/>
                        <a:pt x="153" y="58"/>
                      </a:cubicBezTo>
                      <a:cubicBezTo>
                        <a:pt x="78" y="155"/>
                        <a:pt x="110" y="231"/>
                        <a:pt x="142" y="308"/>
                      </a:cubicBezTo>
                      <a:cubicBezTo>
                        <a:pt x="191" y="425"/>
                        <a:pt x="241" y="543"/>
                        <a:pt x="48" y="706"/>
                      </a:cubicBezTo>
                      <a:cubicBezTo>
                        <a:pt x="17" y="651"/>
                        <a:pt x="17" y="651"/>
                        <a:pt x="17" y="651"/>
                      </a:cubicBezTo>
                      <a:cubicBezTo>
                        <a:pt x="163" y="518"/>
                        <a:pt x="124" y="425"/>
                        <a:pt x="85" y="332"/>
                      </a:cubicBezTo>
                      <a:cubicBezTo>
                        <a:pt x="42" y="230"/>
                        <a:pt x="0" y="130"/>
                        <a:pt x="120" y="0"/>
                      </a:cubicBezTo>
                      <a:close/>
                    </a:path>
                  </a:pathLst>
                </a:custGeom>
                <a:solidFill>
                  <a:schemeClr val="accent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06" name="íṧľíḋê"/>
                <p:cNvSpPr/>
                <p:nvPr/>
              </p:nvSpPr>
              <p:spPr bwMode="auto">
                <a:xfrm>
                  <a:off x="9340250" y="4896971"/>
                  <a:ext cx="1231821" cy="1578948"/>
                </a:xfrm>
                <a:custGeom>
                  <a:avLst/>
                  <a:gdLst>
                    <a:gd name="T0" fmla="*/ 149 w 666"/>
                    <a:gd name="T1" fmla="*/ 82 h 854"/>
                    <a:gd name="T2" fmla="*/ 174 w 666"/>
                    <a:gd name="T3" fmla="*/ 68 h 854"/>
                    <a:gd name="T4" fmla="*/ 242 w 666"/>
                    <a:gd name="T5" fmla="*/ 119 h 854"/>
                    <a:gd name="T6" fmla="*/ 223 w 666"/>
                    <a:gd name="T7" fmla="*/ 40 h 854"/>
                    <a:gd name="T8" fmla="*/ 288 w 666"/>
                    <a:gd name="T9" fmla="*/ 88 h 854"/>
                    <a:gd name="T10" fmla="*/ 292 w 666"/>
                    <a:gd name="T11" fmla="*/ 0 h 854"/>
                    <a:gd name="T12" fmla="*/ 350 w 666"/>
                    <a:gd name="T13" fmla="*/ 39 h 854"/>
                    <a:gd name="T14" fmla="*/ 388 w 666"/>
                    <a:gd name="T15" fmla="*/ 106 h 854"/>
                    <a:gd name="T16" fmla="*/ 418 w 666"/>
                    <a:gd name="T17" fmla="*/ 305 h 854"/>
                    <a:gd name="T18" fmla="*/ 440 w 666"/>
                    <a:gd name="T19" fmla="*/ 311 h 854"/>
                    <a:gd name="T20" fmla="*/ 518 w 666"/>
                    <a:gd name="T21" fmla="*/ 354 h 854"/>
                    <a:gd name="T22" fmla="*/ 605 w 666"/>
                    <a:gd name="T23" fmla="*/ 483 h 854"/>
                    <a:gd name="T24" fmla="*/ 606 w 666"/>
                    <a:gd name="T25" fmla="*/ 640 h 854"/>
                    <a:gd name="T26" fmla="*/ 644 w 666"/>
                    <a:gd name="T27" fmla="*/ 551 h 854"/>
                    <a:gd name="T28" fmla="*/ 623 w 666"/>
                    <a:gd name="T29" fmla="*/ 653 h 854"/>
                    <a:gd name="T30" fmla="*/ 623 w 666"/>
                    <a:gd name="T31" fmla="*/ 660 h 854"/>
                    <a:gd name="T32" fmla="*/ 618 w 666"/>
                    <a:gd name="T33" fmla="*/ 655 h 854"/>
                    <a:gd name="T34" fmla="*/ 564 w 666"/>
                    <a:gd name="T35" fmla="*/ 702 h 854"/>
                    <a:gd name="T36" fmla="*/ 576 w 666"/>
                    <a:gd name="T37" fmla="*/ 737 h 854"/>
                    <a:gd name="T38" fmla="*/ 558 w 666"/>
                    <a:gd name="T39" fmla="*/ 747 h 854"/>
                    <a:gd name="T40" fmla="*/ 548 w 666"/>
                    <a:gd name="T41" fmla="*/ 688 h 854"/>
                    <a:gd name="T42" fmla="*/ 421 w 666"/>
                    <a:gd name="T43" fmla="*/ 826 h 854"/>
                    <a:gd name="T44" fmla="*/ 457 w 666"/>
                    <a:gd name="T45" fmla="*/ 433 h 854"/>
                    <a:gd name="T46" fmla="*/ 341 w 666"/>
                    <a:gd name="T47" fmla="*/ 439 h 854"/>
                    <a:gd name="T48" fmla="*/ 353 w 666"/>
                    <a:gd name="T49" fmla="*/ 647 h 854"/>
                    <a:gd name="T50" fmla="*/ 254 w 666"/>
                    <a:gd name="T51" fmla="*/ 701 h 854"/>
                    <a:gd name="T52" fmla="*/ 209 w 666"/>
                    <a:gd name="T53" fmla="*/ 623 h 854"/>
                    <a:gd name="T54" fmla="*/ 251 w 666"/>
                    <a:gd name="T55" fmla="*/ 442 h 854"/>
                    <a:gd name="T56" fmla="*/ 246 w 666"/>
                    <a:gd name="T57" fmla="*/ 440 h 854"/>
                    <a:gd name="T58" fmla="*/ 142 w 666"/>
                    <a:gd name="T59" fmla="*/ 507 h 854"/>
                    <a:gd name="T60" fmla="*/ 104 w 666"/>
                    <a:gd name="T61" fmla="*/ 440 h 854"/>
                    <a:gd name="T62" fmla="*/ 111 w 666"/>
                    <a:gd name="T63" fmla="*/ 346 h 854"/>
                    <a:gd name="T64" fmla="*/ 147 w 666"/>
                    <a:gd name="T65" fmla="*/ 289 h 854"/>
                    <a:gd name="T66" fmla="*/ 47 w 666"/>
                    <a:gd name="T67" fmla="*/ 341 h 854"/>
                    <a:gd name="T68" fmla="*/ 113 w 666"/>
                    <a:gd name="T69" fmla="*/ 191 h 854"/>
                    <a:gd name="T70" fmla="*/ 50 w 666"/>
                    <a:gd name="T71" fmla="*/ 228 h 854"/>
                    <a:gd name="T72" fmla="*/ 54 w 666"/>
                    <a:gd name="T73" fmla="*/ 225 h 854"/>
                    <a:gd name="T74" fmla="*/ 94 w 666"/>
                    <a:gd name="T75" fmla="*/ 114 h 854"/>
                    <a:gd name="T76" fmla="*/ 131 w 666"/>
                    <a:gd name="T77" fmla="*/ 93 h 854"/>
                    <a:gd name="T78" fmla="*/ 502 w 666"/>
                    <a:gd name="T79" fmla="*/ 486 h 854"/>
                    <a:gd name="T80" fmla="*/ 513 w 666"/>
                    <a:gd name="T81" fmla="*/ 353 h 854"/>
                    <a:gd name="T82" fmla="*/ 496 w 666"/>
                    <a:gd name="T83" fmla="*/ 471 h 854"/>
                    <a:gd name="T84" fmla="*/ 304 w 666"/>
                    <a:gd name="T85" fmla="*/ 152 h 854"/>
                    <a:gd name="T86" fmla="*/ 251 w 666"/>
                    <a:gd name="T87" fmla="*/ 189 h 854"/>
                    <a:gd name="T88" fmla="*/ 216 w 666"/>
                    <a:gd name="T89" fmla="*/ 246 h 854"/>
                    <a:gd name="T90" fmla="*/ 304 w 666"/>
                    <a:gd name="T91" fmla="*/ 152 h 854"/>
                    <a:gd name="T92" fmla="*/ 302 w 666"/>
                    <a:gd name="T93" fmla="*/ 148 h 854"/>
                    <a:gd name="T94" fmla="*/ 223 w 666"/>
                    <a:gd name="T95" fmla="*/ 135 h 854"/>
                    <a:gd name="T96" fmla="*/ 168 w 666"/>
                    <a:gd name="T97" fmla="*/ 184 h 854"/>
                    <a:gd name="T98" fmla="*/ 354 w 666"/>
                    <a:gd name="T99" fmla="*/ 642 h 854"/>
                    <a:gd name="T100" fmla="*/ 301 w 666"/>
                    <a:gd name="T101" fmla="*/ 613 h 854"/>
                    <a:gd name="T102" fmla="*/ 324 w 666"/>
                    <a:gd name="T103" fmla="*/ 480 h 854"/>
                    <a:gd name="T104" fmla="*/ 296 w 666"/>
                    <a:gd name="T105" fmla="*/ 610 h 854"/>
                    <a:gd name="T106" fmla="*/ 271 w 666"/>
                    <a:gd name="T107" fmla="*/ 343 h 854"/>
                    <a:gd name="T108" fmla="*/ 277 w 666"/>
                    <a:gd name="T109" fmla="*/ 344 h 854"/>
                    <a:gd name="T110" fmla="*/ 338 w 666"/>
                    <a:gd name="T111" fmla="*/ 482 h 854"/>
                    <a:gd name="T112" fmla="*/ 277 w 666"/>
                    <a:gd name="T113" fmla="*/ 344 h 854"/>
                    <a:gd name="T114" fmla="*/ 155 w 666"/>
                    <a:gd name="T115" fmla="*/ 379 h 854"/>
                    <a:gd name="T116" fmla="*/ 268 w 666"/>
                    <a:gd name="T117" fmla="*/ 339 h 854"/>
                    <a:gd name="T118" fmla="*/ 210 w 666"/>
                    <a:gd name="T119" fmla="*/ 266 h 854"/>
                    <a:gd name="T120" fmla="*/ 219 w 666"/>
                    <a:gd name="T121" fmla="*/ 307 h 854"/>
                    <a:gd name="T122" fmla="*/ 299 w 666"/>
                    <a:gd name="T123" fmla="*/ 351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66" h="854">
                      <a:moveTo>
                        <a:pt x="131" y="93"/>
                      </a:moveTo>
                      <a:cubicBezTo>
                        <a:pt x="140" y="87"/>
                        <a:pt x="140" y="87"/>
                        <a:pt x="140" y="87"/>
                      </a:cubicBezTo>
                      <a:cubicBezTo>
                        <a:pt x="149" y="82"/>
                        <a:pt x="149" y="82"/>
                        <a:pt x="149" y="82"/>
                      </a:cubicBezTo>
                      <a:cubicBezTo>
                        <a:pt x="172" y="139"/>
                        <a:pt x="172" y="139"/>
                        <a:pt x="172" y="139"/>
                      </a:cubicBezTo>
                      <a:cubicBezTo>
                        <a:pt x="185" y="141"/>
                        <a:pt x="200" y="138"/>
                        <a:pt x="215" y="132"/>
                      </a:cubicBezTo>
                      <a:cubicBezTo>
                        <a:pt x="174" y="68"/>
                        <a:pt x="174" y="68"/>
                        <a:pt x="174" y="68"/>
                      </a:cubicBezTo>
                      <a:cubicBezTo>
                        <a:pt x="179" y="65"/>
                        <a:pt x="179" y="65"/>
                        <a:pt x="179" y="65"/>
                      </a:cubicBezTo>
                      <a:cubicBezTo>
                        <a:pt x="220" y="130"/>
                        <a:pt x="220" y="130"/>
                        <a:pt x="220" y="130"/>
                      </a:cubicBezTo>
                      <a:cubicBezTo>
                        <a:pt x="228" y="127"/>
                        <a:pt x="235" y="123"/>
                        <a:pt x="242" y="119"/>
                      </a:cubicBezTo>
                      <a:cubicBezTo>
                        <a:pt x="254" y="113"/>
                        <a:pt x="265" y="106"/>
                        <a:pt x="275" y="98"/>
                      </a:cubicBezTo>
                      <a:cubicBezTo>
                        <a:pt x="272" y="93"/>
                        <a:pt x="268" y="88"/>
                        <a:pt x="264" y="83"/>
                      </a:cubicBezTo>
                      <a:cubicBezTo>
                        <a:pt x="250" y="67"/>
                        <a:pt x="235" y="52"/>
                        <a:pt x="223" y="40"/>
                      </a:cubicBezTo>
                      <a:cubicBezTo>
                        <a:pt x="237" y="32"/>
                        <a:pt x="237" y="32"/>
                        <a:pt x="237" y="32"/>
                      </a:cubicBezTo>
                      <a:cubicBezTo>
                        <a:pt x="249" y="43"/>
                        <a:pt x="263" y="58"/>
                        <a:pt x="276" y="73"/>
                      </a:cubicBezTo>
                      <a:cubicBezTo>
                        <a:pt x="280" y="78"/>
                        <a:pt x="284" y="83"/>
                        <a:pt x="288" y="88"/>
                      </a:cubicBezTo>
                      <a:cubicBezTo>
                        <a:pt x="300" y="79"/>
                        <a:pt x="312" y="69"/>
                        <a:pt x="322" y="59"/>
                      </a:cubicBezTo>
                      <a:cubicBezTo>
                        <a:pt x="287" y="3"/>
                        <a:pt x="287" y="3"/>
                        <a:pt x="287" y="3"/>
                      </a:cubicBezTo>
                      <a:cubicBezTo>
                        <a:pt x="292" y="0"/>
                        <a:pt x="292" y="0"/>
                        <a:pt x="292" y="0"/>
                      </a:cubicBezTo>
                      <a:cubicBezTo>
                        <a:pt x="326" y="56"/>
                        <a:pt x="326" y="56"/>
                        <a:pt x="326" y="56"/>
                      </a:cubicBezTo>
                      <a:cubicBezTo>
                        <a:pt x="334" y="48"/>
                        <a:pt x="341" y="40"/>
                        <a:pt x="347" y="34"/>
                      </a:cubicBezTo>
                      <a:cubicBezTo>
                        <a:pt x="350" y="39"/>
                        <a:pt x="350" y="39"/>
                        <a:pt x="350" y="39"/>
                      </a:cubicBezTo>
                      <a:cubicBezTo>
                        <a:pt x="336" y="53"/>
                        <a:pt x="315" y="74"/>
                        <a:pt x="290" y="93"/>
                      </a:cubicBezTo>
                      <a:cubicBezTo>
                        <a:pt x="307" y="119"/>
                        <a:pt x="320" y="151"/>
                        <a:pt x="327" y="170"/>
                      </a:cubicBezTo>
                      <a:cubicBezTo>
                        <a:pt x="342" y="148"/>
                        <a:pt x="362" y="127"/>
                        <a:pt x="388" y="106"/>
                      </a:cubicBezTo>
                      <a:cubicBezTo>
                        <a:pt x="396" y="119"/>
                        <a:pt x="396" y="119"/>
                        <a:pt x="396" y="119"/>
                      </a:cubicBezTo>
                      <a:cubicBezTo>
                        <a:pt x="335" y="170"/>
                        <a:pt x="311" y="221"/>
                        <a:pt x="308" y="273"/>
                      </a:cubicBezTo>
                      <a:cubicBezTo>
                        <a:pt x="418" y="305"/>
                        <a:pt x="418" y="305"/>
                        <a:pt x="418" y="305"/>
                      </a:cubicBezTo>
                      <a:cubicBezTo>
                        <a:pt x="419" y="276"/>
                        <a:pt x="427" y="246"/>
                        <a:pt x="450" y="213"/>
                      </a:cubicBezTo>
                      <a:cubicBezTo>
                        <a:pt x="462" y="233"/>
                        <a:pt x="462" y="233"/>
                        <a:pt x="462" y="233"/>
                      </a:cubicBezTo>
                      <a:cubicBezTo>
                        <a:pt x="445" y="261"/>
                        <a:pt x="439" y="287"/>
                        <a:pt x="440" y="311"/>
                      </a:cubicBezTo>
                      <a:cubicBezTo>
                        <a:pt x="520" y="335"/>
                        <a:pt x="520" y="335"/>
                        <a:pt x="520" y="335"/>
                      </a:cubicBezTo>
                      <a:cubicBezTo>
                        <a:pt x="534" y="359"/>
                        <a:pt x="534" y="359"/>
                        <a:pt x="534" y="359"/>
                      </a:cubicBezTo>
                      <a:cubicBezTo>
                        <a:pt x="518" y="354"/>
                        <a:pt x="518" y="354"/>
                        <a:pt x="518" y="354"/>
                      </a:cubicBezTo>
                      <a:cubicBezTo>
                        <a:pt x="532" y="470"/>
                        <a:pt x="532" y="470"/>
                        <a:pt x="532" y="470"/>
                      </a:cubicBezTo>
                      <a:cubicBezTo>
                        <a:pt x="596" y="468"/>
                        <a:pt x="596" y="468"/>
                        <a:pt x="596" y="468"/>
                      </a:cubicBezTo>
                      <a:cubicBezTo>
                        <a:pt x="605" y="483"/>
                        <a:pt x="605" y="483"/>
                        <a:pt x="605" y="483"/>
                      </a:cubicBezTo>
                      <a:cubicBezTo>
                        <a:pt x="591" y="483"/>
                        <a:pt x="591" y="483"/>
                        <a:pt x="591" y="483"/>
                      </a:cubicBezTo>
                      <a:cubicBezTo>
                        <a:pt x="574" y="618"/>
                        <a:pt x="574" y="618"/>
                        <a:pt x="574" y="618"/>
                      </a:cubicBezTo>
                      <a:cubicBezTo>
                        <a:pt x="582" y="623"/>
                        <a:pt x="593" y="631"/>
                        <a:pt x="606" y="640"/>
                      </a:cubicBezTo>
                      <a:cubicBezTo>
                        <a:pt x="609" y="643"/>
                        <a:pt x="613" y="646"/>
                        <a:pt x="617" y="649"/>
                      </a:cubicBezTo>
                      <a:cubicBezTo>
                        <a:pt x="615" y="627"/>
                        <a:pt x="617" y="606"/>
                        <a:pt x="624" y="589"/>
                      </a:cubicBezTo>
                      <a:cubicBezTo>
                        <a:pt x="630" y="572"/>
                        <a:pt x="637" y="560"/>
                        <a:pt x="644" y="551"/>
                      </a:cubicBezTo>
                      <a:cubicBezTo>
                        <a:pt x="647" y="556"/>
                        <a:pt x="647" y="556"/>
                        <a:pt x="647" y="556"/>
                      </a:cubicBezTo>
                      <a:cubicBezTo>
                        <a:pt x="641" y="565"/>
                        <a:pt x="634" y="576"/>
                        <a:pt x="628" y="591"/>
                      </a:cubicBezTo>
                      <a:cubicBezTo>
                        <a:pt x="621" y="608"/>
                        <a:pt x="620" y="631"/>
                        <a:pt x="623" y="653"/>
                      </a:cubicBezTo>
                      <a:cubicBezTo>
                        <a:pt x="638" y="664"/>
                        <a:pt x="654" y="676"/>
                        <a:pt x="666" y="685"/>
                      </a:cubicBezTo>
                      <a:cubicBezTo>
                        <a:pt x="661" y="688"/>
                        <a:pt x="661" y="688"/>
                        <a:pt x="661" y="688"/>
                      </a:cubicBezTo>
                      <a:cubicBezTo>
                        <a:pt x="650" y="679"/>
                        <a:pt x="637" y="669"/>
                        <a:pt x="623" y="660"/>
                      </a:cubicBezTo>
                      <a:cubicBezTo>
                        <a:pt x="625" y="676"/>
                        <a:pt x="629" y="691"/>
                        <a:pt x="632" y="704"/>
                      </a:cubicBezTo>
                      <a:cubicBezTo>
                        <a:pt x="627" y="707"/>
                        <a:pt x="627" y="707"/>
                        <a:pt x="627" y="707"/>
                      </a:cubicBezTo>
                      <a:cubicBezTo>
                        <a:pt x="624" y="692"/>
                        <a:pt x="620" y="674"/>
                        <a:pt x="618" y="655"/>
                      </a:cubicBezTo>
                      <a:cubicBezTo>
                        <a:pt x="613" y="652"/>
                        <a:pt x="607" y="648"/>
                        <a:pt x="603" y="644"/>
                      </a:cubicBezTo>
                      <a:cubicBezTo>
                        <a:pt x="591" y="636"/>
                        <a:pt x="581" y="629"/>
                        <a:pt x="574" y="624"/>
                      </a:cubicBezTo>
                      <a:cubicBezTo>
                        <a:pt x="564" y="702"/>
                        <a:pt x="564" y="702"/>
                        <a:pt x="564" y="702"/>
                      </a:cubicBezTo>
                      <a:cubicBezTo>
                        <a:pt x="569" y="710"/>
                        <a:pt x="574" y="720"/>
                        <a:pt x="579" y="730"/>
                      </a:cubicBezTo>
                      <a:cubicBezTo>
                        <a:pt x="579" y="731"/>
                        <a:pt x="580" y="733"/>
                        <a:pt x="580" y="734"/>
                      </a:cubicBezTo>
                      <a:cubicBezTo>
                        <a:pt x="576" y="737"/>
                        <a:pt x="576" y="737"/>
                        <a:pt x="576" y="737"/>
                      </a:cubicBezTo>
                      <a:cubicBezTo>
                        <a:pt x="575" y="735"/>
                        <a:pt x="574" y="734"/>
                        <a:pt x="574" y="732"/>
                      </a:cubicBezTo>
                      <a:cubicBezTo>
                        <a:pt x="570" y="725"/>
                        <a:pt x="567" y="717"/>
                        <a:pt x="563" y="710"/>
                      </a:cubicBezTo>
                      <a:cubicBezTo>
                        <a:pt x="558" y="747"/>
                        <a:pt x="558" y="747"/>
                        <a:pt x="558" y="747"/>
                      </a:cubicBezTo>
                      <a:cubicBezTo>
                        <a:pt x="541" y="756"/>
                        <a:pt x="541" y="756"/>
                        <a:pt x="541" y="756"/>
                      </a:cubicBezTo>
                      <a:cubicBezTo>
                        <a:pt x="550" y="690"/>
                        <a:pt x="550" y="690"/>
                        <a:pt x="550" y="690"/>
                      </a:cubicBezTo>
                      <a:cubicBezTo>
                        <a:pt x="549" y="690"/>
                        <a:pt x="549" y="689"/>
                        <a:pt x="548" y="688"/>
                      </a:cubicBezTo>
                      <a:cubicBezTo>
                        <a:pt x="533" y="670"/>
                        <a:pt x="520" y="662"/>
                        <a:pt x="512" y="658"/>
                      </a:cubicBezTo>
                      <a:cubicBezTo>
                        <a:pt x="502" y="697"/>
                        <a:pt x="482" y="739"/>
                        <a:pt x="449" y="787"/>
                      </a:cubicBezTo>
                      <a:cubicBezTo>
                        <a:pt x="439" y="801"/>
                        <a:pt x="430" y="814"/>
                        <a:pt x="421" y="826"/>
                      </a:cubicBezTo>
                      <a:cubicBezTo>
                        <a:pt x="372" y="854"/>
                        <a:pt x="372" y="854"/>
                        <a:pt x="372" y="854"/>
                      </a:cubicBezTo>
                      <a:cubicBezTo>
                        <a:pt x="390" y="832"/>
                        <a:pt x="411" y="805"/>
                        <a:pt x="432" y="775"/>
                      </a:cubicBezTo>
                      <a:cubicBezTo>
                        <a:pt x="541" y="619"/>
                        <a:pt x="496" y="520"/>
                        <a:pt x="457" y="433"/>
                      </a:cubicBezTo>
                      <a:cubicBezTo>
                        <a:pt x="440" y="397"/>
                        <a:pt x="424" y="362"/>
                        <a:pt x="420" y="326"/>
                      </a:cubicBezTo>
                      <a:cubicBezTo>
                        <a:pt x="308" y="294"/>
                        <a:pt x="308" y="294"/>
                        <a:pt x="308" y="294"/>
                      </a:cubicBezTo>
                      <a:cubicBezTo>
                        <a:pt x="309" y="342"/>
                        <a:pt x="325" y="391"/>
                        <a:pt x="341" y="439"/>
                      </a:cubicBezTo>
                      <a:cubicBezTo>
                        <a:pt x="377" y="549"/>
                        <a:pt x="414" y="659"/>
                        <a:pt x="291" y="766"/>
                      </a:cubicBezTo>
                      <a:cubicBezTo>
                        <a:pt x="283" y="752"/>
                        <a:pt x="283" y="752"/>
                        <a:pt x="283" y="752"/>
                      </a:cubicBezTo>
                      <a:cubicBezTo>
                        <a:pt x="322" y="718"/>
                        <a:pt x="343" y="683"/>
                        <a:pt x="353" y="647"/>
                      </a:cubicBezTo>
                      <a:cubicBezTo>
                        <a:pt x="299" y="618"/>
                        <a:pt x="299" y="618"/>
                        <a:pt x="299" y="618"/>
                      </a:cubicBezTo>
                      <a:cubicBezTo>
                        <a:pt x="257" y="707"/>
                        <a:pt x="257" y="707"/>
                        <a:pt x="257" y="707"/>
                      </a:cubicBezTo>
                      <a:cubicBezTo>
                        <a:pt x="254" y="701"/>
                        <a:pt x="254" y="701"/>
                        <a:pt x="254" y="701"/>
                      </a:cubicBezTo>
                      <a:cubicBezTo>
                        <a:pt x="295" y="616"/>
                        <a:pt x="295" y="616"/>
                        <a:pt x="295" y="616"/>
                      </a:cubicBezTo>
                      <a:cubicBezTo>
                        <a:pt x="232" y="582"/>
                        <a:pt x="232" y="582"/>
                        <a:pt x="232" y="582"/>
                      </a:cubicBezTo>
                      <a:cubicBezTo>
                        <a:pt x="209" y="623"/>
                        <a:pt x="209" y="623"/>
                        <a:pt x="209" y="623"/>
                      </a:cubicBezTo>
                      <a:cubicBezTo>
                        <a:pt x="206" y="617"/>
                        <a:pt x="206" y="617"/>
                        <a:pt x="206" y="617"/>
                      </a:cubicBezTo>
                      <a:cubicBezTo>
                        <a:pt x="294" y="464"/>
                        <a:pt x="294" y="464"/>
                        <a:pt x="294" y="464"/>
                      </a:cubicBezTo>
                      <a:cubicBezTo>
                        <a:pt x="251" y="442"/>
                        <a:pt x="251" y="442"/>
                        <a:pt x="251" y="442"/>
                      </a:cubicBezTo>
                      <a:cubicBezTo>
                        <a:pt x="172" y="559"/>
                        <a:pt x="172" y="559"/>
                        <a:pt x="172" y="559"/>
                      </a:cubicBezTo>
                      <a:cubicBezTo>
                        <a:pt x="169" y="554"/>
                        <a:pt x="169" y="554"/>
                        <a:pt x="169" y="554"/>
                      </a:cubicBezTo>
                      <a:cubicBezTo>
                        <a:pt x="246" y="440"/>
                        <a:pt x="246" y="440"/>
                        <a:pt x="246" y="440"/>
                      </a:cubicBezTo>
                      <a:cubicBezTo>
                        <a:pt x="212" y="423"/>
                        <a:pt x="212" y="423"/>
                        <a:pt x="212" y="423"/>
                      </a:cubicBezTo>
                      <a:cubicBezTo>
                        <a:pt x="145" y="512"/>
                        <a:pt x="145" y="512"/>
                        <a:pt x="145" y="512"/>
                      </a:cubicBezTo>
                      <a:cubicBezTo>
                        <a:pt x="142" y="507"/>
                        <a:pt x="142" y="507"/>
                        <a:pt x="142" y="507"/>
                      </a:cubicBezTo>
                      <a:cubicBezTo>
                        <a:pt x="163" y="479"/>
                        <a:pt x="163" y="479"/>
                        <a:pt x="163" y="479"/>
                      </a:cubicBezTo>
                      <a:cubicBezTo>
                        <a:pt x="109" y="449"/>
                        <a:pt x="109" y="449"/>
                        <a:pt x="109" y="449"/>
                      </a:cubicBezTo>
                      <a:cubicBezTo>
                        <a:pt x="104" y="440"/>
                        <a:pt x="104" y="440"/>
                        <a:pt x="104" y="440"/>
                      </a:cubicBezTo>
                      <a:cubicBezTo>
                        <a:pt x="164" y="474"/>
                        <a:pt x="164" y="474"/>
                        <a:pt x="164" y="474"/>
                      </a:cubicBezTo>
                      <a:cubicBezTo>
                        <a:pt x="150" y="380"/>
                        <a:pt x="150" y="380"/>
                        <a:pt x="150" y="380"/>
                      </a:cubicBezTo>
                      <a:cubicBezTo>
                        <a:pt x="111" y="346"/>
                        <a:pt x="111" y="346"/>
                        <a:pt x="111" y="346"/>
                      </a:cubicBezTo>
                      <a:cubicBezTo>
                        <a:pt x="69" y="379"/>
                        <a:pt x="69" y="379"/>
                        <a:pt x="69" y="379"/>
                      </a:cubicBezTo>
                      <a:cubicBezTo>
                        <a:pt x="59" y="361"/>
                        <a:pt x="59" y="361"/>
                        <a:pt x="59" y="361"/>
                      </a:cubicBezTo>
                      <a:cubicBezTo>
                        <a:pt x="147" y="289"/>
                        <a:pt x="147" y="289"/>
                        <a:pt x="147" y="289"/>
                      </a:cubicBezTo>
                      <a:cubicBezTo>
                        <a:pt x="145" y="290"/>
                        <a:pt x="145" y="290"/>
                        <a:pt x="145" y="290"/>
                      </a:cubicBezTo>
                      <a:cubicBezTo>
                        <a:pt x="134" y="255"/>
                        <a:pt x="134" y="255"/>
                        <a:pt x="134" y="255"/>
                      </a:cubicBezTo>
                      <a:cubicBezTo>
                        <a:pt x="47" y="341"/>
                        <a:pt x="47" y="341"/>
                        <a:pt x="47" y="341"/>
                      </a:cubicBezTo>
                      <a:cubicBezTo>
                        <a:pt x="44" y="337"/>
                        <a:pt x="44" y="337"/>
                        <a:pt x="44" y="337"/>
                      </a:cubicBezTo>
                      <a:cubicBezTo>
                        <a:pt x="132" y="249"/>
                        <a:pt x="132" y="249"/>
                        <a:pt x="132" y="249"/>
                      </a:cubicBezTo>
                      <a:cubicBezTo>
                        <a:pt x="113" y="191"/>
                        <a:pt x="113" y="191"/>
                        <a:pt x="113" y="191"/>
                      </a:cubicBezTo>
                      <a:cubicBezTo>
                        <a:pt x="4" y="266"/>
                        <a:pt x="4" y="266"/>
                        <a:pt x="4" y="266"/>
                      </a:cubicBezTo>
                      <a:cubicBezTo>
                        <a:pt x="1" y="261"/>
                        <a:pt x="1" y="261"/>
                        <a:pt x="1" y="261"/>
                      </a:cubicBezTo>
                      <a:cubicBezTo>
                        <a:pt x="50" y="228"/>
                        <a:pt x="50" y="228"/>
                        <a:pt x="50" y="228"/>
                      </a:cubicBezTo>
                      <a:cubicBezTo>
                        <a:pt x="0" y="167"/>
                        <a:pt x="0" y="167"/>
                        <a:pt x="0" y="167"/>
                      </a:cubicBezTo>
                      <a:cubicBezTo>
                        <a:pt x="5" y="165"/>
                        <a:pt x="5" y="165"/>
                        <a:pt x="5" y="165"/>
                      </a:cubicBezTo>
                      <a:cubicBezTo>
                        <a:pt x="54" y="225"/>
                        <a:pt x="54" y="225"/>
                        <a:pt x="54" y="225"/>
                      </a:cubicBezTo>
                      <a:cubicBezTo>
                        <a:pt x="112" y="186"/>
                        <a:pt x="112" y="186"/>
                        <a:pt x="112" y="186"/>
                      </a:cubicBezTo>
                      <a:cubicBezTo>
                        <a:pt x="90" y="116"/>
                        <a:pt x="90" y="116"/>
                        <a:pt x="90" y="116"/>
                      </a:cubicBezTo>
                      <a:cubicBezTo>
                        <a:pt x="94" y="114"/>
                        <a:pt x="94" y="114"/>
                        <a:pt x="94" y="114"/>
                      </a:cubicBezTo>
                      <a:cubicBezTo>
                        <a:pt x="124" y="208"/>
                        <a:pt x="124" y="208"/>
                        <a:pt x="124" y="208"/>
                      </a:cubicBezTo>
                      <a:cubicBezTo>
                        <a:pt x="166" y="179"/>
                        <a:pt x="166" y="179"/>
                        <a:pt x="166" y="179"/>
                      </a:cubicBezTo>
                      <a:cubicBezTo>
                        <a:pt x="131" y="93"/>
                        <a:pt x="131" y="93"/>
                        <a:pt x="131" y="93"/>
                      </a:cubicBezTo>
                      <a:close/>
                      <a:moveTo>
                        <a:pt x="551" y="683"/>
                      </a:moveTo>
                      <a:cubicBezTo>
                        <a:pt x="575" y="484"/>
                        <a:pt x="575" y="484"/>
                        <a:pt x="575" y="484"/>
                      </a:cubicBezTo>
                      <a:cubicBezTo>
                        <a:pt x="502" y="486"/>
                        <a:pt x="502" y="486"/>
                        <a:pt x="502" y="486"/>
                      </a:cubicBezTo>
                      <a:cubicBezTo>
                        <a:pt x="519" y="534"/>
                        <a:pt x="530" y="588"/>
                        <a:pt x="514" y="653"/>
                      </a:cubicBezTo>
                      <a:cubicBezTo>
                        <a:pt x="521" y="657"/>
                        <a:pt x="535" y="665"/>
                        <a:pt x="551" y="683"/>
                      </a:cubicBezTo>
                      <a:close/>
                      <a:moveTo>
                        <a:pt x="513" y="353"/>
                      </a:moveTo>
                      <a:cubicBezTo>
                        <a:pt x="442" y="332"/>
                        <a:pt x="442" y="332"/>
                        <a:pt x="442" y="332"/>
                      </a:cubicBezTo>
                      <a:cubicBezTo>
                        <a:pt x="447" y="363"/>
                        <a:pt x="461" y="393"/>
                        <a:pt x="475" y="425"/>
                      </a:cubicBezTo>
                      <a:cubicBezTo>
                        <a:pt x="482" y="439"/>
                        <a:pt x="489" y="455"/>
                        <a:pt x="496" y="471"/>
                      </a:cubicBezTo>
                      <a:cubicBezTo>
                        <a:pt x="527" y="470"/>
                        <a:pt x="527" y="470"/>
                        <a:pt x="527" y="470"/>
                      </a:cubicBezTo>
                      <a:cubicBezTo>
                        <a:pt x="513" y="353"/>
                        <a:pt x="513" y="353"/>
                        <a:pt x="513" y="353"/>
                      </a:cubicBezTo>
                      <a:close/>
                      <a:moveTo>
                        <a:pt x="304" y="152"/>
                      </a:moveTo>
                      <a:cubicBezTo>
                        <a:pt x="289" y="163"/>
                        <a:pt x="255" y="190"/>
                        <a:pt x="255" y="190"/>
                      </a:cubicBezTo>
                      <a:cubicBezTo>
                        <a:pt x="253" y="191"/>
                        <a:pt x="253" y="191"/>
                        <a:pt x="253" y="191"/>
                      </a:cubicBezTo>
                      <a:cubicBezTo>
                        <a:pt x="251" y="189"/>
                        <a:pt x="251" y="189"/>
                        <a:pt x="251" y="189"/>
                      </a:cubicBezTo>
                      <a:cubicBezTo>
                        <a:pt x="218" y="137"/>
                        <a:pt x="218" y="137"/>
                        <a:pt x="218" y="137"/>
                      </a:cubicBezTo>
                      <a:cubicBezTo>
                        <a:pt x="203" y="143"/>
                        <a:pt x="187" y="146"/>
                        <a:pt x="174" y="144"/>
                      </a:cubicBezTo>
                      <a:cubicBezTo>
                        <a:pt x="216" y="246"/>
                        <a:pt x="216" y="246"/>
                        <a:pt x="216" y="246"/>
                      </a:cubicBezTo>
                      <a:cubicBezTo>
                        <a:pt x="292" y="268"/>
                        <a:pt x="292" y="268"/>
                        <a:pt x="292" y="268"/>
                      </a:cubicBezTo>
                      <a:cubicBezTo>
                        <a:pt x="294" y="241"/>
                        <a:pt x="302" y="214"/>
                        <a:pt x="317" y="186"/>
                      </a:cubicBezTo>
                      <a:cubicBezTo>
                        <a:pt x="315" y="180"/>
                        <a:pt x="310" y="168"/>
                        <a:pt x="304" y="152"/>
                      </a:cubicBezTo>
                      <a:close/>
                      <a:moveTo>
                        <a:pt x="223" y="135"/>
                      </a:moveTo>
                      <a:cubicBezTo>
                        <a:pt x="254" y="184"/>
                        <a:pt x="254" y="184"/>
                        <a:pt x="254" y="184"/>
                      </a:cubicBezTo>
                      <a:cubicBezTo>
                        <a:pt x="262" y="178"/>
                        <a:pt x="289" y="157"/>
                        <a:pt x="302" y="148"/>
                      </a:cubicBezTo>
                      <a:cubicBezTo>
                        <a:pt x="295" y="133"/>
                        <a:pt x="287" y="117"/>
                        <a:pt x="278" y="102"/>
                      </a:cubicBezTo>
                      <a:cubicBezTo>
                        <a:pt x="267" y="110"/>
                        <a:pt x="256" y="117"/>
                        <a:pt x="245" y="124"/>
                      </a:cubicBezTo>
                      <a:cubicBezTo>
                        <a:pt x="238" y="128"/>
                        <a:pt x="230" y="132"/>
                        <a:pt x="223" y="135"/>
                      </a:cubicBezTo>
                      <a:close/>
                      <a:moveTo>
                        <a:pt x="149" y="287"/>
                      </a:moveTo>
                      <a:cubicBezTo>
                        <a:pt x="194" y="250"/>
                        <a:pt x="194" y="250"/>
                        <a:pt x="194" y="250"/>
                      </a:cubicBezTo>
                      <a:cubicBezTo>
                        <a:pt x="168" y="184"/>
                        <a:pt x="168" y="184"/>
                        <a:pt x="168" y="184"/>
                      </a:cubicBezTo>
                      <a:cubicBezTo>
                        <a:pt x="126" y="213"/>
                        <a:pt x="126" y="213"/>
                        <a:pt x="126" y="213"/>
                      </a:cubicBezTo>
                      <a:cubicBezTo>
                        <a:pt x="149" y="287"/>
                        <a:pt x="149" y="287"/>
                        <a:pt x="149" y="287"/>
                      </a:cubicBezTo>
                      <a:close/>
                      <a:moveTo>
                        <a:pt x="354" y="642"/>
                      </a:moveTo>
                      <a:cubicBezTo>
                        <a:pt x="367" y="591"/>
                        <a:pt x="356" y="540"/>
                        <a:pt x="340" y="488"/>
                      </a:cubicBezTo>
                      <a:cubicBezTo>
                        <a:pt x="329" y="482"/>
                        <a:pt x="329" y="482"/>
                        <a:pt x="329" y="482"/>
                      </a:cubicBezTo>
                      <a:cubicBezTo>
                        <a:pt x="301" y="613"/>
                        <a:pt x="301" y="613"/>
                        <a:pt x="301" y="613"/>
                      </a:cubicBezTo>
                      <a:cubicBezTo>
                        <a:pt x="354" y="642"/>
                        <a:pt x="354" y="642"/>
                        <a:pt x="354" y="642"/>
                      </a:cubicBezTo>
                      <a:close/>
                      <a:moveTo>
                        <a:pt x="296" y="610"/>
                      </a:moveTo>
                      <a:cubicBezTo>
                        <a:pt x="324" y="480"/>
                        <a:pt x="324" y="480"/>
                        <a:pt x="324" y="480"/>
                      </a:cubicBezTo>
                      <a:cubicBezTo>
                        <a:pt x="298" y="467"/>
                        <a:pt x="298" y="467"/>
                        <a:pt x="298" y="467"/>
                      </a:cubicBezTo>
                      <a:cubicBezTo>
                        <a:pt x="235" y="577"/>
                        <a:pt x="235" y="577"/>
                        <a:pt x="235" y="577"/>
                      </a:cubicBezTo>
                      <a:cubicBezTo>
                        <a:pt x="296" y="610"/>
                        <a:pt x="296" y="610"/>
                        <a:pt x="296" y="610"/>
                      </a:cubicBezTo>
                      <a:close/>
                      <a:moveTo>
                        <a:pt x="295" y="460"/>
                      </a:moveTo>
                      <a:cubicBezTo>
                        <a:pt x="304" y="413"/>
                        <a:pt x="295" y="394"/>
                        <a:pt x="279" y="360"/>
                      </a:cubicBezTo>
                      <a:cubicBezTo>
                        <a:pt x="277" y="355"/>
                        <a:pt x="274" y="349"/>
                        <a:pt x="271" y="343"/>
                      </a:cubicBezTo>
                      <a:cubicBezTo>
                        <a:pt x="215" y="419"/>
                        <a:pt x="215" y="419"/>
                        <a:pt x="215" y="419"/>
                      </a:cubicBezTo>
                      <a:cubicBezTo>
                        <a:pt x="295" y="460"/>
                        <a:pt x="295" y="460"/>
                        <a:pt x="295" y="460"/>
                      </a:cubicBezTo>
                      <a:close/>
                      <a:moveTo>
                        <a:pt x="277" y="344"/>
                      </a:moveTo>
                      <a:cubicBezTo>
                        <a:pt x="279" y="349"/>
                        <a:pt x="282" y="353"/>
                        <a:pt x="284" y="358"/>
                      </a:cubicBezTo>
                      <a:cubicBezTo>
                        <a:pt x="300" y="393"/>
                        <a:pt x="310" y="413"/>
                        <a:pt x="300" y="462"/>
                      </a:cubicBezTo>
                      <a:cubicBezTo>
                        <a:pt x="338" y="482"/>
                        <a:pt x="338" y="482"/>
                        <a:pt x="338" y="482"/>
                      </a:cubicBezTo>
                      <a:cubicBezTo>
                        <a:pt x="334" y="469"/>
                        <a:pt x="330" y="456"/>
                        <a:pt x="326" y="444"/>
                      </a:cubicBezTo>
                      <a:cubicBezTo>
                        <a:pt x="317" y="415"/>
                        <a:pt x="307" y="386"/>
                        <a:pt x="301" y="358"/>
                      </a:cubicBezTo>
                      <a:cubicBezTo>
                        <a:pt x="277" y="344"/>
                        <a:pt x="277" y="344"/>
                        <a:pt x="277" y="344"/>
                      </a:cubicBezTo>
                      <a:close/>
                      <a:moveTo>
                        <a:pt x="268" y="339"/>
                      </a:moveTo>
                      <a:cubicBezTo>
                        <a:pt x="221" y="312"/>
                        <a:pt x="221" y="312"/>
                        <a:pt x="221" y="312"/>
                      </a:cubicBezTo>
                      <a:cubicBezTo>
                        <a:pt x="155" y="379"/>
                        <a:pt x="155" y="379"/>
                        <a:pt x="155" y="379"/>
                      </a:cubicBezTo>
                      <a:cubicBezTo>
                        <a:pt x="169" y="472"/>
                        <a:pt x="169" y="472"/>
                        <a:pt x="169" y="472"/>
                      </a:cubicBezTo>
                      <a:cubicBezTo>
                        <a:pt x="209" y="418"/>
                        <a:pt x="209" y="418"/>
                        <a:pt x="209" y="418"/>
                      </a:cubicBezTo>
                      <a:cubicBezTo>
                        <a:pt x="268" y="339"/>
                        <a:pt x="268" y="339"/>
                        <a:pt x="268" y="339"/>
                      </a:cubicBezTo>
                      <a:close/>
                      <a:moveTo>
                        <a:pt x="299" y="351"/>
                      </a:moveTo>
                      <a:cubicBezTo>
                        <a:pt x="295" y="331"/>
                        <a:pt x="292" y="310"/>
                        <a:pt x="291" y="289"/>
                      </a:cubicBezTo>
                      <a:cubicBezTo>
                        <a:pt x="210" y="266"/>
                        <a:pt x="210" y="266"/>
                        <a:pt x="210" y="266"/>
                      </a:cubicBezTo>
                      <a:cubicBezTo>
                        <a:pt x="115" y="343"/>
                        <a:pt x="115" y="343"/>
                        <a:pt x="115" y="343"/>
                      </a:cubicBezTo>
                      <a:cubicBezTo>
                        <a:pt x="153" y="375"/>
                        <a:pt x="153" y="375"/>
                        <a:pt x="153" y="375"/>
                      </a:cubicBezTo>
                      <a:cubicBezTo>
                        <a:pt x="219" y="307"/>
                        <a:pt x="219" y="307"/>
                        <a:pt x="219" y="307"/>
                      </a:cubicBezTo>
                      <a:cubicBezTo>
                        <a:pt x="220" y="305"/>
                        <a:pt x="220" y="305"/>
                        <a:pt x="220" y="305"/>
                      </a:cubicBezTo>
                      <a:cubicBezTo>
                        <a:pt x="222" y="306"/>
                        <a:pt x="222" y="306"/>
                        <a:pt x="222" y="306"/>
                      </a:cubicBezTo>
                      <a:cubicBezTo>
                        <a:pt x="222" y="306"/>
                        <a:pt x="275" y="337"/>
                        <a:pt x="299" y="351"/>
                      </a:cubicBezTo>
                      <a:close/>
                    </a:path>
                  </a:pathLst>
                </a:custGeom>
                <a:solidFill>
                  <a:srgbClr val="E6E7E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07" name="ïś1íḋé"/>
                <p:cNvSpPr/>
                <p:nvPr/>
              </p:nvSpPr>
              <p:spPr bwMode="auto">
                <a:xfrm>
                  <a:off x="9687378" y="5164549"/>
                  <a:ext cx="229008" cy="210929"/>
                </a:xfrm>
                <a:custGeom>
                  <a:avLst/>
                  <a:gdLst>
                    <a:gd name="T0" fmla="*/ 30 w 124"/>
                    <a:gd name="T1" fmla="*/ 0 h 114"/>
                    <a:gd name="T2" fmla="*/ 0 w 124"/>
                    <a:gd name="T3" fmla="*/ 11 h 114"/>
                    <a:gd name="T4" fmla="*/ 12 w 124"/>
                    <a:gd name="T5" fmla="*/ 41 h 114"/>
                    <a:gd name="T6" fmla="*/ 40 w 124"/>
                    <a:gd name="T7" fmla="*/ 22 h 114"/>
                    <a:gd name="T8" fmla="*/ 30 w 124"/>
                    <a:gd name="T9" fmla="*/ 0 h 114"/>
                    <a:gd name="T10" fmla="*/ 14 w 124"/>
                    <a:gd name="T11" fmla="*/ 46 h 114"/>
                    <a:gd name="T12" fmla="*/ 42 w 124"/>
                    <a:gd name="T13" fmla="*/ 27 h 114"/>
                    <a:gd name="T14" fmla="*/ 55 w 124"/>
                    <a:gd name="T15" fmla="*/ 57 h 114"/>
                    <a:gd name="T16" fmla="*/ 32 w 124"/>
                    <a:gd name="T17" fmla="*/ 92 h 114"/>
                    <a:gd name="T18" fmla="*/ 14 w 124"/>
                    <a:gd name="T19" fmla="*/ 46 h 114"/>
                    <a:gd name="T20" fmla="*/ 36 w 124"/>
                    <a:gd name="T21" fmla="*/ 94 h 114"/>
                    <a:gd name="T22" fmla="*/ 98 w 124"/>
                    <a:gd name="T23" fmla="*/ 114 h 114"/>
                    <a:gd name="T24" fmla="*/ 105 w 124"/>
                    <a:gd name="T25" fmla="*/ 75 h 114"/>
                    <a:gd name="T26" fmla="*/ 104 w 124"/>
                    <a:gd name="T27" fmla="*/ 74 h 114"/>
                    <a:gd name="T28" fmla="*/ 82 w 124"/>
                    <a:gd name="T29" fmla="*/ 49 h 114"/>
                    <a:gd name="T30" fmla="*/ 75 w 124"/>
                    <a:gd name="T31" fmla="*/ 63 h 114"/>
                    <a:gd name="T32" fmla="*/ 58 w 124"/>
                    <a:gd name="T33" fmla="*/ 61 h 114"/>
                    <a:gd name="T34" fmla="*/ 36 w 124"/>
                    <a:gd name="T35" fmla="*/ 94 h 114"/>
                    <a:gd name="T36" fmla="*/ 107 w 124"/>
                    <a:gd name="T37" fmla="*/ 70 h 114"/>
                    <a:gd name="T38" fmla="*/ 107 w 124"/>
                    <a:gd name="T39" fmla="*/ 70 h 114"/>
                    <a:gd name="T40" fmla="*/ 86 w 124"/>
                    <a:gd name="T41" fmla="*/ 45 h 114"/>
                    <a:gd name="T42" fmla="*/ 112 w 124"/>
                    <a:gd name="T43" fmla="*/ 24 h 114"/>
                    <a:gd name="T44" fmla="*/ 124 w 124"/>
                    <a:gd name="T45" fmla="*/ 41 h 114"/>
                    <a:gd name="T46" fmla="*/ 107 w 124"/>
                    <a:gd name="T47" fmla="*/ 7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4" h="114">
                      <a:moveTo>
                        <a:pt x="30" y="0"/>
                      </a:moveTo>
                      <a:cubicBezTo>
                        <a:pt x="0" y="11"/>
                        <a:pt x="0" y="11"/>
                        <a:pt x="0" y="11"/>
                      </a:cubicBezTo>
                      <a:cubicBezTo>
                        <a:pt x="12" y="41"/>
                        <a:pt x="12" y="41"/>
                        <a:pt x="12" y="41"/>
                      </a:cubicBezTo>
                      <a:cubicBezTo>
                        <a:pt x="40" y="22"/>
                        <a:pt x="40" y="22"/>
                        <a:pt x="40" y="22"/>
                      </a:cubicBezTo>
                      <a:cubicBezTo>
                        <a:pt x="30" y="0"/>
                        <a:pt x="30" y="0"/>
                        <a:pt x="30" y="0"/>
                      </a:cubicBezTo>
                      <a:close/>
                      <a:moveTo>
                        <a:pt x="14" y="46"/>
                      </a:moveTo>
                      <a:cubicBezTo>
                        <a:pt x="23" y="40"/>
                        <a:pt x="33" y="33"/>
                        <a:pt x="42" y="27"/>
                      </a:cubicBezTo>
                      <a:cubicBezTo>
                        <a:pt x="55" y="57"/>
                        <a:pt x="55" y="57"/>
                        <a:pt x="55" y="57"/>
                      </a:cubicBezTo>
                      <a:cubicBezTo>
                        <a:pt x="32" y="92"/>
                        <a:pt x="32" y="92"/>
                        <a:pt x="32" y="92"/>
                      </a:cubicBezTo>
                      <a:cubicBezTo>
                        <a:pt x="14" y="46"/>
                        <a:pt x="14" y="46"/>
                        <a:pt x="14" y="46"/>
                      </a:cubicBezTo>
                      <a:close/>
                      <a:moveTo>
                        <a:pt x="36" y="94"/>
                      </a:moveTo>
                      <a:cubicBezTo>
                        <a:pt x="98" y="114"/>
                        <a:pt x="98" y="114"/>
                        <a:pt x="98" y="114"/>
                      </a:cubicBezTo>
                      <a:cubicBezTo>
                        <a:pt x="105" y="75"/>
                        <a:pt x="105" y="75"/>
                        <a:pt x="105" y="75"/>
                      </a:cubicBezTo>
                      <a:cubicBezTo>
                        <a:pt x="104" y="74"/>
                        <a:pt x="104" y="74"/>
                        <a:pt x="104" y="74"/>
                      </a:cubicBezTo>
                      <a:cubicBezTo>
                        <a:pt x="82" y="49"/>
                        <a:pt x="82" y="49"/>
                        <a:pt x="82" y="49"/>
                      </a:cubicBezTo>
                      <a:cubicBezTo>
                        <a:pt x="75" y="63"/>
                        <a:pt x="75" y="63"/>
                        <a:pt x="75" y="63"/>
                      </a:cubicBezTo>
                      <a:cubicBezTo>
                        <a:pt x="58" y="61"/>
                        <a:pt x="58" y="61"/>
                        <a:pt x="58" y="61"/>
                      </a:cubicBezTo>
                      <a:cubicBezTo>
                        <a:pt x="36" y="94"/>
                        <a:pt x="36" y="94"/>
                        <a:pt x="36" y="94"/>
                      </a:cubicBezTo>
                      <a:close/>
                      <a:moveTo>
                        <a:pt x="107" y="70"/>
                      </a:moveTo>
                      <a:cubicBezTo>
                        <a:pt x="107" y="70"/>
                        <a:pt x="107" y="70"/>
                        <a:pt x="107" y="70"/>
                      </a:cubicBezTo>
                      <a:cubicBezTo>
                        <a:pt x="86" y="45"/>
                        <a:pt x="86" y="45"/>
                        <a:pt x="86" y="45"/>
                      </a:cubicBezTo>
                      <a:cubicBezTo>
                        <a:pt x="112" y="24"/>
                        <a:pt x="112" y="24"/>
                        <a:pt x="112" y="24"/>
                      </a:cubicBezTo>
                      <a:cubicBezTo>
                        <a:pt x="124" y="41"/>
                        <a:pt x="124" y="41"/>
                        <a:pt x="124" y="41"/>
                      </a:cubicBezTo>
                      <a:lnTo>
                        <a:pt x="107" y="70"/>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47500" lnSpcReduction="20000"/>
                </a:bodyPr>
                <a:lstStyle/>
                <a:p>
                  <a:pPr algn="ctr"/>
                </a:p>
              </p:txBody>
            </p:sp>
            <p:sp>
              <p:nvSpPr>
                <p:cNvPr id="108" name="ï$ḻíḓé"/>
                <p:cNvSpPr/>
                <p:nvPr/>
              </p:nvSpPr>
              <p:spPr bwMode="auto">
                <a:xfrm>
                  <a:off x="9382436" y="5279052"/>
                  <a:ext cx="184412" cy="227803"/>
                </a:xfrm>
                <a:custGeom>
                  <a:avLst/>
                  <a:gdLst>
                    <a:gd name="T0" fmla="*/ 123 w 153"/>
                    <a:gd name="T1" fmla="*/ 0 h 189"/>
                    <a:gd name="T2" fmla="*/ 153 w 153"/>
                    <a:gd name="T3" fmla="*/ 62 h 189"/>
                    <a:gd name="T4" fmla="*/ 132 w 153"/>
                    <a:gd name="T5" fmla="*/ 83 h 189"/>
                    <a:gd name="T6" fmla="*/ 94 w 153"/>
                    <a:gd name="T7" fmla="*/ 20 h 189"/>
                    <a:gd name="T8" fmla="*/ 123 w 153"/>
                    <a:gd name="T9" fmla="*/ 0 h 189"/>
                    <a:gd name="T10" fmla="*/ 123 w 153"/>
                    <a:gd name="T11" fmla="*/ 0 h 189"/>
                    <a:gd name="T12" fmla="*/ 127 w 153"/>
                    <a:gd name="T13" fmla="*/ 89 h 189"/>
                    <a:gd name="T14" fmla="*/ 86 w 153"/>
                    <a:gd name="T15" fmla="*/ 25 h 189"/>
                    <a:gd name="T16" fmla="*/ 51 w 153"/>
                    <a:gd name="T17" fmla="*/ 48 h 189"/>
                    <a:gd name="T18" fmla="*/ 63 w 153"/>
                    <a:gd name="T19" fmla="*/ 74 h 189"/>
                    <a:gd name="T20" fmla="*/ 120 w 153"/>
                    <a:gd name="T21" fmla="*/ 95 h 189"/>
                    <a:gd name="T22" fmla="*/ 127 w 153"/>
                    <a:gd name="T23" fmla="*/ 89 h 189"/>
                    <a:gd name="T24" fmla="*/ 127 w 153"/>
                    <a:gd name="T25" fmla="*/ 89 h 189"/>
                    <a:gd name="T26" fmla="*/ 115 w 153"/>
                    <a:gd name="T27" fmla="*/ 101 h 189"/>
                    <a:gd name="T28" fmla="*/ 64 w 153"/>
                    <a:gd name="T29" fmla="*/ 83 h 189"/>
                    <a:gd name="T30" fmla="*/ 49 w 153"/>
                    <a:gd name="T31" fmla="*/ 95 h 189"/>
                    <a:gd name="T32" fmla="*/ 84 w 153"/>
                    <a:gd name="T33" fmla="*/ 132 h 189"/>
                    <a:gd name="T34" fmla="*/ 115 w 153"/>
                    <a:gd name="T35" fmla="*/ 101 h 189"/>
                    <a:gd name="T36" fmla="*/ 115 w 153"/>
                    <a:gd name="T37" fmla="*/ 101 h 189"/>
                    <a:gd name="T38" fmla="*/ 80 w 153"/>
                    <a:gd name="T39" fmla="*/ 137 h 189"/>
                    <a:gd name="T40" fmla="*/ 57 w 153"/>
                    <a:gd name="T41" fmla="*/ 160 h 189"/>
                    <a:gd name="T42" fmla="*/ 26 w 153"/>
                    <a:gd name="T43" fmla="*/ 115 h 189"/>
                    <a:gd name="T44" fmla="*/ 44 w 153"/>
                    <a:gd name="T45" fmla="*/ 100 h 189"/>
                    <a:gd name="T46" fmla="*/ 80 w 153"/>
                    <a:gd name="T47" fmla="*/ 137 h 189"/>
                    <a:gd name="T48" fmla="*/ 80 w 153"/>
                    <a:gd name="T49" fmla="*/ 137 h 189"/>
                    <a:gd name="T50" fmla="*/ 52 w 153"/>
                    <a:gd name="T51" fmla="*/ 166 h 189"/>
                    <a:gd name="T52" fmla="*/ 28 w 153"/>
                    <a:gd name="T53" fmla="*/ 189 h 189"/>
                    <a:gd name="T54" fmla="*/ 0 w 153"/>
                    <a:gd name="T55" fmla="*/ 138 h 189"/>
                    <a:gd name="T56" fmla="*/ 20 w 153"/>
                    <a:gd name="T57" fmla="*/ 121 h 189"/>
                    <a:gd name="T58" fmla="*/ 52 w 153"/>
                    <a:gd name="T59" fmla="*/ 166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3" h="189">
                      <a:moveTo>
                        <a:pt x="123" y="0"/>
                      </a:moveTo>
                      <a:lnTo>
                        <a:pt x="153" y="62"/>
                      </a:lnTo>
                      <a:lnTo>
                        <a:pt x="132" y="83"/>
                      </a:lnTo>
                      <a:lnTo>
                        <a:pt x="94" y="20"/>
                      </a:lnTo>
                      <a:lnTo>
                        <a:pt x="123" y="0"/>
                      </a:lnTo>
                      <a:lnTo>
                        <a:pt x="123" y="0"/>
                      </a:lnTo>
                      <a:close/>
                      <a:moveTo>
                        <a:pt x="127" y="89"/>
                      </a:moveTo>
                      <a:lnTo>
                        <a:pt x="86" y="25"/>
                      </a:lnTo>
                      <a:lnTo>
                        <a:pt x="51" y="48"/>
                      </a:lnTo>
                      <a:lnTo>
                        <a:pt x="63" y="74"/>
                      </a:lnTo>
                      <a:lnTo>
                        <a:pt x="120" y="95"/>
                      </a:lnTo>
                      <a:lnTo>
                        <a:pt x="127" y="89"/>
                      </a:lnTo>
                      <a:lnTo>
                        <a:pt x="127" y="89"/>
                      </a:lnTo>
                      <a:close/>
                      <a:moveTo>
                        <a:pt x="115" y="101"/>
                      </a:moveTo>
                      <a:lnTo>
                        <a:pt x="64" y="83"/>
                      </a:lnTo>
                      <a:lnTo>
                        <a:pt x="49" y="95"/>
                      </a:lnTo>
                      <a:lnTo>
                        <a:pt x="84" y="132"/>
                      </a:lnTo>
                      <a:lnTo>
                        <a:pt x="115" y="101"/>
                      </a:lnTo>
                      <a:lnTo>
                        <a:pt x="115" y="101"/>
                      </a:lnTo>
                      <a:close/>
                      <a:moveTo>
                        <a:pt x="80" y="137"/>
                      </a:moveTo>
                      <a:lnTo>
                        <a:pt x="57" y="160"/>
                      </a:lnTo>
                      <a:lnTo>
                        <a:pt x="26" y="115"/>
                      </a:lnTo>
                      <a:lnTo>
                        <a:pt x="44" y="100"/>
                      </a:lnTo>
                      <a:lnTo>
                        <a:pt x="80" y="137"/>
                      </a:lnTo>
                      <a:lnTo>
                        <a:pt x="80" y="137"/>
                      </a:lnTo>
                      <a:close/>
                      <a:moveTo>
                        <a:pt x="52" y="166"/>
                      </a:moveTo>
                      <a:lnTo>
                        <a:pt x="28" y="189"/>
                      </a:lnTo>
                      <a:lnTo>
                        <a:pt x="0" y="138"/>
                      </a:lnTo>
                      <a:lnTo>
                        <a:pt x="20" y="121"/>
                      </a:lnTo>
                      <a:lnTo>
                        <a:pt x="52" y="166"/>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62500" lnSpcReduction="20000"/>
                </a:bodyPr>
                <a:lstStyle/>
                <a:p>
                  <a:pPr algn="ctr"/>
                </a:p>
              </p:txBody>
            </p:sp>
            <p:sp>
              <p:nvSpPr>
                <p:cNvPr id="109" name="í$ľiḑè"/>
                <p:cNvSpPr/>
                <p:nvPr/>
              </p:nvSpPr>
              <p:spPr bwMode="auto">
                <a:xfrm>
                  <a:off x="9641576" y="5493596"/>
                  <a:ext cx="173564" cy="227803"/>
                </a:xfrm>
                <a:custGeom>
                  <a:avLst/>
                  <a:gdLst>
                    <a:gd name="T0" fmla="*/ 55 w 94"/>
                    <a:gd name="T1" fmla="*/ 1 h 123"/>
                    <a:gd name="T2" fmla="*/ 94 w 94"/>
                    <a:gd name="T3" fmla="*/ 20 h 123"/>
                    <a:gd name="T4" fmla="*/ 68 w 94"/>
                    <a:gd name="T5" fmla="*/ 56 h 123"/>
                    <a:gd name="T6" fmla="*/ 27 w 94"/>
                    <a:gd name="T7" fmla="*/ 31 h 123"/>
                    <a:gd name="T8" fmla="*/ 55 w 94"/>
                    <a:gd name="T9" fmla="*/ 1 h 123"/>
                    <a:gd name="T10" fmla="*/ 65 w 94"/>
                    <a:gd name="T11" fmla="*/ 61 h 123"/>
                    <a:gd name="T12" fmla="*/ 24 w 94"/>
                    <a:gd name="T13" fmla="*/ 34 h 123"/>
                    <a:gd name="T14" fmla="*/ 0 w 94"/>
                    <a:gd name="T15" fmla="*/ 59 h 123"/>
                    <a:gd name="T16" fmla="*/ 20 w 94"/>
                    <a:gd name="T17" fmla="*/ 123 h 123"/>
                    <a:gd name="T18" fmla="*/ 65 w 94"/>
                    <a:gd name="T19" fmla="*/ 6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23">
                      <a:moveTo>
                        <a:pt x="55" y="1"/>
                      </a:moveTo>
                      <a:cubicBezTo>
                        <a:pt x="57" y="0"/>
                        <a:pt x="94" y="20"/>
                        <a:pt x="94" y="20"/>
                      </a:cubicBezTo>
                      <a:cubicBezTo>
                        <a:pt x="68" y="56"/>
                        <a:pt x="68" y="56"/>
                        <a:pt x="68" y="56"/>
                      </a:cubicBezTo>
                      <a:cubicBezTo>
                        <a:pt x="27" y="31"/>
                        <a:pt x="27" y="31"/>
                        <a:pt x="27" y="31"/>
                      </a:cubicBezTo>
                      <a:cubicBezTo>
                        <a:pt x="55" y="1"/>
                        <a:pt x="55" y="1"/>
                        <a:pt x="55" y="1"/>
                      </a:cubicBezTo>
                      <a:close/>
                      <a:moveTo>
                        <a:pt x="65" y="61"/>
                      </a:moveTo>
                      <a:cubicBezTo>
                        <a:pt x="24" y="34"/>
                        <a:pt x="24" y="34"/>
                        <a:pt x="24" y="34"/>
                      </a:cubicBezTo>
                      <a:cubicBezTo>
                        <a:pt x="0" y="59"/>
                        <a:pt x="0" y="59"/>
                        <a:pt x="0" y="59"/>
                      </a:cubicBezTo>
                      <a:cubicBezTo>
                        <a:pt x="20" y="123"/>
                        <a:pt x="20" y="123"/>
                        <a:pt x="20" y="123"/>
                      </a:cubicBezTo>
                      <a:lnTo>
                        <a:pt x="65" y="61"/>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62500" lnSpcReduction="20000"/>
                </a:bodyPr>
                <a:lstStyle/>
                <a:p>
                  <a:pPr algn="ctr"/>
                </a:p>
              </p:txBody>
            </p:sp>
            <p:sp>
              <p:nvSpPr>
                <p:cNvPr id="110" name="i$1iḍê"/>
                <p:cNvSpPr/>
                <p:nvPr/>
              </p:nvSpPr>
              <p:spPr bwMode="auto">
                <a:xfrm>
                  <a:off x="9760902" y="5569531"/>
                  <a:ext cx="116915" cy="145842"/>
                </a:xfrm>
                <a:custGeom>
                  <a:avLst/>
                  <a:gdLst>
                    <a:gd name="T0" fmla="*/ 40 w 63"/>
                    <a:gd name="T1" fmla="*/ 0 h 79"/>
                    <a:gd name="T2" fmla="*/ 0 w 63"/>
                    <a:gd name="T3" fmla="*/ 51 h 79"/>
                    <a:gd name="T4" fmla="*/ 56 w 63"/>
                    <a:gd name="T5" fmla="*/ 79 h 79"/>
                    <a:gd name="T6" fmla="*/ 63 w 63"/>
                    <a:gd name="T7" fmla="*/ 59 h 79"/>
                    <a:gd name="T8" fmla="*/ 40 w 63"/>
                    <a:gd name="T9" fmla="*/ 0 h 79"/>
                  </a:gdLst>
                  <a:ahLst/>
                  <a:cxnLst>
                    <a:cxn ang="0">
                      <a:pos x="T0" y="T1"/>
                    </a:cxn>
                    <a:cxn ang="0">
                      <a:pos x="T2" y="T3"/>
                    </a:cxn>
                    <a:cxn ang="0">
                      <a:pos x="T4" y="T5"/>
                    </a:cxn>
                    <a:cxn ang="0">
                      <a:pos x="T6" y="T7"/>
                    </a:cxn>
                    <a:cxn ang="0">
                      <a:pos x="T8" y="T9"/>
                    </a:cxn>
                  </a:cxnLst>
                  <a:rect l="0" t="0" r="r" b="b"/>
                  <a:pathLst>
                    <a:path w="63" h="79">
                      <a:moveTo>
                        <a:pt x="40" y="0"/>
                      </a:moveTo>
                      <a:cubicBezTo>
                        <a:pt x="39" y="3"/>
                        <a:pt x="0" y="51"/>
                        <a:pt x="0" y="51"/>
                      </a:cubicBezTo>
                      <a:cubicBezTo>
                        <a:pt x="56" y="79"/>
                        <a:pt x="56" y="79"/>
                        <a:pt x="56" y="79"/>
                      </a:cubicBezTo>
                      <a:cubicBezTo>
                        <a:pt x="63" y="59"/>
                        <a:pt x="63" y="59"/>
                        <a:pt x="63" y="59"/>
                      </a:cubicBezTo>
                      <a:lnTo>
                        <a:pt x="40" y="0"/>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111" name="ïṩḷíďé"/>
                <p:cNvSpPr/>
                <p:nvPr/>
              </p:nvSpPr>
              <p:spPr bwMode="auto">
                <a:xfrm>
                  <a:off x="9666888" y="5745505"/>
                  <a:ext cx="185617" cy="280836"/>
                </a:xfrm>
                <a:custGeom>
                  <a:avLst/>
                  <a:gdLst>
                    <a:gd name="T0" fmla="*/ 70 w 100"/>
                    <a:gd name="T1" fmla="*/ 0 h 152"/>
                    <a:gd name="T2" fmla="*/ 100 w 100"/>
                    <a:gd name="T3" fmla="*/ 14 h 152"/>
                    <a:gd name="T4" fmla="*/ 84 w 100"/>
                    <a:gd name="T5" fmla="*/ 45 h 152"/>
                    <a:gd name="T6" fmla="*/ 50 w 100"/>
                    <a:gd name="T7" fmla="*/ 31 h 152"/>
                    <a:gd name="T8" fmla="*/ 70 w 100"/>
                    <a:gd name="T9" fmla="*/ 0 h 152"/>
                    <a:gd name="T10" fmla="*/ 81 w 100"/>
                    <a:gd name="T11" fmla="*/ 49 h 152"/>
                    <a:gd name="T12" fmla="*/ 47 w 100"/>
                    <a:gd name="T13" fmla="*/ 35 h 152"/>
                    <a:gd name="T14" fmla="*/ 16 w 100"/>
                    <a:gd name="T15" fmla="*/ 84 h 152"/>
                    <a:gd name="T16" fmla="*/ 52 w 100"/>
                    <a:gd name="T17" fmla="*/ 103 h 152"/>
                    <a:gd name="T18" fmla="*/ 81 w 100"/>
                    <a:gd name="T19" fmla="*/ 49 h 152"/>
                    <a:gd name="T20" fmla="*/ 49 w 100"/>
                    <a:gd name="T21" fmla="*/ 108 h 152"/>
                    <a:gd name="T22" fmla="*/ 25 w 100"/>
                    <a:gd name="T23" fmla="*/ 152 h 152"/>
                    <a:gd name="T24" fmla="*/ 0 w 100"/>
                    <a:gd name="T25" fmla="*/ 109 h 152"/>
                    <a:gd name="T26" fmla="*/ 14 w 100"/>
                    <a:gd name="T27" fmla="*/ 88 h 152"/>
                    <a:gd name="T28" fmla="*/ 49 w 100"/>
                    <a:gd name="T29" fmla="*/ 10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0" h="152">
                      <a:moveTo>
                        <a:pt x="70" y="0"/>
                      </a:moveTo>
                      <a:cubicBezTo>
                        <a:pt x="100" y="14"/>
                        <a:pt x="100" y="14"/>
                        <a:pt x="100" y="14"/>
                      </a:cubicBezTo>
                      <a:cubicBezTo>
                        <a:pt x="84" y="45"/>
                        <a:pt x="84" y="45"/>
                        <a:pt x="84" y="45"/>
                      </a:cubicBezTo>
                      <a:cubicBezTo>
                        <a:pt x="73" y="40"/>
                        <a:pt x="61" y="35"/>
                        <a:pt x="50" y="31"/>
                      </a:cubicBezTo>
                      <a:cubicBezTo>
                        <a:pt x="70" y="0"/>
                        <a:pt x="70" y="0"/>
                        <a:pt x="70" y="0"/>
                      </a:cubicBezTo>
                      <a:close/>
                      <a:moveTo>
                        <a:pt x="81" y="49"/>
                      </a:moveTo>
                      <a:cubicBezTo>
                        <a:pt x="70" y="44"/>
                        <a:pt x="58" y="39"/>
                        <a:pt x="47" y="35"/>
                      </a:cubicBezTo>
                      <a:cubicBezTo>
                        <a:pt x="16" y="84"/>
                        <a:pt x="16" y="84"/>
                        <a:pt x="16" y="84"/>
                      </a:cubicBezTo>
                      <a:cubicBezTo>
                        <a:pt x="52" y="103"/>
                        <a:pt x="52" y="103"/>
                        <a:pt x="52" y="103"/>
                      </a:cubicBezTo>
                      <a:cubicBezTo>
                        <a:pt x="81" y="49"/>
                        <a:pt x="81" y="49"/>
                        <a:pt x="81" y="49"/>
                      </a:cubicBezTo>
                      <a:close/>
                      <a:moveTo>
                        <a:pt x="49" y="108"/>
                      </a:moveTo>
                      <a:cubicBezTo>
                        <a:pt x="25" y="152"/>
                        <a:pt x="25" y="152"/>
                        <a:pt x="25" y="152"/>
                      </a:cubicBezTo>
                      <a:cubicBezTo>
                        <a:pt x="0" y="109"/>
                        <a:pt x="0" y="109"/>
                        <a:pt x="0" y="109"/>
                      </a:cubicBezTo>
                      <a:cubicBezTo>
                        <a:pt x="14" y="88"/>
                        <a:pt x="14" y="88"/>
                        <a:pt x="14" y="88"/>
                      </a:cubicBezTo>
                      <a:lnTo>
                        <a:pt x="49" y="108"/>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85000" lnSpcReduction="20000"/>
                </a:bodyPr>
                <a:lstStyle/>
                <a:p>
                  <a:pPr algn="ctr"/>
                </a:p>
              </p:txBody>
            </p:sp>
            <p:sp>
              <p:nvSpPr>
                <p:cNvPr id="112" name="íṡḻïde"/>
                <p:cNvSpPr/>
                <p:nvPr/>
              </p:nvSpPr>
              <p:spPr bwMode="auto">
                <a:xfrm>
                  <a:off x="10309315" y="5815413"/>
                  <a:ext cx="73524" cy="284452"/>
                </a:xfrm>
                <a:custGeom>
                  <a:avLst/>
                  <a:gdLst>
                    <a:gd name="T0" fmla="*/ 40 w 40"/>
                    <a:gd name="T1" fmla="*/ 0 h 154"/>
                    <a:gd name="T2" fmla="*/ 18 w 40"/>
                    <a:gd name="T3" fmla="*/ 2 h 154"/>
                    <a:gd name="T4" fmla="*/ 13 w 40"/>
                    <a:gd name="T5" fmla="*/ 39 h 154"/>
                    <a:gd name="T6" fmla="*/ 36 w 40"/>
                    <a:gd name="T7" fmla="*/ 39 h 154"/>
                    <a:gd name="T8" fmla="*/ 40 w 40"/>
                    <a:gd name="T9" fmla="*/ 0 h 154"/>
                    <a:gd name="T10" fmla="*/ 13 w 40"/>
                    <a:gd name="T11" fmla="*/ 44 h 154"/>
                    <a:gd name="T12" fmla="*/ 9 w 40"/>
                    <a:gd name="T13" fmla="*/ 76 h 154"/>
                    <a:gd name="T14" fmla="*/ 32 w 40"/>
                    <a:gd name="T15" fmla="*/ 78 h 154"/>
                    <a:gd name="T16" fmla="*/ 36 w 40"/>
                    <a:gd name="T17" fmla="*/ 44 h 154"/>
                    <a:gd name="T18" fmla="*/ 13 w 40"/>
                    <a:gd name="T19" fmla="*/ 44 h 154"/>
                    <a:gd name="T20" fmla="*/ 8 w 40"/>
                    <a:gd name="T21" fmla="*/ 81 h 154"/>
                    <a:gd name="T22" fmla="*/ 4 w 40"/>
                    <a:gd name="T23" fmla="*/ 119 h 154"/>
                    <a:gd name="T24" fmla="*/ 28 w 40"/>
                    <a:gd name="T25" fmla="*/ 122 h 154"/>
                    <a:gd name="T26" fmla="*/ 32 w 40"/>
                    <a:gd name="T27" fmla="*/ 83 h 154"/>
                    <a:gd name="T28" fmla="*/ 8 w 40"/>
                    <a:gd name="T29" fmla="*/ 81 h 154"/>
                    <a:gd name="T30" fmla="*/ 3 w 40"/>
                    <a:gd name="T31" fmla="*/ 124 h 154"/>
                    <a:gd name="T32" fmla="*/ 0 w 40"/>
                    <a:gd name="T33" fmla="*/ 149 h 154"/>
                    <a:gd name="T34" fmla="*/ 24 w 40"/>
                    <a:gd name="T35" fmla="*/ 154 h 154"/>
                    <a:gd name="T36" fmla="*/ 27 w 40"/>
                    <a:gd name="T37" fmla="*/ 127 h 154"/>
                    <a:gd name="T38" fmla="*/ 3 w 40"/>
                    <a:gd name="T39" fmla="*/ 12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 h="154">
                      <a:moveTo>
                        <a:pt x="40" y="0"/>
                      </a:moveTo>
                      <a:cubicBezTo>
                        <a:pt x="38" y="0"/>
                        <a:pt x="18" y="2"/>
                        <a:pt x="18" y="2"/>
                      </a:cubicBezTo>
                      <a:cubicBezTo>
                        <a:pt x="13" y="39"/>
                        <a:pt x="13" y="39"/>
                        <a:pt x="13" y="39"/>
                      </a:cubicBezTo>
                      <a:cubicBezTo>
                        <a:pt x="36" y="39"/>
                        <a:pt x="36" y="39"/>
                        <a:pt x="36" y="39"/>
                      </a:cubicBezTo>
                      <a:cubicBezTo>
                        <a:pt x="40" y="0"/>
                        <a:pt x="40" y="0"/>
                        <a:pt x="40" y="0"/>
                      </a:cubicBezTo>
                      <a:close/>
                      <a:moveTo>
                        <a:pt x="13" y="44"/>
                      </a:moveTo>
                      <a:cubicBezTo>
                        <a:pt x="9" y="76"/>
                        <a:pt x="9" y="76"/>
                        <a:pt x="9" y="76"/>
                      </a:cubicBezTo>
                      <a:cubicBezTo>
                        <a:pt x="32" y="78"/>
                        <a:pt x="32" y="78"/>
                        <a:pt x="32" y="78"/>
                      </a:cubicBezTo>
                      <a:cubicBezTo>
                        <a:pt x="36" y="44"/>
                        <a:pt x="36" y="44"/>
                        <a:pt x="36" y="44"/>
                      </a:cubicBezTo>
                      <a:cubicBezTo>
                        <a:pt x="13" y="44"/>
                        <a:pt x="13" y="44"/>
                        <a:pt x="13" y="44"/>
                      </a:cubicBezTo>
                      <a:close/>
                      <a:moveTo>
                        <a:pt x="8" y="81"/>
                      </a:moveTo>
                      <a:cubicBezTo>
                        <a:pt x="4" y="119"/>
                        <a:pt x="4" y="119"/>
                        <a:pt x="4" y="119"/>
                      </a:cubicBezTo>
                      <a:cubicBezTo>
                        <a:pt x="28" y="122"/>
                        <a:pt x="28" y="122"/>
                        <a:pt x="28" y="122"/>
                      </a:cubicBezTo>
                      <a:cubicBezTo>
                        <a:pt x="32" y="83"/>
                        <a:pt x="32" y="83"/>
                        <a:pt x="32" y="83"/>
                      </a:cubicBezTo>
                      <a:cubicBezTo>
                        <a:pt x="8" y="81"/>
                        <a:pt x="8" y="81"/>
                        <a:pt x="8" y="81"/>
                      </a:cubicBezTo>
                      <a:close/>
                      <a:moveTo>
                        <a:pt x="3" y="124"/>
                      </a:moveTo>
                      <a:cubicBezTo>
                        <a:pt x="0" y="149"/>
                        <a:pt x="0" y="149"/>
                        <a:pt x="0" y="149"/>
                      </a:cubicBezTo>
                      <a:cubicBezTo>
                        <a:pt x="24" y="154"/>
                        <a:pt x="24" y="154"/>
                        <a:pt x="24" y="154"/>
                      </a:cubicBezTo>
                      <a:cubicBezTo>
                        <a:pt x="27" y="127"/>
                        <a:pt x="27" y="127"/>
                        <a:pt x="27" y="127"/>
                      </a:cubicBezTo>
                      <a:lnTo>
                        <a:pt x="3" y="124"/>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85000" lnSpcReduction="20000"/>
                </a:bodyPr>
                <a:lstStyle/>
                <a:p>
                  <a:pPr algn="ctr"/>
                </a:p>
              </p:txBody>
            </p:sp>
            <p:sp>
              <p:nvSpPr>
                <p:cNvPr id="113" name="iṩlïdé"/>
                <p:cNvSpPr/>
                <p:nvPr/>
              </p:nvSpPr>
              <p:spPr bwMode="auto">
                <a:xfrm>
                  <a:off x="10196016" y="6189057"/>
                  <a:ext cx="138610" cy="190438"/>
                </a:xfrm>
                <a:custGeom>
                  <a:avLst/>
                  <a:gdLst>
                    <a:gd name="T0" fmla="*/ 115 w 115"/>
                    <a:gd name="T1" fmla="*/ 5 h 158"/>
                    <a:gd name="T2" fmla="*/ 72 w 115"/>
                    <a:gd name="T3" fmla="*/ 0 h 158"/>
                    <a:gd name="T4" fmla="*/ 46 w 115"/>
                    <a:gd name="T5" fmla="*/ 57 h 158"/>
                    <a:gd name="T6" fmla="*/ 109 w 115"/>
                    <a:gd name="T7" fmla="*/ 58 h 158"/>
                    <a:gd name="T8" fmla="*/ 115 w 115"/>
                    <a:gd name="T9" fmla="*/ 5 h 158"/>
                    <a:gd name="T10" fmla="*/ 115 w 115"/>
                    <a:gd name="T11" fmla="*/ 5 h 158"/>
                    <a:gd name="T12" fmla="*/ 42 w 115"/>
                    <a:gd name="T13" fmla="*/ 64 h 158"/>
                    <a:gd name="T14" fmla="*/ 0 w 115"/>
                    <a:gd name="T15" fmla="*/ 158 h 158"/>
                    <a:gd name="T16" fmla="*/ 104 w 115"/>
                    <a:gd name="T17" fmla="*/ 97 h 158"/>
                    <a:gd name="T18" fmla="*/ 108 w 115"/>
                    <a:gd name="T19" fmla="*/ 66 h 158"/>
                    <a:gd name="T20" fmla="*/ 42 w 115"/>
                    <a:gd name="T21" fmla="*/ 6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58">
                      <a:moveTo>
                        <a:pt x="115" y="5"/>
                      </a:moveTo>
                      <a:lnTo>
                        <a:pt x="72" y="0"/>
                      </a:lnTo>
                      <a:lnTo>
                        <a:pt x="46" y="57"/>
                      </a:lnTo>
                      <a:lnTo>
                        <a:pt x="109" y="58"/>
                      </a:lnTo>
                      <a:lnTo>
                        <a:pt x="115" y="5"/>
                      </a:lnTo>
                      <a:lnTo>
                        <a:pt x="115" y="5"/>
                      </a:lnTo>
                      <a:close/>
                      <a:moveTo>
                        <a:pt x="42" y="64"/>
                      </a:moveTo>
                      <a:lnTo>
                        <a:pt x="0" y="158"/>
                      </a:lnTo>
                      <a:lnTo>
                        <a:pt x="104" y="97"/>
                      </a:lnTo>
                      <a:lnTo>
                        <a:pt x="108" y="66"/>
                      </a:lnTo>
                      <a:lnTo>
                        <a:pt x="42" y="64"/>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40000" lnSpcReduction="20000"/>
                </a:bodyPr>
                <a:lstStyle/>
                <a:p>
                  <a:pPr algn="ctr"/>
                </a:p>
              </p:txBody>
            </p:sp>
            <p:sp>
              <p:nvSpPr>
                <p:cNvPr id="114" name="îṣľîḋè"/>
                <p:cNvSpPr/>
                <p:nvPr/>
              </p:nvSpPr>
              <p:spPr bwMode="auto">
                <a:xfrm>
                  <a:off x="9824783" y="6068526"/>
                  <a:ext cx="143432" cy="213339"/>
                </a:xfrm>
                <a:custGeom>
                  <a:avLst/>
                  <a:gdLst>
                    <a:gd name="T0" fmla="*/ 56 w 119"/>
                    <a:gd name="T1" fmla="*/ 0 h 177"/>
                    <a:gd name="T2" fmla="*/ 119 w 119"/>
                    <a:gd name="T3" fmla="*/ 26 h 177"/>
                    <a:gd name="T4" fmla="*/ 81 w 119"/>
                    <a:gd name="T5" fmla="*/ 111 h 177"/>
                    <a:gd name="T6" fmla="*/ 58 w 119"/>
                    <a:gd name="T7" fmla="*/ 103 h 177"/>
                    <a:gd name="T8" fmla="*/ 29 w 119"/>
                    <a:gd name="T9" fmla="*/ 177 h 177"/>
                    <a:gd name="T10" fmla="*/ 0 w 119"/>
                    <a:gd name="T11" fmla="*/ 125 h 177"/>
                    <a:gd name="T12" fmla="*/ 56 w 119"/>
                    <a:gd name="T13" fmla="*/ 0 h 177"/>
                  </a:gdLst>
                  <a:ahLst/>
                  <a:cxnLst>
                    <a:cxn ang="0">
                      <a:pos x="T0" y="T1"/>
                    </a:cxn>
                    <a:cxn ang="0">
                      <a:pos x="T2" y="T3"/>
                    </a:cxn>
                    <a:cxn ang="0">
                      <a:pos x="T4" y="T5"/>
                    </a:cxn>
                    <a:cxn ang="0">
                      <a:pos x="T6" y="T7"/>
                    </a:cxn>
                    <a:cxn ang="0">
                      <a:pos x="T8" y="T9"/>
                    </a:cxn>
                    <a:cxn ang="0">
                      <a:pos x="T10" y="T11"/>
                    </a:cxn>
                    <a:cxn ang="0">
                      <a:pos x="T12" y="T13"/>
                    </a:cxn>
                  </a:cxnLst>
                  <a:rect l="0" t="0" r="r" b="b"/>
                  <a:pathLst>
                    <a:path w="119" h="177">
                      <a:moveTo>
                        <a:pt x="56" y="0"/>
                      </a:moveTo>
                      <a:lnTo>
                        <a:pt x="119" y="26"/>
                      </a:lnTo>
                      <a:lnTo>
                        <a:pt x="81" y="111"/>
                      </a:lnTo>
                      <a:lnTo>
                        <a:pt x="58" y="103"/>
                      </a:lnTo>
                      <a:lnTo>
                        <a:pt x="29" y="177"/>
                      </a:lnTo>
                      <a:lnTo>
                        <a:pt x="0" y="125"/>
                      </a:lnTo>
                      <a:lnTo>
                        <a:pt x="56" y="0"/>
                      </a:lnTo>
                      <a:close/>
                    </a:path>
                  </a:pathLst>
                </a:custGeom>
                <a:solidFill>
                  <a:srgbClr val="A6A8AB"/>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47500" lnSpcReduction="20000"/>
                </a:bodyPr>
                <a:lstStyle/>
                <a:p>
                  <a:pPr algn="ctr"/>
                </a:p>
              </p:txBody>
            </p:sp>
            <p:sp>
              <p:nvSpPr>
                <p:cNvPr id="115" name="ïṡ1ïḍe"/>
                <p:cNvSpPr/>
                <p:nvPr/>
              </p:nvSpPr>
              <p:spPr bwMode="auto">
                <a:xfrm>
                  <a:off x="9552384" y="5388735"/>
                  <a:ext cx="339896" cy="201286"/>
                </a:xfrm>
                <a:custGeom>
                  <a:avLst/>
                  <a:gdLst>
                    <a:gd name="T0" fmla="*/ 107 w 184"/>
                    <a:gd name="T1" fmla="*/ 40 h 109"/>
                    <a:gd name="T2" fmla="*/ 184 w 184"/>
                    <a:gd name="T3" fmla="*/ 85 h 109"/>
                    <a:gd name="T4" fmla="*/ 176 w 184"/>
                    <a:gd name="T5" fmla="*/ 23 h 109"/>
                    <a:gd name="T6" fmla="*/ 95 w 184"/>
                    <a:gd name="T7" fmla="*/ 0 h 109"/>
                    <a:gd name="T8" fmla="*/ 0 w 184"/>
                    <a:gd name="T9" fmla="*/ 77 h 109"/>
                    <a:gd name="T10" fmla="*/ 38 w 184"/>
                    <a:gd name="T11" fmla="*/ 109 h 109"/>
                    <a:gd name="T12" fmla="*/ 104 w 184"/>
                    <a:gd name="T13" fmla="*/ 41 h 109"/>
                    <a:gd name="T14" fmla="*/ 105 w 184"/>
                    <a:gd name="T15" fmla="*/ 39 h 109"/>
                    <a:gd name="T16" fmla="*/ 107 w 184"/>
                    <a:gd name="T17" fmla="*/ 4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4" h="109">
                      <a:moveTo>
                        <a:pt x="107" y="40"/>
                      </a:moveTo>
                      <a:cubicBezTo>
                        <a:pt x="107" y="40"/>
                        <a:pt x="160" y="71"/>
                        <a:pt x="184" y="85"/>
                      </a:cubicBezTo>
                      <a:cubicBezTo>
                        <a:pt x="180" y="65"/>
                        <a:pt x="177" y="44"/>
                        <a:pt x="176" y="23"/>
                      </a:cubicBezTo>
                      <a:cubicBezTo>
                        <a:pt x="95" y="0"/>
                        <a:pt x="95" y="0"/>
                        <a:pt x="95" y="0"/>
                      </a:cubicBezTo>
                      <a:cubicBezTo>
                        <a:pt x="0" y="77"/>
                        <a:pt x="0" y="77"/>
                        <a:pt x="0" y="77"/>
                      </a:cubicBezTo>
                      <a:cubicBezTo>
                        <a:pt x="38" y="109"/>
                        <a:pt x="38" y="109"/>
                        <a:pt x="38" y="109"/>
                      </a:cubicBezTo>
                      <a:cubicBezTo>
                        <a:pt x="104" y="41"/>
                        <a:pt x="104" y="41"/>
                        <a:pt x="104" y="41"/>
                      </a:cubicBezTo>
                      <a:cubicBezTo>
                        <a:pt x="105" y="39"/>
                        <a:pt x="105" y="39"/>
                        <a:pt x="105" y="39"/>
                      </a:cubicBezTo>
                      <a:lnTo>
                        <a:pt x="107" y="4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47500" lnSpcReduction="20000"/>
                </a:bodyPr>
                <a:lstStyle/>
                <a:p>
                  <a:pPr algn="ctr"/>
                </a:p>
              </p:txBody>
            </p:sp>
            <p:sp>
              <p:nvSpPr>
                <p:cNvPr id="116" name="ïṧḻíḋê"/>
                <p:cNvSpPr/>
                <p:nvPr/>
              </p:nvSpPr>
              <p:spPr bwMode="auto">
                <a:xfrm>
                  <a:off x="10298467" y="5551451"/>
                  <a:ext cx="143432" cy="214544"/>
                </a:xfrm>
                <a:custGeom>
                  <a:avLst/>
                  <a:gdLst>
                    <a:gd name="T0" fmla="*/ 0 w 119"/>
                    <a:gd name="T1" fmla="*/ 0 h 178"/>
                    <a:gd name="T2" fmla="*/ 21 w 119"/>
                    <a:gd name="T3" fmla="*/ 178 h 178"/>
                    <a:gd name="T4" fmla="*/ 119 w 119"/>
                    <a:gd name="T5" fmla="*/ 175 h 178"/>
                    <a:gd name="T6" fmla="*/ 24 w 119"/>
                    <a:gd name="T7" fmla="*/ 7 h 178"/>
                    <a:gd name="T8" fmla="*/ 0 w 119"/>
                    <a:gd name="T9" fmla="*/ 0 h 178"/>
                  </a:gdLst>
                  <a:ahLst/>
                  <a:cxnLst>
                    <a:cxn ang="0">
                      <a:pos x="T0" y="T1"/>
                    </a:cxn>
                    <a:cxn ang="0">
                      <a:pos x="T2" y="T3"/>
                    </a:cxn>
                    <a:cxn ang="0">
                      <a:pos x="T4" y="T5"/>
                    </a:cxn>
                    <a:cxn ang="0">
                      <a:pos x="T6" y="T7"/>
                    </a:cxn>
                    <a:cxn ang="0">
                      <a:pos x="T8" y="T9"/>
                    </a:cxn>
                  </a:cxnLst>
                  <a:rect l="0" t="0" r="r" b="b"/>
                  <a:pathLst>
                    <a:path w="119" h="178">
                      <a:moveTo>
                        <a:pt x="0" y="0"/>
                      </a:moveTo>
                      <a:lnTo>
                        <a:pt x="21" y="178"/>
                      </a:lnTo>
                      <a:lnTo>
                        <a:pt x="119" y="175"/>
                      </a:lnTo>
                      <a:lnTo>
                        <a:pt x="24" y="7"/>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55000" lnSpcReduction="20000"/>
                </a:bodyPr>
                <a:lstStyle/>
                <a:p>
                  <a:pPr algn="ctr"/>
                </a:p>
              </p:txBody>
            </p:sp>
            <p:sp>
              <p:nvSpPr>
                <p:cNvPr id="117" name="ïślídè"/>
                <p:cNvSpPr/>
                <p:nvPr/>
              </p:nvSpPr>
              <p:spPr bwMode="auto">
                <a:xfrm>
                  <a:off x="9774160" y="5759969"/>
                  <a:ext cx="165127" cy="263962"/>
                </a:xfrm>
                <a:custGeom>
                  <a:avLst/>
                  <a:gdLst>
                    <a:gd name="T0" fmla="*/ 94 w 137"/>
                    <a:gd name="T1" fmla="*/ 219 h 219"/>
                    <a:gd name="T2" fmla="*/ 137 w 137"/>
                    <a:gd name="T3" fmla="*/ 20 h 219"/>
                    <a:gd name="T4" fmla="*/ 97 w 137"/>
                    <a:gd name="T5" fmla="*/ 0 h 219"/>
                    <a:gd name="T6" fmla="*/ 0 w 137"/>
                    <a:gd name="T7" fmla="*/ 169 h 219"/>
                    <a:gd name="T8" fmla="*/ 94 w 137"/>
                    <a:gd name="T9" fmla="*/ 219 h 219"/>
                  </a:gdLst>
                  <a:ahLst/>
                  <a:cxnLst>
                    <a:cxn ang="0">
                      <a:pos x="T0" y="T1"/>
                    </a:cxn>
                    <a:cxn ang="0">
                      <a:pos x="T2" y="T3"/>
                    </a:cxn>
                    <a:cxn ang="0">
                      <a:pos x="T4" y="T5"/>
                    </a:cxn>
                    <a:cxn ang="0">
                      <a:pos x="T6" y="T7"/>
                    </a:cxn>
                    <a:cxn ang="0">
                      <a:pos x="T8" y="T9"/>
                    </a:cxn>
                  </a:cxnLst>
                  <a:rect l="0" t="0" r="r" b="b"/>
                  <a:pathLst>
                    <a:path w="137" h="219">
                      <a:moveTo>
                        <a:pt x="94" y="219"/>
                      </a:moveTo>
                      <a:lnTo>
                        <a:pt x="137" y="20"/>
                      </a:lnTo>
                      <a:lnTo>
                        <a:pt x="97" y="0"/>
                      </a:lnTo>
                      <a:lnTo>
                        <a:pt x="0" y="169"/>
                      </a:lnTo>
                      <a:lnTo>
                        <a:pt x="94" y="219"/>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77500" lnSpcReduction="20000"/>
                </a:bodyPr>
                <a:lstStyle/>
                <a:p>
                  <a:pPr algn="ctr"/>
                </a:p>
              </p:txBody>
            </p:sp>
            <p:sp>
              <p:nvSpPr>
                <p:cNvPr id="118" name="ïṣlíḓe"/>
                <p:cNvSpPr/>
                <p:nvPr/>
              </p:nvSpPr>
              <p:spPr bwMode="auto">
                <a:xfrm>
                  <a:off x="9777776" y="4901792"/>
                  <a:ext cx="157895" cy="157895"/>
                </a:xfrm>
                <a:custGeom>
                  <a:avLst/>
                  <a:gdLst>
                    <a:gd name="T0" fmla="*/ 51 w 85"/>
                    <a:gd name="T1" fmla="*/ 85 h 85"/>
                    <a:gd name="T2" fmla="*/ 85 w 85"/>
                    <a:gd name="T3" fmla="*/ 56 h 85"/>
                    <a:gd name="T4" fmla="*/ 50 w 85"/>
                    <a:gd name="T5" fmla="*/ 0 h 85"/>
                    <a:gd name="T6" fmla="*/ 0 w 85"/>
                    <a:gd name="T7" fmla="*/ 29 h 85"/>
                    <a:gd name="T8" fmla="*/ 39 w 85"/>
                    <a:gd name="T9" fmla="*/ 70 h 85"/>
                    <a:gd name="T10" fmla="*/ 51 w 85"/>
                    <a:gd name="T11" fmla="*/ 85 h 85"/>
                  </a:gdLst>
                  <a:ahLst/>
                  <a:cxnLst>
                    <a:cxn ang="0">
                      <a:pos x="T0" y="T1"/>
                    </a:cxn>
                    <a:cxn ang="0">
                      <a:pos x="T2" y="T3"/>
                    </a:cxn>
                    <a:cxn ang="0">
                      <a:pos x="T4" y="T5"/>
                    </a:cxn>
                    <a:cxn ang="0">
                      <a:pos x="T6" y="T7"/>
                    </a:cxn>
                    <a:cxn ang="0">
                      <a:pos x="T8" y="T9"/>
                    </a:cxn>
                    <a:cxn ang="0">
                      <a:pos x="T10" y="T11"/>
                    </a:cxn>
                  </a:cxnLst>
                  <a:rect l="0" t="0" r="r" b="b"/>
                  <a:pathLst>
                    <a:path w="85" h="85">
                      <a:moveTo>
                        <a:pt x="51" y="85"/>
                      </a:moveTo>
                      <a:cubicBezTo>
                        <a:pt x="63" y="76"/>
                        <a:pt x="75" y="66"/>
                        <a:pt x="85" y="56"/>
                      </a:cubicBezTo>
                      <a:cubicBezTo>
                        <a:pt x="50" y="0"/>
                        <a:pt x="50" y="0"/>
                        <a:pt x="50" y="0"/>
                      </a:cubicBezTo>
                      <a:cubicBezTo>
                        <a:pt x="0" y="29"/>
                        <a:pt x="0" y="29"/>
                        <a:pt x="0" y="29"/>
                      </a:cubicBezTo>
                      <a:cubicBezTo>
                        <a:pt x="12" y="40"/>
                        <a:pt x="26" y="55"/>
                        <a:pt x="39" y="70"/>
                      </a:cubicBezTo>
                      <a:cubicBezTo>
                        <a:pt x="43" y="75"/>
                        <a:pt x="47" y="80"/>
                        <a:pt x="51" y="8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119" name="i$1íḑé"/>
                <p:cNvSpPr/>
                <p:nvPr/>
              </p:nvSpPr>
              <p:spPr bwMode="auto">
                <a:xfrm>
                  <a:off x="9463191" y="5821439"/>
                  <a:ext cx="326638" cy="210929"/>
                </a:xfrm>
                <a:custGeom>
                  <a:avLst/>
                  <a:gdLst>
                    <a:gd name="T0" fmla="*/ 4 w 176"/>
                    <a:gd name="T1" fmla="*/ 43 h 114"/>
                    <a:gd name="T2" fmla="*/ 43 w 176"/>
                    <a:gd name="T3" fmla="*/ 97 h 114"/>
                    <a:gd name="T4" fmla="*/ 117 w 176"/>
                    <a:gd name="T5" fmla="*/ 110 h 114"/>
                    <a:gd name="T6" fmla="*/ 171 w 176"/>
                    <a:gd name="T7" fmla="*/ 71 h 114"/>
                    <a:gd name="T8" fmla="*/ 133 w 176"/>
                    <a:gd name="T9" fmla="*/ 17 h 114"/>
                    <a:gd name="T10" fmla="*/ 59 w 176"/>
                    <a:gd name="T11" fmla="*/ 5 h 114"/>
                    <a:gd name="T12" fmla="*/ 4 w 176"/>
                    <a:gd name="T13" fmla="*/ 43 h 114"/>
                  </a:gdLst>
                  <a:ahLst/>
                  <a:cxnLst>
                    <a:cxn ang="0">
                      <a:pos x="T0" y="T1"/>
                    </a:cxn>
                    <a:cxn ang="0">
                      <a:pos x="T2" y="T3"/>
                    </a:cxn>
                    <a:cxn ang="0">
                      <a:pos x="T4" y="T5"/>
                    </a:cxn>
                    <a:cxn ang="0">
                      <a:pos x="T6" y="T7"/>
                    </a:cxn>
                    <a:cxn ang="0">
                      <a:pos x="T8" y="T9"/>
                    </a:cxn>
                    <a:cxn ang="0">
                      <a:pos x="T10" y="T11"/>
                    </a:cxn>
                    <a:cxn ang="0">
                      <a:pos x="T12" y="T13"/>
                    </a:cxn>
                  </a:cxnLst>
                  <a:rect l="0" t="0" r="r" b="b"/>
                  <a:pathLst>
                    <a:path w="176" h="114">
                      <a:moveTo>
                        <a:pt x="4" y="43"/>
                      </a:moveTo>
                      <a:cubicBezTo>
                        <a:pt x="0" y="69"/>
                        <a:pt x="18" y="93"/>
                        <a:pt x="43" y="97"/>
                      </a:cubicBezTo>
                      <a:cubicBezTo>
                        <a:pt x="117" y="110"/>
                        <a:pt x="117" y="110"/>
                        <a:pt x="117" y="110"/>
                      </a:cubicBezTo>
                      <a:cubicBezTo>
                        <a:pt x="142" y="114"/>
                        <a:pt x="167" y="97"/>
                        <a:pt x="171" y="71"/>
                      </a:cubicBezTo>
                      <a:cubicBezTo>
                        <a:pt x="176" y="46"/>
                        <a:pt x="158" y="22"/>
                        <a:pt x="133" y="17"/>
                      </a:cubicBezTo>
                      <a:cubicBezTo>
                        <a:pt x="59" y="5"/>
                        <a:pt x="59" y="5"/>
                        <a:pt x="59" y="5"/>
                      </a:cubicBezTo>
                      <a:cubicBezTo>
                        <a:pt x="33" y="0"/>
                        <a:pt x="9" y="18"/>
                        <a:pt x="4" y="43"/>
                      </a:cubicBezTo>
                      <a:close/>
                    </a:path>
                  </a:pathLst>
                </a:custGeom>
                <a:solidFill>
                  <a:srgbClr val="EEC4A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47500" lnSpcReduction="20000"/>
                </a:bodyPr>
                <a:lstStyle/>
                <a:p>
                  <a:pPr algn="ctr"/>
                </a:p>
              </p:txBody>
            </p:sp>
            <p:sp>
              <p:nvSpPr>
                <p:cNvPr id="120" name="íślíḑé"/>
                <p:cNvSpPr/>
                <p:nvPr/>
              </p:nvSpPr>
              <p:spPr bwMode="auto">
                <a:xfrm>
                  <a:off x="10253871" y="6272222"/>
                  <a:ext cx="96424" cy="96424"/>
                </a:xfrm>
                <a:custGeom>
                  <a:avLst/>
                  <a:gdLst>
                    <a:gd name="T0" fmla="*/ 15 w 52"/>
                    <a:gd name="T1" fmla="*/ 6 h 52"/>
                    <a:gd name="T2" fmla="*/ 7 w 52"/>
                    <a:gd name="T3" fmla="*/ 37 h 52"/>
                    <a:gd name="T4" fmla="*/ 37 w 52"/>
                    <a:gd name="T5" fmla="*/ 46 h 52"/>
                    <a:gd name="T6" fmla="*/ 46 w 52"/>
                    <a:gd name="T7" fmla="*/ 15 h 52"/>
                    <a:gd name="T8" fmla="*/ 15 w 52"/>
                    <a:gd name="T9" fmla="*/ 6 h 52"/>
                  </a:gdLst>
                  <a:ahLst/>
                  <a:cxnLst>
                    <a:cxn ang="0">
                      <a:pos x="T0" y="T1"/>
                    </a:cxn>
                    <a:cxn ang="0">
                      <a:pos x="T2" y="T3"/>
                    </a:cxn>
                    <a:cxn ang="0">
                      <a:pos x="T4" y="T5"/>
                    </a:cxn>
                    <a:cxn ang="0">
                      <a:pos x="T6" y="T7"/>
                    </a:cxn>
                    <a:cxn ang="0">
                      <a:pos x="T8" y="T9"/>
                    </a:cxn>
                  </a:cxnLst>
                  <a:rect l="0" t="0" r="r" b="b"/>
                  <a:pathLst>
                    <a:path w="52" h="52">
                      <a:moveTo>
                        <a:pt x="15" y="6"/>
                      </a:moveTo>
                      <a:cubicBezTo>
                        <a:pt x="4" y="12"/>
                        <a:pt x="0" y="26"/>
                        <a:pt x="7" y="37"/>
                      </a:cubicBezTo>
                      <a:cubicBezTo>
                        <a:pt x="13" y="48"/>
                        <a:pt x="26" y="52"/>
                        <a:pt x="37" y="46"/>
                      </a:cubicBezTo>
                      <a:cubicBezTo>
                        <a:pt x="48" y="40"/>
                        <a:pt x="52" y="26"/>
                        <a:pt x="46" y="15"/>
                      </a:cubicBezTo>
                      <a:cubicBezTo>
                        <a:pt x="40" y="4"/>
                        <a:pt x="26" y="0"/>
                        <a:pt x="15" y="6"/>
                      </a:cubicBezTo>
                      <a:close/>
                    </a:path>
                  </a:pathLst>
                </a:custGeom>
                <a:solidFill>
                  <a:srgbClr val="59595C"/>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121" name="íṩ1ïde"/>
                <p:cNvSpPr/>
                <p:nvPr/>
              </p:nvSpPr>
              <p:spPr bwMode="auto">
                <a:xfrm>
                  <a:off x="9606623" y="6033572"/>
                  <a:ext cx="347128" cy="214544"/>
                </a:xfrm>
                <a:custGeom>
                  <a:avLst/>
                  <a:gdLst>
                    <a:gd name="T0" fmla="*/ 4 w 188"/>
                    <a:gd name="T1" fmla="*/ 43 h 116"/>
                    <a:gd name="T2" fmla="*/ 43 w 188"/>
                    <a:gd name="T3" fmla="*/ 97 h 116"/>
                    <a:gd name="T4" fmla="*/ 130 w 188"/>
                    <a:gd name="T5" fmla="*/ 112 h 116"/>
                    <a:gd name="T6" fmla="*/ 184 w 188"/>
                    <a:gd name="T7" fmla="*/ 73 h 116"/>
                    <a:gd name="T8" fmla="*/ 145 w 188"/>
                    <a:gd name="T9" fmla="*/ 19 h 116"/>
                    <a:gd name="T10" fmla="*/ 59 w 188"/>
                    <a:gd name="T11" fmla="*/ 4 h 116"/>
                    <a:gd name="T12" fmla="*/ 4 w 188"/>
                    <a:gd name="T13" fmla="*/ 43 h 116"/>
                  </a:gdLst>
                  <a:ahLst/>
                  <a:cxnLst>
                    <a:cxn ang="0">
                      <a:pos x="T0" y="T1"/>
                    </a:cxn>
                    <a:cxn ang="0">
                      <a:pos x="T2" y="T3"/>
                    </a:cxn>
                    <a:cxn ang="0">
                      <a:pos x="T4" y="T5"/>
                    </a:cxn>
                    <a:cxn ang="0">
                      <a:pos x="T6" y="T7"/>
                    </a:cxn>
                    <a:cxn ang="0">
                      <a:pos x="T8" y="T9"/>
                    </a:cxn>
                    <a:cxn ang="0">
                      <a:pos x="T10" y="T11"/>
                    </a:cxn>
                    <a:cxn ang="0">
                      <a:pos x="T12" y="T13"/>
                    </a:cxn>
                  </a:cxnLst>
                  <a:rect l="0" t="0" r="r" b="b"/>
                  <a:pathLst>
                    <a:path w="188" h="116">
                      <a:moveTo>
                        <a:pt x="4" y="43"/>
                      </a:moveTo>
                      <a:cubicBezTo>
                        <a:pt x="0" y="68"/>
                        <a:pt x="17" y="93"/>
                        <a:pt x="43" y="97"/>
                      </a:cubicBezTo>
                      <a:cubicBezTo>
                        <a:pt x="130" y="112"/>
                        <a:pt x="130" y="112"/>
                        <a:pt x="130" y="112"/>
                      </a:cubicBezTo>
                      <a:cubicBezTo>
                        <a:pt x="155" y="116"/>
                        <a:pt x="180" y="99"/>
                        <a:pt x="184" y="73"/>
                      </a:cubicBezTo>
                      <a:cubicBezTo>
                        <a:pt x="188" y="48"/>
                        <a:pt x="171" y="23"/>
                        <a:pt x="145" y="19"/>
                      </a:cubicBezTo>
                      <a:cubicBezTo>
                        <a:pt x="59" y="4"/>
                        <a:pt x="59" y="4"/>
                        <a:pt x="59" y="4"/>
                      </a:cubicBezTo>
                      <a:cubicBezTo>
                        <a:pt x="33" y="0"/>
                        <a:pt x="9" y="17"/>
                        <a:pt x="4" y="43"/>
                      </a:cubicBezTo>
                      <a:close/>
                    </a:path>
                  </a:pathLst>
                </a:custGeom>
                <a:solidFill>
                  <a:srgbClr val="EEC4A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55000" lnSpcReduction="20000"/>
                </a:bodyPr>
                <a:lstStyle/>
                <a:p>
                  <a:pPr algn="ctr"/>
                </a:p>
              </p:txBody>
            </p:sp>
            <p:sp>
              <p:nvSpPr>
                <p:cNvPr id="122" name="íş1íďê"/>
                <p:cNvSpPr/>
                <p:nvPr/>
              </p:nvSpPr>
              <p:spPr bwMode="auto">
                <a:xfrm>
                  <a:off x="10611846" y="6039599"/>
                  <a:ext cx="643632" cy="636400"/>
                </a:xfrm>
                <a:custGeom>
                  <a:avLst/>
                  <a:gdLst>
                    <a:gd name="T0" fmla="*/ 534 w 534"/>
                    <a:gd name="T1" fmla="*/ 156 h 528"/>
                    <a:gd name="T2" fmla="*/ 355 w 534"/>
                    <a:gd name="T3" fmla="*/ 0 h 528"/>
                    <a:gd name="T4" fmla="*/ 0 w 534"/>
                    <a:gd name="T5" fmla="*/ 366 h 528"/>
                    <a:gd name="T6" fmla="*/ 165 w 534"/>
                    <a:gd name="T7" fmla="*/ 528 h 528"/>
                    <a:gd name="T8" fmla="*/ 534 w 534"/>
                    <a:gd name="T9" fmla="*/ 156 h 528"/>
                  </a:gdLst>
                  <a:ahLst/>
                  <a:cxnLst>
                    <a:cxn ang="0">
                      <a:pos x="T0" y="T1"/>
                    </a:cxn>
                    <a:cxn ang="0">
                      <a:pos x="T2" y="T3"/>
                    </a:cxn>
                    <a:cxn ang="0">
                      <a:pos x="T4" y="T5"/>
                    </a:cxn>
                    <a:cxn ang="0">
                      <a:pos x="T6" y="T7"/>
                    </a:cxn>
                    <a:cxn ang="0">
                      <a:pos x="T8" y="T9"/>
                    </a:cxn>
                  </a:cxnLst>
                  <a:rect l="0" t="0" r="r" b="b"/>
                  <a:pathLst>
                    <a:path w="534" h="528">
                      <a:moveTo>
                        <a:pt x="534" y="156"/>
                      </a:moveTo>
                      <a:lnTo>
                        <a:pt x="355" y="0"/>
                      </a:lnTo>
                      <a:lnTo>
                        <a:pt x="0" y="366"/>
                      </a:lnTo>
                      <a:lnTo>
                        <a:pt x="165" y="528"/>
                      </a:lnTo>
                      <a:lnTo>
                        <a:pt x="534" y="15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23" name="íṡļiḓé"/>
                <p:cNvSpPr/>
                <p:nvPr/>
              </p:nvSpPr>
              <p:spPr bwMode="auto">
                <a:xfrm>
                  <a:off x="10611846" y="6248116"/>
                  <a:ext cx="409803" cy="408598"/>
                </a:xfrm>
                <a:custGeom>
                  <a:avLst/>
                  <a:gdLst>
                    <a:gd name="T0" fmla="*/ 0 w 340"/>
                    <a:gd name="T1" fmla="*/ 193 h 339"/>
                    <a:gd name="T2" fmla="*/ 188 w 340"/>
                    <a:gd name="T3" fmla="*/ 0 h 339"/>
                    <a:gd name="T4" fmla="*/ 340 w 340"/>
                    <a:gd name="T5" fmla="*/ 141 h 339"/>
                    <a:gd name="T6" fmla="*/ 148 w 340"/>
                    <a:gd name="T7" fmla="*/ 339 h 339"/>
                    <a:gd name="T8" fmla="*/ 0 w 340"/>
                    <a:gd name="T9" fmla="*/ 193 h 339"/>
                  </a:gdLst>
                  <a:ahLst/>
                  <a:cxnLst>
                    <a:cxn ang="0">
                      <a:pos x="T0" y="T1"/>
                    </a:cxn>
                    <a:cxn ang="0">
                      <a:pos x="T2" y="T3"/>
                    </a:cxn>
                    <a:cxn ang="0">
                      <a:pos x="T4" y="T5"/>
                    </a:cxn>
                    <a:cxn ang="0">
                      <a:pos x="T6" y="T7"/>
                    </a:cxn>
                    <a:cxn ang="0">
                      <a:pos x="T8" y="T9"/>
                    </a:cxn>
                  </a:cxnLst>
                  <a:rect l="0" t="0" r="r" b="b"/>
                  <a:pathLst>
                    <a:path w="340" h="339">
                      <a:moveTo>
                        <a:pt x="0" y="193"/>
                      </a:moveTo>
                      <a:lnTo>
                        <a:pt x="188" y="0"/>
                      </a:lnTo>
                      <a:lnTo>
                        <a:pt x="340" y="141"/>
                      </a:lnTo>
                      <a:lnTo>
                        <a:pt x="148" y="339"/>
                      </a:lnTo>
                      <a:lnTo>
                        <a:pt x="0" y="193"/>
                      </a:lnTo>
                      <a:close/>
                    </a:path>
                  </a:pathLst>
                </a:custGeom>
                <a:solidFill>
                  <a:srgbClr val="E7E6E6"/>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24" name="iṥļïďe"/>
                <p:cNvSpPr/>
                <p:nvPr/>
              </p:nvSpPr>
              <p:spPr bwMode="auto">
                <a:xfrm>
                  <a:off x="10679343" y="6096248"/>
                  <a:ext cx="1512657" cy="761752"/>
                </a:xfrm>
                <a:custGeom>
                  <a:avLst/>
                  <a:gdLst>
                    <a:gd name="T0" fmla="*/ 196 w 1255"/>
                    <a:gd name="T1" fmla="*/ 632 h 632"/>
                    <a:gd name="T2" fmla="*/ 0 w 1255"/>
                    <a:gd name="T3" fmla="*/ 435 h 632"/>
                    <a:gd name="T4" fmla="*/ 455 w 1255"/>
                    <a:gd name="T5" fmla="*/ 0 h 632"/>
                    <a:gd name="T6" fmla="*/ 1255 w 1255"/>
                    <a:gd name="T7" fmla="*/ 632 h 632"/>
                    <a:gd name="T8" fmla="*/ 196 w 1255"/>
                    <a:gd name="T9" fmla="*/ 632 h 632"/>
                  </a:gdLst>
                  <a:ahLst/>
                  <a:cxnLst>
                    <a:cxn ang="0">
                      <a:pos x="T0" y="T1"/>
                    </a:cxn>
                    <a:cxn ang="0">
                      <a:pos x="T2" y="T3"/>
                    </a:cxn>
                    <a:cxn ang="0">
                      <a:pos x="T4" y="T5"/>
                    </a:cxn>
                    <a:cxn ang="0">
                      <a:pos x="T6" y="T7"/>
                    </a:cxn>
                    <a:cxn ang="0">
                      <a:pos x="T8" y="T9"/>
                    </a:cxn>
                  </a:cxnLst>
                  <a:rect l="0" t="0" r="r" b="b"/>
                  <a:pathLst>
                    <a:path w="1255" h="632">
                      <a:moveTo>
                        <a:pt x="196" y="632"/>
                      </a:moveTo>
                      <a:lnTo>
                        <a:pt x="0" y="435"/>
                      </a:lnTo>
                      <a:lnTo>
                        <a:pt x="455" y="0"/>
                      </a:lnTo>
                      <a:lnTo>
                        <a:pt x="1255" y="632"/>
                      </a:lnTo>
                      <a:lnTo>
                        <a:pt x="196" y="632"/>
                      </a:lnTo>
                      <a:close/>
                    </a:path>
                  </a:pathLst>
                </a:custGeom>
                <a:solidFill>
                  <a:srgbClr val="303130"/>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25" name="ïṡliďe"/>
                <p:cNvSpPr/>
                <p:nvPr/>
              </p:nvSpPr>
              <p:spPr bwMode="auto">
                <a:xfrm>
                  <a:off x="10679343" y="6359004"/>
                  <a:ext cx="885899" cy="498996"/>
                </a:xfrm>
                <a:custGeom>
                  <a:avLst/>
                  <a:gdLst>
                    <a:gd name="T0" fmla="*/ 196 w 735"/>
                    <a:gd name="T1" fmla="*/ 414 h 414"/>
                    <a:gd name="T2" fmla="*/ 0 w 735"/>
                    <a:gd name="T3" fmla="*/ 217 h 414"/>
                    <a:gd name="T4" fmla="*/ 215 w 735"/>
                    <a:gd name="T5" fmla="*/ 11 h 414"/>
                    <a:gd name="T6" fmla="*/ 230 w 735"/>
                    <a:gd name="T7" fmla="*/ 0 h 414"/>
                    <a:gd name="T8" fmla="*/ 735 w 735"/>
                    <a:gd name="T9" fmla="*/ 414 h 414"/>
                    <a:gd name="T10" fmla="*/ 196 w 735"/>
                    <a:gd name="T11" fmla="*/ 414 h 414"/>
                  </a:gdLst>
                  <a:ahLst/>
                  <a:cxnLst>
                    <a:cxn ang="0">
                      <a:pos x="T0" y="T1"/>
                    </a:cxn>
                    <a:cxn ang="0">
                      <a:pos x="T2" y="T3"/>
                    </a:cxn>
                    <a:cxn ang="0">
                      <a:pos x="T4" y="T5"/>
                    </a:cxn>
                    <a:cxn ang="0">
                      <a:pos x="T6" y="T7"/>
                    </a:cxn>
                    <a:cxn ang="0">
                      <a:pos x="T8" y="T9"/>
                    </a:cxn>
                    <a:cxn ang="0">
                      <a:pos x="T10" y="T11"/>
                    </a:cxn>
                  </a:cxnLst>
                  <a:rect l="0" t="0" r="r" b="b"/>
                  <a:pathLst>
                    <a:path w="735" h="414">
                      <a:moveTo>
                        <a:pt x="196" y="414"/>
                      </a:moveTo>
                      <a:lnTo>
                        <a:pt x="0" y="217"/>
                      </a:lnTo>
                      <a:lnTo>
                        <a:pt x="215" y="11"/>
                      </a:lnTo>
                      <a:lnTo>
                        <a:pt x="230" y="0"/>
                      </a:lnTo>
                      <a:lnTo>
                        <a:pt x="735" y="414"/>
                      </a:lnTo>
                      <a:lnTo>
                        <a:pt x="196" y="414"/>
                      </a:ln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26" name="îṥḷîḓé"/>
                <p:cNvSpPr/>
                <p:nvPr/>
              </p:nvSpPr>
              <p:spPr bwMode="auto">
                <a:xfrm>
                  <a:off x="9570464" y="5029554"/>
                  <a:ext cx="186822" cy="366412"/>
                </a:xfrm>
                <a:custGeom>
                  <a:avLst/>
                  <a:gdLst>
                    <a:gd name="T0" fmla="*/ 33 w 155"/>
                    <a:gd name="T1" fmla="*/ 6 h 304"/>
                    <a:gd name="T2" fmla="*/ 0 w 155"/>
                    <a:gd name="T3" fmla="*/ 0 h 304"/>
                    <a:gd name="T4" fmla="*/ 11 w 155"/>
                    <a:gd name="T5" fmla="*/ 60 h 304"/>
                    <a:gd name="T6" fmla="*/ 89 w 155"/>
                    <a:gd name="T7" fmla="*/ 304 h 304"/>
                    <a:gd name="T8" fmla="*/ 155 w 155"/>
                    <a:gd name="T9" fmla="*/ 273 h 304"/>
                    <a:gd name="T10" fmla="*/ 65 w 155"/>
                    <a:gd name="T11" fmla="*/ 11 h 304"/>
                    <a:gd name="T12" fmla="*/ 33 w 155"/>
                    <a:gd name="T13" fmla="*/ 6 h 304"/>
                  </a:gdLst>
                  <a:ahLst/>
                  <a:cxnLst>
                    <a:cxn ang="0">
                      <a:pos x="T0" y="T1"/>
                    </a:cxn>
                    <a:cxn ang="0">
                      <a:pos x="T2" y="T3"/>
                    </a:cxn>
                    <a:cxn ang="0">
                      <a:pos x="T4" y="T5"/>
                    </a:cxn>
                    <a:cxn ang="0">
                      <a:pos x="T6" y="T7"/>
                    </a:cxn>
                    <a:cxn ang="0">
                      <a:pos x="T8" y="T9"/>
                    </a:cxn>
                    <a:cxn ang="0">
                      <a:pos x="T10" y="T11"/>
                    </a:cxn>
                    <a:cxn ang="0">
                      <a:pos x="T12" y="T13"/>
                    </a:cxn>
                  </a:cxnLst>
                  <a:rect l="0" t="0" r="r" b="b"/>
                  <a:pathLst>
                    <a:path w="155" h="304">
                      <a:moveTo>
                        <a:pt x="33" y="6"/>
                      </a:moveTo>
                      <a:lnTo>
                        <a:pt x="0" y="0"/>
                      </a:lnTo>
                      <a:lnTo>
                        <a:pt x="11" y="60"/>
                      </a:lnTo>
                      <a:lnTo>
                        <a:pt x="89" y="304"/>
                      </a:lnTo>
                      <a:lnTo>
                        <a:pt x="155" y="273"/>
                      </a:lnTo>
                      <a:lnTo>
                        <a:pt x="65" y="11"/>
                      </a:lnTo>
                      <a:lnTo>
                        <a:pt x="33" y="6"/>
                      </a:lnTo>
                      <a:close/>
                    </a:path>
                  </a:pathLst>
                </a:custGeom>
                <a:solidFill>
                  <a:srgbClr val="E6E7E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p>
              </p:txBody>
            </p:sp>
            <p:sp>
              <p:nvSpPr>
                <p:cNvPr id="127" name="íşļiďê"/>
                <p:cNvSpPr/>
                <p:nvPr/>
              </p:nvSpPr>
              <p:spPr bwMode="auto">
                <a:xfrm>
                  <a:off x="9777776" y="5185038"/>
                  <a:ext cx="89192" cy="144636"/>
                </a:xfrm>
                <a:custGeom>
                  <a:avLst/>
                  <a:gdLst>
                    <a:gd name="T0" fmla="*/ 48 w 48"/>
                    <a:gd name="T1" fmla="*/ 24 h 78"/>
                    <a:gd name="T2" fmla="*/ 24 w 48"/>
                    <a:gd name="T3" fmla="*/ 0 h 78"/>
                    <a:gd name="T4" fmla="*/ 0 w 48"/>
                    <a:gd name="T5" fmla="*/ 24 h 78"/>
                    <a:gd name="T6" fmla="*/ 3 w 48"/>
                    <a:gd name="T7" fmla="*/ 36 h 78"/>
                    <a:gd name="T8" fmla="*/ 3 w 48"/>
                    <a:gd name="T9" fmla="*/ 36 h 78"/>
                    <a:gd name="T10" fmla="*/ 24 w 48"/>
                    <a:gd name="T11" fmla="*/ 78 h 78"/>
                    <a:gd name="T12" fmla="*/ 45 w 48"/>
                    <a:gd name="T13" fmla="*/ 36 h 78"/>
                    <a:gd name="T14" fmla="*/ 45 w 48"/>
                    <a:gd name="T15" fmla="*/ 36 h 78"/>
                    <a:gd name="T16" fmla="*/ 48 w 48"/>
                    <a:gd name="T17" fmla="*/ 24 h 78"/>
                    <a:gd name="T18" fmla="*/ 24 w 48"/>
                    <a:gd name="T19" fmla="*/ 36 h 78"/>
                    <a:gd name="T20" fmla="*/ 24 w 48"/>
                    <a:gd name="T21" fmla="*/ 36 h 78"/>
                    <a:gd name="T22" fmla="*/ 12 w 48"/>
                    <a:gd name="T23" fmla="*/ 24 h 78"/>
                    <a:gd name="T24" fmla="*/ 24 w 48"/>
                    <a:gd name="T25" fmla="*/ 12 h 78"/>
                    <a:gd name="T26" fmla="*/ 36 w 48"/>
                    <a:gd name="T27" fmla="*/ 24 h 78"/>
                    <a:gd name="T28" fmla="*/ 24 w 48"/>
                    <a:gd name="T29" fmla="*/ 3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8">
                      <a:moveTo>
                        <a:pt x="48" y="24"/>
                      </a:moveTo>
                      <a:cubicBezTo>
                        <a:pt x="48" y="11"/>
                        <a:pt x="37" y="0"/>
                        <a:pt x="24" y="0"/>
                      </a:cubicBezTo>
                      <a:cubicBezTo>
                        <a:pt x="11" y="0"/>
                        <a:pt x="0" y="11"/>
                        <a:pt x="0" y="24"/>
                      </a:cubicBezTo>
                      <a:cubicBezTo>
                        <a:pt x="0" y="28"/>
                        <a:pt x="1" y="33"/>
                        <a:pt x="3" y="36"/>
                      </a:cubicBezTo>
                      <a:cubicBezTo>
                        <a:pt x="3" y="36"/>
                        <a:pt x="3" y="36"/>
                        <a:pt x="3" y="36"/>
                      </a:cubicBezTo>
                      <a:cubicBezTo>
                        <a:pt x="24" y="78"/>
                        <a:pt x="24" y="78"/>
                        <a:pt x="24" y="78"/>
                      </a:cubicBezTo>
                      <a:cubicBezTo>
                        <a:pt x="45" y="36"/>
                        <a:pt x="45" y="36"/>
                        <a:pt x="45" y="36"/>
                      </a:cubicBezTo>
                      <a:cubicBezTo>
                        <a:pt x="45" y="36"/>
                        <a:pt x="45" y="36"/>
                        <a:pt x="45" y="36"/>
                      </a:cubicBezTo>
                      <a:cubicBezTo>
                        <a:pt x="47" y="33"/>
                        <a:pt x="48" y="28"/>
                        <a:pt x="48" y="24"/>
                      </a:cubicBezTo>
                      <a:close/>
                      <a:moveTo>
                        <a:pt x="24" y="36"/>
                      </a:moveTo>
                      <a:cubicBezTo>
                        <a:pt x="24" y="36"/>
                        <a:pt x="24" y="36"/>
                        <a:pt x="24" y="36"/>
                      </a:cubicBezTo>
                      <a:cubicBezTo>
                        <a:pt x="17" y="36"/>
                        <a:pt x="12" y="31"/>
                        <a:pt x="12" y="24"/>
                      </a:cubicBezTo>
                      <a:cubicBezTo>
                        <a:pt x="12" y="17"/>
                        <a:pt x="17" y="12"/>
                        <a:pt x="24" y="12"/>
                      </a:cubicBezTo>
                      <a:cubicBezTo>
                        <a:pt x="31" y="12"/>
                        <a:pt x="36" y="17"/>
                        <a:pt x="36" y="24"/>
                      </a:cubicBezTo>
                      <a:cubicBezTo>
                        <a:pt x="36" y="31"/>
                        <a:pt x="31" y="36"/>
                        <a:pt x="24" y="36"/>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sp>
              <p:nvSpPr>
                <p:cNvPr id="128" name="iṣľíde"/>
                <p:cNvSpPr/>
                <p:nvPr/>
              </p:nvSpPr>
              <p:spPr bwMode="auto">
                <a:xfrm>
                  <a:off x="10282798" y="5915452"/>
                  <a:ext cx="90398" cy="145842"/>
                </a:xfrm>
                <a:custGeom>
                  <a:avLst/>
                  <a:gdLst>
                    <a:gd name="T0" fmla="*/ 49 w 49"/>
                    <a:gd name="T1" fmla="*/ 24 h 79"/>
                    <a:gd name="T2" fmla="*/ 25 w 49"/>
                    <a:gd name="T3" fmla="*/ 0 h 79"/>
                    <a:gd name="T4" fmla="*/ 0 w 49"/>
                    <a:gd name="T5" fmla="*/ 24 h 79"/>
                    <a:gd name="T6" fmla="*/ 4 w 49"/>
                    <a:gd name="T7" fmla="*/ 36 h 79"/>
                    <a:gd name="T8" fmla="*/ 4 w 49"/>
                    <a:gd name="T9" fmla="*/ 36 h 79"/>
                    <a:gd name="T10" fmla="*/ 25 w 49"/>
                    <a:gd name="T11" fmla="*/ 79 h 79"/>
                    <a:gd name="T12" fmla="*/ 46 w 49"/>
                    <a:gd name="T13" fmla="*/ 36 h 79"/>
                    <a:gd name="T14" fmla="*/ 45 w 49"/>
                    <a:gd name="T15" fmla="*/ 36 h 79"/>
                    <a:gd name="T16" fmla="*/ 49 w 49"/>
                    <a:gd name="T17" fmla="*/ 24 h 79"/>
                    <a:gd name="T18" fmla="*/ 25 w 49"/>
                    <a:gd name="T19" fmla="*/ 36 h 79"/>
                    <a:gd name="T20" fmla="*/ 25 w 49"/>
                    <a:gd name="T21" fmla="*/ 36 h 79"/>
                    <a:gd name="T22" fmla="*/ 12 w 49"/>
                    <a:gd name="T23" fmla="*/ 24 h 79"/>
                    <a:gd name="T24" fmla="*/ 25 w 49"/>
                    <a:gd name="T25" fmla="*/ 12 h 79"/>
                    <a:gd name="T26" fmla="*/ 37 w 49"/>
                    <a:gd name="T27" fmla="*/ 24 h 79"/>
                    <a:gd name="T28" fmla="*/ 25 w 49"/>
                    <a:gd name="T29" fmla="*/ 3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79">
                      <a:moveTo>
                        <a:pt x="49" y="24"/>
                      </a:moveTo>
                      <a:cubicBezTo>
                        <a:pt x="49" y="11"/>
                        <a:pt x="38" y="0"/>
                        <a:pt x="25" y="0"/>
                      </a:cubicBezTo>
                      <a:cubicBezTo>
                        <a:pt x="11" y="0"/>
                        <a:pt x="0" y="11"/>
                        <a:pt x="0" y="24"/>
                      </a:cubicBezTo>
                      <a:cubicBezTo>
                        <a:pt x="0" y="29"/>
                        <a:pt x="2" y="33"/>
                        <a:pt x="4" y="36"/>
                      </a:cubicBezTo>
                      <a:cubicBezTo>
                        <a:pt x="4" y="36"/>
                        <a:pt x="4" y="36"/>
                        <a:pt x="4" y="36"/>
                      </a:cubicBezTo>
                      <a:cubicBezTo>
                        <a:pt x="25" y="79"/>
                        <a:pt x="25" y="79"/>
                        <a:pt x="25" y="79"/>
                      </a:cubicBezTo>
                      <a:cubicBezTo>
                        <a:pt x="46" y="36"/>
                        <a:pt x="46" y="36"/>
                        <a:pt x="46" y="36"/>
                      </a:cubicBezTo>
                      <a:cubicBezTo>
                        <a:pt x="45" y="36"/>
                        <a:pt x="45" y="36"/>
                        <a:pt x="45" y="36"/>
                      </a:cubicBezTo>
                      <a:cubicBezTo>
                        <a:pt x="48" y="33"/>
                        <a:pt x="49" y="29"/>
                        <a:pt x="49" y="24"/>
                      </a:cubicBezTo>
                      <a:close/>
                      <a:moveTo>
                        <a:pt x="25" y="36"/>
                      </a:moveTo>
                      <a:cubicBezTo>
                        <a:pt x="25" y="36"/>
                        <a:pt x="25" y="36"/>
                        <a:pt x="25" y="36"/>
                      </a:cubicBezTo>
                      <a:cubicBezTo>
                        <a:pt x="18" y="36"/>
                        <a:pt x="12" y="31"/>
                        <a:pt x="12" y="24"/>
                      </a:cubicBezTo>
                      <a:cubicBezTo>
                        <a:pt x="12" y="18"/>
                        <a:pt x="18" y="12"/>
                        <a:pt x="25" y="12"/>
                      </a:cubicBezTo>
                      <a:cubicBezTo>
                        <a:pt x="31" y="12"/>
                        <a:pt x="37" y="18"/>
                        <a:pt x="37" y="24"/>
                      </a:cubicBezTo>
                      <a:cubicBezTo>
                        <a:pt x="37" y="31"/>
                        <a:pt x="31" y="36"/>
                        <a:pt x="25" y="36"/>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p>
              </p:txBody>
            </p:sp>
          </p:grpSp>
          <p:grpSp>
            <p:nvGrpSpPr>
              <p:cNvPr id="32" name="îş1iḑè"/>
              <p:cNvGrpSpPr/>
              <p:nvPr/>
            </p:nvGrpSpPr>
            <p:grpSpPr>
              <a:xfrm>
                <a:off x="7922813" y="2704523"/>
                <a:ext cx="443552" cy="432704"/>
                <a:chOff x="7922813" y="2704523"/>
                <a:chExt cx="443552" cy="432704"/>
              </a:xfrm>
              <a:solidFill>
                <a:schemeClr val="bg1">
                  <a:lumMod val="85000"/>
                </a:schemeClr>
              </a:solidFill>
            </p:grpSpPr>
            <p:sp>
              <p:nvSpPr>
                <p:cNvPr id="61" name="iṡľîde"/>
                <p:cNvSpPr/>
                <p:nvPr/>
              </p:nvSpPr>
              <p:spPr bwMode="auto">
                <a:xfrm>
                  <a:off x="8065039" y="2939558"/>
                  <a:ext cx="57855" cy="59060"/>
                </a:xfrm>
                <a:custGeom>
                  <a:avLst/>
                  <a:gdLst>
                    <a:gd name="T0" fmla="*/ 14 w 31"/>
                    <a:gd name="T1" fmla="*/ 31 h 32"/>
                    <a:gd name="T2" fmla="*/ 18 w 31"/>
                    <a:gd name="T3" fmla="*/ 31 h 32"/>
                    <a:gd name="T4" fmla="*/ 30 w 31"/>
                    <a:gd name="T5" fmla="*/ 19 h 32"/>
                    <a:gd name="T6" fmla="*/ 31 w 31"/>
                    <a:gd name="T7" fmla="*/ 17 h 32"/>
                    <a:gd name="T8" fmla="*/ 30 w 31"/>
                    <a:gd name="T9" fmla="*/ 15 h 32"/>
                    <a:gd name="T10" fmla="*/ 24 w 31"/>
                    <a:gd name="T11" fmla="*/ 10 h 32"/>
                    <a:gd name="T12" fmla="*/ 17 w 31"/>
                    <a:gd name="T13" fmla="*/ 2 h 32"/>
                    <a:gd name="T14" fmla="*/ 15 w 31"/>
                    <a:gd name="T15" fmla="*/ 1 h 32"/>
                    <a:gd name="T16" fmla="*/ 13 w 31"/>
                    <a:gd name="T17" fmla="*/ 1 h 32"/>
                    <a:gd name="T18" fmla="*/ 0 w 31"/>
                    <a:gd name="T19" fmla="*/ 13 h 32"/>
                    <a:gd name="T20" fmla="*/ 0 w 31"/>
                    <a:gd name="T21" fmla="*/ 15 h 32"/>
                    <a:gd name="T22" fmla="*/ 0 w 31"/>
                    <a:gd name="T23" fmla="*/ 18 h 32"/>
                    <a:gd name="T24" fmla="*/ 14 w 31"/>
                    <a:gd name="T25"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32">
                      <a:moveTo>
                        <a:pt x="14" y="31"/>
                      </a:moveTo>
                      <a:cubicBezTo>
                        <a:pt x="15" y="32"/>
                        <a:pt x="17" y="32"/>
                        <a:pt x="18" y="31"/>
                      </a:cubicBezTo>
                      <a:cubicBezTo>
                        <a:pt x="30" y="19"/>
                        <a:pt x="30" y="19"/>
                        <a:pt x="30" y="19"/>
                      </a:cubicBezTo>
                      <a:cubicBezTo>
                        <a:pt x="31" y="19"/>
                        <a:pt x="31" y="18"/>
                        <a:pt x="31" y="17"/>
                      </a:cubicBezTo>
                      <a:cubicBezTo>
                        <a:pt x="31" y="16"/>
                        <a:pt x="31" y="15"/>
                        <a:pt x="30" y="15"/>
                      </a:cubicBezTo>
                      <a:cubicBezTo>
                        <a:pt x="28" y="13"/>
                        <a:pt x="26" y="11"/>
                        <a:pt x="24" y="10"/>
                      </a:cubicBezTo>
                      <a:cubicBezTo>
                        <a:pt x="21" y="7"/>
                        <a:pt x="19" y="4"/>
                        <a:pt x="17" y="2"/>
                      </a:cubicBezTo>
                      <a:cubicBezTo>
                        <a:pt x="16" y="1"/>
                        <a:pt x="16" y="1"/>
                        <a:pt x="15" y="1"/>
                      </a:cubicBezTo>
                      <a:cubicBezTo>
                        <a:pt x="14" y="0"/>
                        <a:pt x="13" y="1"/>
                        <a:pt x="13" y="1"/>
                      </a:cubicBezTo>
                      <a:cubicBezTo>
                        <a:pt x="0" y="13"/>
                        <a:pt x="0" y="13"/>
                        <a:pt x="0" y="13"/>
                      </a:cubicBezTo>
                      <a:cubicBezTo>
                        <a:pt x="0" y="14"/>
                        <a:pt x="0" y="15"/>
                        <a:pt x="0" y="15"/>
                      </a:cubicBezTo>
                      <a:cubicBezTo>
                        <a:pt x="0" y="16"/>
                        <a:pt x="0" y="17"/>
                        <a:pt x="0" y="18"/>
                      </a:cubicBezTo>
                      <a:lnTo>
                        <a:pt x="14" y="31"/>
                      </a:lnTo>
                      <a:close/>
                    </a:path>
                  </a:pathLst>
                </a:custGeom>
                <a:grpFill/>
                <a:ln>
                  <a:noFill/>
                </a:ln>
              </p:spPr>
              <p:txBody>
                <a:bodyPr wrap="square" lIns="91440" tIns="45720" rIns="91440" bIns="45720" anchor="ctr">
                  <a:normAutofit fontScale="25000" lnSpcReduction="20000"/>
                </a:bodyPr>
                <a:lstStyle/>
                <a:p>
                  <a:pPr algn="ctr"/>
                </a:p>
              </p:txBody>
            </p:sp>
            <p:sp>
              <p:nvSpPr>
                <p:cNvPr id="62" name="iṩļïḓé"/>
                <p:cNvSpPr/>
                <p:nvPr/>
              </p:nvSpPr>
              <p:spPr bwMode="auto">
                <a:xfrm>
                  <a:off x="7922813" y="2973306"/>
                  <a:ext cx="168743" cy="163921"/>
                </a:xfrm>
                <a:custGeom>
                  <a:avLst/>
                  <a:gdLst>
                    <a:gd name="T0" fmla="*/ 5 w 91"/>
                    <a:gd name="T1" fmla="*/ 63 h 89"/>
                    <a:gd name="T2" fmla="*/ 5 w 91"/>
                    <a:gd name="T3" fmla="*/ 84 h 89"/>
                    <a:gd name="T4" fmla="*/ 27 w 91"/>
                    <a:gd name="T5" fmla="*/ 84 h 89"/>
                    <a:gd name="T6" fmla="*/ 90 w 91"/>
                    <a:gd name="T7" fmla="*/ 22 h 89"/>
                    <a:gd name="T8" fmla="*/ 91 w 91"/>
                    <a:gd name="T9" fmla="*/ 20 h 89"/>
                    <a:gd name="T10" fmla="*/ 90 w 91"/>
                    <a:gd name="T11" fmla="*/ 18 h 89"/>
                    <a:gd name="T12" fmla="*/ 73 w 91"/>
                    <a:gd name="T13" fmla="*/ 1 h 89"/>
                    <a:gd name="T14" fmla="*/ 68 w 91"/>
                    <a:gd name="T15" fmla="*/ 1 h 89"/>
                    <a:gd name="T16" fmla="*/ 5 w 91"/>
                    <a:gd name="T17" fmla="*/ 63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89">
                      <a:moveTo>
                        <a:pt x="5" y="63"/>
                      </a:moveTo>
                      <a:cubicBezTo>
                        <a:pt x="0" y="68"/>
                        <a:pt x="0" y="78"/>
                        <a:pt x="5" y="84"/>
                      </a:cubicBezTo>
                      <a:cubicBezTo>
                        <a:pt x="11" y="89"/>
                        <a:pt x="21" y="89"/>
                        <a:pt x="27" y="84"/>
                      </a:cubicBezTo>
                      <a:cubicBezTo>
                        <a:pt x="90" y="22"/>
                        <a:pt x="90" y="22"/>
                        <a:pt x="90" y="22"/>
                      </a:cubicBezTo>
                      <a:cubicBezTo>
                        <a:pt x="90" y="21"/>
                        <a:pt x="91" y="20"/>
                        <a:pt x="91" y="20"/>
                      </a:cubicBezTo>
                      <a:cubicBezTo>
                        <a:pt x="91" y="19"/>
                        <a:pt x="90" y="18"/>
                        <a:pt x="90" y="18"/>
                      </a:cubicBezTo>
                      <a:cubicBezTo>
                        <a:pt x="73" y="1"/>
                        <a:pt x="73" y="1"/>
                        <a:pt x="73" y="1"/>
                      </a:cubicBezTo>
                      <a:cubicBezTo>
                        <a:pt x="71" y="0"/>
                        <a:pt x="70" y="0"/>
                        <a:pt x="68" y="1"/>
                      </a:cubicBezTo>
                      <a:lnTo>
                        <a:pt x="5" y="63"/>
                      </a:lnTo>
                      <a:close/>
                    </a:path>
                  </a:pathLst>
                </a:custGeom>
                <a:grpFill/>
                <a:ln>
                  <a:noFill/>
                </a:ln>
              </p:spPr>
              <p:txBody>
                <a:bodyPr wrap="square" lIns="91440" tIns="45720" rIns="91440" bIns="45720" anchor="ctr">
                  <a:normAutofit fontScale="25000" lnSpcReduction="20000"/>
                </a:bodyPr>
                <a:lstStyle/>
                <a:p>
                  <a:pPr algn="ctr"/>
                </a:p>
              </p:txBody>
            </p:sp>
            <p:sp>
              <p:nvSpPr>
                <p:cNvPr id="63" name="ïs1iďè"/>
                <p:cNvSpPr/>
                <p:nvPr/>
              </p:nvSpPr>
              <p:spPr bwMode="auto">
                <a:xfrm>
                  <a:off x="8187980" y="2886524"/>
                  <a:ext cx="98835" cy="51828"/>
                </a:xfrm>
                <a:custGeom>
                  <a:avLst/>
                  <a:gdLst>
                    <a:gd name="T0" fmla="*/ 20 w 54"/>
                    <a:gd name="T1" fmla="*/ 28 h 28"/>
                    <a:gd name="T2" fmla="*/ 4 w 54"/>
                    <a:gd name="T3" fmla="*/ 25 h 28"/>
                    <a:gd name="T4" fmla="*/ 4 w 54"/>
                    <a:gd name="T5" fmla="*/ 25 h 28"/>
                    <a:gd name="T6" fmla="*/ 1 w 54"/>
                    <a:gd name="T7" fmla="*/ 18 h 28"/>
                    <a:gd name="T8" fmla="*/ 8 w 54"/>
                    <a:gd name="T9" fmla="*/ 15 h 28"/>
                    <a:gd name="T10" fmla="*/ 20 w 54"/>
                    <a:gd name="T11" fmla="*/ 18 h 28"/>
                    <a:gd name="T12" fmla="*/ 44 w 54"/>
                    <a:gd name="T13" fmla="*/ 3 h 28"/>
                    <a:gd name="T14" fmla="*/ 50 w 54"/>
                    <a:gd name="T15" fmla="*/ 1 h 28"/>
                    <a:gd name="T16" fmla="*/ 53 w 54"/>
                    <a:gd name="T17" fmla="*/ 7 h 28"/>
                    <a:gd name="T18" fmla="*/ 20 w 54"/>
                    <a:gd name="T19"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28">
                      <a:moveTo>
                        <a:pt x="20" y="28"/>
                      </a:moveTo>
                      <a:cubicBezTo>
                        <a:pt x="15" y="28"/>
                        <a:pt x="9" y="27"/>
                        <a:pt x="4" y="25"/>
                      </a:cubicBezTo>
                      <a:cubicBezTo>
                        <a:pt x="4" y="25"/>
                        <a:pt x="4" y="25"/>
                        <a:pt x="4" y="25"/>
                      </a:cubicBezTo>
                      <a:cubicBezTo>
                        <a:pt x="1" y="24"/>
                        <a:pt x="0" y="21"/>
                        <a:pt x="1" y="18"/>
                      </a:cubicBezTo>
                      <a:cubicBezTo>
                        <a:pt x="2" y="16"/>
                        <a:pt x="5" y="14"/>
                        <a:pt x="8" y="15"/>
                      </a:cubicBezTo>
                      <a:cubicBezTo>
                        <a:pt x="12" y="17"/>
                        <a:pt x="16" y="18"/>
                        <a:pt x="20" y="18"/>
                      </a:cubicBezTo>
                      <a:cubicBezTo>
                        <a:pt x="31" y="18"/>
                        <a:pt x="40" y="12"/>
                        <a:pt x="44" y="3"/>
                      </a:cubicBezTo>
                      <a:cubicBezTo>
                        <a:pt x="45" y="1"/>
                        <a:pt x="48" y="0"/>
                        <a:pt x="50" y="1"/>
                      </a:cubicBezTo>
                      <a:cubicBezTo>
                        <a:pt x="53" y="2"/>
                        <a:pt x="54" y="5"/>
                        <a:pt x="53" y="7"/>
                      </a:cubicBezTo>
                      <a:cubicBezTo>
                        <a:pt x="48" y="20"/>
                        <a:pt x="34" y="28"/>
                        <a:pt x="20" y="28"/>
                      </a:cubicBezTo>
                      <a:close/>
                    </a:path>
                  </a:pathLst>
                </a:custGeom>
                <a:grpFill/>
                <a:ln>
                  <a:noFill/>
                </a:ln>
              </p:spPr>
              <p:txBody>
                <a:bodyPr wrap="square" lIns="91440" tIns="45720" rIns="91440" bIns="45720" anchor="ctr">
                  <a:normAutofit fontScale="25000" lnSpcReduction="20000"/>
                </a:bodyPr>
                <a:lstStyle/>
                <a:p>
                  <a:pPr algn="ctr"/>
                </a:p>
              </p:txBody>
            </p:sp>
            <p:sp>
              <p:nvSpPr>
                <p:cNvPr id="64" name="iŝļiḓê"/>
                <p:cNvSpPr/>
                <p:nvPr/>
              </p:nvSpPr>
              <p:spPr bwMode="auto">
                <a:xfrm>
                  <a:off x="8065039" y="2704523"/>
                  <a:ext cx="301326" cy="296505"/>
                </a:xfrm>
                <a:custGeom>
                  <a:avLst/>
                  <a:gdLst>
                    <a:gd name="T0" fmla="*/ 134 w 163"/>
                    <a:gd name="T1" fmla="*/ 29 h 160"/>
                    <a:gd name="T2" fmla="*/ 29 w 163"/>
                    <a:gd name="T3" fmla="*/ 29 h 160"/>
                    <a:gd name="T4" fmla="*/ 29 w 163"/>
                    <a:gd name="T5" fmla="*/ 132 h 160"/>
                    <a:gd name="T6" fmla="*/ 134 w 163"/>
                    <a:gd name="T7" fmla="*/ 132 h 160"/>
                    <a:gd name="T8" fmla="*/ 134 w 163"/>
                    <a:gd name="T9" fmla="*/ 29 h 160"/>
                    <a:gd name="T10" fmla="*/ 82 w 163"/>
                    <a:gd name="T11" fmla="*/ 136 h 160"/>
                    <a:gd name="T12" fmla="*/ 82 w 163"/>
                    <a:gd name="T13" fmla="*/ 136 h 160"/>
                    <a:gd name="T14" fmla="*/ 26 w 163"/>
                    <a:gd name="T15" fmla="*/ 80 h 160"/>
                    <a:gd name="T16" fmla="*/ 82 w 163"/>
                    <a:gd name="T17" fmla="*/ 25 h 160"/>
                    <a:gd name="T18" fmla="*/ 137 w 163"/>
                    <a:gd name="T19" fmla="*/ 80 h 160"/>
                    <a:gd name="T20" fmla="*/ 82 w 163"/>
                    <a:gd name="T2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60">
                      <a:moveTo>
                        <a:pt x="134" y="29"/>
                      </a:moveTo>
                      <a:cubicBezTo>
                        <a:pt x="105" y="0"/>
                        <a:pt x="58" y="0"/>
                        <a:pt x="29" y="29"/>
                      </a:cubicBezTo>
                      <a:cubicBezTo>
                        <a:pt x="0" y="57"/>
                        <a:pt x="0" y="103"/>
                        <a:pt x="29" y="132"/>
                      </a:cubicBezTo>
                      <a:cubicBezTo>
                        <a:pt x="58" y="160"/>
                        <a:pt x="105" y="160"/>
                        <a:pt x="134" y="132"/>
                      </a:cubicBezTo>
                      <a:cubicBezTo>
                        <a:pt x="163" y="103"/>
                        <a:pt x="163" y="57"/>
                        <a:pt x="134" y="29"/>
                      </a:cubicBezTo>
                      <a:close/>
                      <a:moveTo>
                        <a:pt x="82" y="136"/>
                      </a:moveTo>
                      <a:cubicBezTo>
                        <a:pt x="82" y="136"/>
                        <a:pt x="82" y="136"/>
                        <a:pt x="82" y="136"/>
                      </a:cubicBezTo>
                      <a:cubicBezTo>
                        <a:pt x="51" y="136"/>
                        <a:pt x="26" y="111"/>
                        <a:pt x="26" y="80"/>
                      </a:cubicBezTo>
                      <a:cubicBezTo>
                        <a:pt x="26" y="50"/>
                        <a:pt x="51" y="25"/>
                        <a:pt x="82" y="25"/>
                      </a:cubicBezTo>
                      <a:cubicBezTo>
                        <a:pt x="112" y="25"/>
                        <a:pt x="137" y="50"/>
                        <a:pt x="137" y="80"/>
                      </a:cubicBezTo>
                      <a:cubicBezTo>
                        <a:pt x="137" y="111"/>
                        <a:pt x="112" y="136"/>
                        <a:pt x="82" y="136"/>
                      </a:cubicBezTo>
                      <a:close/>
                    </a:path>
                  </a:pathLst>
                </a:custGeom>
                <a:grpFill/>
                <a:ln>
                  <a:noFill/>
                </a:ln>
              </p:spPr>
              <p:txBody>
                <a:bodyPr wrap="square" lIns="91440" tIns="45720" rIns="91440" bIns="45720" anchor="ctr">
                  <a:normAutofit fontScale="85000" lnSpcReduction="20000"/>
                </a:bodyPr>
                <a:lstStyle/>
                <a:p>
                  <a:pPr algn="ctr"/>
                </a:p>
              </p:txBody>
            </p:sp>
          </p:grpSp>
          <p:sp>
            <p:nvSpPr>
              <p:cNvPr id="33" name="ï$ļïďe"/>
              <p:cNvSpPr/>
              <p:nvPr/>
            </p:nvSpPr>
            <p:spPr bwMode="auto">
              <a:xfrm>
                <a:off x="7652825" y="3391546"/>
                <a:ext cx="436320" cy="436320"/>
              </a:xfrm>
              <a:custGeom>
                <a:avLst/>
                <a:gdLst>
                  <a:gd name="T0" fmla="*/ 0 w 236"/>
                  <a:gd name="T1" fmla="*/ 118 h 236"/>
                  <a:gd name="T2" fmla="*/ 236 w 236"/>
                  <a:gd name="T3" fmla="*/ 118 h 236"/>
                  <a:gd name="T4" fmla="*/ 100 w 236"/>
                  <a:gd name="T5" fmla="*/ 10 h 236"/>
                  <a:gd name="T6" fmla="*/ 63 w 236"/>
                  <a:gd name="T7" fmla="*/ 63 h 236"/>
                  <a:gd name="T8" fmla="*/ 100 w 236"/>
                  <a:gd name="T9" fmla="*/ 10 h 236"/>
                  <a:gd name="T10" fmla="*/ 24 w 236"/>
                  <a:gd name="T11" fmla="*/ 63 h 236"/>
                  <a:gd name="T12" fmla="*/ 52 w 236"/>
                  <a:gd name="T13" fmla="*/ 113 h 236"/>
                  <a:gd name="T14" fmla="*/ 24 w 236"/>
                  <a:gd name="T15" fmla="*/ 63 h 236"/>
                  <a:gd name="T16" fmla="*/ 9 w 236"/>
                  <a:gd name="T17" fmla="*/ 122 h 236"/>
                  <a:gd name="T18" fmla="*/ 52 w 236"/>
                  <a:gd name="T19" fmla="*/ 122 h 236"/>
                  <a:gd name="T20" fmla="*/ 24 w 236"/>
                  <a:gd name="T21" fmla="*/ 173 h 236"/>
                  <a:gd name="T22" fmla="*/ 9 w 236"/>
                  <a:gd name="T23" fmla="*/ 122 h 236"/>
                  <a:gd name="T24" fmla="*/ 30 w 236"/>
                  <a:gd name="T25" fmla="*/ 182 h 236"/>
                  <a:gd name="T26" fmla="*/ 100 w 236"/>
                  <a:gd name="T27" fmla="*/ 225 h 236"/>
                  <a:gd name="T28" fmla="*/ 30 w 236"/>
                  <a:gd name="T29" fmla="*/ 182 h 236"/>
                  <a:gd name="T30" fmla="*/ 114 w 236"/>
                  <a:gd name="T31" fmla="*/ 227 h 236"/>
                  <a:gd name="T32" fmla="*/ 114 w 236"/>
                  <a:gd name="T33" fmla="*/ 166 h 236"/>
                  <a:gd name="T34" fmla="*/ 114 w 236"/>
                  <a:gd name="T35" fmla="*/ 157 h 236"/>
                  <a:gd name="T36" fmla="*/ 70 w 236"/>
                  <a:gd name="T37" fmla="*/ 161 h 236"/>
                  <a:gd name="T38" fmla="*/ 114 w 236"/>
                  <a:gd name="T39" fmla="*/ 122 h 236"/>
                  <a:gd name="T40" fmla="*/ 114 w 236"/>
                  <a:gd name="T41" fmla="*/ 113 h 236"/>
                  <a:gd name="T42" fmla="*/ 62 w 236"/>
                  <a:gd name="T43" fmla="*/ 113 h 236"/>
                  <a:gd name="T44" fmla="*/ 114 w 236"/>
                  <a:gd name="T45" fmla="*/ 78 h 236"/>
                  <a:gd name="T46" fmla="*/ 114 w 236"/>
                  <a:gd name="T47" fmla="*/ 69 h 236"/>
                  <a:gd name="T48" fmla="*/ 74 w 236"/>
                  <a:gd name="T49" fmla="*/ 65 h 236"/>
                  <a:gd name="T50" fmla="*/ 114 w 236"/>
                  <a:gd name="T51" fmla="*/ 69 h 236"/>
                  <a:gd name="T52" fmla="*/ 228 w 236"/>
                  <a:gd name="T53" fmla="*/ 113 h 236"/>
                  <a:gd name="T54" fmla="*/ 177 w 236"/>
                  <a:gd name="T55" fmla="*/ 72 h 236"/>
                  <a:gd name="T56" fmla="*/ 228 w 236"/>
                  <a:gd name="T57" fmla="*/ 113 h 236"/>
                  <a:gd name="T58" fmla="*/ 207 w 236"/>
                  <a:gd name="T59" fmla="*/ 53 h 236"/>
                  <a:gd name="T60" fmla="*/ 137 w 236"/>
                  <a:gd name="T61" fmla="*/ 10 h 236"/>
                  <a:gd name="T62" fmla="*/ 207 w 236"/>
                  <a:gd name="T63" fmla="*/ 53 h 236"/>
                  <a:gd name="T64" fmla="*/ 123 w 236"/>
                  <a:gd name="T65" fmla="*/ 9 h 236"/>
                  <a:gd name="T66" fmla="*/ 123 w 236"/>
                  <a:gd name="T67" fmla="*/ 69 h 236"/>
                  <a:gd name="T68" fmla="*/ 123 w 236"/>
                  <a:gd name="T69" fmla="*/ 9 h 236"/>
                  <a:gd name="T70" fmla="*/ 123 w 236"/>
                  <a:gd name="T71" fmla="*/ 78 h 236"/>
                  <a:gd name="T72" fmla="*/ 175 w 236"/>
                  <a:gd name="T73" fmla="*/ 113 h 236"/>
                  <a:gd name="T74" fmla="*/ 123 w 236"/>
                  <a:gd name="T75" fmla="*/ 78 h 236"/>
                  <a:gd name="T76" fmla="*/ 123 w 236"/>
                  <a:gd name="T77" fmla="*/ 122 h 236"/>
                  <a:gd name="T78" fmla="*/ 167 w 236"/>
                  <a:gd name="T79" fmla="*/ 161 h 236"/>
                  <a:gd name="T80" fmla="*/ 123 w 236"/>
                  <a:gd name="T81" fmla="*/ 122 h 236"/>
                  <a:gd name="T82" fmla="*/ 123 w 236"/>
                  <a:gd name="T83" fmla="*/ 166 h 236"/>
                  <a:gd name="T84" fmla="*/ 123 w 236"/>
                  <a:gd name="T85" fmla="*/ 227 h 236"/>
                  <a:gd name="T86" fmla="*/ 123 w 236"/>
                  <a:gd name="T87" fmla="*/ 166 h 236"/>
                  <a:gd name="T88" fmla="*/ 137 w 236"/>
                  <a:gd name="T89" fmla="*/ 225 h 236"/>
                  <a:gd name="T90" fmla="*/ 207 w 236"/>
                  <a:gd name="T91" fmla="*/ 182 h 236"/>
                  <a:gd name="T92" fmla="*/ 213 w 236"/>
                  <a:gd name="T93" fmla="*/ 173 h 236"/>
                  <a:gd name="T94" fmla="*/ 177 w 236"/>
                  <a:gd name="T95" fmla="*/ 163 h 236"/>
                  <a:gd name="T96" fmla="*/ 228 w 236"/>
                  <a:gd name="T97" fmla="*/ 12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0" y="10"/>
                    </a:moveTo>
                    <a:cubicBezTo>
                      <a:pt x="100" y="10"/>
                      <a:pt x="100" y="10"/>
                      <a:pt x="100" y="10"/>
                    </a:cubicBezTo>
                    <a:cubicBezTo>
                      <a:pt x="84" y="26"/>
                      <a:pt x="71" y="44"/>
                      <a:pt x="63" y="63"/>
                    </a:cubicBezTo>
                    <a:cubicBezTo>
                      <a:pt x="52" y="61"/>
                      <a:pt x="41" y="57"/>
                      <a:pt x="30" y="53"/>
                    </a:cubicBezTo>
                    <a:cubicBezTo>
                      <a:pt x="47" y="31"/>
                      <a:pt x="71" y="15"/>
                      <a:pt x="100" y="10"/>
                    </a:cubicBezTo>
                    <a:close/>
                    <a:moveTo>
                      <a:pt x="24" y="63"/>
                    </a:moveTo>
                    <a:cubicBezTo>
                      <a:pt x="24" y="63"/>
                      <a:pt x="24" y="63"/>
                      <a:pt x="24" y="63"/>
                    </a:cubicBezTo>
                    <a:cubicBezTo>
                      <a:pt x="36" y="67"/>
                      <a:pt x="48" y="70"/>
                      <a:pt x="60" y="72"/>
                    </a:cubicBezTo>
                    <a:cubicBezTo>
                      <a:pt x="55" y="86"/>
                      <a:pt x="52" y="100"/>
                      <a:pt x="52" y="113"/>
                    </a:cubicBezTo>
                    <a:cubicBezTo>
                      <a:pt x="9" y="113"/>
                      <a:pt x="9" y="113"/>
                      <a:pt x="9" y="113"/>
                    </a:cubicBezTo>
                    <a:cubicBezTo>
                      <a:pt x="10" y="95"/>
                      <a:pt x="15" y="78"/>
                      <a:pt x="24" y="63"/>
                    </a:cubicBezTo>
                    <a:cubicBezTo>
                      <a:pt x="24" y="63"/>
                      <a:pt x="24" y="63"/>
                      <a:pt x="24" y="63"/>
                    </a:cubicBezTo>
                    <a:close/>
                    <a:moveTo>
                      <a:pt x="9" y="122"/>
                    </a:moveTo>
                    <a:cubicBezTo>
                      <a:pt x="9" y="122"/>
                      <a:pt x="9" y="122"/>
                      <a:pt x="9" y="122"/>
                    </a:cubicBezTo>
                    <a:cubicBezTo>
                      <a:pt x="52" y="122"/>
                      <a:pt x="52" y="122"/>
                      <a:pt x="52" y="122"/>
                    </a:cubicBezTo>
                    <a:cubicBezTo>
                      <a:pt x="52" y="136"/>
                      <a:pt x="55" y="150"/>
                      <a:pt x="60" y="163"/>
                    </a:cubicBezTo>
                    <a:cubicBezTo>
                      <a:pt x="48" y="166"/>
                      <a:pt x="36" y="169"/>
                      <a:pt x="24" y="173"/>
                    </a:cubicBezTo>
                    <a:cubicBezTo>
                      <a:pt x="15" y="158"/>
                      <a:pt x="10" y="140"/>
                      <a:pt x="9" y="122"/>
                    </a:cubicBezTo>
                    <a:cubicBezTo>
                      <a:pt x="9" y="122"/>
                      <a:pt x="9" y="122"/>
                      <a:pt x="9" y="122"/>
                    </a:cubicBezTo>
                    <a:close/>
                    <a:moveTo>
                      <a:pt x="30" y="182"/>
                    </a:moveTo>
                    <a:cubicBezTo>
                      <a:pt x="30" y="182"/>
                      <a:pt x="30" y="182"/>
                      <a:pt x="30" y="182"/>
                    </a:cubicBezTo>
                    <a:cubicBezTo>
                      <a:pt x="41" y="178"/>
                      <a:pt x="52" y="175"/>
                      <a:pt x="63" y="173"/>
                    </a:cubicBezTo>
                    <a:cubicBezTo>
                      <a:pt x="71" y="192"/>
                      <a:pt x="84" y="210"/>
                      <a:pt x="100" y="225"/>
                    </a:cubicBezTo>
                    <a:cubicBezTo>
                      <a:pt x="71" y="221"/>
                      <a:pt x="47" y="205"/>
                      <a:pt x="30" y="182"/>
                    </a:cubicBezTo>
                    <a:cubicBezTo>
                      <a:pt x="30" y="182"/>
                      <a:pt x="30" y="182"/>
                      <a:pt x="30" y="182"/>
                    </a:cubicBezTo>
                    <a:close/>
                    <a:moveTo>
                      <a:pt x="114" y="227"/>
                    </a:moveTo>
                    <a:cubicBezTo>
                      <a:pt x="114" y="227"/>
                      <a:pt x="114" y="227"/>
                      <a:pt x="114" y="227"/>
                    </a:cubicBezTo>
                    <a:cubicBezTo>
                      <a:pt x="96" y="208"/>
                      <a:pt x="83" y="189"/>
                      <a:pt x="74" y="170"/>
                    </a:cubicBezTo>
                    <a:cubicBezTo>
                      <a:pt x="87" y="168"/>
                      <a:pt x="101" y="167"/>
                      <a:pt x="114" y="166"/>
                    </a:cubicBezTo>
                    <a:cubicBezTo>
                      <a:pt x="114" y="227"/>
                      <a:pt x="114" y="227"/>
                      <a:pt x="114" y="227"/>
                    </a:cubicBezTo>
                    <a:close/>
                    <a:moveTo>
                      <a:pt x="114" y="157"/>
                    </a:moveTo>
                    <a:cubicBezTo>
                      <a:pt x="114" y="157"/>
                      <a:pt x="114" y="157"/>
                      <a:pt x="114" y="157"/>
                    </a:cubicBezTo>
                    <a:cubicBezTo>
                      <a:pt x="99" y="157"/>
                      <a:pt x="85" y="159"/>
                      <a:pt x="70" y="161"/>
                    </a:cubicBezTo>
                    <a:cubicBezTo>
                      <a:pt x="65" y="148"/>
                      <a:pt x="62" y="135"/>
                      <a:pt x="62" y="122"/>
                    </a:cubicBezTo>
                    <a:cubicBezTo>
                      <a:pt x="114" y="122"/>
                      <a:pt x="114" y="122"/>
                      <a:pt x="114" y="122"/>
                    </a:cubicBezTo>
                    <a:cubicBezTo>
                      <a:pt x="114" y="157"/>
                      <a:pt x="114" y="157"/>
                      <a:pt x="114" y="157"/>
                    </a:cubicBezTo>
                    <a:close/>
                    <a:moveTo>
                      <a:pt x="114" y="113"/>
                    </a:moveTo>
                    <a:cubicBezTo>
                      <a:pt x="114" y="113"/>
                      <a:pt x="114" y="113"/>
                      <a:pt x="114" y="113"/>
                    </a:cubicBezTo>
                    <a:cubicBezTo>
                      <a:pt x="62" y="113"/>
                      <a:pt x="62" y="113"/>
                      <a:pt x="62" y="113"/>
                    </a:cubicBezTo>
                    <a:cubicBezTo>
                      <a:pt x="62" y="100"/>
                      <a:pt x="65" y="87"/>
                      <a:pt x="70" y="74"/>
                    </a:cubicBezTo>
                    <a:cubicBezTo>
                      <a:pt x="85" y="77"/>
                      <a:pt x="99" y="78"/>
                      <a:pt x="114" y="78"/>
                    </a:cubicBezTo>
                    <a:cubicBezTo>
                      <a:pt x="114" y="113"/>
                      <a:pt x="114" y="113"/>
                      <a:pt x="114" y="113"/>
                    </a:cubicBezTo>
                    <a:close/>
                    <a:moveTo>
                      <a:pt x="114" y="69"/>
                    </a:moveTo>
                    <a:cubicBezTo>
                      <a:pt x="114" y="69"/>
                      <a:pt x="114" y="69"/>
                      <a:pt x="114" y="69"/>
                    </a:cubicBezTo>
                    <a:cubicBezTo>
                      <a:pt x="101" y="69"/>
                      <a:pt x="87" y="68"/>
                      <a:pt x="74" y="65"/>
                    </a:cubicBezTo>
                    <a:cubicBezTo>
                      <a:pt x="83" y="46"/>
                      <a:pt x="96" y="28"/>
                      <a:pt x="114" y="9"/>
                    </a:cubicBezTo>
                    <a:cubicBezTo>
                      <a:pt x="114" y="69"/>
                      <a:pt x="114" y="69"/>
                      <a:pt x="114" y="69"/>
                    </a:cubicBezTo>
                    <a:close/>
                    <a:moveTo>
                      <a:pt x="228" y="113"/>
                    </a:moveTo>
                    <a:cubicBezTo>
                      <a:pt x="228" y="113"/>
                      <a:pt x="228" y="113"/>
                      <a:pt x="228" y="113"/>
                    </a:cubicBezTo>
                    <a:cubicBezTo>
                      <a:pt x="185" y="113"/>
                      <a:pt x="185" y="113"/>
                      <a:pt x="185" y="113"/>
                    </a:cubicBezTo>
                    <a:cubicBezTo>
                      <a:pt x="184" y="100"/>
                      <a:pt x="182" y="86"/>
                      <a:pt x="177" y="72"/>
                    </a:cubicBezTo>
                    <a:cubicBezTo>
                      <a:pt x="189" y="70"/>
                      <a:pt x="201" y="67"/>
                      <a:pt x="213" y="63"/>
                    </a:cubicBezTo>
                    <a:cubicBezTo>
                      <a:pt x="222" y="78"/>
                      <a:pt x="227" y="95"/>
                      <a:pt x="228" y="113"/>
                    </a:cubicBezTo>
                    <a:close/>
                    <a:moveTo>
                      <a:pt x="207" y="53"/>
                    </a:moveTo>
                    <a:cubicBezTo>
                      <a:pt x="207" y="53"/>
                      <a:pt x="207" y="53"/>
                      <a:pt x="207" y="53"/>
                    </a:cubicBezTo>
                    <a:cubicBezTo>
                      <a:pt x="196" y="57"/>
                      <a:pt x="185" y="61"/>
                      <a:pt x="174" y="63"/>
                    </a:cubicBezTo>
                    <a:cubicBezTo>
                      <a:pt x="166" y="44"/>
                      <a:pt x="153" y="26"/>
                      <a:pt x="137" y="10"/>
                    </a:cubicBezTo>
                    <a:cubicBezTo>
                      <a:pt x="165" y="15"/>
                      <a:pt x="190" y="31"/>
                      <a:pt x="207" y="53"/>
                    </a:cubicBezTo>
                    <a:cubicBezTo>
                      <a:pt x="207" y="53"/>
                      <a:pt x="207" y="53"/>
                      <a:pt x="207" y="53"/>
                    </a:cubicBezTo>
                    <a:close/>
                    <a:moveTo>
                      <a:pt x="123" y="9"/>
                    </a:moveTo>
                    <a:cubicBezTo>
                      <a:pt x="123" y="9"/>
                      <a:pt x="123" y="9"/>
                      <a:pt x="123" y="9"/>
                    </a:cubicBezTo>
                    <a:cubicBezTo>
                      <a:pt x="141" y="28"/>
                      <a:pt x="154" y="46"/>
                      <a:pt x="163" y="65"/>
                    </a:cubicBezTo>
                    <a:cubicBezTo>
                      <a:pt x="150" y="68"/>
                      <a:pt x="136" y="69"/>
                      <a:pt x="123" y="69"/>
                    </a:cubicBezTo>
                    <a:cubicBezTo>
                      <a:pt x="123" y="9"/>
                      <a:pt x="123" y="9"/>
                      <a:pt x="123" y="9"/>
                    </a:cubicBezTo>
                    <a:cubicBezTo>
                      <a:pt x="123" y="9"/>
                      <a:pt x="123" y="9"/>
                      <a:pt x="123" y="9"/>
                    </a:cubicBezTo>
                    <a:close/>
                    <a:moveTo>
                      <a:pt x="123" y="78"/>
                    </a:moveTo>
                    <a:cubicBezTo>
                      <a:pt x="123" y="78"/>
                      <a:pt x="123" y="78"/>
                      <a:pt x="123" y="78"/>
                    </a:cubicBezTo>
                    <a:cubicBezTo>
                      <a:pt x="137" y="78"/>
                      <a:pt x="152" y="77"/>
                      <a:pt x="167" y="74"/>
                    </a:cubicBezTo>
                    <a:cubicBezTo>
                      <a:pt x="172" y="87"/>
                      <a:pt x="174" y="100"/>
                      <a:pt x="175" y="113"/>
                    </a:cubicBezTo>
                    <a:cubicBezTo>
                      <a:pt x="123" y="113"/>
                      <a:pt x="123" y="113"/>
                      <a:pt x="123" y="113"/>
                    </a:cubicBezTo>
                    <a:cubicBezTo>
                      <a:pt x="123" y="78"/>
                      <a:pt x="123" y="78"/>
                      <a:pt x="123" y="78"/>
                    </a:cubicBezTo>
                    <a:close/>
                    <a:moveTo>
                      <a:pt x="123" y="122"/>
                    </a:moveTo>
                    <a:cubicBezTo>
                      <a:pt x="123" y="122"/>
                      <a:pt x="123" y="122"/>
                      <a:pt x="123" y="122"/>
                    </a:cubicBezTo>
                    <a:cubicBezTo>
                      <a:pt x="175" y="122"/>
                      <a:pt x="175" y="122"/>
                      <a:pt x="175" y="122"/>
                    </a:cubicBezTo>
                    <a:cubicBezTo>
                      <a:pt x="174" y="135"/>
                      <a:pt x="172" y="148"/>
                      <a:pt x="167" y="161"/>
                    </a:cubicBezTo>
                    <a:cubicBezTo>
                      <a:pt x="152" y="159"/>
                      <a:pt x="137" y="157"/>
                      <a:pt x="123" y="157"/>
                    </a:cubicBezTo>
                    <a:cubicBezTo>
                      <a:pt x="123" y="122"/>
                      <a:pt x="123" y="122"/>
                      <a:pt x="123" y="122"/>
                    </a:cubicBezTo>
                    <a:close/>
                    <a:moveTo>
                      <a:pt x="123" y="166"/>
                    </a:moveTo>
                    <a:cubicBezTo>
                      <a:pt x="123" y="166"/>
                      <a:pt x="123" y="166"/>
                      <a:pt x="123" y="166"/>
                    </a:cubicBezTo>
                    <a:cubicBezTo>
                      <a:pt x="136" y="167"/>
                      <a:pt x="149" y="168"/>
                      <a:pt x="163" y="170"/>
                    </a:cubicBezTo>
                    <a:cubicBezTo>
                      <a:pt x="154" y="189"/>
                      <a:pt x="141" y="208"/>
                      <a:pt x="123" y="227"/>
                    </a:cubicBezTo>
                    <a:cubicBezTo>
                      <a:pt x="123" y="166"/>
                      <a:pt x="123" y="166"/>
                      <a:pt x="123" y="166"/>
                    </a:cubicBezTo>
                    <a:cubicBezTo>
                      <a:pt x="123" y="166"/>
                      <a:pt x="123" y="166"/>
                      <a:pt x="123" y="166"/>
                    </a:cubicBezTo>
                    <a:close/>
                    <a:moveTo>
                      <a:pt x="137" y="225"/>
                    </a:moveTo>
                    <a:cubicBezTo>
                      <a:pt x="137" y="225"/>
                      <a:pt x="137" y="225"/>
                      <a:pt x="137" y="225"/>
                    </a:cubicBezTo>
                    <a:cubicBezTo>
                      <a:pt x="153" y="210"/>
                      <a:pt x="165" y="192"/>
                      <a:pt x="174" y="172"/>
                    </a:cubicBezTo>
                    <a:cubicBezTo>
                      <a:pt x="185" y="175"/>
                      <a:pt x="196" y="178"/>
                      <a:pt x="207" y="182"/>
                    </a:cubicBezTo>
                    <a:cubicBezTo>
                      <a:pt x="190" y="205"/>
                      <a:pt x="165" y="221"/>
                      <a:pt x="137" y="225"/>
                    </a:cubicBezTo>
                    <a:close/>
                    <a:moveTo>
                      <a:pt x="213" y="173"/>
                    </a:moveTo>
                    <a:cubicBezTo>
                      <a:pt x="213" y="173"/>
                      <a:pt x="213" y="173"/>
                      <a:pt x="213" y="173"/>
                    </a:cubicBezTo>
                    <a:cubicBezTo>
                      <a:pt x="201" y="169"/>
                      <a:pt x="189" y="166"/>
                      <a:pt x="177" y="163"/>
                    </a:cubicBezTo>
                    <a:cubicBezTo>
                      <a:pt x="182" y="150"/>
                      <a:pt x="184" y="136"/>
                      <a:pt x="185" y="122"/>
                    </a:cubicBezTo>
                    <a:cubicBezTo>
                      <a:pt x="228" y="122"/>
                      <a:pt x="228" y="122"/>
                      <a:pt x="228" y="122"/>
                    </a:cubicBezTo>
                    <a:cubicBezTo>
                      <a:pt x="227" y="140"/>
                      <a:pt x="222" y="158"/>
                      <a:pt x="213" y="173"/>
                    </a:cubicBezTo>
                    <a:close/>
                  </a:path>
                </a:pathLst>
              </a:custGeom>
              <a:solidFill>
                <a:schemeClr val="bg1">
                  <a:lumMod val="85000"/>
                </a:schemeClr>
              </a:solidFill>
              <a:ln>
                <a:noFill/>
              </a:ln>
            </p:spPr>
            <p:txBody>
              <a:bodyPr wrap="square" lIns="91440" tIns="45720" rIns="91440" bIns="45720" anchor="ctr">
                <a:normAutofit/>
              </a:bodyPr>
              <a:lstStyle/>
              <a:p>
                <a:pPr algn="ctr"/>
              </a:p>
            </p:txBody>
          </p:sp>
          <p:sp>
            <p:nvSpPr>
              <p:cNvPr id="34" name="ïŝlidé"/>
              <p:cNvSpPr/>
              <p:nvPr/>
            </p:nvSpPr>
            <p:spPr bwMode="auto">
              <a:xfrm>
                <a:off x="10338242" y="2908220"/>
                <a:ext cx="325432" cy="284452"/>
              </a:xfrm>
              <a:custGeom>
                <a:avLst/>
                <a:gdLst>
                  <a:gd name="T0" fmla="*/ 4 w 176"/>
                  <a:gd name="T1" fmla="*/ 146 h 154"/>
                  <a:gd name="T2" fmla="*/ 4 w 176"/>
                  <a:gd name="T3" fmla="*/ 146 h 154"/>
                  <a:gd name="T4" fmla="*/ 5 w 176"/>
                  <a:gd name="T5" fmla="*/ 145 h 154"/>
                  <a:gd name="T6" fmla="*/ 7 w 176"/>
                  <a:gd name="T7" fmla="*/ 144 h 154"/>
                  <a:gd name="T8" fmla="*/ 8 w 176"/>
                  <a:gd name="T9" fmla="*/ 143 h 154"/>
                  <a:gd name="T10" fmla="*/ 13 w 176"/>
                  <a:gd name="T11" fmla="*/ 149 h 154"/>
                  <a:gd name="T12" fmla="*/ 12 w 176"/>
                  <a:gd name="T13" fmla="*/ 150 h 154"/>
                  <a:gd name="T14" fmla="*/ 10 w 176"/>
                  <a:gd name="T15" fmla="*/ 151 h 154"/>
                  <a:gd name="T16" fmla="*/ 9 w 176"/>
                  <a:gd name="T17" fmla="*/ 152 h 154"/>
                  <a:gd name="T18" fmla="*/ 7 w 176"/>
                  <a:gd name="T19" fmla="*/ 153 h 154"/>
                  <a:gd name="T20" fmla="*/ 6 w 176"/>
                  <a:gd name="T21" fmla="*/ 153 h 154"/>
                  <a:gd name="T22" fmla="*/ 4 w 176"/>
                  <a:gd name="T23" fmla="*/ 154 h 154"/>
                  <a:gd name="T24" fmla="*/ 174 w 176"/>
                  <a:gd name="T25" fmla="*/ 7 h 154"/>
                  <a:gd name="T26" fmla="*/ 172 w 176"/>
                  <a:gd name="T27" fmla="*/ 9 h 154"/>
                  <a:gd name="T28" fmla="*/ 170 w 176"/>
                  <a:gd name="T29" fmla="*/ 11 h 154"/>
                  <a:gd name="T30" fmla="*/ 164 w 176"/>
                  <a:gd name="T31" fmla="*/ 7 h 154"/>
                  <a:gd name="T32" fmla="*/ 166 w 176"/>
                  <a:gd name="T33" fmla="*/ 5 h 154"/>
                  <a:gd name="T34" fmla="*/ 168 w 176"/>
                  <a:gd name="T35" fmla="*/ 3 h 154"/>
                  <a:gd name="T36" fmla="*/ 147 w 176"/>
                  <a:gd name="T37" fmla="*/ 22 h 154"/>
                  <a:gd name="T38" fmla="*/ 150 w 176"/>
                  <a:gd name="T39" fmla="*/ 29 h 154"/>
                  <a:gd name="T40" fmla="*/ 147 w 176"/>
                  <a:gd name="T41" fmla="*/ 32 h 154"/>
                  <a:gd name="T42" fmla="*/ 142 w 176"/>
                  <a:gd name="T43" fmla="*/ 27 h 154"/>
                  <a:gd name="T44" fmla="*/ 145 w 176"/>
                  <a:gd name="T45" fmla="*/ 24 h 154"/>
                  <a:gd name="T46" fmla="*/ 129 w 176"/>
                  <a:gd name="T47" fmla="*/ 43 h 154"/>
                  <a:gd name="T48" fmla="*/ 127 w 176"/>
                  <a:gd name="T49" fmla="*/ 51 h 154"/>
                  <a:gd name="T50" fmla="*/ 124 w 176"/>
                  <a:gd name="T51" fmla="*/ 54 h 154"/>
                  <a:gd name="T52" fmla="*/ 120 w 176"/>
                  <a:gd name="T53" fmla="*/ 47 h 154"/>
                  <a:gd name="T54" fmla="*/ 124 w 176"/>
                  <a:gd name="T55" fmla="*/ 43 h 154"/>
                  <a:gd name="T56" fmla="*/ 106 w 176"/>
                  <a:gd name="T57" fmla="*/ 69 h 154"/>
                  <a:gd name="T58" fmla="*/ 103 w 176"/>
                  <a:gd name="T59" fmla="*/ 72 h 154"/>
                  <a:gd name="T60" fmla="*/ 95 w 176"/>
                  <a:gd name="T61" fmla="*/ 74 h 154"/>
                  <a:gd name="T62" fmla="*/ 98 w 176"/>
                  <a:gd name="T63" fmla="*/ 66 h 154"/>
                  <a:gd name="T64" fmla="*/ 101 w 176"/>
                  <a:gd name="T65" fmla="*/ 63 h 154"/>
                  <a:gd name="T66" fmla="*/ 83 w 176"/>
                  <a:gd name="T67" fmla="*/ 90 h 154"/>
                  <a:gd name="T68" fmla="*/ 79 w 176"/>
                  <a:gd name="T69" fmla="*/ 94 h 154"/>
                  <a:gd name="T70" fmla="*/ 73 w 176"/>
                  <a:gd name="T71" fmla="*/ 89 h 154"/>
                  <a:gd name="T72" fmla="*/ 76 w 176"/>
                  <a:gd name="T73" fmla="*/ 86 h 154"/>
                  <a:gd name="T74" fmla="*/ 56 w 176"/>
                  <a:gd name="T75" fmla="*/ 104 h 154"/>
                  <a:gd name="T76" fmla="*/ 59 w 176"/>
                  <a:gd name="T77" fmla="*/ 111 h 154"/>
                  <a:gd name="T78" fmla="*/ 56 w 176"/>
                  <a:gd name="T79" fmla="*/ 114 h 154"/>
                  <a:gd name="T80" fmla="*/ 50 w 176"/>
                  <a:gd name="T81" fmla="*/ 109 h 154"/>
                  <a:gd name="T82" fmla="*/ 53 w 176"/>
                  <a:gd name="T83" fmla="*/ 107 h 154"/>
                  <a:gd name="T84" fmla="*/ 56 w 176"/>
                  <a:gd name="T85" fmla="*/ 104 h 154"/>
                  <a:gd name="T86" fmla="*/ 37 w 176"/>
                  <a:gd name="T87" fmla="*/ 130 h 154"/>
                  <a:gd name="T88" fmla="*/ 34 w 176"/>
                  <a:gd name="T89" fmla="*/ 133 h 154"/>
                  <a:gd name="T90" fmla="*/ 31 w 176"/>
                  <a:gd name="T91" fmla="*/ 135 h 154"/>
                  <a:gd name="T92" fmla="*/ 27 w 176"/>
                  <a:gd name="T93" fmla="*/ 128 h 154"/>
                  <a:gd name="T94" fmla="*/ 30 w 176"/>
                  <a:gd name="T95" fmla="*/ 12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6" h="154">
                    <a:moveTo>
                      <a:pt x="4" y="154"/>
                    </a:moveTo>
                    <a:cubicBezTo>
                      <a:pt x="2" y="154"/>
                      <a:pt x="1" y="152"/>
                      <a:pt x="0" y="150"/>
                    </a:cubicBezTo>
                    <a:cubicBezTo>
                      <a:pt x="0" y="148"/>
                      <a:pt x="2" y="146"/>
                      <a:pt x="4" y="146"/>
                    </a:cubicBezTo>
                    <a:cubicBezTo>
                      <a:pt x="4" y="146"/>
                      <a:pt x="4" y="146"/>
                      <a:pt x="4" y="146"/>
                    </a:cubicBezTo>
                    <a:cubicBezTo>
                      <a:pt x="4" y="146"/>
                      <a:pt x="4" y="146"/>
                      <a:pt x="4" y="146"/>
                    </a:cubicBezTo>
                    <a:cubicBezTo>
                      <a:pt x="4" y="146"/>
                      <a:pt x="4" y="146"/>
                      <a:pt x="4" y="146"/>
                    </a:cubicBezTo>
                    <a:cubicBezTo>
                      <a:pt x="4" y="146"/>
                      <a:pt x="4" y="146"/>
                      <a:pt x="4" y="146"/>
                    </a:cubicBezTo>
                    <a:cubicBezTo>
                      <a:pt x="4" y="146"/>
                      <a:pt x="4" y="146"/>
                      <a:pt x="4" y="146"/>
                    </a:cubicBezTo>
                    <a:cubicBezTo>
                      <a:pt x="5" y="146"/>
                      <a:pt x="5" y="146"/>
                      <a:pt x="5" y="146"/>
                    </a:cubicBezTo>
                    <a:cubicBezTo>
                      <a:pt x="5" y="145"/>
                      <a:pt x="5" y="145"/>
                      <a:pt x="5" y="145"/>
                    </a:cubicBezTo>
                    <a:cubicBezTo>
                      <a:pt x="5" y="145"/>
                      <a:pt x="5" y="145"/>
                      <a:pt x="5" y="145"/>
                    </a:cubicBezTo>
                    <a:cubicBezTo>
                      <a:pt x="5" y="145"/>
                      <a:pt x="5" y="145"/>
                      <a:pt x="5" y="145"/>
                    </a:cubicBezTo>
                    <a:cubicBezTo>
                      <a:pt x="6" y="145"/>
                      <a:pt x="6" y="145"/>
                      <a:pt x="6" y="145"/>
                    </a:cubicBezTo>
                    <a:cubicBezTo>
                      <a:pt x="6" y="145"/>
                      <a:pt x="6" y="145"/>
                      <a:pt x="6" y="145"/>
                    </a:cubicBezTo>
                    <a:cubicBezTo>
                      <a:pt x="6" y="145"/>
                      <a:pt x="6" y="145"/>
                      <a:pt x="6" y="145"/>
                    </a:cubicBezTo>
                    <a:cubicBezTo>
                      <a:pt x="7" y="144"/>
                      <a:pt x="7" y="144"/>
                      <a:pt x="7" y="144"/>
                    </a:cubicBezTo>
                    <a:cubicBezTo>
                      <a:pt x="7" y="144"/>
                      <a:pt x="7" y="144"/>
                      <a:pt x="7" y="144"/>
                    </a:cubicBezTo>
                    <a:cubicBezTo>
                      <a:pt x="7" y="144"/>
                      <a:pt x="7" y="144"/>
                      <a:pt x="7" y="144"/>
                    </a:cubicBezTo>
                    <a:cubicBezTo>
                      <a:pt x="8" y="144"/>
                      <a:pt x="8" y="144"/>
                      <a:pt x="8" y="144"/>
                    </a:cubicBezTo>
                    <a:cubicBezTo>
                      <a:pt x="8" y="143"/>
                      <a:pt x="8" y="143"/>
                      <a:pt x="8" y="143"/>
                    </a:cubicBezTo>
                    <a:cubicBezTo>
                      <a:pt x="9" y="143"/>
                      <a:pt x="9" y="143"/>
                      <a:pt x="9" y="143"/>
                    </a:cubicBezTo>
                    <a:cubicBezTo>
                      <a:pt x="9" y="143"/>
                      <a:pt x="9" y="143"/>
                      <a:pt x="9" y="143"/>
                    </a:cubicBezTo>
                    <a:cubicBezTo>
                      <a:pt x="10" y="142"/>
                      <a:pt x="13" y="142"/>
                      <a:pt x="14" y="144"/>
                    </a:cubicBezTo>
                    <a:cubicBezTo>
                      <a:pt x="15" y="146"/>
                      <a:pt x="15" y="148"/>
                      <a:pt x="13" y="149"/>
                    </a:cubicBezTo>
                    <a:cubicBezTo>
                      <a:pt x="13" y="149"/>
                      <a:pt x="13" y="149"/>
                      <a:pt x="13" y="149"/>
                    </a:cubicBezTo>
                    <a:cubicBezTo>
                      <a:pt x="13" y="150"/>
                      <a:pt x="13" y="150"/>
                      <a:pt x="13" y="150"/>
                    </a:cubicBezTo>
                    <a:cubicBezTo>
                      <a:pt x="12" y="150"/>
                      <a:pt x="12" y="150"/>
                      <a:pt x="12" y="150"/>
                    </a:cubicBezTo>
                    <a:cubicBezTo>
                      <a:pt x="12" y="150"/>
                      <a:pt x="12" y="150"/>
                      <a:pt x="12" y="150"/>
                    </a:cubicBezTo>
                    <a:cubicBezTo>
                      <a:pt x="11" y="150"/>
                      <a:pt x="11" y="150"/>
                      <a:pt x="11" y="150"/>
                    </a:cubicBezTo>
                    <a:cubicBezTo>
                      <a:pt x="11" y="151"/>
                      <a:pt x="11" y="151"/>
                      <a:pt x="11" y="151"/>
                    </a:cubicBezTo>
                    <a:cubicBezTo>
                      <a:pt x="11" y="151"/>
                      <a:pt x="11" y="151"/>
                      <a:pt x="11" y="151"/>
                    </a:cubicBezTo>
                    <a:cubicBezTo>
                      <a:pt x="10" y="151"/>
                      <a:pt x="10" y="151"/>
                      <a:pt x="10" y="151"/>
                    </a:cubicBezTo>
                    <a:cubicBezTo>
                      <a:pt x="10" y="151"/>
                      <a:pt x="10" y="151"/>
                      <a:pt x="10" y="151"/>
                    </a:cubicBezTo>
                    <a:cubicBezTo>
                      <a:pt x="9" y="152"/>
                      <a:pt x="9" y="152"/>
                      <a:pt x="9" y="152"/>
                    </a:cubicBezTo>
                    <a:cubicBezTo>
                      <a:pt x="9" y="152"/>
                      <a:pt x="9" y="152"/>
                      <a:pt x="9" y="152"/>
                    </a:cubicBezTo>
                    <a:cubicBezTo>
                      <a:pt x="9" y="152"/>
                      <a:pt x="9" y="152"/>
                      <a:pt x="9" y="152"/>
                    </a:cubicBezTo>
                    <a:cubicBezTo>
                      <a:pt x="8" y="152"/>
                      <a:pt x="8" y="152"/>
                      <a:pt x="8" y="152"/>
                    </a:cubicBezTo>
                    <a:cubicBezTo>
                      <a:pt x="8" y="152"/>
                      <a:pt x="8" y="152"/>
                      <a:pt x="8" y="152"/>
                    </a:cubicBezTo>
                    <a:cubicBezTo>
                      <a:pt x="8" y="153"/>
                      <a:pt x="8" y="153"/>
                      <a:pt x="8" y="153"/>
                    </a:cubicBezTo>
                    <a:cubicBezTo>
                      <a:pt x="7" y="153"/>
                      <a:pt x="7" y="153"/>
                      <a:pt x="7" y="153"/>
                    </a:cubicBezTo>
                    <a:cubicBezTo>
                      <a:pt x="7" y="153"/>
                      <a:pt x="7" y="153"/>
                      <a:pt x="7" y="153"/>
                    </a:cubicBezTo>
                    <a:cubicBezTo>
                      <a:pt x="7" y="153"/>
                      <a:pt x="7" y="153"/>
                      <a:pt x="7" y="153"/>
                    </a:cubicBezTo>
                    <a:cubicBezTo>
                      <a:pt x="6" y="153"/>
                      <a:pt x="6" y="153"/>
                      <a:pt x="6" y="153"/>
                    </a:cubicBezTo>
                    <a:cubicBezTo>
                      <a:pt x="6" y="153"/>
                      <a:pt x="6" y="153"/>
                      <a:pt x="6" y="153"/>
                    </a:cubicBezTo>
                    <a:cubicBezTo>
                      <a:pt x="6" y="153"/>
                      <a:pt x="6" y="153"/>
                      <a:pt x="6" y="153"/>
                    </a:cubicBezTo>
                    <a:cubicBezTo>
                      <a:pt x="5" y="154"/>
                      <a:pt x="5" y="154"/>
                      <a:pt x="5" y="154"/>
                    </a:cubicBezTo>
                    <a:cubicBezTo>
                      <a:pt x="5" y="154"/>
                      <a:pt x="5" y="154"/>
                      <a:pt x="5" y="154"/>
                    </a:cubicBezTo>
                    <a:cubicBezTo>
                      <a:pt x="4" y="154"/>
                      <a:pt x="4" y="154"/>
                      <a:pt x="4" y="154"/>
                    </a:cubicBezTo>
                    <a:close/>
                    <a:moveTo>
                      <a:pt x="169" y="1"/>
                    </a:moveTo>
                    <a:cubicBezTo>
                      <a:pt x="171" y="0"/>
                      <a:pt x="173" y="0"/>
                      <a:pt x="175" y="2"/>
                    </a:cubicBezTo>
                    <a:cubicBezTo>
                      <a:pt x="176" y="3"/>
                      <a:pt x="176" y="6"/>
                      <a:pt x="174" y="7"/>
                    </a:cubicBezTo>
                    <a:cubicBezTo>
                      <a:pt x="174" y="7"/>
                      <a:pt x="174" y="7"/>
                      <a:pt x="174" y="7"/>
                    </a:cubicBezTo>
                    <a:cubicBezTo>
                      <a:pt x="174" y="8"/>
                      <a:pt x="174" y="8"/>
                      <a:pt x="174" y="8"/>
                    </a:cubicBezTo>
                    <a:cubicBezTo>
                      <a:pt x="173" y="8"/>
                      <a:pt x="173" y="8"/>
                      <a:pt x="173" y="8"/>
                    </a:cubicBezTo>
                    <a:cubicBezTo>
                      <a:pt x="173" y="9"/>
                      <a:pt x="173" y="9"/>
                      <a:pt x="173" y="9"/>
                    </a:cubicBezTo>
                    <a:cubicBezTo>
                      <a:pt x="172" y="9"/>
                      <a:pt x="172" y="9"/>
                      <a:pt x="172" y="9"/>
                    </a:cubicBezTo>
                    <a:cubicBezTo>
                      <a:pt x="171" y="10"/>
                      <a:pt x="171" y="10"/>
                      <a:pt x="171" y="10"/>
                    </a:cubicBezTo>
                    <a:cubicBezTo>
                      <a:pt x="171" y="10"/>
                      <a:pt x="171" y="10"/>
                      <a:pt x="171" y="10"/>
                    </a:cubicBezTo>
                    <a:cubicBezTo>
                      <a:pt x="170" y="11"/>
                      <a:pt x="170" y="11"/>
                      <a:pt x="170" y="11"/>
                    </a:cubicBezTo>
                    <a:cubicBezTo>
                      <a:pt x="170" y="11"/>
                      <a:pt x="170" y="11"/>
                      <a:pt x="170" y="11"/>
                    </a:cubicBezTo>
                    <a:cubicBezTo>
                      <a:pt x="169" y="12"/>
                      <a:pt x="169" y="12"/>
                      <a:pt x="169" y="12"/>
                    </a:cubicBezTo>
                    <a:cubicBezTo>
                      <a:pt x="169" y="12"/>
                      <a:pt x="169" y="12"/>
                      <a:pt x="169" y="12"/>
                    </a:cubicBezTo>
                    <a:cubicBezTo>
                      <a:pt x="167" y="14"/>
                      <a:pt x="165" y="14"/>
                      <a:pt x="163" y="12"/>
                    </a:cubicBezTo>
                    <a:cubicBezTo>
                      <a:pt x="162" y="10"/>
                      <a:pt x="162" y="8"/>
                      <a:pt x="164" y="7"/>
                    </a:cubicBezTo>
                    <a:cubicBezTo>
                      <a:pt x="164" y="6"/>
                      <a:pt x="164" y="6"/>
                      <a:pt x="164" y="6"/>
                    </a:cubicBezTo>
                    <a:cubicBezTo>
                      <a:pt x="165" y="6"/>
                      <a:pt x="165" y="6"/>
                      <a:pt x="165" y="6"/>
                    </a:cubicBezTo>
                    <a:cubicBezTo>
                      <a:pt x="165" y="5"/>
                      <a:pt x="165" y="5"/>
                      <a:pt x="165" y="5"/>
                    </a:cubicBezTo>
                    <a:cubicBezTo>
                      <a:pt x="166" y="5"/>
                      <a:pt x="166" y="5"/>
                      <a:pt x="166" y="5"/>
                    </a:cubicBezTo>
                    <a:cubicBezTo>
                      <a:pt x="166" y="4"/>
                      <a:pt x="166" y="4"/>
                      <a:pt x="166" y="4"/>
                    </a:cubicBezTo>
                    <a:cubicBezTo>
                      <a:pt x="167" y="4"/>
                      <a:pt x="167" y="4"/>
                      <a:pt x="167" y="4"/>
                    </a:cubicBezTo>
                    <a:cubicBezTo>
                      <a:pt x="167" y="3"/>
                      <a:pt x="167" y="3"/>
                      <a:pt x="167" y="3"/>
                    </a:cubicBezTo>
                    <a:cubicBezTo>
                      <a:pt x="168" y="3"/>
                      <a:pt x="168" y="3"/>
                      <a:pt x="168" y="3"/>
                    </a:cubicBezTo>
                    <a:cubicBezTo>
                      <a:pt x="168" y="2"/>
                      <a:pt x="168" y="2"/>
                      <a:pt x="168" y="2"/>
                    </a:cubicBezTo>
                    <a:cubicBezTo>
                      <a:pt x="169" y="2"/>
                      <a:pt x="169" y="2"/>
                      <a:pt x="169" y="2"/>
                    </a:cubicBezTo>
                    <a:cubicBezTo>
                      <a:pt x="169" y="1"/>
                      <a:pt x="169" y="1"/>
                      <a:pt x="169" y="1"/>
                    </a:cubicBezTo>
                    <a:close/>
                    <a:moveTo>
                      <a:pt x="147" y="22"/>
                    </a:moveTo>
                    <a:cubicBezTo>
                      <a:pt x="148" y="21"/>
                      <a:pt x="151" y="21"/>
                      <a:pt x="152" y="22"/>
                    </a:cubicBezTo>
                    <a:cubicBezTo>
                      <a:pt x="154" y="24"/>
                      <a:pt x="153" y="26"/>
                      <a:pt x="152" y="28"/>
                    </a:cubicBezTo>
                    <a:cubicBezTo>
                      <a:pt x="151" y="29"/>
                      <a:pt x="151" y="29"/>
                      <a:pt x="151" y="29"/>
                    </a:cubicBezTo>
                    <a:cubicBezTo>
                      <a:pt x="150" y="29"/>
                      <a:pt x="150" y="29"/>
                      <a:pt x="150" y="29"/>
                    </a:cubicBezTo>
                    <a:cubicBezTo>
                      <a:pt x="149" y="30"/>
                      <a:pt x="149" y="30"/>
                      <a:pt x="149" y="30"/>
                    </a:cubicBezTo>
                    <a:cubicBezTo>
                      <a:pt x="149" y="31"/>
                      <a:pt x="149" y="31"/>
                      <a:pt x="149" y="31"/>
                    </a:cubicBezTo>
                    <a:cubicBezTo>
                      <a:pt x="148" y="32"/>
                      <a:pt x="148" y="32"/>
                      <a:pt x="148" y="32"/>
                    </a:cubicBezTo>
                    <a:cubicBezTo>
                      <a:pt x="147" y="32"/>
                      <a:pt x="147" y="32"/>
                      <a:pt x="147" y="32"/>
                    </a:cubicBezTo>
                    <a:cubicBezTo>
                      <a:pt x="146" y="33"/>
                      <a:pt x="146" y="33"/>
                      <a:pt x="146" y="33"/>
                    </a:cubicBezTo>
                    <a:cubicBezTo>
                      <a:pt x="145" y="34"/>
                      <a:pt x="142" y="34"/>
                      <a:pt x="141" y="33"/>
                    </a:cubicBezTo>
                    <a:cubicBezTo>
                      <a:pt x="139" y="31"/>
                      <a:pt x="139" y="29"/>
                      <a:pt x="141" y="27"/>
                    </a:cubicBezTo>
                    <a:cubicBezTo>
                      <a:pt x="142" y="27"/>
                      <a:pt x="142" y="27"/>
                      <a:pt x="142" y="27"/>
                    </a:cubicBezTo>
                    <a:cubicBezTo>
                      <a:pt x="143" y="26"/>
                      <a:pt x="143" y="26"/>
                      <a:pt x="143" y="26"/>
                    </a:cubicBezTo>
                    <a:cubicBezTo>
                      <a:pt x="143" y="25"/>
                      <a:pt x="143" y="25"/>
                      <a:pt x="143" y="25"/>
                    </a:cubicBezTo>
                    <a:cubicBezTo>
                      <a:pt x="144" y="24"/>
                      <a:pt x="144" y="24"/>
                      <a:pt x="144" y="24"/>
                    </a:cubicBezTo>
                    <a:cubicBezTo>
                      <a:pt x="145" y="24"/>
                      <a:pt x="145" y="24"/>
                      <a:pt x="145" y="24"/>
                    </a:cubicBezTo>
                    <a:cubicBezTo>
                      <a:pt x="146" y="23"/>
                      <a:pt x="146" y="23"/>
                      <a:pt x="146" y="23"/>
                    </a:cubicBezTo>
                    <a:cubicBezTo>
                      <a:pt x="147" y="22"/>
                      <a:pt x="147" y="22"/>
                      <a:pt x="147" y="22"/>
                    </a:cubicBezTo>
                    <a:close/>
                    <a:moveTo>
                      <a:pt x="124" y="43"/>
                    </a:moveTo>
                    <a:cubicBezTo>
                      <a:pt x="126" y="41"/>
                      <a:pt x="128" y="41"/>
                      <a:pt x="129" y="43"/>
                    </a:cubicBezTo>
                    <a:cubicBezTo>
                      <a:pt x="131" y="45"/>
                      <a:pt x="131" y="47"/>
                      <a:pt x="129" y="48"/>
                    </a:cubicBezTo>
                    <a:cubicBezTo>
                      <a:pt x="129" y="49"/>
                      <a:pt x="129" y="49"/>
                      <a:pt x="129" y="49"/>
                    </a:cubicBezTo>
                    <a:cubicBezTo>
                      <a:pt x="128" y="50"/>
                      <a:pt x="128" y="50"/>
                      <a:pt x="128" y="50"/>
                    </a:cubicBezTo>
                    <a:cubicBezTo>
                      <a:pt x="127" y="51"/>
                      <a:pt x="127" y="51"/>
                      <a:pt x="127" y="51"/>
                    </a:cubicBezTo>
                    <a:cubicBezTo>
                      <a:pt x="126" y="51"/>
                      <a:pt x="126" y="51"/>
                      <a:pt x="126" y="51"/>
                    </a:cubicBezTo>
                    <a:cubicBezTo>
                      <a:pt x="125" y="52"/>
                      <a:pt x="125" y="52"/>
                      <a:pt x="125" y="52"/>
                    </a:cubicBezTo>
                    <a:cubicBezTo>
                      <a:pt x="124" y="53"/>
                      <a:pt x="124" y="53"/>
                      <a:pt x="124" y="53"/>
                    </a:cubicBezTo>
                    <a:cubicBezTo>
                      <a:pt x="124" y="54"/>
                      <a:pt x="124" y="54"/>
                      <a:pt x="124" y="54"/>
                    </a:cubicBezTo>
                    <a:cubicBezTo>
                      <a:pt x="122" y="55"/>
                      <a:pt x="119" y="55"/>
                      <a:pt x="118" y="53"/>
                    </a:cubicBezTo>
                    <a:cubicBezTo>
                      <a:pt x="117" y="52"/>
                      <a:pt x="117" y="49"/>
                      <a:pt x="118" y="48"/>
                    </a:cubicBezTo>
                    <a:cubicBezTo>
                      <a:pt x="119" y="47"/>
                      <a:pt x="119" y="47"/>
                      <a:pt x="119" y="47"/>
                    </a:cubicBezTo>
                    <a:cubicBezTo>
                      <a:pt x="120" y="47"/>
                      <a:pt x="120" y="47"/>
                      <a:pt x="120" y="47"/>
                    </a:cubicBezTo>
                    <a:cubicBezTo>
                      <a:pt x="121" y="46"/>
                      <a:pt x="121" y="46"/>
                      <a:pt x="121" y="46"/>
                    </a:cubicBezTo>
                    <a:cubicBezTo>
                      <a:pt x="122" y="45"/>
                      <a:pt x="122" y="45"/>
                      <a:pt x="122" y="45"/>
                    </a:cubicBezTo>
                    <a:cubicBezTo>
                      <a:pt x="123" y="44"/>
                      <a:pt x="123" y="44"/>
                      <a:pt x="123" y="44"/>
                    </a:cubicBezTo>
                    <a:cubicBezTo>
                      <a:pt x="124" y="43"/>
                      <a:pt x="124" y="43"/>
                      <a:pt x="124" y="43"/>
                    </a:cubicBezTo>
                    <a:cubicBezTo>
                      <a:pt x="124" y="43"/>
                      <a:pt x="124" y="43"/>
                      <a:pt x="124" y="43"/>
                    </a:cubicBezTo>
                    <a:close/>
                    <a:moveTo>
                      <a:pt x="101" y="63"/>
                    </a:moveTo>
                    <a:cubicBezTo>
                      <a:pt x="103" y="62"/>
                      <a:pt x="105" y="62"/>
                      <a:pt x="107" y="64"/>
                    </a:cubicBezTo>
                    <a:cubicBezTo>
                      <a:pt x="108" y="65"/>
                      <a:pt x="108" y="68"/>
                      <a:pt x="106" y="69"/>
                    </a:cubicBezTo>
                    <a:cubicBezTo>
                      <a:pt x="106" y="69"/>
                      <a:pt x="106" y="69"/>
                      <a:pt x="106" y="69"/>
                    </a:cubicBezTo>
                    <a:cubicBezTo>
                      <a:pt x="105" y="70"/>
                      <a:pt x="105" y="70"/>
                      <a:pt x="105" y="70"/>
                    </a:cubicBezTo>
                    <a:cubicBezTo>
                      <a:pt x="104" y="71"/>
                      <a:pt x="104" y="71"/>
                      <a:pt x="104" y="71"/>
                    </a:cubicBezTo>
                    <a:cubicBezTo>
                      <a:pt x="103" y="72"/>
                      <a:pt x="103" y="72"/>
                      <a:pt x="103" y="72"/>
                    </a:cubicBezTo>
                    <a:cubicBezTo>
                      <a:pt x="102" y="73"/>
                      <a:pt x="102" y="73"/>
                      <a:pt x="102" y="73"/>
                    </a:cubicBezTo>
                    <a:cubicBezTo>
                      <a:pt x="101" y="74"/>
                      <a:pt x="101" y="74"/>
                      <a:pt x="101" y="74"/>
                    </a:cubicBezTo>
                    <a:cubicBezTo>
                      <a:pt x="101" y="74"/>
                      <a:pt x="101" y="74"/>
                      <a:pt x="101" y="74"/>
                    </a:cubicBezTo>
                    <a:cubicBezTo>
                      <a:pt x="99" y="76"/>
                      <a:pt x="97" y="75"/>
                      <a:pt x="95" y="74"/>
                    </a:cubicBezTo>
                    <a:cubicBezTo>
                      <a:pt x="94" y="72"/>
                      <a:pt x="94" y="70"/>
                      <a:pt x="96" y="68"/>
                    </a:cubicBezTo>
                    <a:cubicBezTo>
                      <a:pt x="96" y="68"/>
                      <a:pt x="96" y="68"/>
                      <a:pt x="96" y="68"/>
                    </a:cubicBezTo>
                    <a:cubicBezTo>
                      <a:pt x="97" y="67"/>
                      <a:pt x="97" y="67"/>
                      <a:pt x="97" y="67"/>
                    </a:cubicBezTo>
                    <a:cubicBezTo>
                      <a:pt x="98" y="66"/>
                      <a:pt x="98" y="66"/>
                      <a:pt x="98" y="66"/>
                    </a:cubicBezTo>
                    <a:cubicBezTo>
                      <a:pt x="99" y="65"/>
                      <a:pt x="99" y="65"/>
                      <a:pt x="99" y="65"/>
                    </a:cubicBezTo>
                    <a:cubicBezTo>
                      <a:pt x="100" y="64"/>
                      <a:pt x="100" y="64"/>
                      <a:pt x="100" y="64"/>
                    </a:cubicBezTo>
                    <a:cubicBezTo>
                      <a:pt x="101" y="64"/>
                      <a:pt x="101" y="64"/>
                      <a:pt x="101" y="64"/>
                    </a:cubicBezTo>
                    <a:cubicBezTo>
                      <a:pt x="101" y="63"/>
                      <a:pt x="101" y="63"/>
                      <a:pt x="101" y="63"/>
                    </a:cubicBezTo>
                    <a:close/>
                    <a:moveTo>
                      <a:pt x="78" y="84"/>
                    </a:moveTo>
                    <a:cubicBezTo>
                      <a:pt x="80" y="82"/>
                      <a:pt x="82" y="83"/>
                      <a:pt x="84" y="84"/>
                    </a:cubicBezTo>
                    <a:cubicBezTo>
                      <a:pt x="85" y="86"/>
                      <a:pt x="85" y="88"/>
                      <a:pt x="84" y="90"/>
                    </a:cubicBezTo>
                    <a:cubicBezTo>
                      <a:pt x="83" y="90"/>
                      <a:pt x="83" y="90"/>
                      <a:pt x="83" y="90"/>
                    </a:cubicBezTo>
                    <a:cubicBezTo>
                      <a:pt x="82" y="91"/>
                      <a:pt x="82" y="91"/>
                      <a:pt x="82" y="91"/>
                    </a:cubicBezTo>
                    <a:cubicBezTo>
                      <a:pt x="81" y="92"/>
                      <a:pt x="81" y="92"/>
                      <a:pt x="81" y="92"/>
                    </a:cubicBezTo>
                    <a:cubicBezTo>
                      <a:pt x="80" y="93"/>
                      <a:pt x="80" y="93"/>
                      <a:pt x="80" y="93"/>
                    </a:cubicBezTo>
                    <a:cubicBezTo>
                      <a:pt x="79" y="94"/>
                      <a:pt x="79" y="94"/>
                      <a:pt x="79" y="94"/>
                    </a:cubicBezTo>
                    <a:cubicBezTo>
                      <a:pt x="78" y="95"/>
                      <a:pt x="78" y="95"/>
                      <a:pt x="78" y="95"/>
                    </a:cubicBezTo>
                    <a:cubicBezTo>
                      <a:pt x="78" y="95"/>
                      <a:pt x="78" y="95"/>
                      <a:pt x="78" y="95"/>
                    </a:cubicBezTo>
                    <a:cubicBezTo>
                      <a:pt x="76" y="96"/>
                      <a:pt x="74" y="96"/>
                      <a:pt x="72" y="94"/>
                    </a:cubicBezTo>
                    <a:cubicBezTo>
                      <a:pt x="71" y="93"/>
                      <a:pt x="71" y="90"/>
                      <a:pt x="73" y="89"/>
                    </a:cubicBezTo>
                    <a:cubicBezTo>
                      <a:pt x="73" y="89"/>
                      <a:pt x="73" y="89"/>
                      <a:pt x="73" y="89"/>
                    </a:cubicBezTo>
                    <a:cubicBezTo>
                      <a:pt x="74" y="88"/>
                      <a:pt x="74" y="88"/>
                      <a:pt x="74" y="88"/>
                    </a:cubicBezTo>
                    <a:cubicBezTo>
                      <a:pt x="75" y="87"/>
                      <a:pt x="75" y="87"/>
                      <a:pt x="75" y="87"/>
                    </a:cubicBezTo>
                    <a:cubicBezTo>
                      <a:pt x="76" y="86"/>
                      <a:pt x="76" y="86"/>
                      <a:pt x="76" y="86"/>
                    </a:cubicBezTo>
                    <a:cubicBezTo>
                      <a:pt x="77" y="85"/>
                      <a:pt x="77" y="85"/>
                      <a:pt x="77" y="85"/>
                    </a:cubicBezTo>
                    <a:cubicBezTo>
                      <a:pt x="78" y="84"/>
                      <a:pt x="78" y="84"/>
                      <a:pt x="78" y="84"/>
                    </a:cubicBezTo>
                    <a:cubicBezTo>
                      <a:pt x="78" y="84"/>
                      <a:pt x="78" y="84"/>
                      <a:pt x="78" y="84"/>
                    </a:cubicBezTo>
                    <a:close/>
                    <a:moveTo>
                      <a:pt x="56" y="104"/>
                    </a:moveTo>
                    <a:cubicBezTo>
                      <a:pt x="57" y="103"/>
                      <a:pt x="60" y="103"/>
                      <a:pt x="61" y="104"/>
                    </a:cubicBezTo>
                    <a:cubicBezTo>
                      <a:pt x="62" y="106"/>
                      <a:pt x="62" y="108"/>
                      <a:pt x="61" y="110"/>
                    </a:cubicBezTo>
                    <a:cubicBezTo>
                      <a:pt x="60" y="110"/>
                      <a:pt x="60" y="110"/>
                      <a:pt x="60" y="110"/>
                    </a:cubicBezTo>
                    <a:cubicBezTo>
                      <a:pt x="59" y="111"/>
                      <a:pt x="59" y="111"/>
                      <a:pt x="59" y="111"/>
                    </a:cubicBezTo>
                    <a:cubicBezTo>
                      <a:pt x="59" y="112"/>
                      <a:pt x="59" y="112"/>
                      <a:pt x="59" y="112"/>
                    </a:cubicBezTo>
                    <a:cubicBezTo>
                      <a:pt x="58" y="112"/>
                      <a:pt x="58" y="112"/>
                      <a:pt x="58" y="112"/>
                    </a:cubicBezTo>
                    <a:cubicBezTo>
                      <a:pt x="57" y="113"/>
                      <a:pt x="57" y="113"/>
                      <a:pt x="57" y="113"/>
                    </a:cubicBezTo>
                    <a:cubicBezTo>
                      <a:pt x="56" y="114"/>
                      <a:pt x="56" y="114"/>
                      <a:pt x="56" y="114"/>
                    </a:cubicBezTo>
                    <a:cubicBezTo>
                      <a:pt x="55" y="115"/>
                      <a:pt x="55" y="115"/>
                      <a:pt x="55" y="115"/>
                    </a:cubicBezTo>
                    <a:cubicBezTo>
                      <a:pt x="55" y="115"/>
                      <a:pt x="55" y="115"/>
                      <a:pt x="55" y="115"/>
                    </a:cubicBezTo>
                    <a:cubicBezTo>
                      <a:pt x="53" y="116"/>
                      <a:pt x="51" y="116"/>
                      <a:pt x="49" y="114"/>
                    </a:cubicBezTo>
                    <a:cubicBezTo>
                      <a:pt x="48" y="113"/>
                      <a:pt x="48" y="110"/>
                      <a:pt x="50" y="109"/>
                    </a:cubicBezTo>
                    <a:cubicBezTo>
                      <a:pt x="50" y="109"/>
                      <a:pt x="50" y="109"/>
                      <a:pt x="50" y="109"/>
                    </a:cubicBezTo>
                    <a:cubicBezTo>
                      <a:pt x="51" y="108"/>
                      <a:pt x="51" y="108"/>
                      <a:pt x="51" y="108"/>
                    </a:cubicBezTo>
                    <a:cubicBezTo>
                      <a:pt x="52" y="107"/>
                      <a:pt x="52" y="107"/>
                      <a:pt x="52" y="107"/>
                    </a:cubicBezTo>
                    <a:cubicBezTo>
                      <a:pt x="53" y="107"/>
                      <a:pt x="53" y="107"/>
                      <a:pt x="53" y="107"/>
                    </a:cubicBezTo>
                    <a:cubicBezTo>
                      <a:pt x="53" y="106"/>
                      <a:pt x="53" y="106"/>
                      <a:pt x="53" y="106"/>
                    </a:cubicBezTo>
                    <a:cubicBezTo>
                      <a:pt x="54" y="105"/>
                      <a:pt x="54" y="105"/>
                      <a:pt x="54" y="105"/>
                    </a:cubicBezTo>
                    <a:cubicBezTo>
                      <a:pt x="55" y="104"/>
                      <a:pt x="55" y="104"/>
                      <a:pt x="55" y="104"/>
                    </a:cubicBezTo>
                    <a:cubicBezTo>
                      <a:pt x="56" y="104"/>
                      <a:pt x="56" y="104"/>
                      <a:pt x="56" y="104"/>
                    </a:cubicBezTo>
                    <a:close/>
                    <a:moveTo>
                      <a:pt x="32" y="124"/>
                    </a:moveTo>
                    <a:cubicBezTo>
                      <a:pt x="34" y="123"/>
                      <a:pt x="36" y="123"/>
                      <a:pt x="38" y="124"/>
                    </a:cubicBezTo>
                    <a:cubicBezTo>
                      <a:pt x="39" y="126"/>
                      <a:pt x="39" y="129"/>
                      <a:pt x="37" y="130"/>
                    </a:cubicBezTo>
                    <a:cubicBezTo>
                      <a:pt x="37" y="130"/>
                      <a:pt x="37" y="130"/>
                      <a:pt x="37" y="130"/>
                    </a:cubicBezTo>
                    <a:cubicBezTo>
                      <a:pt x="36" y="131"/>
                      <a:pt x="36" y="131"/>
                      <a:pt x="36" y="131"/>
                    </a:cubicBezTo>
                    <a:cubicBezTo>
                      <a:pt x="35" y="132"/>
                      <a:pt x="35" y="132"/>
                      <a:pt x="35" y="132"/>
                    </a:cubicBezTo>
                    <a:cubicBezTo>
                      <a:pt x="34" y="132"/>
                      <a:pt x="34" y="132"/>
                      <a:pt x="34" y="132"/>
                    </a:cubicBezTo>
                    <a:cubicBezTo>
                      <a:pt x="34" y="133"/>
                      <a:pt x="34" y="133"/>
                      <a:pt x="34" y="133"/>
                    </a:cubicBezTo>
                    <a:cubicBezTo>
                      <a:pt x="33" y="134"/>
                      <a:pt x="33" y="134"/>
                      <a:pt x="33" y="134"/>
                    </a:cubicBezTo>
                    <a:cubicBezTo>
                      <a:pt x="32" y="134"/>
                      <a:pt x="32" y="134"/>
                      <a:pt x="32" y="134"/>
                    </a:cubicBezTo>
                    <a:cubicBezTo>
                      <a:pt x="32" y="135"/>
                      <a:pt x="32" y="135"/>
                      <a:pt x="32" y="135"/>
                    </a:cubicBezTo>
                    <a:cubicBezTo>
                      <a:pt x="31" y="135"/>
                      <a:pt x="31" y="135"/>
                      <a:pt x="31" y="135"/>
                    </a:cubicBezTo>
                    <a:cubicBezTo>
                      <a:pt x="30" y="136"/>
                      <a:pt x="27" y="136"/>
                      <a:pt x="26" y="134"/>
                    </a:cubicBezTo>
                    <a:cubicBezTo>
                      <a:pt x="25" y="133"/>
                      <a:pt x="25" y="130"/>
                      <a:pt x="26" y="129"/>
                    </a:cubicBezTo>
                    <a:cubicBezTo>
                      <a:pt x="27" y="129"/>
                      <a:pt x="27" y="129"/>
                      <a:pt x="27" y="129"/>
                    </a:cubicBezTo>
                    <a:cubicBezTo>
                      <a:pt x="27" y="128"/>
                      <a:pt x="27" y="128"/>
                      <a:pt x="27" y="128"/>
                    </a:cubicBezTo>
                    <a:cubicBezTo>
                      <a:pt x="28" y="128"/>
                      <a:pt x="28" y="128"/>
                      <a:pt x="28" y="128"/>
                    </a:cubicBezTo>
                    <a:cubicBezTo>
                      <a:pt x="29" y="127"/>
                      <a:pt x="29" y="127"/>
                      <a:pt x="29" y="127"/>
                    </a:cubicBezTo>
                    <a:cubicBezTo>
                      <a:pt x="30" y="126"/>
                      <a:pt x="30" y="126"/>
                      <a:pt x="30" y="126"/>
                    </a:cubicBezTo>
                    <a:cubicBezTo>
                      <a:pt x="30" y="126"/>
                      <a:pt x="30" y="126"/>
                      <a:pt x="30" y="126"/>
                    </a:cubicBezTo>
                    <a:cubicBezTo>
                      <a:pt x="31" y="125"/>
                      <a:pt x="31" y="125"/>
                      <a:pt x="31" y="125"/>
                    </a:cubicBezTo>
                    <a:cubicBezTo>
                      <a:pt x="32" y="124"/>
                      <a:pt x="32" y="124"/>
                      <a:pt x="32" y="124"/>
                    </a:cubicBezTo>
                    <a:close/>
                  </a:path>
                </a:pathLst>
              </a:custGeom>
              <a:solidFill>
                <a:schemeClr val="accent6"/>
              </a:solidFill>
              <a:ln>
                <a:noFill/>
              </a:ln>
            </p:spPr>
            <p:txBody>
              <a:bodyPr wrap="square" lIns="91440" tIns="45720" rIns="91440" bIns="45720" anchor="ctr">
                <a:normAutofit fontScale="85000" lnSpcReduction="20000"/>
              </a:bodyPr>
              <a:lstStyle/>
              <a:p>
                <a:pPr algn="ctr"/>
              </a:p>
            </p:txBody>
          </p:sp>
          <p:sp>
            <p:nvSpPr>
              <p:cNvPr id="35" name="îšľîḑè"/>
              <p:cNvSpPr/>
              <p:nvPr/>
            </p:nvSpPr>
            <p:spPr bwMode="auto">
              <a:xfrm>
                <a:off x="9742822" y="2468283"/>
                <a:ext cx="94014" cy="477300"/>
              </a:xfrm>
              <a:custGeom>
                <a:avLst/>
                <a:gdLst>
                  <a:gd name="T0" fmla="*/ 8 w 51"/>
                  <a:gd name="T1" fmla="*/ 254 h 258"/>
                  <a:gd name="T2" fmla="*/ 4 w 51"/>
                  <a:gd name="T3" fmla="*/ 257 h 258"/>
                  <a:gd name="T4" fmla="*/ 1 w 51"/>
                  <a:gd name="T5" fmla="*/ 253 h 258"/>
                  <a:gd name="T6" fmla="*/ 2 w 51"/>
                  <a:gd name="T7" fmla="*/ 245 h 258"/>
                  <a:gd name="T8" fmla="*/ 6 w 51"/>
                  <a:gd name="T9" fmla="*/ 242 h 258"/>
                  <a:gd name="T10" fmla="*/ 10 w 51"/>
                  <a:gd name="T11" fmla="*/ 246 h 258"/>
                  <a:gd name="T12" fmla="*/ 8 w 51"/>
                  <a:gd name="T13" fmla="*/ 254 h 258"/>
                  <a:gd name="T14" fmla="*/ 43 w 51"/>
                  <a:gd name="T15" fmla="*/ 3 h 258"/>
                  <a:gd name="T16" fmla="*/ 48 w 51"/>
                  <a:gd name="T17" fmla="*/ 0 h 258"/>
                  <a:gd name="T18" fmla="*/ 51 w 51"/>
                  <a:gd name="T19" fmla="*/ 5 h 258"/>
                  <a:gd name="T20" fmla="*/ 50 w 51"/>
                  <a:gd name="T21" fmla="*/ 12 h 258"/>
                  <a:gd name="T22" fmla="*/ 45 w 51"/>
                  <a:gd name="T23" fmla="*/ 15 h 258"/>
                  <a:gd name="T24" fmla="*/ 42 w 51"/>
                  <a:gd name="T25" fmla="*/ 11 h 258"/>
                  <a:gd name="T26" fmla="*/ 43 w 51"/>
                  <a:gd name="T27" fmla="*/ 3 h 258"/>
                  <a:gd name="T28" fmla="*/ 38 w 51"/>
                  <a:gd name="T29" fmla="*/ 34 h 258"/>
                  <a:gd name="T30" fmla="*/ 43 w 51"/>
                  <a:gd name="T31" fmla="*/ 31 h 258"/>
                  <a:gd name="T32" fmla="*/ 46 w 51"/>
                  <a:gd name="T33" fmla="*/ 35 h 258"/>
                  <a:gd name="T34" fmla="*/ 45 w 51"/>
                  <a:gd name="T35" fmla="*/ 43 h 258"/>
                  <a:gd name="T36" fmla="*/ 40 w 51"/>
                  <a:gd name="T37" fmla="*/ 46 h 258"/>
                  <a:gd name="T38" fmla="*/ 37 w 51"/>
                  <a:gd name="T39" fmla="*/ 41 h 258"/>
                  <a:gd name="T40" fmla="*/ 38 w 51"/>
                  <a:gd name="T41" fmla="*/ 34 h 258"/>
                  <a:gd name="T42" fmla="*/ 33 w 51"/>
                  <a:gd name="T43" fmla="*/ 64 h 258"/>
                  <a:gd name="T44" fmla="*/ 38 w 51"/>
                  <a:gd name="T45" fmla="*/ 61 h 258"/>
                  <a:gd name="T46" fmla="*/ 41 w 51"/>
                  <a:gd name="T47" fmla="*/ 65 h 258"/>
                  <a:gd name="T48" fmla="*/ 39 w 51"/>
                  <a:gd name="T49" fmla="*/ 73 h 258"/>
                  <a:gd name="T50" fmla="*/ 35 w 51"/>
                  <a:gd name="T51" fmla="*/ 76 h 258"/>
                  <a:gd name="T52" fmla="*/ 32 w 51"/>
                  <a:gd name="T53" fmla="*/ 71 h 258"/>
                  <a:gd name="T54" fmla="*/ 33 w 51"/>
                  <a:gd name="T55" fmla="*/ 64 h 258"/>
                  <a:gd name="T56" fmla="*/ 28 w 51"/>
                  <a:gd name="T57" fmla="*/ 94 h 258"/>
                  <a:gd name="T58" fmla="*/ 32 w 51"/>
                  <a:gd name="T59" fmla="*/ 91 h 258"/>
                  <a:gd name="T60" fmla="*/ 35 w 51"/>
                  <a:gd name="T61" fmla="*/ 95 h 258"/>
                  <a:gd name="T62" fmla="*/ 34 w 51"/>
                  <a:gd name="T63" fmla="*/ 103 h 258"/>
                  <a:gd name="T64" fmla="*/ 30 w 51"/>
                  <a:gd name="T65" fmla="*/ 106 h 258"/>
                  <a:gd name="T66" fmla="*/ 27 w 51"/>
                  <a:gd name="T67" fmla="*/ 102 h 258"/>
                  <a:gd name="T68" fmla="*/ 28 w 51"/>
                  <a:gd name="T69" fmla="*/ 94 h 258"/>
                  <a:gd name="T70" fmla="*/ 23 w 51"/>
                  <a:gd name="T71" fmla="*/ 124 h 258"/>
                  <a:gd name="T72" fmla="*/ 27 w 51"/>
                  <a:gd name="T73" fmla="*/ 121 h 258"/>
                  <a:gd name="T74" fmla="*/ 30 w 51"/>
                  <a:gd name="T75" fmla="*/ 126 h 258"/>
                  <a:gd name="T76" fmla="*/ 29 w 51"/>
                  <a:gd name="T77" fmla="*/ 133 h 258"/>
                  <a:gd name="T78" fmla="*/ 25 w 51"/>
                  <a:gd name="T79" fmla="*/ 136 h 258"/>
                  <a:gd name="T80" fmla="*/ 21 w 51"/>
                  <a:gd name="T81" fmla="*/ 132 h 258"/>
                  <a:gd name="T82" fmla="*/ 23 w 51"/>
                  <a:gd name="T83" fmla="*/ 124 h 258"/>
                  <a:gd name="T84" fmla="*/ 18 w 51"/>
                  <a:gd name="T85" fmla="*/ 155 h 258"/>
                  <a:gd name="T86" fmla="*/ 22 w 51"/>
                  <a:gd name="T87" fmla="*/ 151 h 258"/>
                  <a:gd name="T88" fmla="*/ 25 w 51"/>
                  <a:gd name="T89" fmla="*/ 156 h 258"/>
                  <a:gd name="T90" fmla="*/ 24 w 51"/>
                  <a:gd name="T91" fmla="*/ 163 h 258"/>
                  <a:gd name="T92" fmla="*/ 19 w 51"/>
                  <a:gd name="T93" fmla="*/ 167 h 258"/>
                  <a:gd name="T94" fmla="*/ 16 w 51"/>
                  <a:gd name="T95" fmla="*/ 162 h 258"/>
                  <a:gd name="T96" fmla="*/ 18 w 51"/>
                  <a:gd name="T97" fmla="*/ 155 h 258"/>
                  <a:gd name="T98" fmla="*/ 12 w 51"/>
                  <a:gd name="T99" fmla="*/ 185 h 258"/>
                  <a:gd name="T100" fmla="*/ 17 w 51"/>
                  <a:gd name="T101" fmla="*/ 182 h 258"/>
                  <a:gd name="T102" fmla="*/ 20 w 51"/>
                  <a:gd name="T103" fmla="*/ 186 h 258"/>
                  <a:gd name="T104" fmla="*/ 19 w 51"/>
                  <a:gd name="T105" fmla="*/ 194 h 258"/>
                  <a:gd name="T106" fmla="*/ 14 w 51"/>
                  <a:gd name="T107" fmla="*/ 197 h 258"/>
                  <a:gd name="T108" fmla="*/ 11 w 51"/>
                  <a:gd name="T109" fmla="*/ 192 h 258"/>
                  <a:gd name="T110" fmla="*/ 12 w 51"/>
                  <a:gd name="T111" fmla="*/ 185 h 258"/>
                  <a:gd name="T112" fmla="*/ 7 w 51"/>
                  <a:gd name="T113" fmla="*/ 215 h 258"/>
                  <a:gd name="T114" fmla="*/ 12 w 51"/>
                  <a:gd name="T115" fmla="*/ 212 h 258"/>
                  <a:gd name="T116" fmla="*/ 15 w 51"/>
                  <a:gd name="T117" fmla="*/ 216 h 258"/>
                  <a:gd name="T118" fmla="*/ 13 w 51"/>
                  <a:gd name="T119" fmla="*/ 224 h 258"/>
                  <a:gd name="T120" fmla="*/ 9 w 51"/>
                  <a:gd name="T121" fmla="*/ 227 h 258"/>
                  <a:gd name="T122" fmla="*/ 6 w 51"/>
                  <a:gd name="T123" fmla="*/ 223 h 258"/>
                  <a:gd name="T124" fmla="*/ 7 w 51"/>
                  <a:gd name="T125" fmla="*/ 215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 h="258">
                    <a:moveTo>
                      <a:pt x="8" y="254"/>
                    </a:moveTo>
                    <a:cubicBezTo>
                      <a:pt x="8" y="256"/>
                      <a:pt x="6" y="258"/>
                      <a:pt x="4" y="257"/>
                    </a:cubicBezTo>
                    <a:cubicBezTo>
                      <a:pt x="2" y="257"/>
                      <a:pt x="0" y="255"/>
                      <a:pt x="1" y="253"/>
                    </a:cubicBezTo>
                    <a:cubicBezTo>
                      <a:pt x="2" y="245"/>
                      <a:pt x="2" y="245"/>
                      <a:pt x="2" y="245"/>
                    </a:cubicBezTo>
                    <a:cubicBezTo>
                      <a:pt x="2" y="243"/>
                      <a:pt x="4" y="242"/>
                      <a:pt x="6" y="242"/>
                    </a:cubicBezTo>
                    <a:cubicBezTo>
                      <a:pt x="9" y="242"/>
                      <a:pt x="10" y="244"/>
                      <a:pt x="10" y="246"/>
                    </a:cubicBezTo>
                    <a:cubicBezTo>
                      <a:pt x="8" y="254"/>
                      <a:pt x="8" y="254"/>
                      <a:pt x="8" y="254"/>
                    </a:cubicBezTo>
                    <a:close/>
                    <a:moveTo>
                      <a:pt x="43" y="3"/>
                    </a:moveTo>
                    <a:cubicBezTo>
                      <a:pt x="44" y="1"/>
                      <a:pt x="46" y="0"/>
                      <a:pt x="48" y="0"/>
                    </a:cubicBezTo>
                    <a:cubicBezTo>
                      <a:pt x="50" y="1"/>
                      <a:pt x="51" y="3"/>
                      <a:pt x="51" y="5"/>
                    </a:cubicBezTo>
                    <a:cubicBezTo>
                      <a:pt x="50" y="12"/>
                      <a:pt x="50" y="12"/>
                      <a:pt x="50" y="12"/>
                    </a:cubicBezTo>
                    <a:cubicBezTo>
                      <a:pt x="49" y="14"/>
                      <a:pt x="47" y="16"/>
                      <a:pt x="45" y="15"/>
                    </a:cubicBezTo>
                    <a:cubicBezTo>
                      <a:pt x="43" y="15"/>
                      <a:pt x="42" y="13"/>
                      <a:pt x="42" y="11"/>
                    </a:cubicBezTo>
                    <a:cubicBezTo>
                      <a:pt x="43" y="3"/>
                      <a:pt x="43" y="3"/>
                      <a:pt x="43" y="3"/>
                    </a:cubicBezTo>
                    <a:close/>
                    <a:moveTo>
                      <a:pt x="38" y="34"/>
                    </a:moveTo>
                    <a:cubicBezTo>
                      <a:pt x="39" y="32"/>
                      <a:pt x="41" y="30"/>
                      <a:pt x="43" y="31"/>
                    </a:cubicBezTo>
                    <a:cubicBezTo>
                      <a:pt x="45" y="31"/>
                      <a:pt x="46" y="33"/>
                      <a:pt x="46" y="35"/>
                    </a:cubicBezTo>
                    <a:cubicBezTo>
                      <a:pt x="45" y="43"/>
                      <a:pt x="45" y="43"/>
                      <a:pt x="45" y="43"/>
                    </a:cubicBezTo>
                    <a:cubicBezTo>
                      <a:pt x="44" y="45"/>
                      <a:pt x="42" y="46"/>
                      <a:pt x="40" y="46"/>
                    </a:cubicBezTo>
                    <a:cubicBezTo>
                      <a:pt x="38" y="45"/>
                      <a:pt x="37" y="43"/>
                      <a:pt x="37" y="41"/>
                    </a:cubicBezTo>
                    <a:cubicBezTo>
                      <a:pt x="38" y="34"/>
                      <a:pt x="38" y="34"/>
                      <a:pt x="38" y="34"/>
                    </a:cubicBezTo>
                    <a:close/>
                    <a:moveTo>
                      <a:pt x="33" y="64"/>
                    </a:moveTo>
                    <a:cubicBezTo>
                      <a:pt x="33" y="62"/>
                      <a:pt x="35" y="60"/>
                      <a:pt x="38" y="61"/>
                    </a:cubicBezTo>
                    <a:cubicBezTo>
                      <a:pt x="40" y="61"/>
                      <a:pt x="41" y="63"/>
                      <a:pt x="41" y="65"/>
                    </a:cubicBezTo>
                    <a:cubicBezTo>
                      <a:pt x="39" y="73"/>
                      <a:pt x="39" y="73"/>
                      <a:pt x="39" y="73"/>
                    </a:cubicBezTo>
                    <a:cubicBezTo>
                      <a:pt x="39" y="75"/>
                      <a:pt x="37" y="76"/>
                      <a:pt x="35" y="76"/>
                    </a:cubicBezTo>
                    <a:cubicBezTo>
                      <a:pt x="33" y="76"/>
                      <a:pt x="31" y="74"/>
                      <a:pt x="32" y="71"/>
                    </a:cubicBezTo>
                    <a:cubicBezTo>
                      <a:pt x="33" y="64"/>
                      <a:pt x="33" y="64"/>
                      <a:pt x="33" y="64"/>
                    </a:cubicBezTo>
                    <a:close/>
                    <a:moveTo>
                      <a:pt x="28" y="94"/>
                    </a:moveTo>
                    <a:cubicBezTo>
                      <a:pt x="28" y="92"/>
                      <a:pt x="30" y="91"/>
                      <a:pt x="32" y="91"/>
                    </a:cubicBezTo>
                    <a:cubicBezTo>
                      <a:pt x="34" y="91"/>
                      <a:pt x="36" y="93"/>
                      <a:pt x="35" y="95"/>
                    </a:cubicBezTo>
                    <a:cubicBezTo>
                      <a:pt x="34" y="103"/>
                      <a:pt x="34" y="103"/>
                      <a:pt x="34" y="103"/>
                    </a:cubicBezTo>
                    <a:cubicBezTo>
                      <a:pt x="34" y="105"/>
                      <a:pt x="32" y="106"/>
                      <a:pt x="30" y="106"/>
                    </a:cubicBezTo>
                    <a:cubicBezTo>
                      <a:pt x="28" y="106"/>
                      <a:pt x="26" y="104"/>
                      <a:pt x="27" y="102"/>
                    </a:cubicBezTo>
                    <a:cubicBezTo>
                      <a:pt x="28" y="94"/>
                      <a:pt x="28" y="94"/>
                      <a:pt x="28" y="94"/>
                    </a:cubicBezTo>
                    <a:close/>
                    <a:moveTo>
                      <a:pt x="23" y="124"/>
                    </a:moveTo>
                    <a:cubicBezTo>
                      <a:pt x="23" y="122"/>
                      <a:pt x="25" y="121"/>
                      <a:pt x="27" y="121"/>
                    </a:cubicBezTo>
                    <a:cubicBezTo>
                      <a:pt x="29" y="122"/>
                      <a:pt x="31" y="124"/>
                      <a:pt x="30" y="126"/>
                    </a:cubicBezTo>
                    <a:cubicBezTo>
                      <a:pt x="29" y="133"/>
                      <a:pt x="29" y="133"/>
                      <a:pt x="29" y="133"/>
                    </a:cubicBezTo>
                    <a:cubicBezTo>
                      <a:pt x="29" y="135"/>
                      <a:pt x="27" y="137"/>
                      <a:pt x="25" y="136"/>
                    </a:cubicBezTo>
                    <a:cubicBezTo>
                      <a:pt x="23" y="136"/>
                      <a:pt x="21" y="134"/>
                      <a:pt x="21" y="132"/>
                    </a:cubicBezTo>
                    <a:cubicBezTo>
                      <a:pt x="23" y="124"/>
                      <a:pt x="23" y="124"/>
                      <a:pt x="23" y="124"/>
                    </a:cubicBezTo>
                    <a:close/>
                    <a:moveTo>
                      <a:pt x="18" y="155"/>
                    </a:moveTo>
                    <a:cubicBezTo>
                      <a:pt x="18" y="152"/>
                      <a:pt x="20" y="151"/>
                      <a:pt x="22" y="151"/>
                    </a:cubicBezTo>
                    <a:cubicBezTo>
                      <a:pt x="24" y="152"/>
                      <a:pt x="25" y="154"/>
                      <a:pt x="25" y="156"/>
                    </a:cubicBezTo>
                    <a:cubicBezTo>
                      <a:pt x="24" y="163"/>
                      <a:pt x="24" y="163"/>
                      <a:pt x="24" y="163"/>
                    </a:cubicBezTo>
                    <a:cubicBezTo>
                      <a:pt x="23" y="165"/>
                      <a:pt x="21" y="167"/>
                      <a:pt x="19" y="167"/>
                    </a:cubicBezTo>
                    <a:cubicBezTo>
                      <a:pt x="17" y="166"/>
                      <a:pt x="16" y="164"/>
                      <a:pt x="16" y="162"/>
                    </a:cubicBezTo>
                    <a:cubicBezTo>
                      <a:pt x="18" y="155"/>
                      <a:pt x="18" y="155"/>
                      <a:pt x="18" y="155"/>
                    </a:cubicBezTo>
                    <a:close/>
                    <a:moveTo>
                      <a:pt x="12" y="185"/>
                    </a:moveTo>
                    <a:cubicBezTo>
                      <a:pt x="13" y="183"/>
                      <a:pt x="15" y="181"/>
                      <a:pt x="17" y="182"/>
                    </a:cubicBezTo>
                    <a:cubicBezTo>
                      <a:pt x="19" y="182"/>
                      <a:pt x="20" y="184"/>
                      <a:pt x="20" y="186"/>
                    </a:cubicBezTo>
                    <a:cubicBezTo>
                      <a:pt x="19" y="194"/>
                      <a:pt x="19" y="194"/>
                      <a:pt x="19" y="194"/>
                    </a:cubicBezTo>
                    <a:cubicBezTo>
                      <a:pt x="18" y="196"/>
                      <a:pt x="16" y="197"/>
                      <a:pt x="14" y="197"/>
                    </a:cubicBezTo>
                    <a:cubicBezTo>
                      <a:pt x="12" y="196"/>
                      <a:pt x="11" y="194"/>
                      <a:pt x="11" y="192"/>
                    </a:cubicBezTo>
                    <a:cubicBezTo>
                      <a:pt x="12" y="185"/>
                      <a:pt x="12" y="185"/>
                      <a:pt x="12" y="185"/>
                    </a:cubicBezTo>
                    <a:close/>
                    <a:moveTo>
                      <a:pt x="7" y="215"/>
                    </a:moveTo>
                    <a:cubicBezTo>
                      <a:pt x="8" y="213"/>
                      <a:pt x="10" y="211"/>
                      <a:pt x="12" y="212"/>
                    </a:cubicBezTo>
                    <a:cubicBezTo>
                      <a:pt x="14" y="212"/>
                      <a:pt x="15" y="214"/>
                      <a:pt x="15" y="216"/>
                    </a:cubicBezTo>
                    <a:cubicBezTo>
                      <a:pt x="13" y="224"/>
                      <a:pt x="13" y="224"/>
                      <a:pt x="13" y="224"/>
                    </a:cubicBezTo>
                    <a:cubicBezTo>
                      <a:pt x="13" y="226"/>
                      <a:pt x="11" y="227"/>
                      <a:pt x="9" y="227"/>
                    </a:cubicBezTo>
                    <a:cubicBezTo>
                      <a:pt x="7" y="227"/>
                      <a:pt x="6" y="225"/>
                      <a:pt x="6" y="223"/>
                    </a:cubicBezTo>
                    <a:lnTo>
                      <a:pt x="7" y="215"/>
                    </a:lnTo>
                    <a:close/>
                  </a:path>
                </a:pathLst>
              </a:custGeom>
              <a:solidFill>
                <a:schemeClr val="accent5"/>
              </a:solidFill>
              <a:ln>
                <a:noFill/>
              </a:ln>
            </p:spPr>
            <p:txBody>
              <a:bodyPr wrap="square" lIns="91440" tIns="45720" rIns="91440" bIns="45720" anchor="ctr">
                <a:normAutofit/>
              </a:bodyPr>
              <a:lstStyle/>
              <a:p>
                <a:pPr algn="ctr"/>
              </a:p>
            </p:txBody>
          </p:sp>
          <p:sp>
            <p:nvSpPr>
              <p:cNvPr id="36" name="ïṩlïdê"/>
              <p:cNvSpPr/>
              <p:nvPr/>
            </p:nvSpPr>
            <p:spPr bwMode="auto">
              <a:xfrm>
                <a:off x="8908752" y="2451409"/>
                <a:ext cx="384492" cy="536361"/>
              </a:xfrm>
              <a:custGeom>
                <a:avLst/>
                <a:gdLst>
                  <a:gd name="T0" fmla="*/ 206 w 208"/>
                  <a:gd name="T1" fmla="*/ 289 h 290"/>
                  <a:gd name="T2" fmla="*/ 196 w 208"/>
                  <a:gd name="T3" fmla="*/ 282 h 290"/>
                  <a:gd name="T4" fmla="*/ 202 w 208"/>
                  <a:gd name="T5" fmla="*/ 277 h 290"/>
                  <a:gd name="T6" fmla="*/ 1 w 208"/>
                  <a:gd name="T7" fmla="*/ 6 h 290"/>
                  <a:gd name="T8" fmla="*/ 8 w 208"/>
                  <a:gd name="T9" fmla="*/ 2 h 290"/>
                  <a:gd name="T10" fmla="*/ 11 w 208"/>
                  <a:gd name="T11" fmla="*/ 13 h 290"/>
                  <a:gd name="T12" fmla="*/ 1 w 208"/>
                  <a:gd name="T13" fmla="*/ 6 h 290"/>
                  <a:gd name="T14" fmla="*/ 20 w 208"/>
                  <a:gd name="T15" fmla="*/ 26 h 290"/>
                  <a:gd name="T16" fmla="*/ 30 w 208"/>
                  <a:gd name="T17" fmla="*/ 33 h 290"/>
                  <a:gd name="T18" fmla="*/ 23 w 208"/>
                  <a:gd name="T19" fmla="*/ 37 h 290"/>
                  <a:gd name="T20" fmla="*/ 37 w 208"/>
                  <a:gd name="T21" fmla="*/ 56 h 290"/>
                  <a:gd name="T22" fmla="*/ 43 w 208"/>
                  <a:gd name="T23" fmla="*/ 52 h 290"/>
                  <a:gd name="T24" fmla="*/ 46 w 208"/>
                  <a:gd name="T25" fmla="*/ 63 h 290"/>
                  <a:gd name="T26" fmla="*/ 37 w 208"/>
                  <a:gd name="T27" fmla="*/ 56 h 290"/>
                  <a:gd name="T28" fmla="*/ 55 w 208"/>
                  <a:gd name="T29" fmla="*/ 76 h 290"/>
                  <a:gd name="T30" fmla="*/ 65 w 208"/>
                  <a:gd name="T31" fmla="*/ 83 h 290"/>
                  <a:gd name="T32" fmla="*/ 59 w 208"/>
                  <a:gd name="T33" fmla="*/ 87 h 290"/>
                  <a:gd name="T34" fmla="*/ 72 w 208"/>
                  <a:gd name="T35" fmla="*/ 106 h 290"/>
                  <a:gd name="T36" fmla="*/ 78 w 208"/>
                  <a:gd name="T37" fmla="*/ 102 h 290"/>
                  <a:gd name="T38" fmla="*/ 82 w 208"/>
                  <a:gd name="T39" fmla="*/ 113 h 290"/>
                  <a:gd name="T40" fmla="*/ 72 w 208"/>
                  <a:gd name="T41" fmla="*/ 106 h 290"/>
                  <a:gd name="T42" fmla="*/ 91 w 208"/>
                  <a:gd name="T43" fmla="*/ 126 h 290"/>
                  <a:gd name="T44" fmla="*/ 100 w 208"/>
                  <a:gd name="T45" fmla="*/ 133 h 290"/>
                  <a:gd name="T46" fmla="*/ 94 w 208"/>
                  <a:gd name="T47" fmla="*/ 138 h 290"/>
                  <a:gd name="T48" fmla="*/ 107 w 208"/>
                  <a:gd name="T49" fmla="*/ 156 h 290"/>
                  <a:gd name="T50" fmla="*/ 114 w 208"/>
                  <a:gd name="T51" fmla="*/ 152 h 290"/>
                  <a:gd name="T52" fmla="*/ 117 w 208"/>
                  <a:gd name="T53" fmla="*/ 164 h 290"/>
                  <a:gd name="T54" fmla="*/ 107 w 208"/>
                  <a:gd name="T55" fmla="*/ 156 h 290"/>
                  <a:gd name="T56" fmla="*/ 126 w 208"/>
                  <a:gd name="T57" fmla="*/ 176 h 290"/>
                  <a:gd name="T58" fmla="*/ 136 w 208"/>
                  <a:gd name="T59" fmla="*/ 183 h 290"/>
                  <a:gd name="T60" fmla="*/ 129 w 208"/>
                  <a:gd name="T61" fmla="*/ 188 h 290"/>
                  <a:gd name="T62" fmla="*/ 143 w 208"/>
                  <a:gd name="T63" fmla="*/ 206 h 290"/>
                  <a:gd name="T64" fmla="*/ 149 w 208"/>
                  <a:gd name="T65" fmla="*/ 202 h 290"/>
                  <a:gd name="T66" fmla="*/ 152 w 208"/>
                  <a:gd name="T67" fmla="*/ 214 h 290"/>
                  <a:gd name="T68" fmla="*/ 143 w 208"/>
                  <a:gd name="T69" fmla="*/ 206 h 290"/>
                  <a:gd name="T70" fmla="*/ 161 w 208"/>
                  <a:gd name="T71" fmla="*/ 226 h 290"/>
                  <a:gd name="T72" fmla="*/ 171 w 208"/>
                  <a:gd name="T73" fmla="*/ 233 h 290"/>
                  <a:gd name="T74" fmla="*/ 165 w 208"/>
                  <a:gd name="T75" fmla="*/ 238 h 290"/>
                  <a:gd name="T76" fmla="*/ 178 w 208"/>
                  <a:gd name="T77" fmla="*/ 257 h 290"/>
                  <a:gd name="T78" fmla="*/ 184 w 208"/>
                  <a:gd name="T79" fmla="*/ 252 h 290"/>
                  <a:gd name="T80" fmla="*/ 188 w 208"/>
                  <a:gd name="T81" fmla="*/ 264 h 290"/>
                  <a:gd name="T82" fmla="*/ 178 w 208"/>
                  <a:gd name="T83" fmla="*/ 257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8" h="290">
                    <a:moveTo>
                      <a:pt x="206" y="283"/>
                    </a:moveTo>
                    <a:cubicBezTo>
                      <a:pt x="208" y="285"/>
                      <a:pt x="207" y="288"/>
                      <a:pt x="206" y="289"/>
                    </a:cubicBezTo>
                    <a:cubicBezTo>
                      <a:pt x="204" y="290"/>
                      <a:pt x="201" y="290"/>
                      <a:pt x="200" y="288"/>
                    </a:cubicBezTo>
                    <a:cubicBezTo>
                      <a:pt x="196" y="282"/>
                      <a:pt x="196" y="282"/>
                      <a:pt x="196" y="282"/>
                    </a:cubicBezTo>
                    <a:cubicBezTo>
                      <a:pt x="195" y="280"/>
                      <a:pt x="195" y="277"/>
                      <a:pt x="197" y="276"/>
                    </a:cubicBezTo>
                    <a:cubicBezTo>
                      <a:pt x="198" y="275"/>
                      <a:pt x="201" y="275"/>
                      <a:pt x="202" y="277"/>
                    </a:cubicBezTo>
                    <a:cubicBezTo>
                      <a:pt x="206" y="283"/>
                      <a:pt x="206" y="283"/>
                      <a:pt x="206" y="283"/>
                    </a:cubicBezTo>
                    <a:close/>
                    <a:moveTo>
                      <a:pt x="1" y="6"/>
                    </a:moveTo>
                    <a:cubicBezTo>
                      <a:pt x="0" y="4"/>
                      <a:pt x="0" y="2"/>
                      <a:pt x="2" y="1"/>
                    </a:cubicBezTo>
                    <a:cubicBezTo>
                      <a:pt x="4" y="0"/>
                      <a:pt x="6" y="0"/>
                      <a:pt x="8" y="2"/>
                    </a:cubicBezTo>
                    <a:cubicBezTo>
                      <a:pt x="12" y="8"/>
                      <a:pt x="12" y="8"/>
                      <a:pt x="12" y="8"/>
                    </a:cubicBezTo>
                    <a:cubicBezTo>
                      <a:pt x="13" y="10"/>
                      <a:pt x="13" y="12"/>
                      <a:pt x="11" y="13"/>
                    </a:cubicBezTo>
                    <a:cubicBezTo>
                      <a:pt x="9" y="14"/>
                      <a:pt x="7" y="14"/>
                      <a:pt x="6" y="12"/>
                    </a:cubicBezTo>
                    <a:cubicBezTo>
                      <a:pt x="1" y="6"/>
                      <a:pt x="1" y="6"/>
                      <a:pt x="1" y="6"/>
                    </a:cubicBezTo>
                    <a:close/>
                    <a:moveTo>
                      <a:pt x="19" y="31"/>
                    </a:moveTo>
                    <a:cubicBezTo>
                      <a:pt x="18" y="29"/>
                      <a:pt x="18" y="27"/>
                      <a:pt x="20" y="26"/>
                    </a:cubicBezTo>
                    <a:cubicBezTo>
                      <a:pt x="22" y="25"/>
                      <a:pt x="24" y="25"/>
                      <a:pt x="25" y="27"/>
                    </a:cubicBezTo>
                    <a:cubicBezTo>
                      <a:pt x="30" y="33"/>
                      <a:pt x="30" y="33"/>
                      <a:pt x="30" y="33"/>
                    </a:cubicBezTo>
                    <a:cubicBezTo>
                      <a:pt x="31" y="35"/>
                      <a:pt x="30" y="37"/>
                      <a:pt x="29" y="38"/>
                    </a:cubicBezTo>
                    <a:cubicBezTo>
                      <a:pt x="27" y="40"/>
                      <a:pt x="25" y="39"/>
                      <a:pt x="23" y="37"/>
                    </a:cubicBezTo>
                    <a:cubicBezTo>
                      <a:pt x="19" y="31"/>
                      <a:pt x="19" y="31"/>
                      <a:pt x="19" y="31"/>
                    </a:cubicBezTo>
                    <a:close/>
                    <a:moveTo>
                      <a:pt x="37" y="56"/>
                    </a:moveTo>
                    <a:cubicBezTo>
                      <a:pt x="35" y="54"/>
                      <a:pt x="36" y="52"/>
                      <a:pt x="38" y="51"/>
                    </a:cubicBezTo>
                    <a:cubicBezTo>
                      <a:pt x="39" y="50"/>
                      <a:pt x="42" y="50"/>
                      <a:pt x="43" y="52"/>
                    </a:cubicBezTo>
                    <a:cubicBezTo>
                      <a:pt x="47" y="58"/>
                      <a:pt x="47" y="58"/>
                      <a:pt x="47" y="58"/>
                    </a:cubicBezTo>
                    <a:cubicBezTo>
                      <a:pt x="49" y="60"/>
                      <a:pt x="48" y="62"/>
                      <a:pt x="46" y="63"/>
                    </a:cubicBezTo>
                    <a:cubicBezTo>
                      <a:pt x="45" y="65"/>
                      <a:pt x="42" y="64"/>
                      <a:pt x="41" y="62"/>
                    </a:cubicBezTo>
                    <a:cubicBezTo>
                      <a:pt x="37" y="56"/>
                      <a:pt x="37" y="56"/>
                      <a:pt x="37" y="56"/>
                    </a:cubicBezTo>
                    <a:close/>
                    <a:moveTo>
                      <a:pt x="54" y="81"/>
                    </a:moveTo>
                    <a:cubicBezTo>
                      <a:pt x="53" y="79"/>
                      <a:pt x="54" y="77"/>
                      <a:pt x="55" y="76"/>
                    </a:cubicBezTo>
                    <a:cubicBezTo>
                      <a:pt x="57" y="75"/>
                      <a:pt x="59" y="75"/>
                      <a:pt x="61" y="77"/>
                    </a:cubicBezTo>
                    <a:cubicBezTo>
                      <a:pt x="65" y="83"/>
                      <a:pt x="65" y="83"/>
                      <a:pt x="65" y="83"/>
                    </a:cubicBezTo>
                    <a:cubicBezTo>
                      <a:pt x="66" y="85"/>
                      <a:pt x="66" y="87"/>
                      <a:pt x="64" y="88"/>
                    </a:cubicBezTo>
                    <a:cubicBezTo>
                      <a:pt x="62" y="90"/>
                      <a:pt x="60" y="89"/>
                      <a:pt x="59" y="87"/>
                    </a:cubicBezTo>
                    <a:cubicBezTo>
                      <a:pt x="54" y="81"/>
                      <a:pt x="54" y="81"/>
                      <a:pt x="54" y="81"/>
                    </a:cubicBezTo>
                    <a:close/>
                    <a:moveTo>
                      <a:pt x="72" y="106"/>
                    </a:moveTo>
                    <a:cubicBezTo>
                      <a:pt x="71" y="105"/>
                      <a:pt x="71" y="102"/>
                      <a:pt x="73" y="101"/>
                    </a:cubicBezTo>
                    <a:cubicBezTo>
                      <a:pt x="75" y="100"/>
                      <a:pt x="77" y="100"/>
                      <a:pt x="78" y="102"/>
                    </a:cubicBezTo>
                    <a:cubicBezTo>
                      <a:pt x="83" y="108"/>
                      <a:pt x="83" y="108"/>
                      <a:pt x="83" y="108"/>
                    </a:cubicBezTo>
                    <a:cubicBezTo>
                      <a:pt x="84" y="110"/>
                      <a:pt x="84" y="112"/>
                      <a:pt x="82" y="113"/>
                    </a:cubicBezTo>
                    <a:cubicBezTo>
                      <a:pt x="80" y="115"/>
                      <a:pt x="78" y="114"/>
                      <a:pt x="76" y="113"/>
                    </a:cubicBezTo>
                    <a:cubicBezTo>
                      <a:pt x="72" y="106"/>
                      <a:pt x="72" y="106"/>
                      <a:pt x="72" y="106"/>
                    </a:cubicBezTo>
                    <a:close/>
                    <a:moveTo>
                      <a:pt x="90" y="131"/>
                    </a:moveTo>
                    <a:cubicBezTo>
                      <a:pt x="88" y="130"/>
                      <a:pt x="89" y="127"/>
                      <a:pt x="91" y="126"/>
                    </a:cubicBezTo>
                    <a:cubicBezTo>
                      <a:pt x="92" y="125"/>
                      <a:pt x="95" y="125"/>
                      <a:pt x="96" y="127"/>
                    </a:cubicBezTo>
                    <a:cubicBezTo>
                      <a:pt x="100" y="133"/>
                      <a:pt x="100" y="133"/>
                      <a:pt x="100" y="133"/>
                    </a:cubicBezTo>
                    <a:cubicBezTo>
                      <a:pt x="102" y="135"/>
                      <a:pt x="101" y="137"/>
                      <a:pt x="99" y="138"/>
                    </a:cubicBezTo>
                    <a:cubicBezTo>
                      <a:pt x="98" y="140"/>
                      <a:pt x="95" y="139"/>
                      <a:pt x="94" y="138"/>
                    </a:cubicBezTo>
                    <a:cubicBezTo>
                      <a:pt x="90" y="131"/>
                      <a:pt x="90" y="131"/>
                      <a:pt x="90" y="131"/>
                    </a:cubicBezTo>
                    <a:close/>
                    <a:moveTo>
                      <a:pt x="107" y="156"/>
                    </a:moveTo>
                    <a:cubicBezTo>
                      <a:pt x="106" y="155"/>
                      <a:pt x="107" y="152"/>
                      <a:pt x="108" y="151"/>
                    </a:cubicBezTo>
                    <a:cubicBezTo>
                      <a:pt x="110" y="150"/>
                      <a:pt x="112" y="150"/>
                      <a:pt x="114" y="152"/>
                    </a:cubicBezTo>
                    <a:cubicBezTo>
                      <a:pt x="118" y="158"/>
                      <a:pt x="118" y="158"/>
                      <a:pt x="118" y="158"/>
                    </a:cubicBezTo>
                    <a:cubicBezTo>
                      <a:pt x="119" y="160"/>
                      <a:pt x="119" y="162"/>
                      <a:pt x="117" y="164"/>
                    </a:cubicBezTo>
                    <a:cubicBezTo>
                      <a:pt x="115" y="165"/>
                      <a:pt x="113" y="164"/>
                      <a:pt x="112" y="163"/>
                    </a:cubicBezTo>
                    <a:cubicBezTo>
                      <a:pt x="107" y="156"/>
                      <a:pt x="107" y="156"/>
                      <a:pt x="107" y="156"/>
                    </a:cubicBezTo>
                    <a:close/>
                    <a:moveTo>
                      <a:pt x="125" y="181"/>
                    </a:moveTo>
                    <a:cubicBezTo>
                      <a:pt x="124" y="180"/>
                      <a:pt x="124" y="177"/>
                      <a:pt x="126" y="176"/>
                    </a:cubicBezTo>
                    <a:cubicBezTo>
                      <a:pt x="128" y="175"/>
                      <a:pt x="130" y="175"/>
                      <a:pt x="131" y="177"/>
                    </a:cubicBezTo>
                    <a:cubicBezTo>
                      <a:pt x="136" y="183"/>
                      <a:pt x="136" y="183"/>
                      <a:pt x="136" y="183"/>
                    </a:cubicBezTo>
                    <a:cubicBezTo>
                      <a:pt x="137" y="185"/>
                      <a:pt x="137" y="187"/>
                      <a:pt x="135" y="189"/>
                    </a:cubicBezTo>
                    <a:cubicBezTo>
                      <a:pt x="133" y="190"/>
                      <a:pt x="131" y="189"/>
                      <a:pt x="129" y="188"/>
                    </a:cubicBezTo>
                    <a:cubicBezTo>
                      <a:pt x="125" y="181"/>
                      <a:pt x="125" y="181"/>
                      <a:pt x="125" y="181"/>
                    </a:cubicBezTo>
                    <a:close/>
                    <a:moveTo>
                      <a:pt x="143" y="206"/>
                    </a:moveTo>
                    <a:cubicBezTo>
                      <a:pt x="142" y="205"/>
                      <a:pt x="142" y="202"/>
                      <a:pt x="144" y="201"/>
                    </a:cubicBezTo>
                    <a:cubicBezTo>
                      <a:pt x="145" y="200"/>
                      <a:pt x="148" y="200"/>
                      <a:pt x="149" y="202"/>
                    </a:cubicBezTo>
                    <a:cubicBezTo>
                      <a:pt x="153" y="208"/>
                      <a:pt x="153" y="208"/>
                      <a:pt x="153" y="208"/>
                    </a:cubicBezTo>
                    <a:cubicBezTo>
                      <a:pt x="155" y="210"/>
                      <a:pt x="154" y="212"/>
                      <a:pt x="152" y="214"/>
                    </a:cubicBezTo>
                    <a:cubicBezTo>
                      <a:pt x="151" y="215"/>
                      <a:pt x="148" y="214"/>
                      <a:pt x="147" y="213"/>
                    </a:cubicBezTo>
                    <a:cubicBezTo>
                      <a:pt x="143" y="206"/>
                      <a:pt x="143" y="206"/>
                      <a:pt x="143" y="206"/>
                    </a:cubicBezTo>
                    <a:close/>
                    <a:moveTo>
                      <a:pt x="160" y="231"/>
                    </a:moveTo>
                    <a:cubicBezTo>
                      <a:pt x="159" y="230"/>
                      <a:pt x="160" y="227"/>
                      <a:pt x="161" y="226"/>
                    </a:cubicBezTo>
                    <a:cubicBezTo>
                      <a:pt x="163" y="225"/>
                      <a:pt x="165" y="225"/>
                      <a:pt x="167" y="227"/>
                    </a:cubicBezTo>
                    <a:cubicBezTo>
                      <a:pt x="171" y="233"/>
                      <a:pt x="171" y="233"/>
                      <a:pt x="171" y="233"/>
                    </a:cubicBezTo>
                    <a:cubicBezTo>
                      <a:pt x="172" y="235"/>
                      <a:pt x="172" y="237"/>
                      <a:pt x="170" y="239"/>
                    </a:cubicBezTo>
                    <a:cubicBezTo>
                      <a:pt x="168" y="240"/>
                      <a:pt x="166" y="239"/>
                      <a:pt x="165" y="238"/>
                    </a:cubicBezTo>
                    <a:cubicBezTo>
                      <a:pt x="160" y="231"/>
                      <a:pt x="160" y="231"/>
                      <a:pt x="160" y="231"/>
                    </a:cubicBezTo>
                    <a:close/>
                    <a:moveTo>
                      <a:pt x="178" y="257"/>
                    </a:moveTo>
                    <a:cubicBezTo>
                      <a:pt x="177" y="255"/>
                      <a:pt x="177" y="252"/>
                      <a:pt x="179" y="251"/>
                    </a:cubicBezTo>
                    <a:cubicBezTo>
                      <a:pt x="181" y="250"/>
                      <a:pt x="183" y="250"/>
                      <a:pt x="184" y="252"/>
                    </a:cubicBezTo>
                    <a:cubicBezTo>
                      <a:pt x="189" y="258"/>
                      <a:pt x="189" y="258"/>
                      <a:pt x="189" y="258"/>
                    </a:cubicBezTo>
                    <a:cubicBezTo>
                      <a:pt x="190" y="260"/>
                      <a:pt x="190" y="262"/>
                      <a:pt x="188" y="264"/>
                    </a:cubicBezTo>
                    <a:cubicBezTo>
                      <a:pt x="186" y="265"/>
                      <a:pt x="184" y="265"/>
                      <a:pt x="183" y="263"/>
                    </a:cubicBezTo>
                    <a:lnTo>
                      <a:pt x="178" y="257"/>
                    </a:lnTo>
                    <a:close/>
                  </a:path>
                </a:pathLst>
              </a:custGeom>
              <a:solidFill>
                <a:schemeClr val="accent4"/>
              </a:solidFill>
              <a:ln>
                <a:noFill/>
              </a:ln>
            </p:spPr>
            <p:txBody>
              <a:bodyPr wrap="square" lIns="91440" tIns="45720" rIns="91440" bIns="45720" anchor="ctr">
                <a:normAutofit/>
              </a:bodyPr>
              <a:lstStyle/>
              <a:p>
                <a:pPr algn="ctr"/>
              </a:p>
            </p:txBody>
          </p:sp>
          <p:sp>
            <p:nvSpPr>
              <p:cNvPr id="37" name="îşḷïḋè"/>
              <p:cNvSpPr/>
              <p:nvPr/>
            </p:nvSpPr>
            <p:spPr bwMode="auto">
              <a:xfrm>
                <a:off x="8359133" y="3028750"/>
                <a:ext cx="411009" cy="266373"/>
              </a:xfrm>
              <a:custGeom>
                <a:avLst/>
                <a:gdLst>
                  <a:gd name="T0" fmla="*/ 220 w 222"/>
                  <a:gd name="T1" fmla="*/ 137 h 144"/>
                  <a:gd name="T2" fmla="*/ 221 w 222"/>
                  <a:gd name="T3" fmla="*/ 142 h 144"/>
                  <a:gd name="T4" fmla="*/ 216 w 222"/>
                  <a:gd name="T5" fmla="*/ 143 h 144"/>
                  <a:gd name="T6" fmla="*/ 209 w 222"/>
                  <a:gd name="T7" fmla="*/ 139 h 144"/>
                  <a:gd name="T8" fmla="*/ 208 w 222"/>
                  <a:gd name="T9" fmla="*/ 134 h 144"/>
                  <a:gd name="T10" fmla="*/ 214 w 222"/>
                  <a:gd name="T11" fmla="*/ 133 h 144"/>
                  <a:gd name="T12" fmla="*/ 220 w 222"/>
                  <a:gd name="T13" fmla="*/ 137 h 144"/>
                  <a:gd name="T14" fmla="*/ 2 w 222"/>
                  <a:gd name="T15" fmla="*/ 8 h 144"/>
                  <a:gd name="T16" fmla="*/ 1 w 222"/>
                  <a:gd name="T17" fmla="*/ 2 h 144"/>
                  <a:gd name="T18" fmla="*/ 6 w 222"/>
                  <a:gd name="T19" fmla="*/ 1 h 144"/>
                  <a:gd name="T20" fmla="*/ 13 w 222"/>
                  <a:gd name="T21" fmla="*/ 5 h 144"/>
                  <a:gd name="T22" fmla="*/ 14 w 222"/>
                  <a:gd name="T23" fmla="*/ 11 h 144"/>
                  <a:gd name="T24" fmla="*/ 9 w 222"/>
                  <a:gd name="T25" fmla="*/ 12 h 144"/>
                  <a:gd name="T26" fmla="*/ 2 w 222"/>
                  <a:gd name="T27" fmla="*/ 8 h 144"/>
                  <a:gd name="T28" fmla="*/ 28 w 222"/>
                  <a:gd name="T29" fmla="*/ 24 h 144"/>
                  <a:gd name="T30" fmla="*/ 27 w 222"/>
                  <a:gd name="T31" fmla="*/ 19 h 144"/>
                  <a:gd name="T32" fmla="*/ 32 w 222"/>
                  <a:gd name="T33" fmla="*/ 18 h 144"/>
                  <a:gd name="T34" fmla="*/ 39 w 222"/>
                  <a:gd name="T35" fmla="*/ 22 h 144"/>
                  <a:gd name="T36" fmla="*/ 40 w 222"/>
                  <a:gd name="T37" fmla="*/ 27 h 144"/>
                  <a:gd name="T38" fmla="*/ 35 w 222"/>
                  <a:gd name="T39" fmla="*/ 28 h 144"/>
                  <a:gd name="T40" fmla="*/ 28 w 222"/>
                  <a:gd name="T41" fmla="*/ 24 h 144"/>
                  <a:gd name="T42" fmla="*/ 54 w 222"/>
                  <a:gd name="T43" fmla="*/ 41 h 144"/>
                  <a:gd name="T44" fmla="*/ 53 w 222"/>
                  <a:gd name="T45" fmla="*/ 35 h 144"/>
                  <a:gd name="T46" fmla="*/ 58 w 222"/>
                  <a:gd name="T47" fmla="*/ 34 h 144"/>
                  <a:gd name="T48" fmla="*/ 65 w 222"/>
                  <a:gd name="T49" fmla="*/ 38 h 144"/>
                  <a:gd name="T50" fmla="*/ 66 w 222"/>
                  <a:gd name="T51" fmla="*/ 44 h 144"/>
                  <a:gd name="T52" fmla="*/ 61 w 222"/>
                  <a:gd name="T53" fmla="*/ 45 h 144"/>
                  <a:gd name="T54" fmla="*/ 54 w 222"/>
                  <a:gd name="T55" fmla="*/ 41 h 144"/>
                  <a:gd name="T56" fmla="*/ 80 w 222"/>
                  <a:gd name="T57" fmla="*/ 57 h 144"/>
                  <a:gd name="T58" fmla="*/ 79 w 222"/>
                  <a:gd name="T59" fmla="*/ 52 h 144"/>
                  <a:gd name="T60" fmla="*/ 84 w 222"/>
                  <a:gd name="T61" fmla="*/ 51 h 144"/>
                  <a:gd name="T62" fmla="*/ 91 w 222"/>
                  <a:gd name="T63" fmla="*/ 55 h 144"/>
                  <a:gd name="T64" fmla="*/ 92 w 222"/>
                  <a:gd name="T65" fmla="*/ 60 h 144"/>
                  <a:gd name="T66" fmla="*/ 86 w 222"/>
                  <a:gd name="T67" fmla="*/ 61 h 144"/>
                  <a:gd name="T68" fmla="*/ 80 w 222"/>
                  <a:gd name="T69" fmla="*/ 57 h 144"/>
                  <a:gd name="T70" fmla="*/ 106 w 222"/>
                  <a:gd name="T71" fmla="*/ 73 h 144"/>
                  <a:gd name="T72" fmla="*/ 105 w 222"/>
                  <a:gd name="T73" fmla="*/ 68 h 144"/>
                  <a:gd name="T74" fmla="*/ 110 w 222"/>
                  <a:gd name="T75" fmla="*/ 67 h 144"/>
                  <a:gd name="T76" fmla="*/ 116 w 222"/>
                  <a:gd name="T77" fmla="*/ 71 h 144"/>
                  <a:gd name="T78" fmla="*/ 118 w 222"/>
                  <a:gd name="T79" fmla="*/ 76 h 144"/>
                  <a:gd name="T80" fmla="*/ 112 w 222"/>
                  <a:gd name="T81" fmla="*/ 78 h 144"/>
                  <a:gd name="T82" fmla="*/ 106 w 222"/>
                  <a:gd name="T83" fmla="*/ 73 h 144"/>
                  <a:gd name="T84" fmla="*/ 132 w 222"/>
                  <a:gd name="T85" fmla="*/ 90 h 144"/>
                  <a:gd name="T86" fmla="*/ 131 w 222"/>
                  <a:gd name="T87" fmla="*/ 85 h 144"/>
                  <a:gd name="T88" fmla="*/ 136 w 222"/>
                  <a:gd name="T89" fmla="*/ 83 h 144"/>
                  <a:gd name="T90" fmla="*/ 142 w 222"/>
                  <a:gd name="T91" fmla="*/ 88 h 144"/>
                  <a:gd name="T92" fmla="*/ 144 w 222"/>
                  <a:gd name="T93" fmla="*/ 93 h 144"/>
                  <a:gd name="T94" fmla="*/ 138 w 222"/>
                  <a:gd name="T95" fmla="*/ 94 h 144"/>
                  <a:gd name="T96" fmla="*/ 132 w 222"/>
                  <a:gd name="T97" fmla="*/ 90 h 144"/>
                  <a:gd name="T98" fmla="*/ 158 w 222"/>
                  <a:gd name="T99" fmla="*/ 106 h 144"/>
                  <a:gd name="T100" fmla="*/ 156 w 222"/>
                  <a:gd name="T101" fmla="*/ 101 h 144"/>
                  <a:gd name="T102" fmla="*/ 162 w 222"/>
                  <a:gd name="T103" fmla="*/ 100 h 144"/>
                  <a:gd name="T104" fmla="*/ 168 w 222"/>
                  <a:gd name="T105" fmla="*/ 104 h 144"/>
                  <a:gd name="T106" fmla="*/ 169 w 222"/>
                  <a:gd name="T107" fmla="*/ 109 h 144"/>
                  <a:gd name="T108" fmla="*/ 164 w 222"/>
                  <a:gd name="T109" fmla="*/ 110 h 144"/>
                  <a:gd name="T110" fmla="*/ 158 w 222"/>
                  <a:gd name="T111" fmla="*/ 106 h 144"/>
                  <a:gd name="T112" fmla="*/ 184 w 222"/>
                  <a:gd name="T113" fmla="*/ 123 h 144"/>
                  <a:gd name="T114" fmla="*/ 182 w 222"/>
                  <a:gd name="T115" fmla="*/ 117 h 144"/>
                  <a:gd name="T116" fmla="*/ 188 w 222"/>
                  <a:gd name="T117" fmla="*/ 116 h 144"/>
                  <a:gd name="T118" fmla="*/ 194 w 222"/>
                  <a:gd name="T119" fmla="*/ 120 h 144"/>
                  <a:gd name="T120" fmla="*/ 195 w 222"/>
                  <a:gd name="T121" fmla="*/ 126 h 144"/>
                  <a:gd name="T122" fmla="*/ 190 w 222"/>
                  <a:gd name="T123" fmla="*/ 127 h 144"/>
                  <a:gd name="T124" fmla="*/ 184 w 222"/>
                  <a:gd name="T125" fmla="*/ 12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2" h="144">
                    <a:moveTo>
                      <a:pt x="220" y="137"/>
                    </a:moveTo>
                    <a:cubicBezTo>
                      <a:pt x="222" y="138"/>
                      <a:pt x="222" y="140"/>
                      <a:pt x="221" y="142"/>
                    </a:cubicBezTo>
                    <a:cubicBezTo>
                      <a:pt x="220" y="144"/>
                      <a:pt x="218" y="144"/>
                      <a:pt x="216" y="143"/>
                    </a:cubicBezTo>
                    <a:cubicBezTo>
                      <a:pt x="209" y="139"/>
                      <a:pt x="209" y="139"/>
                      <a:pt x="209" y="139"/>
                    </a:cubicBezTo>
                    <a:cubicBezTo>
                      <a:pt x="208" y="138"/>
                      <a:pt x="207" y="136"/>
                      <a:pt x="208" y="134"/>
                    </a:cubicBezTo>
                    <a:cubicBezTo>
                      <a:pt x="209" y="132"/>
                      <a:pt x="212" y="132"/>
                      <a:pt x="214" y="133"/>
                    </a:cubicBezTo>
                    <a:cubicBezTo>
                      <a:pt x="220" y="137"/>
                      <a:pt x="220" y="137"/>
                      <a:pt x="220" y="137"/>
                    </a:cubicBezTo>
                    <a:close/>
                    <a:moveTo>
                      <a:pt x="2" y="8"/>
                    </a:moveTo>
                    <a:cubicBezTo>
                      <a:pt x="1" y="7"/>
                      <a:pt x="0" y="4"/>
                      <a:pt x="1" y="2"/>
                    </a:cubicBezTo>
                    <a:cubicBezTo>
                      <a:pt x="2" y="1"/>
                      <a:pt x="5" y="0"/>
                      <a:pt x="6" y="1"/>
                    </a:cubicBezTo>
                    <a:cubicBezTo>
                      <a:pt x="13" y="5"/>
                      <a:pt x="13" y="5"/>
                      <a:pt x="13" y="5"/>
                    </a:cubicBezTo>
                    <a:cubicBezTo>
                      <a:pt x="15" y="7"/>
                      <a:pt x="15" y="9"/>
                      <a:pt x="14" y="11"/>
                    </a:cubicBezTo>
                    <a:cubicBezTo>
                      <a:pt x="13" y="12"/>
                      <a:pt x="11" y="13"/>
                      <a:pt x="9" y="12"/>
                    </a:cubicBezTo>
                    <a:cubicBezTo>
                      <a:pt x="2" y="8"/>
                      <a:pt x="2" y="8"/>
                      <a:pt x="2" y="8"/>
                    </a:cubicBezTo>
                    <a:close/>
                    <a:moveTo>
                      <a:pt x="28" y="24"/>
                    </a:moveTo>
                    <a:cubicBezTo>
                      <a:pt x="26" y="23"/>
                      <a:pt x="26" y="21"/>
                      <a:pt x="27" y="19"/>
                    </a:cubicBezTo>
                    <a:cubicBezTo>
                      <a:pt x="28" y="17"/>
                      <a:pt x="31" y="17"/>
                      <a:pt x="32" y="18"/>
                    </a:cubicBezTo>
                    <a:cubicBezTo>
                      <a:pt x="39" y="22"/>
                      <a:pt x="39" y="22"/>
                      <a:pt x="39" y="22"/>
                    </a:cubicBezTo>
                    <a:cubicBezTo>
                      <a:pt x="41" y="23"/>
                      <a:pt x="41" y="25"/>
                      <a:pt x="40" y="27"/>
                    </a:cubicBezTo>
                    <a:cubicBezTo>
                      <a:pt x="39" y="29"/>
                      <a:pt x="37" y="29"/>
                      <a:pt x="35" y="28"/>
                    </a:cubicBezTo>
                    <a:cubicBezTo>
                      <a:pt x="28" y="24"/>
                      <a:pt x="28" y="24"/>
                      <a:pt x="28" y="24"/>
                    </a:cubicBezTo>
                    <a:close/>
                    <a:moveTo>
                      <a:pt x="54" y="41"/>
                    </a:moveTo>
                    <a:cubicBezTo>
                      <a:pt x="52" y="40"/>
                      <a:pt x="52" y="37"/>
                      <a:pt x="53" y="35"/>
                    </a:cubicBezTo>
                    <a:cubicBezTo>
                      <a:pt x="54" y="34"/>
                      <a:pt x="56" y="33"/>
                      <a:pt x="58" y="34"/>
                    </a:cubicBezTo>
                    <a:cubicBezTo>
                      <a:pt x="65" y="38"/>
                      <a:pt x="65" y="38"/>
                      <a:pt x="65" y="38"/>
                    </a:cubicBezTo>
                    <a:cubicBezTo>
                      <a:pt x="66" y="39"/>
                      <a:pt x="67" y="42"/>
                      <a:pt x="66" y="44"/>
                    </a:cubicBezTo>
                    <a:cubicBezTo>
                      <a:pt x="65" y="45"/>
                      <a:pt x="62" y="46"/>
                      <a:pt x="61" y="45"/>
                    </a:cubicBezTo>
                    <a:cubicBezTo>
                      <a:pt x="54" y="41"/>
                      <a:pt x="54" y="41"/>
                      <a:pt x="54" y="41"/>
                    </a:cubicBezTo>
                    <a:close/>
                    <a:moveTo>
                      <a:pt x="80" y="57"/>
                    </a:moveTo>
                    <a:cubicBezTo>
                      <a:pt x="78" y="56"/>
                      <a:pt x="78" y="54"/>
                      <a:pt x="79" y="52"/>
                    </a:cubicBezTo>
                    <a:cubicBezTo>
                      <a:pt x="80" y="50"/>
                      <a:pt x="82" y="49"/>
                      <a:pt x="84" y="51"/>
                    </a:cubicBezTo>
                    <a:cubicBezTo>
                      <a:pt x="91" y="55"/>
                      <a:pt x="91" y="55"/>
                      <a:pt x="91" y="55"/>
                    </a:cubicBezTo>
                    <a:cubicBezTo>
                      <a:pt x="92" y="56"/>
                      <a:pt x="93" y="58"/>
                      <a:pt x="92" y="60"/>
                    </a:cubicBezTo>
                    <a:cubicBezTo>
                      <a:pt x="91" y="62"/>
                      <a:pt x="88" y="62"/>
                      <a:pt x="86" y="61"/>
                    </a:cubicBezTo>
                    <a:cubicBezTo>
                      <a:pt x="80" y="57"/>
                      <a:pt x="80" y="57"/>
                      <a:pt x="80" y="57"/>
                    </a:cubicBezTo>
                    <a:close/>
                    <a:moveTo>
                      <a:pt x="106" y="73"/>
                    </a:moveTo>
                    <a:cubicBezTo>
                      <a:pt x="104" y="72"/>
                      <a:pt x="104" y="70"/>
                      <a:pt x="105" y="68"/>
                    </a:cubicBezTo>
                    <a:cubicBezTo>
                      <a:pt x="106" y="66"/>
                      <a:pt x="108" y="66"/>
                      <a:pt x="110" y="67"/>
                    </a:cubicBezTo>
                    <a:cubicBezTo>
                      <a:pt x="116" y="71"/>
                      <a:pt x="116" y="71"/>
                      <a:pt x="116" y="71"/>
                    </a:cubicBezTo>
                    <a:cubicBezTo>
                      <a:pt x="118" y="72"/>
                      <a:pt x="119" y="75"/>
                      <a:pt x="118" y="76"/>
                    </a:cubicBezTo>
                    <a:cubicBezTo>
                      <a:pt x="117" y="78"/>
                      <a:pt x="114" y="79"/>
                      <a:pt x="112" y="78"/>
                    </a:cubicBezTo>
                    <a:cubicBezTo>
                      <a:pt x="106" y="73"/>
                      <a:pt x="106" y="73"/>
                      <a:pt x="106" y="73"/>
                    </a:cubicBezTo>
                    <a:close/>
                    <a:moveTo>
                      <a:pt x="132" y="90"/>
                    </a:moveTo>
                    <a:cubicBezTo>
                      <a:pt x="130" y="89"/>
                      <a:pt x="129" y="86"/>
                      <a:pt x="131" y="85"/>
                    </a:cubicBezTo>
                    <a:cubicBezTo>
                      <a:pt x="132" y="83"/>
                      <a:pt x="134" y="82"/>
                      <a:pt x="136" y="83"/>
                    </a:cubicBezTo>
                    <a:cubicBezTo>
                      <a:pt x="142" y="88"/>
                      <a:pt x="142" y="88"/>
                      <a:pt x="142" y="88"/>
                    </a:cubicBezTo>
                    <a:cubicBezTo>
                      <a:pt x="144" y="89"/>
                      <a:pt x="145" y="91"/>
                      <a:pt x="144" y="93"/>
                    </a:cubicBezTo>
                    <a:cubicBezTo>
                      <a:pt x="142" y="95"/>
                      <a:pt x="140" y="95"/>
                      <a:pt x="138" y="94"/>
                    </a:cubicBezTo>
                    <a:cubicBezTo>
                      <a:pt x="132" y="90"/>
                      <a:pt x="132" y="90"/>
                      <a:pt x="132" y="90"/>
                    </a:cubicBezTo>
                    <a:close/>
                    <a:moveTo>
                      <a:pt x="158" y="106"/>
                    </a:moveTo>
                    <a:cubicBezTo>
                      <a:pt x="156" y="105"/>
                      <a:pt x="155" y="103"/>
                      <a:pt x="156" y="101"/>
                    </a:cubicBezTo>
                    <a:cubicBezTo>
                      <a:pt x="158" y="99"/>
                      <a:pt x="160" y="99"/>
                      <a:pt x="162" y="100"/>
                    </a:cubicBezTo>
                    <a:cubicBezTo>
                      <a:pt x="168" y="104"/>
                      <a:pt x="168" y="104"/>
                      <a:pt x="168" y="104"/>
                    </a:cubicBezTo>
                    <a:cubicBezTo>
                      <a:pt x="170" y="105"/>
                      <a:pt x="171" y="108"/>
                      <a:pt x="169" y="109"/>
                    </a:cubicBezTo>
                    <a:cubicBezTo>
                      <a:pt x="168" y="111"/>
                      <a:pt x="166" y="112"/>
                      <a:pt x="164" y="110"/>
                    </a:cubicBezTo>
                    <a:cubicBezTo>
                      <a:pt x="158" y="106"/>
                      <a:pt x="158" y="106"/>
                      <a:pt x="158" y="106"/>
                    </a:cubicBezTo>
                    <a:close/>
                    <a:moveTo>
                      <a:pt x="184" y="123"/>
                    </a:moveTo>
                    <a:cubicBezTo>
                      <a:pt x="182" y="122"/>
                      <a:pt x="181" y="119"/>
                      <a:pt x="182" y="117"/>
                    </a:cubicBezTo>
                    <a:cubicBezTo>
                      <a:pt x="184" y="116"/>
                      <a:pt x="186" y="115"/>
                      <a:pt x="188" y="116"/>
                    </a:cubicBezTo>
                    <a:cubicBezTo>
                      <a:pt x="194" y="120"/>
                      <a:pt x="194" y="120"/>
                      <a:pt x="194" y="120"/>
                    </a:cubicBezTo>
                    <a:cubicBezTo>
                      <a:pt x="196" y="122"/>
                      <a:pt x="196" y="124"/>
                      <a:pt x="195" y="126"/>
                    </a:cubicBezTo>
                    <a:cubicBezTo>
                      <a:pt x="194" y="127"/>
                      <a:pt x="192" y="128"/>
                      <a:pt x="190" y="127"/>
                    </a:cubicBezTo>
                    <a:lnTo>
                      <a:pt x="184" y="123"/>
                    </a:lnTo>
                    <a:close/>
                  </a:path>
                </a:pathLst>
              </a:custGeom>
              <a:solidFill>
                <a:schemeClr val="accent3"/>
              </a:solidFill>
              <a:ln>
                <a:noFill/>
              </a:ln>
            </p:spPr>
            <p:txBody>
              <a:bodyPr wrap="square" lIns="91440" tIns="45720" rIns="91440" bIns="45720" anchor="ctr">
                <a:normAutofit fontScale="77500" lnSpcReduction="20000"/>
              </a:bodyPr>
              <a:lstStyle/>
              <a:p>
                <a:pPr algn="ctr"/>
              </a:p>
            </p:txBody>
          </p:sp>
          <p:sp>
            <p:nvSpPr>
              <p:cNvPr id="38" name="îSļîḓê"/>
              <p:cNvSpPr/>
              <p:nvPr/>
            </p:nvSpPr>
            <p:spPr bwMode="auto">
              <a:xfrm>
                <a:off x="8174722" y="3627786"/>
                <a:ext cx="653275" cy="45802"/>
              </a:xfrm>
              <a:custGeom>
                <a:avLst/>
                <a:gdLst>
                  <a:gd name="T0" fmla="*/ 352 w 353"/>
                  <a:gd name="T1" fmla="*/ 21 h 25"/>
                  <a:gd name="T2" fmla="*/ 341 w 353"/>
                  <a:gd name="T3" fmla="*/ 25 h 25"/>
                  <a:gd name="T4" fmla="*/ 341 w 353"/>
                  <a:gd name="T5" fmla="*/ 17 h 25"/>
                  <a:gd name="T6" fmla="*/ 4 w 353"/>
                  <a:gd name="T7" fmla="*/ 8 h 25"/>
                  <a:gd name="T8" fmla="*/ 4 w 353"/>
                  <a:gd name="T9" fmla="*/ 0 h 25"/>
                  <a:gd name="T10" fmla="*/ 16 w 353"/>
                  <a:gd name="T11" fmla="*/ 5 h 25"/>
                  <a:gd name="T12" fmla="*/ 4 w 353"/>
                  <a:gd name="T13" fmla="*/ 8 h 25"/>
                  <a:gd name="T14" fmla="*/ 31 w 353"/>
                  <a:gd name="T15" fmla="*/ 5 h 25"/>
                  <a:gd name="T16" fmla="*/ 43 w 353"/>
                  <a:gd name="T17" fmla="*/ 2 h 25"/>
                  <a:gd name="T18" fmla="*/ 42 w 353"/>
                  <a:gd name="T19" fmla="*/ 10 h 25"/>
                  <a:gd name="T20" fmla="*/ 65 w 353"/>
                  <a:gd name="T21" fmla="*/ 11 h 25"/>
                  <a:gd name="T22" fmla="*/ 66 w 353"/>
                  <a:gd name="T23" fmla="*/ 3 h 25"/>
                  <a:gd name="T24" fmla="*/ 77 w 353"/>
                  <a:gd name="T25" fmla="*/ 8 h 25"/>
                  <a:gd name="T26" fmla="*/ 65 w 353"/>
                  <a:gd name="T27" fmla="*/ 11 h 25"/>
                  <a:gd name="T28" fmla="*/ 92 w 353"/>
                  <a:gd name="T29" fmla="*/ 8 h 25"/>
                  <a:gd name="T30" fmla="*/ 104 w 353"/>
                  <a:gd name="T31" fmla="*/ 5 h 25"/>
                  <a:gd name="T32" fmla="*/ 103 w 353"/>
                  <a:gd name="T33" fmla="*/ 13 h 25"/>
                  <a:gd name="T34" fmla="*/ 126 w 353"/>
                  <a:gd name="T35" fmla="*/ 14 h 25"/>
                  <a:gd name="T36" fmla="*/ 127 w 353"/>
                  <a:gd name="T37" fmla="*/ 6 h 25"/>
                  <a:gd name="T38" fmla="*/ 138 w 353"/>
                  <a:gd name="T39" fmla="*/ 11 h 25"/>
                  <a:gd name="T40" fmla="*/ 126 w 353"/>
                  <a:gd name="T41" fmla="*/ 14 h 25"/>
                  <a:gd name="T42" fmla="*/ 153 w 353"/>
                  <a:gd name="T43" fmla="*/ 11 h 25"/>
                  <a:gd name="T44" fmla="*/ 165 w 353"/>
                  <a:gd name="T45" fmla="*/ 8 h 25"/>
                  <a:gd name="T46" fmla="*/ 165 w 353"/>
                  <a:gd name="T47" fmla="*/ 16 h 25"/>
                  <a:gd name="T48" fmla="*/ 188 w 353"/>
                  <a:gd name="T49" fmla="*/ 17 h 25"/>
                  <a:gd name="T50" fmla="*/ 188 w 353"/>
                  <a:gd name="T51" fmla="*/ 9 h 25"/>
                  <a:gd name="T52" fmla="*/ 199 w 353"/>
                  <a:gd name="T53" fmla="*/ 14 h 25"/>
                  <a:gd name="T54" fmla="*/ 188 w 353"/>
                  <a:gd name="T55" fmla="*/ 17 h 25"/>
                  <a:gd name="T56" fmla="*/ 215 w 353"/>
                  <a:gd name="T57" fmla="*/ 14 h 25"/>
                  <a:gd name="T58" fmla="*/ 226 w 353"/>
                  <a:gd name="T59" fmla="*/ 11 h 25"/>
                  <a:gd name="T60" fmla="*/ 226 w 353"/>
                  <a:gd name="T61" fmla="*/ 19 h 25"/>
                  <a:gd name="T62" fmla="*/ 249 w 353"/>
                  <a:gd name="T63" fmla="*/ 20 h 25"/>
                  <a:gd name="T64" fmla="*/ 249 w 353"/>
                  <a:gd name="T65" fmla="*/ 12 h 25"/>
                  <a:gd name="T66" fmla="*/ 261 w 353"/>
                  <a:gd name="T67" fmla="*/ 17 h 25"/>
                  <a:gd name="T68" fmla="*/ 249 w 353"/>
                  <a:gd name="T69" fmla="*/ 20 h 25"/>
                  <a:gd name="T70" fmla="*/ 276 w 353"/>
                  <a:gd name="T71" fmla="*/ 18 h 25"/>
                  <a:gd name="T72" fmla="*/ 288 w 353"/>
                  <a:gd name="T73" fmla="*/ 14 h 25"/>
                  <a:gd name="T74" fmla="*/ 287 w 353"/>
                  <a:gd name="T75" fmla="*/ 22 h 25"/>
                  <a:gd name="T76" fmla="*/ 310 w 353"/>
                  <a:gd name="T77" fmla="*/ 23 h 25"/>
                  <a:gd name="T78" fmla="*/ 311 w 353"/>
                  <a:gd name="T79" fmla="*/ 15 h 25"/>
                  <a:gd name="T80" fmla="*/ 322 w 353"/>
                  <a:gd name="T81" fmla="*/ 20 h 25"/>
                  <a:gd name="T82" fmla="*/ 310 w 353"/>
                  <a:gd name="T83"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53" h="25">
                    <a:moveTo>
                      <a:pt x="349" y="17"/>
                    </a:moveTo>
                    <a:cubicBezTo>
                      <a:pt x="351" y="17"/>
                      <a:pt x="353" y="19"/>
                      <a:pt x="352" y="21"/>
                    </a:cubicBezTo>
                    <a:cubicBezTo>
                      <a:pt x="352" y="23"/>
                      <a:pt x="351" y="25"/>
                      <a:pt x="348" y="25"/>
                    </a:cubicBezTo>
                    <a:cubicBezTo>
                      <a:pt x="341" y="25"/>
                      <a:pt x="341" y="25"/>
                      <a:pt x="341" y="25"/>
                    </a:cubicBezTo>
                    <a:cubicBezTo>
                      <a:pt x="339" y="24"/>
                      <a:pt x="337" y="23"/>
                      <a:pt x="337" y="21"/>
                    </a:cubicBezTo>
                    <a:cubicBezTo>
                      <a:pt x="337" y="18"/>
                      <a:pt x="339" y="17"/>
                      <a:pt x="341" y="17"/>
                    </a:cubicBezTo>
                    <a:cubicBezTo>
                      <a:pt x="349" y="17"/>
                      <a:pt x="349" y="17"/>
                      <a:pt x="349" y="17"/>
                    </a:cubicBezTo>
                    <a:close/>
                    <a:moveTo>
                      <a:pt x="4" y="8"/>
                    </a:moveTo>
                    <a:cubicBezTo>
                      <a:pt x="2" y="8"/>
                      <a:pt x="0" y="6"/>
                      <a:pt x="0" y="4"/>
                    </a:cubicBezTo>
                    <a:cubicBezTo>
                      <a:pt x="0" y="2"/>
                      <a:pt x="2" y="0"/>
                      <a:pt x="4" y="0"/>
                    </a:cubicBezTo>
                    <a:cubicBezTo>
                      <a:pt x="12" y="1"/>
                      <a:pt x="12" y="1"/>
                      <a:pt x="12" y="1"/>
                    </a:cubicBezTo>
                    <a:cubicBezTo>
                      <a:pt x="14" y="1"/>
                      <a:pt x="16" y="2"/>
                      <a:pt x="16" y="5"/>
                    </a:cubicBezTo>
                    <a:cubicBezTo>
                      <a:pt x="15" y="7"/>
                      <a:pt x="14" y="8"/>
                      <a:pt x="12" y="8"/>
                    </a:cubicBezTo>
                    <a:cubicBezTo>
                      <a:pt x="4" y="8"/>
                      <a:pt x="4" y="8"/>
                      <a:pt x="4" y="8"/>
                    </a:cubicBezTo>
                    <a:close/>
                    <a:moveTo>
                      <a:pt x="35" y="9"/>
                    </a:moveTo>
                    <a:cubicBezTo>
                      <a:pt x="32" y="9"/>
                      <a:pt x="31" y="7"/>
                      <a:pt x="31" y="5"/>
                    </a:cubicBezTo>
                    <a:cubicBezTo>
                      <a:pt x="31" y="3"/>
                      <a:pt x="33" y="2"/>
                      <a:pt x="35" y="2"/>
                    </a:cubicBezTo>
                    <a:cubicBezTo>
                      <a:pt x="43" y="2"/>
                      <a:pt x="43" y="2"/>
                      <a:pt x="43" y="2"/>
                    </a:cubicBezTo>
                    <a:cubicBezTo>
                      <a:pt x="45" y="2"/>
                      <a:pt x="46" y="4"/>
                      <a:pt x="46" y="6"/>
                    </a:cubicBezTo>
                    <a:cubicBezTo>
                      <a:pt x="46" y="8"/>
                      <a:pt x="44" y="10"/>
                      <a:pt x="42" y="10"/>
                    </a:cubicBezTo>
                    <a:cubicBezTo>
                      <a:pt x="35" y="9"/>
                      <a:pt x="35" y="9"/>
                      <a:pt x="35" y="9"/>
                    </a:cubicBezTo>
                    <a:close/>
                    <a:moveTo>
                      <a:pt x="65" y="11"/>
                    </a:moveTo>
                    <a:cubicBezTo>
                      <a:pt x="63" y="11"/>
                      <a:pt x="61" y="9"/>
                      <a:pt x="62" y="7"/>
                    </a:cubicBezTo>
                    <a:cubicBezTo>
                      <a:pt x="62" y="5"/>
                      <a:pt x="63" y="3"/>
                      <a:pt x="66" y="3"/>
                    </a:cubicBezTo>
                    <a:cubicBezTo>
                      <a:pt x="73" y="4"/>
                      <a:pt x="73" y="4"/>
                      <a:pt x="73" y="4"/>
                    </a:cubicBezTo>
                    <a:cubicBezTo>
                      <a:pt x="75" y="4"/>
                      <a:pt x="77" y="5"/>
                      <a:pt x="77" y="8"/>
                    </a:cubicBezTo>
                    <a:cubicBezTo>
                      <a:pt x="77" y="10"/>
                      <a:pt x="75" y="11"/>
                      <a:pt x="73" y="11"/>
                    </a:cubicBezTo>
                    <a:cubicBezTo>
                      <a:pt x="65" y="11"/>
                      <a:pt x="65" y="11"/>
                      <a:pt x="65" y="11"/>
                    </a:cubicBezTo>
                    <a:close/>
                    <a:moveTo>
                      <a:pt x="96" y="12"/>
                    </a:moveTo>
                    <a:cubicBezTo>
                      <a:pt x="94" y="12"/>
                      <a:pt x="92" y="11"/>
                      <a:pt x="92" y="8"/>
                    </a:cubicBezTo>
                    <a:cubicBezTo>
                      <a:pt x="92" y="6"/>
                      <a:pt x="94" y="5"/>
                      <a:pt x="96" y="5"/>
                    </a:cubicBezTo>
                    <a:cubicBezTo>
                      <a:pt x="104" y="5"/>
                      <a:pt x="104" y="5"/>
                      <a:pt x="104" y="5"/>
                    </a:cubicBezTo>
                    <a:cubicBezTo>
                      <a:pt x="106" y="5"/>
                      <a:pt x="108" y="7"/>
                      <a:pt x="107" y="9"/>
                    </a:cubicBezTo>
                    <a:cubicBezTo>
                      <a:pt x="107" y="11"/>
                      <a:pt x="106" y="13"/>
                      <a:pt x="103" y="13"/>
                    </a:cubicBezTo>
                    <a:cubicBezTo>
                      <a:pt x="96" y="12"/>
                      <a:pt x="96" y="12"/>
                      <a:pt x="96" y="12"/>
                    </a:cubicBezTo>
                    <a:close/>
                    <a:moveTo>
                      <a:pt x="126" y="14"/>
                    </a:moveTo>
                    <a:cubicBezTo>
                      <a:pt x="124" y="14"/>
                      <a:pt x="123" y="12"/>
                      <a:pt x="123" y="10"/>
                    </a:cubicBezTo>
                    <a:cubicBezTo>
                      <a:pt x="123" y="8"/>
                      <a:pt x="125" y="6"/>
                      <a:pt x="127" y="6"/>
                    </a:cubicBezTo>
                    <a:cubicBezTo>
                      <a:pt x="134" y="7"/>
                      <a:pt x="134" y="7"/>
                      <a:pt x="134" y="7"/>
                    </a:cubicBezTo>
                    <a:cubicBezTo>
                      <a:pt x="137" y="7"/>
                      <a:pt x="138" y="9"/>
                      <a:pt x="138" y="11"/>
                    </a:cubicBezTo>
                    <a:cubicBezTo>
                      <a:pt x="138" y="13"/>
                      <a:pt x="136" y="14"/>
                      <a:pt x="134" y="14"/>
                    </a:cubicBezTo>
                    <a:cubicBezTo>
                      <a:pt x="126" y="14"/>
                      <a:pt x="126" y="14"/>
                      <a:pt x="126" y="14"/>
                    </a:cubicBezTo>
                    <a:close/>
                    <a:moveTo>
                      <a:pt x="157" y="15"/>
                    </a:moveTo>
                    <a:cubicBezTo>
                      <a:pt x="155" y="15"/>
                      <a:pt x="153" y="14"/>
                      <a:pt x="153" y="11"/>
                    </a:cubicBezTo>
                    <a:cubicBezTo>
                      <a:pt x="154" y="9"/>
                      <a:pt x="155" y="8"/>
                      <a:pt x="157" y="8"/>
                    </a:cubicBezTo>
                    <a:cubicBezTo>
                      <a:pt x="165" y="8"/>
                      <a:pt x="165" y="8"/>
                      <a:pt x="165" y="8"/>
                    </a:cubicBezTo>
                    <a:cubicBezTo>
                      <a:pt x="167" y="8"/>
                      <a:pt x="169" y="10"/>
                      <a:pt x="169" y="12"/>
                    </a:cubicBezTo>
                    <a:cubicBezTo>
                      <a:pt x="169" y="14"/>
                      <a:pt x="167" y="16"/>
                      <a:pt x="165" y="16"/>
                    </a:cubicBezTo>
                    <a:cubicBezTo>
                      <a:pt x="157" y="15"/>
                      <a:pt x="157" y="15"/>
                      <a:pt x="157" y="15"/>
                    </a:cubicBezTo>
                    <a:close/>
                    <a:moveTo>
                      <a:pt x="188" y="17"/>
                    </a:moveTo>
                    <a:cubicBezTo>
                      <a:pt x="186" y="17"/>
                      <a:pt x="184" y="15"/>
                      <a:pt x="184" y="13"/>
                    </a:cubicBezTo>
                    <a:cubicBezTo>
                      <a:pt x="184" y="11"/>
                      <a:pt x="186" y="9"/>
                      <a:pt x="188" y="9"/>
                    </a:cubicBezTo>
                    <a:cubicBezTo>
                      <a:pt x="196" y="10"/>
                      <a:pt x="196" y="10"/>
                      <a:pt x="196" y="10"/>
                    </a:cubicBezTo>
                    <a:cubicBezTo>
                      <a:pt x="198" y="10"/>
                      <a:pt x="199" y="12"/>
                      <a:pt x="199" y="14"/>
                    </a:cubicBezTo>
                    <a:cubicBezTo>
                      <a:pt x="199" y="16"/>
                      <a:pt x="197" y="17"/>
                      <a:pt x="195" y="17"/>
                    </a:cubicBezTo>
                    <a:cubicBezTo>
                      <a:pt x="188" y="17"/>
                      <a:pt x="188" y="17"/>
                      <a:pt x="188" y="17"/>
                    </a:cubicBezTo>
                    <a:close/>
                    <a:moveTo>
                      <a:pt x="218" y="18"/>
                    </a:moveTo>
                    <a:cubicBezTo>
                      <a:pt x="216" y="18"/>
                      <a:pt x="215" y="17"/>
                      <a:pt x="215" y="14"/>
                    </a:cubicBezTo>
                    <a:cubicBezTo>
                      <a:pt x="215" y="12"/>
                      <a:pt x="217" y="11"/>
                      <a:pt x="219" y="11"/>
                    </a:cubicBezTo>
                    <a:cubicBezTo>
                      <a:pt x="226" y="11"/>
                      <a:pt x="226" y="11"/>
                      <a:pt x="226" y="11"/>
                    </a:cubicBezTo>
                    <a:cubicBezTo>
                      <a:pt x="228" y="11"/>
                      <a:pt x="230" y="13"/>
                      <a:pt x="230" y="15"/>
                    </a:cubicBezTo>
                    <a:cubicBezTo>
                      <a:pt x="230" y="17"/>
                      <a:pt x="228" y="19"/>
                      <a:pt x="226" y="19"/>
                    </a:cubicBezTo>
                    <a:cubicBezTo>
                      <a:pt x="218" y="18"/>
                      <a:pt x="218" y="18"/>
                      <a:pt x="218" y="18"/>
                    </a:cubicBezTo>
                    <a:close/>
                    <a:moveTo>
                      <a:pt x="249" y="20"/>
                    </a:moveTo>
                    <a:cubicBezTo>
                      <a:pt x="247" y="20"/>
                      <a:pt x="245" y="18"/>
                      <a:pt x="245" y="16"/>
                    </a:cubicBezTo>
                    <a:cubicBezTo>
                      <a:pt x="245" y="14"/>
                      <a:pt x="247" y="12"/>
                      <a:pt x="249" y="12"/>
                    </a:cubicBezTo>
                    <a:cubicBezTo>
                      <a:pt x="257" y="13"/>
                      <a:pt x="257" y="13"/>
                      <a:pt x="257" y="13"/>
                    </a:cubicBezTo>
                    <a:cubicBezTo>
                      <a:pt x="259" y="13"/>
                      <a:pt x="261" y="15"/>
                      <a:pt x="261" y="17"/>
                    </a:cubicBezTo>
                    <a:cubicBezTo>
                      <a:pt x="260" y="19"/>
                      <a:pt x="259" y="20"/>
                      <a:pt x="257" y="20"/>
                    </a:cubicBezTo>
                    <a:cubicBezTo>
                      <a:pt x="249" y="20"/>
                      <a:pt x="249" y="20"/>
                      <a:pt x="249" y="20"/>
                    </a:cubicBezTo>
                    <a:close/>
                    <a:moveTo>
                      <a:pt x="280" y="22"/>
                    </a:moveTo>
                    <a:cubicBezTo>
                      <a:pt x="277" y="21"/>
                      <a:pt x="276" y="20"/>
                      <a:pt x="276" y="18"/>
                    </a:cubicBezTo>
                    <a:cubicBezTo>
                      <a:pt x="276" y="15"/>
                      <a:pt x="278" y="14"/>
                      <a:pt x="280" y="14"/>
                    </a:cubicBezTo>
                    <a:cubicBezTo>
                      <a:pt x="288" y="14"/>
                      <a:pt x="288" y="14"/>
                      <a:pt x="288" y="14"/>
                    </a:cubicBezTo>
                    <a:cubicBezTo>
                      <a:pt x="290" y="14"/>
                      <a:pt x="291" y="16"/>
                      <a:pt x="291" y="18"/>
                    </a:cubicBezTo>
                    <a:cubicBezTo>
                      <a:pt x="291" y="20"/>
                      <a:pt x="289" y="22"/>
                      <a:pt x="287" y="22"/>
                    </a:cubicBezTo>
                    <a:cubicBezTo>
                      <a:pt x="280" y="22"/>
                      <a:pt x="280" y="22"/>
                      <a:pt x="280" y="22"/>
                    </a:cubicBezTo>
                    <a:close/>
                    <a:moveTo>
                      <a:pt x="310" y="23"/>
                    </a:moveTo>
                    <a:cubicBezTo>
                      <a:pt x="308" y="23"/>
                      <a:pt x="306" y="21"/>
                      <a:pt x="307" y="19"/>
                    </a:cubicBezTo>
                    <a:cubicBezTo>
                      <a:pt x="307" y="17"/>
                      <a:pt x="308" y="15"/>
                      <a:pt x="311" y="15"/>
                    </a:cubicBezTo>
                    <a:cubicBezTo>
                      <a:pt x="318" y="16"/>
                      <a:pt x="318" y="16"/>
                      <a:pt x="318" y="16"/>
                    </a:cubicBezTo>
                    <a:cubicBezTo>
                      <a:pt x="320" y="16"/>
                      <a:pt x="322" y="18"/>
                      <a:pt x="322" y="20"/>
                    </a:cubicBezTo>
                    <a:cubicBezTo>
                      <a:pt x="322" y="22"/>
                      <a:pt x="320" y="24"/>
                      <a:pt x="318" y="23"/>
                    </a:cubicBezTo>
                    <a:lnTo>
                      <a:pt x="310" y="23"/>
                    </a:lnTo>
                    <a:close/>
                  </a:path>
                </a:pathLst>
              </a:custGeom>
              <a:solidFill>
                <a:schemeClr val="accent2"/>
              </a:solidFill>
              <a:ln>
                <a:noFill/>
              </a:ln>
            </p:spPr>
            <p:txBody>
              <a:bodyPr wrap="square" lIns="91440" tIns="45720" rIns="91440" bIns="45720" anchor="ctr">
                <a:normAutofit fontScale="25000" lnSpcReduction="20000"/>
              </a:bodyPr>
              <a:lstStyle/>
              <a:p>
                <a:pPr algn="ctr"/>
              </a:p>
            </p:txBody>
          </p:sp>
          <p:grpSp>
            <p:nvGrpSpPr>
              <p:cNvPr id="39" name="iṩ1ïḓè"/>
              <p:cNvGrpSpPr/>
              <p:nvPr/>
            </p:nvGrpSpPr>
            <p:grpSpPr>
              <a:xfrm>
                <a:off x="10499753" y="2468283"/>
                <a:ext cx="386903" cy="376056"/>
                <a:chOff x="10499753" y="2468283"/>
                <a:chExt cx="386903" cy="376056"/>
              </a:xfrm>
              <a:solidFill>
                <a:schemeClr val="bg1">
                  <a:lumMod val="85000"/>
                </a:schemeClr>
              </a:solidFill>
            </p:grpSpPr>
            <p:sp>
              <p:nvSpPr>
                <p:cNvPr id="58" name="îśļíde"/>
                <p:cNvSpPr/>
                <p:nvPr/>
              </p:nvSpPr>
              <p:spPr bwMode="auto">
                <a:xfrm>
                  <a:off x="10499753" y="2468283"/>
                  <a:ext cx="386903" cy="173564"/>
                </a:xfrm>
                <a:custGeom>
                  <a:avLst/>
                  <a:gdLst>
                    <a:gd name="T0" fmla="*/ 193 w 209"/>
                    <a:gd name="T1" fmla="*/ 77 h 94"/>
                    <a:gd name="T2" fmla="*/ 121 w 209"/>
                    <a:gd name="T3" fmla="*/ 7 h 94"/>
                    <a:gd name="T4" fmla="*/ 113 w 209"/>
                    <a:gd name="T5" fmla="*/ 2 h 94"/>
                    <a:gd name="T6" fmla="*/ 105 w 209"/>
                    <a:gd name="T7" fmla="*/ 0 h 94"/>
                    <a:gd name="T8" fmla="*/ 96 w 209"/>
                    <a:gd name="T9" fmla="*/ 2 h 94"/>
                    <a:gd name="T10" fmla="*/ 88 w 209"/>
                    <a:gd name="T11" fmla="*/ 7 h 94"/>
                    <a:gd name="T12" fmla="*/ 74 w 209"/>
                    <a:gd name="T13" fmla="*/ 21 h 94"/>
                    <a:gd name="T14" fmla="*/ 74 w 209"/>
                    <a:gd name="T15" fmla="*/ 10 h 94"/>
                    <a:gd name="T16" fmla="*/ 76 w 209"/>
                    <a:gd name="T17" fmla="*/ 10 h 94"/>
                    <a:gd name="T18" fmla="*/ 76 w 209"/>
                    <a:gd name="T19" fmla="*/ 4 h 94"/>
                    <a:gd name="T20" fmla="*/ 53 w 209"/>
                    <a:gd name="T21" fmla="*/ 4 h 94"/>
                    <a:gd name="T22" fmla="*/ 53 w 209"/>
                    <a:gd name="T23" fmla="*/ 10 h 94"/>
                    <a:gd name="T24" fmla="*/ 54 w 209"/>
                    <a:gd name="T25" fmla="*/ 10 h 94"/>
                    <a:gd name="T26" fmla="*/ 54 w 209"/>
                    <a:gd name="T27" fmla="*/ 38 h 94"/>
                    <a:gd name="T28" fmla="*/ 54 w 209"/>
                    <a:gd name="T29" fmla="*/ 40 h 94"/>
                    <a:gd name="T30" fmla="*/ 15 w 209"/>
                    <a:gd name="T31" fmla="*/ 79 h 94"/>
                    <a:gd name="T32" fmla="*/ 15 w 209"/>
                    <a:gd name="T33" fmla="*/ 79 h 94"/>
                    <a:gd name="T34" fmla="*/ 0 w 209"/>
                    <a:gd name="T35" fmla="*/ 94 h 94"/>
                    <a:gd name="T36" fmla="*/ 27 w 209"/>
                    <a:gd name="T37" fmla="*/ 94 h 94"/>
                    <a:gd name="T38" fmla="*/ 102 w 209"/>
                    <a:gd name="T39" fmla="*/ 21 h 94"/>
                    <a:gd name="T40" fmla="*/ 103 w 209"/>
                    <a:gd name="T41" fmla="*/ 20 h 94"/>
                    <a:gd name="T42" fmla="*/ 105 w 209"/>
                    <a:gd name="T43" fmla="*/ 20 h 94"/>
                    <a:gd name="T44" fmla="*/ 106 w 209"/>
                    <a:gd name="T45" fmla="*/ 20 h 94"/>
                    <a:gd name="T46" fmla="*/ 107 w 209"/>
                    <a:gd name="T47" fmla="*/ 21 h 94"/>
                    <a:gd name="T48" fmla="*/ 179 w 209"/>
                    <a:gd name="T49" fmla="*/ 91 h 94"/>
                    <a:gd name="T50" fmla="*/ 182 w 209"/>
                    <a:gd name="T51" fmla="*/ 94 h 94"/>
                    <a:gd name="T52" fmla="*/ 209 w 209"/>
                    <a:gd name="T53" fmla="*/ 94 h 94"/>
                    <a:gd name="T54" fmla="*/ 193 w 209"/>
                    <a:gd name="T55" fmla="*/ 7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9" h="94">
                      <a:moveTo>
                        <a:pt x="193" y="77"/>
                      </a:moveTo>
                      <a:cubicBezTo>
                        <a:pt x="121" y="7"/>
                        <a:pt x="121" y="7"/>
                        <a:pt x="121" y="7"/>
                      </a:cubicBezTo>
                      <a:cubicBezTo>
                        <a:pt x="119" y="5"/>
                        <a:pt x="116" y="3"/>
                        <a:pt x="113" y="2"/>
                      </a:cubicBezTo>
                      <a:cubicBezTo>
                        <a:pt x="110" y="1"/>
                        <a:pt x="107" y="0"/>
                        <a:pt x="105" y="0"/>
                      </a:cubicBezTo>
                      <a:cubicBezTo>
                        <a:pt x="102" y="0"/>
                        <a:pt x="99" y="1"/>
                        <a:pt x="96" y="2"/>
                      </a:cubicBezTo>
                      <a:cubicBezTo>
                        <a:pt x="93" y="3"/>
                        <a:pt x="90" y="5"/>
                        <a:pt x="88" y="7"/>
                      </a:cubicBezTo>
                      <a:cubicBezTo>
                        <a:pt x="74" y="21"/>
                        <a:pt x="74" y="21"/>
                        <a:pt x="74" y="21"/>
                      </a:cubicBezTo>
                      <a:cubicBezTo>
                        <a:pt x="74" y="10"/>
                        <a:pt x="74" y="10"/>
                        <a:pt x="74" y="10"/>
                      </a:cubicBezTo>
                      <a:cubicBezTo>
                        <a:pt x="76" y="10"/>
                        <a:pt x="76" y="10"/>
                        <a:pt x="76" y="10"/>
                      </a:cubicBezTo>
                      <a:cubicBezTo>
                        <a:pt x="76" y="4"/>
                        <a:pt x="76" y="4"/>
                        <a:pt x="76" y="4"/>
                      </a:cubicBezTo>
                      <a:cubicBezTo>
                        <a:pt x="53" y="4"/>
                        <a:pt x="53" y="4"/>
                        <a:pt x="53" y="4"/>
                      </a:cubicBezTo>
                      <a:cubicBezTo>
                        <a:pt x="53" y="10"/>
                        <a:pt x="53" y="10"/>
                        <a:pt x="53" y="10"/>
                      </a:cubicBezTo>
                      <a:cubicBezTo>
                        <a:pt x="54" y="10"/>
                        <a:pt x="54" y="10"/>
                        <a:pt x="54" y="10"/>
                      </a:cubicBezTo>
                      <a:cubicBezTo>
                        <a:pt x="54" y="38"/>
                        <a:pt x="54" y="38"/>
                        <a:pt x="54" y="38"/>
                      </a:cubicBezTo>
                      <a:cubicBezTo>
                        <a:pt x="54" y="39"/>
                        <a:pt x="54" y="39"/>
                        <a:pt x="54" y="40"/>
                      </a:cubicBezTo>
                      <a:cubicBezTo>
                        <a:pt x="15" y="79"/>
                        <a:pt x="15" y="79"/>
                        <a:pt x="15" y="79"/>
                      </a:cubicBezTo>
                      <a:cubicBezTo>
                        <a:pt x="15" y="79"/>
                        <a:pt x="15" y="79"/>
                        <a:pt x="15" y="79"/>
                      </a:cubicBezTo>
                      <a:cubicBezTo>
                        <a:pt x="0" y="94"/>
                        <a:pt x="0" y="94"/>
                        <a:pt x="0" y="94"/>
                      </a:cubicBezTo>
                      <a:cubicBezTo>
                        <a:pt x="27" y="94"/>
                        <a:pt x="27" y="94"/>
                        <a:pt x="27" y="94"/>
                      </a:cubicBezTo>
                      <a:cubicBezTo>
                        <a:pt x="102" y="21"/>
                        <a:pt x="102" y="21"/>
                        <a:pt x="102" y="21"/>
                      </a:cubicBezTo>
                      <a:cubicBezTo>
                        <a:pt x="103" y="20"/>
                        <a:pt x="103" y="20"/>
                        <a:pt x="103" y="20"/>
                      </a:cubicBezTo>
                      <a:cubicBezTo>
                        <a:pt x="104" y="20"/>
                        <a:pt x="104" y="20"/>
                        <a:pt x="105" y="20"/>
                      </a:cubicBezTo>
                      <a:cubicBezTo>
                        <a:pt x="105" y="20"/>
                        <a:pt x="105" y="20"/>
                        <a:pt x="106" y="20"/>
                      </a:cubicBezTo>
                      <a:cubicBezTo>
                        <a:pt x="106" y="20"/>
                        <a:pt x="107" y="20"/>
                        <a:pt x="107" y="21"/>
                      </a:cubicBezTo>
                      <a:cubicBezTo>
                        <a:pt x="179" y="91"/>
                        <a:pt x="179" y="91"/>
                        <a:pt x="179" y="91"/>
                      </a:cubicBezTo>
                      <a:cubicBezTo>
                        <a:pt x="182" y="94"/>
                        <a:pt x="182" y="94"/>
                        <a:pt x="182" y="94"/>
                      </a:cubicBezTo>
                      <a:cubicBezTo>
                        <a:pt x="209" y="94"/>
                        <a:pt x="209" y="94"/>
                        <a:pt x="209" y="94"/>
                      </a:cubicBezTo>
                      <a:lnTo>
                        <a:pt x="193" y="77"/>
                      </a:lnTo>
                      <a:close/>
                    </a:path>
                  </a:pathLst>
                </a:custGeom>
                <a:grpFill/>
                <a:ln>
                  <a:noFill/>
                </a:ln>
              </p:spPr>
              <p:txBody>
                <a:bodyPr wrap="square" lIns="91440" tIns="45720" rIns="91440" bIns="45720" anchor="ctr">
                  <a:normAutofit fontScale="32500" lnSpcReduction="20000"/>
                </a:bodyPr>
                <a:lstStyle/>
                <a:p>
                  <a:pPr algn="ctr"/>
                </a:p>
              </p:txBody>
            </p:sp>
            <p:sp>
              <p:nvSpPr>
                <p:cNvPr id="59" name="íŝ1îḑe"/>
                <p:cNvSpPr/>
                <p:nvPr/>
              </p:nvSpPr>
              <p:spPr bwMode="auto">
                <a:xfrm>
                  <a:off x="10555197" y="2817822"/>
                  <a:ext cx="274809" cy="26517"/>
                </a:xfrm>
                <a:custGeom>
                  <a:avLst/>
                  <a:gdLst>
                    <a:gd name="T0" fmla="*/ 0 w 149"/>
                    <a:gd name="T1" fmla="*/ 14 h 14"/>
                    <a:gd name="T2" fmla="*/ 149 w 149"/>
                    <a:gd name="T3" fmla="*/ 14 h 14"/>
                    <a:gd name="T4" fmla="*/ 149 w 149"/>
                    <a:gd name="T5" fmla="*/ 5 h 14"/>
                    <a:gd name="T6" fmla="*/ 144 w 149"/>
                    <a:gd name="T7" fmla="*/ 0 h 14"/>
                    <a:gd name="T8" fmla="*/ 5 w 149"/>
                    <a:gd name="T9" fmla="*/ 0 h 14"/>
                    <a:gd name="T10" fmla="*/ 0 w 149"/>
                    <a:gd name="T11" fmla="*/ 5 h 14"/>
                    <a:gd name="T12" fmla="*/ 0 w 149"/>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149" h="14">
                      <a:moveTo>
                        <a:pt x="0" y="14"/>
                      </a:moveTo>
                      <a:cubicBezTo>
                        <a:pt x="149" y="14"/>
                        <a:pt x="149" y="14"/>
                        <a:pt x="149" y="14"/>
                      </a:cubicBezTo>
                      <a:cubicBezTo>
                        <a:pt x="149" y="5"/>
                        <a:pt x="149" y="5"/>
                        <a:pt x="149" y="5"/>
                      </a:cubicBezTo>
                      <a:cubicBezTo>
                        <a:pt x="149" y="2"/>
                        <a:pt x="147" y="0"/>
                        <a:pt x="144" y="0"/>
                      </a:cubicBezTo>
                      <a:cubicBezTo>
                        <a:pt x="5" y="0"/>
                        <a:pt x="5" y="0"/>
                        <a:pt x="5" y="0"/>
                      </a:cubicBezTo>
                      <a:cubicBezTo>
                        <a:pt x="2" y="0"/>
                        <a:pt x="0" y="2"/>
                        <a:pt x="0" y="5"/>
                      </a:cubicBezTo>
                      <a:lnTo>
                        <a:pt x="0" y="14"/>
                      </a:lnTo>
                      <a:close/>
                    </a:path>
                  </a:pathLst>
                </a:custGeom>
                <a:grpFill/>
                <a:ln>
                  <a:noFill/>
                </a:ln>
              </p:spPr>
              <p:txBody>
                <a:bodyPr wrap="square" lIns="91440" tIns="45720" rIns="91440" bIns="45720" anchor="ctr">
                  <a:normAutofit fontScale="25000" lnSpcReduction="20000"/>
                </a:bodyPr>
                <a:lstStyle/>
                <a:p>
                  <a:pPr algn="ctr"/>
                </a:p>
              </p:txBody>
            </p:sp>
            <p:sp>
              <p:nvSpPr>
                <p:cNvPr id="60" name="ïṥ1ídè"/>
                <p:cNvSpPr/>
                <p:nvPr/>
              </p:nvSpPr>
              <p:spPr bwMode="auto">
                <a:xfrm>
                  <a:off x="10568455" y="2514085"/>
                  <a:ext cx="249498" cy="296505"/>
                </a:xfrm>
                <a:custGeom>
                  <a:avLst/>
                  <a:gdLst>
                    <a:gd name="T0" fmla="*/ 27 w 135"/>
                    <a:gd name="T1" fmla="*/ 84 h 160"/>
                    <a:gd name="T2" fmla="*/ 68 w 135"/>
                    <a:gd name="T3" fmla="*/ 84 h 160"/>
                    <a:gd name="T4" fmla="*/ 71 w 135"/>
                    <a:gd name="T5" fmla="*/ 87 h 160"/>
                    <a:gd name="T6" fmla="*/ 71 w 135"/>
                    <a:gd name="T7" fmla="*/ 160 h 160"/>
                    <a:gd name="T8" fmla="*/ 135 w 135"/>
                    <a:gd name="T9" fmla="*/ 160 h 160"/>
                    <a:gd name="T10" fmla="*/ 135 w 135"/>
                    <a:gd name="T11" fmla="*/ 160 h 160"/>
                    <a:gd name="T12" fmla="*/ 135 w 135"/>
                    <a:gd name="T13" fmla="*/ 64 h 160"/>
                    <a:gd name="T14" fmla="*/ 71 w 135"/>
                    <a:gd name="T15" fmla="*/ 1 h 160"/>
                    <a:gd name="T16" fmla="*/ 69 w 135"/>
                    <a:gd name="T17" fmla="*/ 1 h 160"/>
                    <a:gd name="T18" fmla="*/ 68 w 135"/>
                    <a:gd name="T19" fmla="*/ 0 h 160"/>
                    <a:gd name="T20" fmla="*/ 67 w 135"/>
                    <a:gd name="T21" fmla="*/ 1 h 160"/>
                    <a:gd name="T22" fmla="*/ 65 w 135"/>
                    <a:gd name="T23" fmla="*/ 1 h 160"/>
                    <a:gd name="T24" fmla="*/ 0 w 135"/>
                    <a:gd name="T25" fmla="*/ 65 h 160"/>
                    <a:gd name="T26" fmla="*/ 0 w 135"/>
                    <a:gd name="T27" fmla="*/ 160 h 160"/>
                    <a:gd name="T28" fmla="*/ 0 w 135"/>
                    <a:gd name="T29" fmla="*/ 160 h 160"/>
                    <a:gd name="T30" fmla="*/ 23 w 135"/>
                    <a:gd name="T31" fmla="*/ 160 h 160"/>
                    <a:gd name="T32" fmla="*/ 23 w 135"/>
                    <a:gd name="T33" fmla="*/ 87 h 160"/>
                    <a:gd name="T34" fmla="*/ 27 w 135"/>
                    <a:gd name="T35" fmla="*/ 84 h 160"/>
                    <a:gd name="T36" fmla="*/ 87 w 135"/>
                    <a:gd name="T37" fmla="*/ 84 h 160"/>
                    <a:gd name="T38" fmla="*/ 121 w 135"/>
                    <a:gd name="T39" fmla="*/ 84 h 160"/>
                    <a:gd name="T40" fmla="*/ 123 w 135"/>
                    <a:gd name="T41" fmla="*/ 86 h 160"/>
                    <a:gd name="T42" fmla="*/ 123 w 135"/>
                    <a:gd name="T43" fmla="*/ 115 h 160"/>
                    <a:gd name="T44" fmla="*/ 121 w 135"/>
                    <a:gd name="T45" fmla="*/ 117 h 160"/>
                    <a:gd name="T46" fmla="*/ 87 w 135"/>
                    <a:gd name="T47" fmla="*/ 117 h 160"/>
                    <a:gd name="T48" fmla="*/ 85 w 135"/>
                    <a:gd name="T49" fmla="*/ 115 h 160"/>
                    <a:gd name="T50" fmla="*/ 85 w 135"/>
                    <a:gd name="T51" fmla="*/ 86 h 160"/>
                    <a:gd name="T52" fmla="*/ 87 w 135"/>
                    <a:gd name="T53" fmla="*/ 8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5" h="160">
                      <a:moveTo>
                        <a:pt x="27" y="84"/>
                      </a:moveTo>
                      <a:cubicBezTo>
                        <a:pt x="68" y="84"/>
                        <a:pt x="68" y="84"/>
                        <a:pt x="68" y="84"/>
                      </a:cubicBezTo>
                      <a:cubicBezTo>
                        <a:pt x="69" y="84"/>
                        <a:pt x="71" y="85"/>
                        <a:pt x="71" y="87"/>
                      </a:cubicBezTo>
                      <a:cubicBezTo>
                        <a:pt x="71" y="160"/>
                        <a:pt x="71" y="160"/>
                        <a:pt x="71" y="160"/>
                      </a:cubicBezTo>
                      <a:cubicBezTo>
                        <a:pt x="135" y="160"/>
                        <a:pt x="135" y="160"/>
                        <a:pt x="135" y="160"/>
                      </a:cubicBezTo>
                      <a:cubicBezTo>
                        <a:pt x="135" y="160"/>
                        <a:pt x="135" y="160"/>
                        <a:pt x="135" y="160"/>
                      </a:cubicBezTo>
                      <a:cubicBezTo>
                        <a:pt x="135" y="64"/>
                        <a:pt x="135" y="64"/>
                        <a:pt x="135" y="64"/>
                      </a:cubicBezTo>
                      <a:cubicBezTo>
                        <a:pt x="71" y="1"/>
                        <a:pt x="71" y="1"/>
                        <a:pt x="71" y="1"/>
                      </a:cubicBezTo>
                      <a:cubicBezTo>
                        <a:pt x="70" y="1"/>
                        <a:pt x="70" y="1"/>
                        <a:pt x="69" y="1"/>
                      </a:cubicBezTo>
                      <a:cubicBezTo>
                        <a:pt x="69" y="0"/>
                        <a:pt x="68" y="0"/>
                        <a:pt x="68" y="0"/>
                      </a:cubicBezTo>
                      <a:cubicBezTo>
                        <a:pt x="67" y="0"/>
                        <a:pt x="67" y="0"/>
                        <a:pt x="67" y="1"/>
                      </a:cubicBezTo>
                      <a:cubicBezTo>
                        <a:pt x="66" y="1"/>
                        <a:pt x="66" y="1"/>
                        <a:pt x="65" y="1"/>
                      </a:cubicBezTo>
                      <a:cubicBezTo>
                        <a:pt x="0" y="65"/>
                        <a:pt x="0" y="65"/>
                        <a:pt x="0" y="65"/>
                      </a:cubicBezTo>
                      <a:cubicBezTo>
                        <a:pt x="0" y="160"/>
                        <a:pt x="0" y="160"/>
                        <a:pt x="0" y="160"/>
                      </a:cubicBezTo>
                      <a:cubicBezTo>
                        <a:pt x="0" y="160"/>
                        <a:pt x="0" y="160"/>
                        <a:pt x="0" y="160"/>
                      </a:cubicBezTo>
                      <a:cubicBezTo>
                        <a:pt x="23" y="160"/>
                        <a:pt x="23" y="160"/>
                        <a:pt x="23" y="160"/>
                      </a:cubicBezTo>
                      <a:cubicBezTo>
                        <a:pt x="23" y="87"/>
                        <a:pt x="23" y="87"/>
                        <a:pt x="23" y="87"/>
                      </a:cubicBezTo>
                      <a:cubicBezTo>
                        <a:pt x="23" y="85"/>
                        <a:pt x="25" y="84"/>
                        <a:pt x="27" y="84"/>
                      </a:cubicBezTo>
                      <a:close/>
                      <a:moveTo>
                        <a:pt x="87" y="84"/>
                      </a:moveTo>
                      <a:cubicBezTo>
                        <a:pt x="121" y="84"/>
                        <a:pt x="121" y="84"/>
                        <a:pt x="121" y="84"/>
                      </a:cubicBezTo>
                      <a:cubicBezTo>
                        <a:pt x="122" y="84"/>
                        <a:pt x="123" y="85"/>
                        <a:pt x="123" y="86"/>
                      </a:cubicBezTo>
                      <a:cubicBezTo>
                        <a:pt x="123" y="115"/>
                        <a:pt x="123" y="115"/>
                        <a:pt x="123" y="115"/>
                      </a:cubicBezTo>
                      <a:cubicBezTo>
                        <a:pt x="123" y="116"/>
                        <a:pt x="122" y="117"/>
                        <a:pt x="121" y="117"/>
                      </a:cubicBezTo>
                      <a:cubicBezTo>
                        <a:pt x="87" y="117"/>
                        <a:pt x="87" y="117"/>
                        <a:pt x="87" y="117"/>
                      </a:cubicBezTo>
                      <a:cubicBezTo>
                        <a:pt x="86" y="117"/>
                        <a:pt x="85" y="116"/>
                        <a:pt x="85" y="115"/>
                      </a:cubicBezTo>
                      <a:cubicBezTo>
                        <a:pt x="85" y="86"/>
                        <a:pt x="85" y="86"/>
                        <a:pt x="85" y="86"/>
                      </a:cubicBezTo>
                      <a:cubicBezTo>
                        <a:pt x="85" y="85"/>
                        <a:pt x="86" y="84"/>
                        <a:pt x="87" y="84"/>
                      </a:cubicBezTo>
                      <a:close/>
                    </a:path>
                  </a:pathLst>
                </a:custGeom>
                <a:grpFill/>
                <a:ln>
                  <a:noFill/>
                </a:ln>
              </p:spPr>
              <p:txBody>
                <a:bodyPr wrap="square" lIns="91440" tIns="45720" rIns="91440" bIns="45720" anchor="ctr">
                  <a:normAutofit fontScale="85000" lnSpcReduction="20000"/>
                </a:bodyPr>
                <a:lstStyle/>
                <a:p>
                  <a:pPr algn="ctr"/>
                </a:p>
              </p:txBody>
            </p:sp>
          </p:grpSp>
          <p:grpSp>
            <p:nvGrpSpPr>
              <p:cNvPr id="40" name="íşḻîḑé"/>
              <p:cNvGrpSpPr/>
              <p:nvPr/>
            </p:nvGrpSpPr>
            <p:grpSpPr>
              <a:xfrm>
                <a:off x="9648808" y="1941566"/>
                <a:ext cx="454400" cy="454400"/>
                <a:chOff x="9648808" y="1941566"/>
                <a:chExt cx="454400" cy="454400"/>
              </a:xfrm>
              <a:solidFill>
                <a:schemeClr val="bg1">
                  <a:lumMod val="85000"/>
                </a:schemeClr>
              </a:solidFill>
            </p:grpSpPr>
            <p:sp>
              <p:nvSpPr>
                <p:cNvPr id="52" name="îS1îdê"/>
                <p:cNvSpPr/>
                <p:nvPr/>
              </p:nvSpPr>
              <p:spPr bwMode="auto">
                <a:xfrm>
                  <a:off x="9710279" y="2148878"/>
                  <a:ext cx="43391" cy="39775"/>
                </a:xfrm>
                <a:custGeom>
                  <a:avLst/>
                  <a:gdLst>
                    <a:gd name="T0" fmla="*/ 24 w 24"/>
                    <a:gd name="T1" fmla="*/ 0 h 22"/>
                    <a:gd name="T2" fmla="*/ 19 w 24"/>
                    <a:gd name="T3" fmla="*/ 21 h 22"/>
                    <a:gd name="T4" fmla="*/ 18 w 24"/>
                    <a:gd name="T5" fmla="*/ 22 h 22"/>
                    <a:gd name="T6" fmla="*/ 15 w 24"/>
                    <a:gd name="T7" fmla="*/ 22 h 22"/>
                    <a:gd name="T8" fmla="*/ 14 w 24"/>
                    <a:gd name="T9" fmla="*/ 21 h 22"/>
                    <a:gd name="T10" fmla="*/ 12 w 24"/>
                    <a:gd name="T11" fmla="*/ 14 h 22"/>
                    <a:gd name="T12" fmla="*/ 12 w 24"/>
                    <a:gd name="T13" fmla="*/ 14 h 22"/>
                    <a:gd name="T14" fmla="*/ 11 w 24"/>
                    <a:gd name="T15" fmla="*/ 21 h 22"/>
                    <a:gd name="T16" fmla="*/ 10 w 24"/>
                    <a:gd name="T17" fmla="*/ 22 h 22"/>
                    <a:gd name="T18" fmla="*/ 6 w 24"/>
                    <a:gd name="T19" fmla="*/ 22 h 22"/>
                    <a:gd name="T20" fmla="*/ 5 w 24"/>
                    <a:gd name="T21" fmla="*/ 21 h 22"/>
                    <a:gd name="T22" fmla="*/ 0 w 24"/>
                    <a:gd name="T23" fmla="*/ 0 h 22"/>
                    <a:gd name="T24" fmla="*/ 1 w 24"/>
                    <a:gd name="T25" fmla="*/ 0 h 22"/>
                    <a:gd name="T26" fmla="*/ 6 w 24"/>
                    <a:gd name="T27" fmla="*/ 0 h 22"/>
                    <a:gd name="T28" fmla="*/ 6 w 24"/>
                    <a:gd name="T29" fmla="*/ 0 h 22"/>
                    <a:gd name="T30" fmla="*/ 8 w 24"/>
                    <a:gd name="T31" fmla="*/ 13 h 22"/>
                    <a:gd name="T32" fmla="*/ 8 w 24"/>
                    <a:gd name="T33" fmla="*/ 13 h 22"/>
                    <a:gd name="T34" fmla="*/ 10 w 24"/>
                    <a:gd name="T35" fmla="*/ 0 h 22"/>
                    <a:gd name="T36" fmla="*/ 10 w 24"/>
                    <a:gd name="T37" fmla="*/ 0 h 22"/>
                    <a:gd name="T38" fmla="*/ 14 w 24"/>
                    <a:gd name="T39" fmla="*/ 0 h 22"/>
                    <a:gd name="T40" fmla="*/ 15 w 24"/>
                    <a:gd name="T41" fmla="*/ 0 h 22"/>
                    <a:gd name="T42" fmla="*/ 16 w 24"/>
                    <a:gd name="T43" fmla="*/ 13 h 22"/>
                    <a:gd name="T44" fmla="*/ 16 w 24"/>
                    <a:gd name="T45" fmla="*/ 13 h 22"/>
                    <a:gd name="T46" fmla="*/ 18 w 24"/>
                    <a:gd name="T47" fmla="*/ 0 h 22"/>
                    <a:gd name="T48" fmla="*/ 19 w 24"/>
                    <a:gd name="T49" fmla="*/ 0 h 22"/>
                    <a:gd name="T50" fmla="*/ 24 w 24"/>
                    <a:gd name="T51" fmla="*/ 0 h 22"/>
                    <a:gd name="T52" fmla="*/ 24 w 24"/>
                    <a:gd name="T5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 h="22">
                      <a:moveTo>
                        <a:pt x="24" y="0"/>
                      </a:moveTo>
                      <a:cubicBezTo>
                        <a:pt x="19" y="21"/>
                        <a:pt x="19" y="21"/>
                        <a:pt x="19" y="21"/>
                      </a:cubicBezTo>
                      <a:cubicBezTo>
                        <a:pt x="19" y="22"/>
                        <a:pt x="19" y="22"/>
                        <a:pt x="18" y="22"/>
                      </a:cubicBezTo>
                      <a:cubicBezTo>
                        <a:pt x="15" y="22"/>
                        <a:pt x="15" y="22"/>
                        <a:pt x="15" y="22"/>
                      </a:cubicBezTo>
                      <a:cubicBezTo>
                        <a:pt x="14" y="22"/>
                        <a:pt x="14" y="22"/>
                        <a:pt x="14" y="21"/>
                      </a:cubicBezTo>
                      <a:cubicBezTo>
                        <a:pt x="12" y="14"/>
                        <a:pt x="12" y="14"/>
                        <a:pt x="12" y="14"/>
                      </a:cubicBezTo>
                      <a:cubicBezTo>
                        <a:pt x="12" y="14"/>
                        <a:pt x="12" y="14"/>
                        <a:pt x="12" y="14"/>
                      </a:cubicBezTo>
                      <a:cubicBezTo>
                        <a:pt x="11" y="21"/>
                        <a:pt x="11" y="21"/>
                        <a:pt x="11" y="21"/>
                      </a:cubicBezTo>
                      <a:cubicBezTo>
                        <a:pt x="11" y="22"/>
                        <a:pt x="10" y="22"/>
                        <a:pt x="10" y="22"/>
                      </a:cubicBezTo>
                      <a:cubicBezTo>
                        <a:pt x="6" y="22"/>
                        <a:pt x="6" y="22"/>
                        <a:pt x="6" y="22"/>
                      </a:cubicBezTo>
                      <a:cubicBezTo>
                        <a:pt x="6" y="22"/>
                        <a:pt x="5" y="22"/>
                        <a:pt x="5" y="21"/>
                      </a:cubicBezTo>
                      <a:cubicBezTo>
                        <a:pt x="0" y="0"/>
                        <a:pt x="0" y="0"/>
                        <a:pt x="0" y="0"/>
                      </a:cubicBezTo>
                      <a:cubicBezTo>
                        <a:pt x="0" y="0"/>
                        <a:pt x="0" y="0"/>
                        <a:pt x="1" y="0"/>
                      </a:cubicBezTo>
                      <a:cubicBezTo>
                        <a:pt x="6" y="0"/>
                        <a:pt x="6" y="0"/>
                        <a:pt x="6" y="0"/>
                      </a:cubicBezTo>
                      <a:cubicBezTo>
                        <a:pt x="6" y="0"/>
                        <a:pt x="6" y="0"/>
                        <a:pt x="6" y="0"/>
                      </a:cubicBezTo>
                      <a:cubicBezTo>
                        <a:pt x="8" y="13"/>
                        <a:pt x="8" y="13"/>
                        <a:pt x="8" y="13"/>
                      </a:cubicBezTo>
                      <a:cubicBezTo>
                        <a:pt x="8" y="13"/>
                        <a:pt x="8" y="13"/>
                        <a:pt x="8" y="13"/>
                      </a:cubicBezTo>
                      <a:cubicBezTo>
                        <a:pt x="10" y="0"/>
                        <a:pt x="10" y="0"/>
                        <a:pt x="10" y="0"/>
                      </a:cubicBezTo>
                      <a:cubicBezTo>
                        <a:pt x="10" y="0"/>
                        <a:pt x="10" y="0"/>
                        <a:pt x="10" y="0"/>
                      </a:cubicBezTo>
                      <a:cubicBezTo>
                        <a:pt x="14" y="0"/>
                        <a:pt x="14" y="0"/>
                        <a:pt x="14" y="0"/>
                      </a:cubicBezTo>
                      <a:cubicBezTo>
                        <a:pt x="14" y="0"/>
                        <a:pt x="15" y="0"/>
                        <a:pt x="15" y="0"/>
                      </a:cubicBezTo>
                      <a:cubicBezTo>
                        <a:pt x="16" y="13"/>
                        <a:pt x="16" y="13"/>
                        <a:pt x="16" y="13"/>
                      </a:cubicBezTo>
                      <a:cubicBezTo>
                        <a:pt x="16" y="13"/>
                        <a:pt x="16" y="13"/>
                        <a:pt x="16" y="13"/>
                      </a:cubicBezTo>
                      <a:cubicBezTo>
                        <a:pt x="18" y="0"/>
                        <a:pt x="18" y="0"/>
                        <a:pt x="18" y="0"/>
                      </a:cubicBezTo>
                      <a:cubicBezTo>
                        <a:pt x="18" y="0"/>
                        <a:pt x="19" y="0"/>
                        <a:pt x="19" y="0"/>
                      </a:cubicBezTo>
                      <a:cubicBezTo>
                        <a:pt x="24" y="0"/>
                        <a:pt x="24" y="0"/>
                        <a:pt x="24" y="0"/>
                      </a:cubicBezTo>
                      <a:cubicBezTo>
                        <a:pt x="24" y="0"/>
                        <a:pt x="24" y="0"/>
                        <a:pt x="24" y="0"/>
                      </a:cubicBezTo>
                      <a:close/>
                    </a:path>
                  </a:pathLst>
                </a:custGeom>
                <a:grpFill/>
                <a:ln>
                  <a:noFill/>
                </a:ln>
              </p:spPr>
              <p:txBody>
                <a:bodyPr wrap="square" lIns="91440" tIns="45720" rIns="91440" bIns="45720" anchor="ctr">
                  <a:normAutofit fontScale="25000" lnSpcReduction="20000"/>
                </a:bodyPr>
                <a:lstStyle/>
                <a:p>
                  <a:pPr algn="ctr"/>
                </a:p>
              </p:txBody>
            </p:sp>
            <p:sp>
              <p:nvSpPr>
                <p:cNvPr id="53" name="îṧľïḑê"/>
                <p:cNvSpPr/>
                <p:nvPr/>
              </p:nvSpPr>
              <p:spPr bwMode="auto">
                <a:xfrm>
                  <a:off x="10022452" y="2148878"/>
                  <a:ext cx="20491" cy="39775"/>
                </a:xfrm>
                <a:custGeom>
                  <a:avLst/>
                  <a:gdLst>
                    <a:gd name="T0" fmla="*/ 5 w 11"/>
                    <a:gd name="T1" fmla="*/ 4 h 22"/>
                    <a:gd name="T2" fmla="*/ 5 w 11"/>
                    <a:gd name="T3" fmla="*/ 8 h 22"/>
                    <a:gd name="T4" fmla="*/ 10 w 11"/>
                    <a:gd name="T5" fmla="*/ 8 h 22"/>
                    <a:gd name="T6" fmla="*/ 10 w 11"/>
                    <a:gd name="T7" fmla="*/ 9 h 22"/>
                    <a:gd name="T8" fmla="*/ 10 w 11"/>
                    <a:gd name="T9" fmla="*/ 11 h 22"/>
                    <a:gd name="T10" fmla="*/ 10 w 11"/>
                    <a:gd name="T11" fmla="*/ 12 h 22"/>
                    <a:gd name="T12" fmla="*/ 5 w 11"/>
                    <a:gd name="T13" fmla="*/ 12 h 22"/>
                    <a:gd name="T14" fmla="*/ 5 w 11"/>
                    <a:gd name="T15" fmla="*/ 18 h 22"/>
                    <a:gd name="T16" fmla="*/ 10 w 11"/>
                    <a:gd name="T17" fmla="*/ 18 h 22"/>
                    <a:gd name="T18" fmla="*/ 11 w 11"/>
                    <a:gd name="T19" fmla="*/ 19 h 22"/>
                    <a:gd name="T20" fmla="*/ 11 w 11"/>
                    <a:gd name="T21" fmla="*/ 21 h 22"/>
                    <a:gd name="T22" fmla="*/ 10 w 11"/>
                    <a:gd name="T23" fmla="*/ 22 h 22"/>
                    <a:gd name="T24" fmla="*/ 1 w 11"/>
                    <a:gd name="T25" fmla="*/ 22 h 22"/>
                    <a:gd name="T26" fmla="*/ 0 w 11"/>
                    <a:gd name="T27" fmla="*/ 21 h 22"/>
                    <a:gd name="T28" fmla="*/ 0 w 11"/>
                    <a:gd name="T29" fmla="*/ 0 h 22"/>
                    <a:gd name="T30" fmla="*/ 1 w 11"/>
                    <a:gd name="T31" fmla="*/ 0 h 22"/>
                    <a:gd name="T32" fmla="*/ 10 w 11"/>
                    <a:gd name="T33" fmla="*/ 0 h 22"/>
                    <a:gd name="T34" fmla="*/ 11 w 11"/>
                    <a:gd name="T35" fmla="*/ 0 h 22"/>
                    <a:gd name="T36" fmla="*/ 11 w 11"/>
                    <a:gd name="T37" fmla="*/ 3 h 22"/>
                    <a:gd name="T38" fmla="*/ 10 w 11"/>
                    <a:gd name="T39" fmla="*/ 4 h 22"/>
                    <a:gd name="T40" fmla="*/ 5 w 11"/>
                    <a:gd name="T41"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22">
                      <a:moveTo>
                        <a:pt x="5" y="4"/>
                      </a:moveTo>
                      <a:cubicBezTo>
                        <a:pt x="5" y="8"/>
                        <a:pt x="5" y="8"/>
                        <a:pt x="5" y="8"/>
                      </a:cubicBezTo>
                      <a:cubicBezTo>
                        <a:pt x="10" y="8"/>
                        <a:pt x="10" y="8"/>
                        <a:pt x="10" y="8"/>
                      </a:cubicBezTo>
                      <a:cubicBezTo>
                        <a:pt x="10" y="8"/>
                        <a:pt x="10" y="8"/>
                        <a:pt x="10" y="9"/>
                      </a:cubicBezTo>
                      <a:cubicBezTo>
                        <a:pt x="10" y="11"/>
                        <a:pt x="10" y="11"/>
                        <a:pt x="10" y="11"/>
                      </a:cubicBezTo>
                      <a:cubicBezTo>
                        <a:pt x="10" y="12"/>
                        <a:pt x="10" y="12"/>
                        <a:pt x="10" y="12"/>
                      </a:cubicBezTo>
                      <a:cubicBezTo>
                        <a:pt x="5" y="12"/>
                        <a:pt x="5" y="12"/>
                        <a:pt x="5" y="12"/>
                      </a:cubicBezTo>
                      <a:cubicBezTo>
                        <a:pt x="5" y="18"/>
                        <a:pt x="5" y="18"/>
                        <a:pt x="5" y="18"/>
                      </a:cubicBezTo>
                      <a:cubicBezTo>
                        <a:pt x="10" y="18"/>
                        <a:pt x="10" y="18"/>
                        <a:pt x="10" y="18"/>
                      </a:cubicBezTo>
                      <a:cubicBezTo>
                        <a:pt x="11" y="18"/>
                        <a:pt x="11" y="18"/>
                        <a:pt x="11" y="19"/>
                      </a:cubicBezTo>
                      <a:cubicBezTo>
                        <a:pt x="11" y="21"/>
                        <a:pt x="11" y="21"/>
                        <a:pt x="11" y="21"/>
                      </a:cubicBezTo>
                      <a:cubicBezTo>
                        <a:pt x="11" y="22"/>
                        <a:pt x="11" y="22"/>
                        <a:pt x="10" y="22"/>
                      </a:cubicBezTo>
                      <a:cubicBezTo>
                        <a:pt x="1" y="22"/>
                        <a:pt x="1" y="22"/>
                        <a:pt x="1" y="22"/>
                      </a:cubicBezTo>
                      <a:cubicBezTo>
                        <a:pt x="0" y="22"/>
                        <a:pt x="0" y="22"/>
                        <a:pt x="0" y="21"/>
                      </a:cubicBezTo>
                      <a:cubicBezTo>
                        <a:pt x="0" y="0"/>
                        <a:pt x="0" y="0"/>
                        <a:pt x="0" y="0"/>
                      </a:cubicBezTo>
                      <a:cubicBezTo>
                        <a:pt x="0" y="0"/>
                        <a:pt x="0" y="0"/>
                        <a:pt x="1" y="0"/>
                      </a:cubicBezTo>
                      <a:cubicBezTo>
                        <a:pt x="10" y="0"/>
                        <a:pt x="10" y="0"/>
                        <a:pt x="10" y="0"/>
                      </a:cubicBezTo>
                      <a:cubicBezTo>
                        <a:pt x="11" y="0"/>
                        <a:pt x="11" y="0"/>
                        <a:pt x="11" y="0"/>
                      </a:cubicBezTo>
                      <a:cubicBezTo>
                        <a:pt x="11" y="3"/>
                        <a:pt x="11" y="3"/>
                        <a:pt x="11" y="3"/>
                      </a:cubicBezTo>
                      <a:cubicBezTo>
                        <a:pt x="11" y="3"/>
                        <a:pt x="11" y="4"/>
                        <a:pt x="10" y="4"/>
                      </a:cubicBezTo>
                      <a:lnTo>
                        <a:pt x="5" y="4"/>
                      </a:lnTo>
                      <a:close/>
                    </a:path>
                  </a:pathLst>
                </a:custGeom>
                <a:grpFill/>
                <a:ln>
                  <a:noFill/>
                </a:ln>
              </p:spPr>
              <p:txBody>
                <a:bodyPr wrap="square" lIns="91440" tIns="45720" rIns="91440" bIns="45720" anchor="ctr">
                  <a:normAutofit fontScale="25000" lnSpcReduction="20000"/>
                </a:bodyPr>
                <a:lstStyle/>
                <a:p>
                  <a:pPr algn="ctr"/>
                </a:p>
              </p:txBody>
            </p:sp>
            <p:sp>
              <p:nvSpPr>
                <p:cNvPr id="54" name="ïšlíďè"/>
                <p:cNvSpPr/>
                <p:nvPr/>
              </p:nvSpPr>
              <p:spPr bwMode="auto">
                <a:xfrm>
                  <a:off x="9863352" y="1997010"/>
                  <a:ext cx="25312" cy="38570"/>
                </a:xfrm>
                <a:custGeom>
                  <a:avLst/>
                  <a:gdLst>
                    <a:gd name="T0" fmla="*/ 14 w 14"/>
                    <a:gd name="T1" fmla="*/ 0 h 21"/>
                    <a:gd name="T2" fmla="*/ 14 w 14"/>
                    <a:gd name="T3" fmla="*/ 21 h 21"/>
                    <a:gd name="T4" fmla="*/ 13 w 14"/>
                    <a:gd name="T5" fmla="*/ 21 h 21"/>
                    <a:gd name="T6" fmla="*/ 11 w 14"/>
                    <a:gd name="T7" fmla="*/ 21 h 21"/>
                    <a:gd name="T8" fmla="*/ 10 w 14"/>
                    <a:gd name="T9" fmla="*/ 21 h 21"/>
                    <a:gd name="T10" fmla="*/ 10 w 14"/>
                    <a:gd name="T11" fmla="*/ 21 h 21"/>
                    <a:gd name="T12" fmla="*/ 5 w 14"/>
                    <a:gd name="T13" fmla="*/ 11 h 21"/>
                    <a:gd name="T14" fmla="*/ 5 w 14"/>
                    <a:gd name="T15" fmla="*/ 21 h 21"/>
                    <a:gd name="T16" fmla="*/ 5 w 14"/>
                    <a:gd name="T17" fmla="*/ 21 h 21"/>
                    <a:gd name="T18" fmla="*/ 1 w 14"/>
                    <a:gd name="T19" fmla="*/ 21 h 21"/>
                    <a:gd name="T20" fmla="*/ 0 w 14"/>
                    <a:gd name="T21" fmla="*/ 21 h 21"/>
                    <a:gd name="T22" fmla="*/ 0 w 14"/>
                    <a:gd name="T23" fmla="*/ 0 h 21"/>
                    <a:gd name="T24" fmla="*/ 1 w 14"/>
                    <a:gd name="T25" fmla="*/ 0 h 21"/>
                    <a:gd name="T26" fmla="*/ 4 w 14"/>
                    <a:gd name="T27" fmla="*/ 0 h 21"/>
                    <a:gd name="T28" fmla="*/ 4 w 14"/>
                    <a:gd name="T29" fmla="*/ 0 h 21"/>
                    <a:gd name="T30" fmla="*/ 4 w 14"/>
                    <a:gd name="T31" fmla="*/ 0 h 21"/>
                    <a:gd name="T32" fmla="*/ 9 w 14"/>
                    <a:gd name="T33" fmla="*/ 10 h 21"/>
                    <a:gd name="T34" fmla="*/ 9 w 14"/>
                    <a:gd name="T35" fmla="*/ 0 h 21"/>
                    <a:gd name="T36" fmla="*/ 10 w 14"/>
                    <a:gd name="T37" fmla="*/ 0 h 21"/>
                    <a:gd name="T38" fmla="*/ 13 w 14"/>
                    <a:gd name="T39" fmla="*/ 0 h 21"/>
                    <a:gd name="T40" fmla="*/ 14 w 14"/>
                    <a:gd name="T4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 h="21">
                      <a:moveTo>
                        <a:pt x="14" y="0"/>
                      </a:moveTo>
                      <a:cubicBezTo>
                        <a:pt x="14" y="21"/>
                        <a:pt x="14" y="21"/>
                        <a:pt x="14" y="21"/>
                      </a:cubicBezTo>
                      <a:cubicBezTo>
                        <a:pt x="14" y="21"/>
                        <a:pt x="14" y="21"/>
                        <a:pt x="13" y="21"/>
                      </a:cubicBezTo>
                      <a:cubicBezTo>
                        <a:pt x="11" y="21"/>
                        <a:pt x="11" y="21"/>
                        <a:pt x="11" y="21"/>
                      </a:cubicBezTo>
                      <a:cubicBezTo>
                        <a:pt x="10" y="21"/>
                        <a:pt x="10" y="21"/>
                        <a:pt x="10" y="21"/>
                      </a:cubicBezTo>
                      <a:cubicBezTo>
                        <a:pt x="10" y="21"/>
                        <a:pt x="10" y="21"/>
                        <a:pt x="10" y="21"/>
                      </a:cubicBezTo>
                      <a:cubicBezTo>
                        <a:pt x="5" y="11"/>
                        <a:pt x="5" y="11"/>
                        <a:pt x="5" y="11"/>
                      </a:cubicBezTo>
                      <a:cubicBezTo>
                        <a:pt x="5" y="21"/>
                        <a:pt x="5" y="21"/>
                        <a:pt x="5" y="21"/>
                      </a:cubicBezTo>
                      <a:cubicBezTo>
                        <a:pt x="5" y="21"/>
                        <a:pt x="5" y="21"/>
                        <a:pt x="5" y="21"/>
                      </a:cubicBezTo>
                      <a:cubicBezTo>
                        <a:pt x="1" y="21"/>
                        <a:pt x="1" y="21"/>
                        <a:pt x="1" y="21"/>
                      </a:cubicBezTo>
                      <a:cubicBezTo>
                        <a:pt x="0" y="21"/>
                        <a:pt x="0" y="21"/>
                        <a:pt x="0" y="21"/>
                      </a:cubicBezTo>
                      <a:cubicBezTo>
                        <a:pt x="0" y="0"/>
                        <a:pt x="0" y="0"/>
                        <a:pt x="0" y="0"/>
                      </a:cubicBezTo>
                      <a:cubicBezTo>
                        <a:pt x="0" y="0"/>
                        <a:pt x="0" y="0"/>
                        <a:pt x="1" y="0"/>
                      </a:cubicBezTo>
                      <a:cubicBezTo>
                        <a:pt x="4" y="0"/>
                        <a:pt x="4" y="0"/>
                        <a:pt x="4" y="0"/>
                      </a:cubicBezTo>
                      <a:cubicBezTo>
                        <a:pt x="4" y="0"/>
                        <a:pt x="4" y="0"/>
                        <a:pt x="4" y="0"/>
                      </a:cubicBezTo>
                      <a:cubicBezTo>
                        <a:pt x="4" y="0"/>
                        <a:pt x="4" y="0"/>
                        <a:pt x="4" y="0"/>
                      </a:cubicBezTo>
                      <a:cubicBezTo>
                        <a:pt x="9" y="10"/>
                        <a:pt x="9" y="10"/>
                        <a:pt x="9" y="10"/>
                      </a:cubicBezTo>
                      <a:cubicBezTo>
                        <a:pt x="9" y="0"/>
                        <a:pt x="9" y="0"/>
                        <a:pt x="9" y="0"/>
                      </a:cubicBezTo>
                      <a:cubicBezTo>
                        <a:pt x="9" y="0"/>
                        <a:pt x="9" y="0"/>
                        <a:pt x="10" y="0"/>
                      </a:cubicBezTo>
                      <a:cubicBezTo>
                        <a:pt x="13" y="0"/>
                        <a:pt x="13" y="0"/>
                        <a:pt x="13" y="0"/>
                      </a:cubicBezTo>
                      <a:cubicBezTo>
                        <a:pt x="14" y="0"/>
                        <a:pt x="14" y="0"/>
                        <a:pt x="14" y="0"/>
                      </a:cubicBezTo>
                      <a:close/>
                    </a:path>
                  </a:pathLst>
                </a:custGeom>
                <a:grpFill/>
                <a:ln>
                  <a:noFill/>
                </a:ln>
              </p:spPr>
              <p:txBody>
                <a:bodyPr wrap="square" lIns="91440" tIns="45720" rIns="91440" bIns="45720" anchor="ctr">
                  <a:normAutofit fontScale="25000" lnSpcReduction="20000"/>
                </a:bodyPr>
                <a:lstStyle/>
                <a:p>
                  <a:pPr algn="ctr"/>
                </a:p>
              </p:txBody>
            </p:sp>
            <p:sp>
              <p:nvSpPr>
                <p:cNvPr id="55" name="îṥľiḑè"/>
                <p:cNvSpPr/>
                <p:nvPr/>
              </p:nvSpPr>
              <p:spPr bwMode="auto">
                <a:xfrm>
                  <a:off x="9864558" y="2299541"/>
                  <a:ext cx="22901" cy="40980"/>
                </a:xfrm>
                <a:custGeom>
                  <a:avLst/>
                  <a:gdLst>
                    <a:gd name="T0" fmla="*/ 7 w 12"/>
                    <a:gd name="T1" fmla="*/ 6 h 22"/>
                    <a:gd name="T2" fmla="*/ 7 w 12"/>
                    <a:gd name="T3" fmla="*/ 4 h 22"/>
                    <a:gd name="T4" fmla="*/ 7 w 12"/>
                    <a:gd name="T5" fmla="*/ 3 h 22"/>
                    <a:gd name="T6" fmla="*/ 6 w 12"/>
                    <a:gd name="T7" fmla="*/ 3 h 22"/>
                    <a:gd name="T8" fmla="*/ 6 w 12"/>
                    <a:gd name="T9" fmla="*/ 3 h 22"/>
                    <a:gd name="T10" fmla="*/ 5 w 12"/>
                    <a:gd name="T11" fmla="*/ 3 h 22"/>
                    <a:gd name="T12" fmla="*/ 5 w 12"/>
                    <a:gd name="T13" fmla="*/ 4 h 22"/>
                    <a:gd name="T14" fmla="*/ 5 w 12"/>
                    <a:gd name="T15" fmla="*/ 7 h 22"/>
                    <a:gd name="T16" fmla="*/ 5 w 12"/>
                    <a:gd name="T17" fmla="*/ 7 h 22"/>
                    <a:gd name="T18" fmla="*/ 6 w 12"/>
                    <a:gd name="T19" fmla="*/ 8 h 22"/>
                    <a:gd name="T20" fmla="*/ 11 w 12"/>
                    <a:gd name="T21" fmla="*/ 11 h 22"/>
                    <a:gd name="T22" fmla="*/ 12 w 12"/>
                    <a:gd name="T23" fmla="*/ 12 h 22"/>
                    <a:gd name="T24" fmla="*/ 12 w 12"/>
                    <a:gd name="T25" fmla="*/ 13 h 22"/>
                    <a:gd name="T26" fmla="*/ 12 w 12"/>
                    <a:gd name="T27" fmla="*/ 18 h 22"/>
                    <a:gd name="T28" fmla="*/ 12 w 12"/>
                    <a:gd name="T29" fmla="*/ 20 h 22"/>
                    <a:gd name="T30" fmla="*/ 11 w 12"/>
                    <a:gd name="T31" fmla="*/ 21 h 22"/>
                    <a:gd name="T32" fmla="*/ 9 w 12"/>
                    <a:gd name="T33" fmla="*/ 22 h 22"/>
                    <a:gd name="T34" fmla="*/ 7 w 12"/>
                    <a:gd name="T35" fmla="*/ 22 h 22"/>
                    <a:gd name="T36" fmla="*/ 5 w 12"/>
                    <a:gd name="T37" fmla="*/ 22 h 22"/>
                    <a:gd name="T38" fmla="*/ 3 w 12"/>
                    <a:gd name="T39" fmla="*/ 22 h 22"/>
                    <a:gd name="T40" fmla="*/ 1 w 12"/>
                    <a:gd name="T41" fmla="*/ 21 h 22"/>
                    <a:gd name="T42" fmla="*/ 0 w 12"/>
                    <a:gd name="T43" fmla="*/ 20 h 22"/>
                    <a:gd name="T44" fmla="*/ 0 w 12"/>
                    <a:gd name="T45" fmla="*/ 18 h 22"/>
                    <a:gd name="T46" fmla="*/ 0 w 12"/>
                    <a:gd name="T47" fmla="*/ 15 h 22"/>
                    <a:gd name="T48" fmla="*/ 0 w 12"/>
                    <a:gd name="T49" fmla="*/ 15 h 22"/>
                    <a:gd name="T50" fmla="*/ 4 w 12"/>
                    <a:gd name="T51" fmla="*/ 14 h 22"/>
                    <a:gd name="T52" fmla="*/ 5 w 12"/>
                    <a:gd name="T53" fmla="*/ 14 h 22"/>
                    <a:gd name="T54" fmla="*/ 5 w 12"/>
                    <a:gd name="T55" fmla="*/ 18 h 22"/>
                    <a:gd name="T56" fmla="*/ 5 w 12"/>
                    <a:gd name="T57" fmla="*/ 19 h 22"/>
                    <a:gd name="T58" fmla="*/ 6 w 12"/>
                    <a:gd name="T59" fmla="*/ 19 h 22"/>
                    <a:gd name="T60" fmla="*/ 6 w 12"/>
                    <a:gd name="T61" fmla="*/ 19 h 22"/>
                    <a:gd name="T62" fmla="*/ 7 w 12"/>
                    <a:gd name="T63" fmla="*/ 19 h 22"/>
                    <a:gd name="T64" fmla="*/ 7 w 12"/>
                    <a:gd name="T65" fmla="*/ 18 h 22"/>
                    <a:gd name="T66" fmla="*/ 7 w 12"/>
                    <a:gd name="T67" fmla="*/ 14 h 22"/>
                    <a:gd name="T68" fmla="*/ 7 w 12"/>
                    <a:gd name="T69" fmla="*/ 13 h 22"/>
                    <a:gd name="T70" fmla="*/ 7 w 12"/>
                    <a:gd name="T71" fmla="*/ 13 h 22"/>
                    <a:gd name="T72" fmla="*/ 1 w 12"/>
                    <a:gd name="T73" fmla="*/ 10 h 22"/>
                    <a:gd name="T74" fmla="*/ 0 w 12"/>
                    <a:gd name="T75" fmla="*/ 9 h 22"/>
                    <a:gd name="T76" fmla="*/ 0 w 12"/>
                    <a:gd name="T77" fmla="*/ 8 h 22"/>
                    <a:gd name="T78" fmla="*/ 0 w 12"/>
                    <a:gd name="T79" fmla="*/ 4 h 22"/>
                    <a:gd name="T80" fmla="*/ 0 w 12"/>
                    <a:gd name="T81" fmla="*/ 2 h 22"/>
                    <a:gd name="T82" fmla="*/ 1 w 12"/>
                    <a:gd name="T83" fmla="*/ 1 h 22"/>
                    <a:gd name="T84" fmla="*/ 3 w 12"/>
                    <a:gd name="T85" fmla="*/ 0 h 22"/>
                    <a:gd name="T86" fmla="*/ 5 w 12"/>
                    <a:gd name="T87" fmla="*/ 0 h 22"/>
                    <a:gd name="T88" fmla="*/ 7 w 12"/>
                    <a:gd name="T89" fmla="*/ 0 h 22"/>
                    <a:gd name="T90" fmla="*/ 9 w 12"/>
                    <a:gd name="T91" fmla="*/ 0 h 22"/>
                    <a:gd name="T92" fmla="*/ 11 w 12"/>
                    <a:gd name="T93" fmla="*/ 1 h 22"/>
                    <a:gd name="T94" fmla="*/ 12 w 12"/>
                    <a:gd name="T95" fmla="*/ 2 h 22"/>
                    <a:gd name="T96" fmla="*/ 12 w 12"/>
                    <a:gd name="T97" fmla="*/ 4 h 22"/>
                    <a:gd name="T98" fmla="*/ 12 w 12"/>
                    <a:gd name="T99" fmla="*/ 5 h 22"/>
                    <a:gd name="T100" fmla="*/ 12 w 12"/>
                    <a:gd name="T101" fmla="*/ 6 h 22"/>
                    <a:gd name="T102" fmla="*/ 8 w 12"/>
                    <a:gd name="T103" fmla="*/ 6 h 22"/>
                    <a:gd name="T104" fmla="*/ 7 w 12"/>
                    <a:gd name="T10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 h="22">
                      <a:moveTo>
                        <a:pt x="7" y="6"/>
                      </a:moveTo>
                      <a:cubicBezTo>
                        <a:pt x="7" y="4"/>
                        <a:pt x="7" y="4"/>
                        <a:pt x="7" y="4"/>
                      </a:cubicBezTo>
                      <a:cubicBezTo>
                        <a:pt x="7" y="4"/>
                        <a:pt x="7" y="4"/>
                        <a:pt x="7" y="3"/>
                      </a:cubicBezTo>
                      <a:cubicBezTo>
                        <a:pt x="7" y="3"/>
                        <a:pt x="6" y="3"/>
                        <a:pt x="6" y="3"/>
                      </a:cubicBezTo>
                      <a:cubicBezTo>
                        <a:pt x="6" y="3"/>
                        <a:pt x="6" y="3"/>
                        <a:pt x="6" y="3"/>
                      </a:cubicBezTo>
                      <a:cubicBezTo>
                        <a:pt x="6" y="3"/>
                        <a:pt x="5" y="3"/>
                        <a:pt x="5" y="3"/>
                      </a:cubicBezTo>
                      <a:cubicBezTo>
                        <a:pt x="5" y="4"/>
                        <a:pt x="5" y="4"/>
                        <a:pt x="5" y="4"/>
                      </a:cubicBezTo>
                      <a:cubicBezTo>
                        <a:pt x="5" y="7"/>
                        <a:pt x="5" y="7"/>
                        <a:pt x="5" y="7"/>
                      </a:cubicBezTo>
                      <a:cubicBezTo>
                        <a:pt x="5" y="7"/>
                        <a:pt x="5" y="7"/>
                        <a:pt x="5" y="7"/>
                      </a:cubicBezTo>
                      <a:cubicBezTo>
                        <a:pt x="5" y="8"/>
                        <a:pt x="5" y="8"/>
                        <a:pt x="6" y="8"/>
                      </a:cubicBezTo>
                      <a:cubicBezTo>
                        <a:pt x="11" y="11"/>
                        <a:pt x="11" y="11"/>
                        <a:pt x="11" y="11"/>
                      </a:cubicBezTo>
                      <a:cubicBezTo>
                        <a:pt x="12" y="11"/>
                        <a:pt x="12" y="12"/>
                        <a:pt x="12" y="12"/>
                      </a:cubicBezTo>
                      <a:cubicBezTo>
                        <a:pt x="12" y="12"/>
                        <a:pt x="12" y="13"/>
                        <a:pt x="12" y="13"/>
                      </a:cubicBezTo>
                      <a:cubicBezTo>
                        <a:pt x="12" y="18"/>
                        <a:pt x="12" y="18"/>
                        <a:pt x="12" y="18"/>
                      </a:cubicBezTo>
                      <a:cubicBezTo>
                        <a:pt x="12" y="19"/>
                        <a:pt x="12" y="19"/>
                        <a:pt x="12" y="20"/>
                      </a:cubicBezTo>
                      <a:cubicBezTo>
                        <a:pt x="12" y="20"/>
                        <a:pt x="11" y="21"/>
                        <a:pt x="11" y="21"/>
                      </a:cubicBezTo>
                      <a:cubicBezTo>
                        <a:pt x="10" y="21"/>
                        <a:pt x="10" y="22"/>
                        <a:pt x="9" y="22"/>
                      </a:cubicBezTo>
                      <a:cubicBezTo>
                        <a:pt x="8" y="22"/>
                        <a:pt x="8" y="22"/>
                        <a:pt x="7" y="22"/>
                      </a:cubicBezTo>
                      <a:cubicBezTo>
                        <a:pt x="5" y="22"/>
                        <a:pt x="5" y="22"/>
                        <a:pt x="5" y="22"/>
                      </a:cubicBezTo>
                      <a:cubicBezTo>
                        <a:pt x="4" y="22"/>
                        <a:pt x="4" y="22"/>
                        <a:pt x="3" y="22"/>
                      </a:cubicBezTo>
                      <a:cubicBezTo>
                        <a:pt x="2" y="22"/>
                        <a:pt x="2" y="21"/>
                        <a:pt x="1" y="21"/>
                      </a:cubicBezTo>
                      <a:cubicBezTo>
                        <a:pt x="1" y="21"/>
                        <a:pt x="0" y="20"/>
                        <a:pt x="0" y="20"/>
                      </a:cubicBezTo>
                      <a:cubicBezTo>
                        <a:pt x="0" y="19"/>
                        <a:pt x="0" y="19"/>
                        <a:pt x="0" y="18"/>
                      </a:cubicBezTo>
                      <a:cubicBezTo>
                        <a:pt x="0" y="15"/>
                        <a:pt x="0" y="15"/>
                        <a:pt x="0" y="15"/>
                      </a:cubicBezTo>
                      <a:cubicBezTo>
                        <a:pt x="0" y="15"/>
                        <a:pt x="0" y="15"/>
                        <a:pt x="0" y="15"/>
                      </a:cubicBezTo>
                      <a:cubicBezTo>
                        <a:pt x="4" y="14"/>
                        <a:pt x="4" y="14"/>
                        <a:pt x="4" y="14"/>
                      </a:cubicBezTo>
                      <a:cubicBezTo>
                        <a:pt x="5" y="14"/>
                        <a:pt x="5" y="14"/>
                        <a:pt x="5" y="14"/>
                      </a:cubicBezTo>
                      <a:cubicBezTo>
                        <a:pt x="5" y="18"/>
                        <a:pt x="5" y="18"/>
                        <a:pt x="5" y="18"/>
                      </a:cubicBezTo>
                      <a:cubicBezTo>
                        <a:pt x="5" y="18"/>
                        <a:pt x="5" y="18"/>
                        <a:pt x="5" y="19"/>
                      </a:cubicBezTo>
                      <a:cubicBezTo>
                        <a:pt x="5" y="19"/>
                        <a:pt x="6" y="19"/>
                        <a:pt x="6" y="19"/>
                      </a:cubicBezTo>
                      <a:cubicBezTo>
                        <a:pt x="6" y="19"/>
                        <a:pt x="6" y="19"/>
                        <a:pt x="6" y="19"/>
                      </a:cubicBezTo>
                      <a:cubicBezTo>
                        <a:pt x="6" y="19"/>
                        <a:pt x="7" y="19"/>
                        <a:pt x="7" y="19"/>
                      </a:cubicBezTo>
                      <a:cubicBezTo>
                        <a:pt x="7" y="18"/>
                        <a:pt x="7" y="18"/>
                        <a:pt x="7" y="18"/>
                      </a:cubicBezTo>
                      <a:cubicBezTo>
                        <a:pt x="7" y="14"/>
                        <a:pt x="7" y="14"/>
                        <a:pt x="7" y="14"/>
                      </a:cubicBezTo>
                      <a:cubicBezTo>
                        <a:pt x="7" y="14"/>
                        <a:pt x="7" y="13"/>
                        <a:pt x="7" y="13"/>
                      </a:cubicBezTo>
                      <a:cubicBezTo>
                        <a:pt x="7" y="13"/>
                        <a:pt x="7" y="13"/>
                        <a:pt x="7" y="13"/>
                      </a:cubicBezTo>
                      <a:cubicBezTo>
                        <a:pt x="1" y="10"/>
                        <a:pt x="1" y="10"/>
                        <a:pt x="1" y="10"/>
                      </a:cubicBezTo>
                      <a:cubicBezTo>
                        <a:pt x="0" y="9"/>
                        <a:pt x="0" y="9"/>
                        <a:pt x="0" y="9"/>
                      </a:cubicBezTo>
                      <a:cubicBezTo>
                        <a:pt x="0" y="8"/>
                        <a:pt x="0" y="8"/>
                        <a:pt x="0" y="8"/>
                      </a:cubicBezTo>
                      <a:cubicBezTo>
                        <a:pt x="0" y="4"/>
                        <a:pt x="0" y="4"/>
                        <a:pt x="0" y="4"/>
                      </a:cubicBezTo>
                      <a:cubicBezTo>
                        <a:pt x="0" y="3"/>
                        <a:pt x="0" y="3"/>
                        <a:pt x="0" y="2"/>
                      </a:cubicBezTo>
                      <a:cubicBezTo>
                        <a:pt x="0" y="2"/>
                        <a:pt x="1" y="1"/>
                        <a:pt x="1" y="1"/>
                      </a:cubicBezTo>
                      <a:cubicBezTo>
                        <a:pt x="2" y="1"/>
                        <a:pt x="2" y="0"/>
                        <a:pt x="3" y="0"/>
                      </a:cubicBezTo>
                      <a:cubicBezTo>
                        <a:pt x="4" y="0"/>
                        <a:pt x="4" y="0"/>
                        <a:pt x="5" y="0"/>
                      </a:cubicBezTo>
                      <a:cubicBezTo>
                        <a:pt x="7" y="0"/>
                        <a:pt x="7" y="0"/>
                        <a:pt x="7" y="0"/>
                      </a:cubicBezTo>
                      <a:cubicBezTo>
                        <a:pt x="8" y="0"/>
                        <a:pt x="8" y="0"/>
                        <a:pt x="9" y="0"/>
                      </a:cubicBezTo>
                      <a:cubicBezTo>
                        <a:pt x="10" y="0"/>
                        <a:pt x="10" y="1"/>
                        <a:pt x="11" y="1"/>
                      </a:cubicBezTo>
                      <a:cubicBezTo>
                        <a:pt x="11" y="1"/>
                        <a:pt x="12" y="2"/>
                        <a:pt x="12" y="2"/>
                      </a:cubicBezTo>
                      <a:cubicBezTo>
                        <a:pt x="12" y="3"/>
                        <a:pt x="12" y="3"/>
                        <a:pt x="12" y="4"/>
                      </a:cubicBezTo>
                      <a:cubicBezTo>
                        <a:pt x="12" y="5"/>
                        <a:pt x="12" y="5"/>
                        <a:pt x="12" y="5"/>
                      </a:cubicBezTo>
                      <a:cubicBezTo>
                        <a:pt x="12" y="5"/>
                        <a:pt x="12" y="5"/>
                        <a:pt x="12" y="6"/>
                      </a:cubicBezTo>
                      <a:cubicBezTo>
                        <a:pt x="8" y="6"/>
                        <a:pt x="8" y="6"/>
                        <a:pt x="8" y="6"/>
                      </a:cubicBezTo>
                      <a:cubicBezTo>
                        <a:pt x="7" y="6"/>
                        <a:pt x="7" y="6"/>
                        <a:pt x="7" y="6"/>
                      </a:cubicBezTo>
                      <a:close/>
                    </a:path>
                  </a:pathLst>
                </a:custGeom>
                <a:grpFill/>
                <a:ln>
                  <a:noFill/>
                </a:ln>
              </p:spPr>
              <p:txBody>
                <a:bodyPr wrap="square" lIns="91440" tIns="45720" rIns="91440" bIns="45720" anchor="ctr">
                  <a:normAutofit fontScale="25000" lnSpcReduction="20000"/>
                </a:bodyPr>
                <a:lstStyle/>
                <a:p>
                  <a:pPr algn="ctr"/>
                </a:p>
              </p:txBody>
            </p:sp>
            <p:sp>
              <p:nvSpPr>
                <p:cNvPr id="56" name="î$ľîdé"/>
                <p:cNvSpPr/>
                <p:nvPr/>
              </p:nvSpPr>
              <p:spPr bwMode="auto">
                <a:xfrm>
                  <a:off x="9648808" y="1941566"/>
                  <a:ext cx="454400" cy="454400"/>
                </a:xfrm>
                <a:custGeom>
                  <a:avLst/>
                  <a:gdLst>
                    <a:gd name="T0" fmla="*/ 123 w 246"/>
                    <a:gd name="T1" fmla="*/ 0 h 246"/>
                    <a:gd name="T2" fmla="*/ 0 w 246"/>
                    <a:gd name="T3" fmla="*/ 123 h 246"/>
                    <a:gd name="T4" fmla="*/ 123 w 246"/>
                    <a:gd name="T5" fmla="*/ 246 h 246"/>
                    <a:gd name="T6" fmla="*/ 246 w 246"/>
                    <a:gd name="T7" fmla="*/ 123 h 246"/>
                    <a:gd name="T8" fmla="*/ 123 w 246"/>
                    <a:gd name="T9" fmla="*/ 0 h 246"/>
                    <a:gd name="T10" fmla="*/ 123 w 246"/>
                    <a:gd name="T11" fmla="*/ 228 h 246"/>
                    <a:gd name="T12" fmla="*/ 123 w 246"/>
                    <a:gd name="T13" fmla="*/ 228 h 246"/>
                    <a:gd name="T14" fmla="*/ 18 w 246"/>
                    <a:gd name="T15" fmla="*/ 123 h 246"/>
                    <a:gd name="T16" fmla="*/ 123 w 246"/>
                    <a:gd name="T17" fmla="*/ 18 h 246"/>
                    <a:gd name="T18" fmla="*/ 228 w 246"/>
                    <a:gd name="T19" fmla="*/ 123 h 246"/>
                    <a:gd name="T20" fmla="*/ 123 w 246"/>
                    <a:gd name="T21" fmla="*/ 22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6" h="246">
                      <a:moveTo>
                        <a:pt x="123" y="0"/>
                      </a:moveTo>
                      <a:cubicBezTo>
                        <a:pt x="55" y="0"/>
                        <a:pt x="0" y="55"/>
                        <a:pt x="0" y="123"/>
                      </a:cubicBezTo>
                      <a:cubicBezTo>
                        <a:pt x="0" y="191"/>
                        <a:pt x="55" y="246"/>
                        <a:pt x="123" y="246"/>
                      </a:cubicBezTo>
                      <a:cubicBezTo>
                        <a:pt x="191" y="246"/>
                        <a:pt x="246" y="191"/>
                        <a:pt x="246" y="123"/>
                      </a:cubicBezTo>
                      <a:cubicBezTo>
                        <a:pt x="246" y="55"/>
                        <a:pt x="191" y="0"/>
                        <a:pt x="123" y="0"/>
                      </a:cubicBezTo>
                      <a:close/>
                      <a:moveTo>
                        <a:pt x="123" y="228"/>
                      </a:moveTo>
                      <a:cubicBezTo>
                        <a:pt x="123" y="228"/>
                        <a:pt x="123" y="228"/>
                        <a:pt x="123" y="228"/>
                      </a:cubicBezTo>
                      <a:cubicBezTo>
                        <a:pt x="65" y="228"/>
                        <a:pt x="18" y="181"/>
                        <a:pt x="18" y="123"/>
                      </a:cubicBezTo>
                      <a:cubicBezTo>
                        <a:pt x="18" y="65"/>
                        <a:pt x="65" y="18"/>
                        <a:pt x="123" y="18"/>
                      </a:cubicBezTo>
                      <a:cubicBezTo>
                        <a:pt x="181" y="18"/>
                        <a:pt x="228" y="65"/>
                        <a:pt x="228" y="123"/>
                      </a:cubicBezTo>
                      <a:cubicBezTo>
                        <a:pt x="228" y="181"/>
                        <a:pt x="181" y="228"/>
                        <a:pt x="123" y="228"/>
                      </a:cubicBezTo>
                      <a:close/>
                    </a:path>
                  </a:pathLst>
                </a:custGeom>
                <a:grpFill/>
                <a:ln>
                  <a:noFill/>
                </a:ln>
              </p:spPr>
              <p:txBody>
                <a:bodyPr wrap="square" lIns="91440" tIns="45720" rIns="91440" bIns="45720" anchor="ctr">
                  <a:normAutofit/>
                </a:bodyPr>
                <a:lstStyle/>
                <a:p>
                  <a:pPr algn="ctr"/>
                </a:p>
              </p:txBody>
            </p:sp>
            <p:sp>
              <p:nvSpPr>
                <p:cNvPr id="57" name="íśḻídé"/>
                <p:cNvSpPr/>
                <p:nvPr/>
              </p:nvSpPr>
              <p:spPr bwMode="auto">
                <a:xfrm>
                  <a:off x="9828399" y="2037990"/>
                  <a:ext cx="101246" cy="269988"/>
                </a:xfrm>
                <a:custGeom>
                  <a:avLst/>
                  <a:gdLst>
                    <a:gd name="T0" fmla="*/ 43 w 55"/>
                    <a:gd name="T1" fmla="*/ 79 h 146"/>
                    <a:gd name="T2" fmla="*/ 49 w 55"/>
                    <a:gd name="T3" fmla="*/ 40 h 146"/>
                    <a:gd name="T4" fmla="*/ 55 w 55"/>
                    <a:gd name="T5" fmla="*/ 0 h 146"/>
                    <a:gd name="T6" fmla="*/ 34 w 55"/>
                    <a:gd name="T7" fmla="*/ 34 h 146"/>
                    <a:gd name="T8" fmla="*/ 12 w 55"/>
                    <a:gd name="T9" fmla="*/ 67 h 146"/>
                    <a:gd name="T10" fmla="*/ 6 w 55"/>
                    <a:gd name="T11" fmla="*/ 106 h 146"/>
                    <a:gd name="T12" fmla="*/ 0 w 55"/>
                    <a:gd name="T13" fmla="*/ 146 h 146"/>
                    <a:gd name="T14" fmla="*/ 21 w 55"/>
                    <a:gd name="T15" fmla="*/ 112 h 146"/>
                    <a:gd name="T16" fmla="*/ 43 w 55"/>
                    <a:gd name="T17" fmla="*/ 79 h 146"/>
                    <a:gd name="T18" fmla="*/ 22 w 55"/>
                    <a:gd name="T19" fmla="*/ 68 h 146"/>
                    <a:gd name="T20" fmla="*/ 33 w 55"/>
                    <a:gd name="T21" fmla="*/ 67 h 146"/>
                    <a:gd name="T22" fmla="*/ 34 w 55"/>
                    <a:gd name="T23" fmla="*/ 78 h 146"/>
                    <a:gd name="T24" fmla="*/ 22 w 55"/>
                    <a:gd name="T25" fmla="*/ 79 h 146"/>
                    <a:gd name="T26" fmla="*/ 22 w 55"/>
                    <a:gd name="T27" fmla="*/ 6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46">
                      <a:moveTo>
                        <a:pt x="43" y="79"/>
                      </a:moveTo>
                      <a:cubicBezTo>
                        <a:pt x="49" y="40"/>
                        <a:pt x="49" y="40"/>
                        <a:pt x="49" y="40"/>
                      </a:cubicBezTo>
                      <a:cubicBezTo>
                        <a:pt x="55" y="0"/>
                        <a:pt x="55" y="0"/>
                        <a:pt x="55" y="0"/>
                      </a:cubicBezTo>
                      <a:cubicBezTo>
                        <a:pt x="34" y="34"/>
                        <a:pt x="34" y="34"/>
                        <a:pt x="34" y="34"/>
                      </a:cubicBezTo>
                      <a:cubicBezTo>
                        <a:pt x="12" y="67"/>
                        <a:pt x="12" y="67"/>
                        <a:pt x="12" y="67"/>
                      </a:cubicBezTo>
                      <a:cubicBezTo>
                        <a:pt x="6" y="106"/>
                        <a:pt x="6" y="106"/>
                        <a:pt x="6" y="106"/>
                      </a:cubicBezTo>
                      <a:cubicBezTo>
                        <a:pt x="0" y="146"/>
                        <a:pt x="0" y="146"/>
                        <a:pt x="0" y="146"/>
                      </a:cubicBezTo>
                      <a:cubicBezTo>
                        <a:pt x="21" y="112"/>
                        <a:pt x="21" y="112"/>
                        <a:pt x="21" y="112"/>
                      </a:cubicBezTo>
                      <a:cubicBezTo>
                        <a:pt x="43" y="79"/>
                        <a:pt x="43" y="79"/>
                        <a:pt x="43" y="79"/>
                      </a:cubicBezTo>
                      <a:close/>
                      <a:moveTo>
                        <a:pt x="22" y="68"/>
                      </a:moveTo>
                      <a:cubicBezTo>
                        <a:pt x="24" y="64"/>
                        <a:pt x="30" y="64"/>
                        <a:pt x="33" y="67"/>
                      </a:cubicBezTo>
                      <a:cubicBezTo>
                        <a:pt x="36" y="70"/>
                        <a:pt x="37" y="75"/>
                        <a:pt x="34" y="78"/>
                      </a:cubicBezTo>
                      <a:cubicBezTo>
                        <a:pt x="31" y="82"/>
                        <a:pt x="26" y="82"/>
                        <a:pt x="22" y="79"/>
                      </a:cubicBezTo>
                      <a:cubicBezTo>
                        <a:pt x="19" y="76"/>
                        <a:pt x="19" y="71"/>
                        <a:pt x="22" y="68"/>
                      </a:cubicBezTo>
                      <a:close/>
                    </a:path>
                  </a:pathLst>
                </a:custGeom>
                <a:grpFill/>
                <a:ln>
                  <a:noFill/>
                </a:ln>
              </p:spPr>
              <p:txBody>
                <a:bodyPr wrap="square" lIns="91440" tIns="45720" rIns="91440" bIns="45720" anchor="ctr">
                  <a:normAutofit fontScale="77500" lnSpcReduction="20000"/>
                </a:bodyPr>
                <a:lstStyle/>
                <a:p>
                  <a:pPr algn="ctr"/>
                </a:p>
              </p:txBody>
            </p:sp>
          </p:grpSp>
          <p:grpSp>
            <p:nvGrpSpPr>
              <p:cNvPr id="41" name="iśļíḑè"/>
              <p:cNvGrpSpPr/>
              <p:nvPr/>
            </p:nvGrpSpPr>
            <p:grpSpPr>
              <a:xfrm>
                <a:off x="8314537" y="1875274"/>
                <a:ext cx="794295" cy="550824"/>
                <a:chOff x="8314537" y="1875274"/>
                <a:chExt cx="794295" cy="550824"/>
              </a:xfrm>
              <a:solidFill>
                <a:schemeClr val="bg1">
                  <a:lumMod val="85000"/>
                </a:schemeClr>
              </a:solidFill>
            </p:grpSpPr>
            <p:sp>
              <p:nvSpPr>
                <p:cNvPr id="44" name="ïšlîďè"/>
                <p:cNvSpPr/>
                <p:nvPr/>
              </p:nvSpPr>
              <p:spPr bwMode="auto">
                <a:xfrm>
                  <a:off x="8314537" y="2057275"/>
                  <a:ext cx="368823" cy="262756"/>
                </a:xfrm>
                <a:custGeom>
                  <a:avLst/>
                  <a:gdLst>
                    <a:gd name="T0" fmla="*/ 8 w 306"/>
                    <a:gd name="T1" fmla="*/ 111 h 218"/>
                    <a:gd name="T2" fmla="*/ 120 w 306"/>
                    <a:gd name="T3" fmla="*/ 62 h 218"/>
                    <a:gd name="T4" fmla="*/ 128 w 306"/>
                    <a:gd name="T5" fmla="*/ 79 h 218"/>
                    <a:gd name="T6" fmla="*/ 25 w 306"/>
                    <a:gd name="T7" fmla="*/ 123 h 218"/>
                    <a:gd name="T8" fmla="*/ 56 w 306"/>
                    <a:gd name="T9" fmla="*/ 195 h 218"/>
                    <a:gd name="T10" fmla="*/ 160 w 306"/>
                    <a:gd name="T11" fmla="*/ 151 h 218"/>
                    <a:gd name="T12" fmla="*/ 166 w 306"/>
                    <a:gd name="T13" fmla="*/ 166 h 218"/>
                    <a:gd name="T14" fmla="*/ 54 w 306"/>
                    <a:gd name="T15" fmla="*/ 215 h 218"/>
                    <a:gd name="T16" fmla="*/ 46 w 306"/>
                    <a:gd name="T17" fmla="*/ 218 h 218"/>
                    <a:gd name="T18" fmla="*/ 42 w 306"/>
                    <a:gd name="T19" fmla="*/ 211 h 218"/>
                    <a:gd name="T20" fmla="*/ 4 w 306"/>
                    <a:gd name="T21" fmla="*/ 122 h 218"/>
                    <a:gd name="T22" fmla="*/ 0 w 306"/>
                    <a:gd name="T23" fmla="*/ 114 h 218"/>
                    <a:gd name="T24" fmla="*/ 8 w 306"/>
                    <a:gd name="T25" fmla="*/ 111 h 218"/>
                    <a:gd name="T26" fmla="*/ 8 w 306"/>
                    <a:gd name="T27" fmla="*/ 111 h 218"/>
                    <a:gd name="T28" fmla="*/ 129 w 306"/>
                    <a:gd name="T29" fmla="*/ 57 h 218"/>
                    <a:gd name="T30" fmla="*/ 137 w 306"/>
                    <a:gd name="T31" fmla="*/ 74 h 218"/>
                    <a:gd name="T32" fmla="*/ 251 w 306"/>
                    <a:gd name="T33" fmla="*/ 25 h 218"/>
                    <a:gd name="T34" fmla="*/ 283 w 306"/>
                    <a:gd name="T35" fmla="*/ 97 h 218"/>
                    <a:gd name="T36" fmla="*/ 168 w 306"/>
                    <a:gd name="T37" fmla="*/ 146 h 218"/>
                    <a:gd name="T38" fmla="*/ 175 w 306"/>
                    <a:gd name="T39" fmla="*/ 163 h 218"/>
                    <a:gd name="T40" fmla="*/ 298 w 306"/>
                    <a:gd name="T41" fmla="*/ 109 h 218"/>
                    <a:gd name="T42" fmla="*/ 306 w 306"/>
                    <a:gd name="T43" fmla="*/ 106 h 218"/>
                    <a:gd name="T44" fmla="*/ 303 w 306"/>
                    <a:gd name="T45" fmla="*/ 99 h 218"/>
                    <a:gd name="T46" fmla="*/ 264 w 306"/>
                    <a:gd name="T47" fmla="*/ 10 h 218"/>
                    <a:gd name="T48" fmla="*/ 260 w 306"/>
                    <a:gd name="T49" fmla="*/ 0 h 218"/>
                    <a:gd name="T50" fmla="*/ 252 w 306"/>
                    <a:gd name="T51" fmla="*/ 5 h 218"/>
                    <a:gd name="T52" fmla="*/ 129 w 306"/>
                    <a:gd name="T53" fmla="*/ 5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6" h="218">
                      <a:moveTo>
                        <a:pt x="8" y="111"/>
                      </a:moveTo>
                      <a:lnTo>
                        <a:pt x="120" y="62"/>
                      </a:lnTo>
                      <a:lnTo>
                        <a:pt x="128" y="79"/>
                      </a:lnTo>
                      <a:lnTo>
                        <a:pt x="25" y="123"/>
                      </a:lnTo>
                      <a:lnTo>
                        <a:pt x="56" y="195"/>
                      </a:lnTo>
                      <a:lnTo>
                        <a:pt x="160" y="151"/>
                      </a:lnTo>
                      <a:lnTo>
                        <a:pt x="166" y="166"/>
                      </a:lnTo>
                      <a:lnTo>
                        <a:pt x="54" y="215"/>
                      </a:lnTo>
                      <a:lnTo>
                        <a:pt x="46" y="218"/>
                      </a:lnTo>
                      <a:lnTo>
                        <a:pt x="42" y="211"/>
                      </a:lnTo>
                      <a:lnTo>
                        <a:pt x="4" y="122"/>
                      </a:lnTo>
                      <a:lnTo>
                        <a:pt x="0" y="114"/>
                      </a:lnTo>
                      <a:lnTo>
                        <a:pt x="8" y="111"/>
                      </a:lnTo>
                      <a:lnTo>
                        <a:pt x="8" y="111"/>
                      </a:lnTo>
                      <a:close/>
                      <a:moveTo>
                        <a:pt x="129" y="57"/>
                      </a:moveTo>
                      <a:lnTo>
                        <a:pt x="137" y="74"/>
                      </a:lnTo>
                      <a:lnTo>
                        <a:pt x="251" y="25"/>
                      </a:lnTo>
                      <a:lnTo>
                        <a:pt x="283" y="97"/>
                      </a:lnTo>
                      <a:lnTo>
                        <a:pt x="168" y="146"/>
                      </a:lnTo>
                      <a:lnTo>
                        <a:pt x="175" y="163"/>
                      </a:lnTo>
                      <a:lnTo>
                        <a:pt x="298" y="109"/>
                      </a:lnTo>
                      <a:lnTo>
                        <a:pt x="306" y="106"/>
                      </a:lnTo>
                      <a:lnTo>
                        <a:pt x="303" y="99"/>
                      </a:lnTo>
                      <a:lnTo>
                        <a:pt x="264" y="10"/>
                      </a:lnTo>
                      <a:lnTo>
                        <a:pt x="260" y="0"/>
                      </a:lnTo>
                      <a:lnTo>
                        <a:pt x="252" y="5"/>
                      </a:lnTo>
                      <a:lnTo>
                        <a:pt x="129" y="57"/>
                      </a:lnTo>
                      <a:close/>
                    </a:path>
                  </a:pathLst>
                </a:custGeom>
                <a:grpFill/>
                <a:ln>
                  <a:noFill/>
                </a:ln>
              </p:spPr>
              <p:txBody>
                <a:bodyPr wrap="square" lIns="91440" tIns="45720" rIns="91440" bIns="45720" anchor="ctr">
                  <a:normAutofit fontScale="77500" lnSpcReduction="20000"/>
                </a:bodyPr>
                <a:lstStyle/>
                <a:p>
                  <a:pPr algn="ctr"/>
                </a:p>
              </p:txBody>
            </p:sp>
            <p:sp>
              <p:nvSpPr>
                <p:cNvPr id="45" name="îṡ1iḓé"/>
                <p:cNvSpPr/>
                <p:nvPr/>
              </p:nvSpPr>
              <p:spPr bwMode="auto">
                <a:xfrm>
                  <a:off x="8740009" y="1875274"/>
                  <a:ext cx="368823" cy="261551"/>
                </a:xfrm>
                <a:custGeom>
                  <a:avLst/>
                  <a:gdLst>
                    <a:gd name="T0" fmla="*/ 8 w 306"/>
                    <a:gd name="T1" fmla="*/ 108 h 217"/>
                    <a:gd name="T2" fmla="*/ 129 w 306"/>
                    <a:gd name="T3" fmla="*/ 56 h 217"/>
                    <a:gd name="T4" fmla="*/ 137 w 306"/>
                    <a:gd name="T5" fmla="*/ 73 h 217"/>
                    <a:gd name="T6" fmla="*/ 23 w 306"/>
                    <a:gd name="T7" fmla="*/ 121 h 217"/>
                    <a:gd name="T8" fmla="*/ 56 w 306"/>
                    <a:gd name="T9" fmla="*/ 193 h 217"/>
                    <a:gd name="T10" fmla="*/ 168 w 306"/>
                    <a:gd name="T11" fmla="*/ 144 h 217"/>
                    <a:gd name="T12" fmla="*/ 175 w 306"/>
                    <a:gd name="T13" fmla="*/ 161 h 217"/>
                    <a:gd name="T14" fmla="*/ 54 w 306"/>
                    <a:gd name="T15" fmla="*/ 213 h 217"/>
                    <a:gd name="T16" fmla="*/ 46 w 306"/>
                    <a:gd name="T17" fmla="*/ 217 h 217"/>
                    <a:gd name="T18" fmla="*/ 42 w 306"/>
                    <a:gd name="T19" fmla="*/ 208 h 217"/>
                    <a:gd name="T20" fmla="*/ 3 w 306"/>
                    <a:gd name="T21" fmla="*/ 121 h 217"/>
                    <a:gd name="T22" fmla="*/ 0 w 306"/>
                    <a:gd name="T23" fmla="*/ 112 h 217"/>
                    <a:gd name="T24" fmla="*/ 8 w 306"/>
                    <a:gd name="T25" fmla="*/ 108 h 217"/>
                    <a:gd name="T26" fmla="*/ 8 w 306"/>
                    <a:gd name="T27" fmla="*/ 108 h 217"/>
                    <a:gd name="T28" fmla="*/ 139 w 306"/>
                    <a:gd name="T29" fmla="*/ 52 h 217"/>
                    <a:gd name="T30" fmla="*/ 146 w 306"/>
                    <a:gd name="T31" fmla="*/ 69 h 217"/>
                    <a:gd name="T32" fmla="*/ 251 w 306"/>
                    <a:gd name="T33" fmla="*/ 23 h 217"/>
                    <a:gd name="T34" fmla="*/ 281 w 306"/>
                    <a:gd name="T35" fmla="*/ 95 h 217"/>
                    <a:gd name="T36" fmla="*/ 177 w 306"/>
                    <a:gd name="T37" fmla="*/ 141 h 217"/>
                    <a:gd name="T38" fmla="*/ 185 w 306"/>
                    <a:gd name="T39" fmla="*/ 158 h 217"/>
                    <a:gd name="T40" fmla="*/ 298 w 306"/>
                    <a:gd name="T41" fmla="*/ 108 h 217"/>
                    <a:gd name="T42" fmla="*/ 306 w 306"/>
                    <a:gd name="T43" fmla="*/ 104 h 217"/>
                    <a:gd name="T44" fmla="*/ 303 w 306"/>
                    <a:gd name="T45" fmla="*/ 96 h 217"/>
                    <a:gd name="T46" fmla="*/ 264 w 306"/>
                    <a:gd name="T47" fmla="*/ 7 h 217"/>
                    <a:gd name="T48" fmla="*/ 260 w 306"/>
                    <a:gd name="T49" fmla="*/ 0 h 217"/>
                    <a:gd name="T50" fmla="*/ 252 w 306"/>
                    <a:gd name="T51" fmla="*/ 3 h 217"/>
                    <a:gd name="T52" fmla="*/ 139 w 306"/>
                    <a:gd name="T53" fmla="*/ 5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6" h="217">
                      <a:moveTo>
                        <a:pt x="8" y="108"/>
                      </a:moveTo>
                      <a:lnTo>
                        <a:pt x="129" y="56"/>
                      </a:lnTo>
                      <a:lnTo>
                        <a:pt x="137" y="73"/>
                      </a:lnTo>
                      <a:lnTo>
                        <a:pt x="23" y="121"/>
                      </a:lnTo>
                      <a:lnTo>
                        <a:pt x="56" y="193"/>
                      </a:lnTo>
                      <a:lnTo>
                        <a:pt x="168" y="144"/>
                      </a:lnTo>
                      <a:lnTo>
                        <a:pt x="175" y="161"/>
                      </a:lnTo>
                      <a:lnTo>
                        <a:pt x="54" y="213"/>
                      </a:lnTo>
                      <a:lnTo>
                        <a:pt x="46" y="217"/>
                      </a:lnTo>
                      <a:lnTo>
                        <a:pt x="42" y="208"/>
                      </a:lnTo>
                      <a:lnTo>
                        <a:pt x="3" y="121"/>
                      </a:lnTo>
                      <a:lnTo>
                        <a:pt x="0" y="112"/>
                      </a:lnTo>
                      <a:lnTo>
                        <a:pt x="8" y="108"/>
                      </a:lnTo>
                      <a:lnTo>
                        <a:pt x="8" y="108"/>
                      </a:lnTo>
                      <a:close/>
                      <a:moveTo>
                        <a:pt x="139" y="52"/>
                      </a:moveTo>
                      <a:lnTo>
                        <a:pt x="146" y="69"/>
                      </a:lnTo>
                      <a:lnTo>
                        <a:pt x="251" y="23"/>
                      </a:lnTo>
                      <a:lnTo>
                        <a:pt x="281" y="95"/>
                      </a:lnTo>
                      <a:lnTo>
                        <a:pt x="177" y="141"/>
                      </a:lnTo>
                      <a:lnTo>
                        <a:pt x="185" y="158"/>
                      </a:lnTo>
                      <a:lnTo>
                        <a:pt x="298" y="108"/>
                      </a:lnTo>
                      <a:lnTo>
                        <a:pt x="306" y="104"/>
                      </a:lnTo>
                      <a:lnTo>
                        <a:pt x="303" y="96"/>
                      </a:lnTo>
                      <a:lnTo>
                        <a:pt x="264" y="7"/>
                      </a:lnTo>
                      <a:lnTo>
                        <a:pt x="260" y="0"/>
                      </a:lnTo>
                      <a:lnTo>
                        <a:pt x="252" y="3"/>
                      </a:lnTo>
                      <a:lnTo>
                        <a:pt x="139" y="52"/>
                      </a:lnTo>
                      <a:close/>
                    </a:path>
                  </a:pathLst>
                </a:custGeom>
                <a:grpFill/>
                <a:ln>
                  <a:noFill/>
                </a:ln>
              </p:spPr>
              <p:txBody>
                <a:bodyPr wrap="square" lIns="91440" tIns="45720" rIns="91440" bIns="45720" anchor="ctr">
                  <a:normAutofit fontScale="70000" lnSpcReduction="20000"/>
                </a:bodyPr>
                <a:lstStyle/>
                <a:p>
                  <a:pPr algn="ctr"/>
                </a:p>
              </p:txBody>
            </p:sp>
            <p:sp>
              <p:nvSpPr>
                <p:cNvPr id="46" name="ïṩļîḑé"/>
                <p:cNvSpPr/>
                <p:nvPr/>
              </p:nvSpPr>
              <p:spPr bwMode="auto">
                <a:xfrm>
                  <a:off x="8589346" y="2140441"/>
                  <a:ext cx="367618" cy="183206"/>
                </a:xfrm>
                <a:custGeom>
                  <a:avLst/>
                  <a:gdLst>
                    <a:gd name="T0" fmla="*/ 89 w 199"/>
                    <a:gd name="T1" fmla="*/ 30 h 99"/>
                    <a:gd name="T2" fmla="*/ 199 w 199"/>
                    <a:gd name="T3" fmla="*/ 11 h 99"/>
                    <a:gd name="T4" fmla="*/ 125 w 199"/>
                    <a:gd name="T5" fmla="*/ 44 h 99"/>
                    <a:gd name="T6" fmla="*/ 112 w 199"/>
                    <a:gd name="T7" fmla="*/ 77 h 99"/>
                    <a:gd name="T8" fmla="*/ 112 w 199"/>
                    <a:gd name="T9" fmla="*/ 77 h 99"/>
                    <a:gd name="T10" fmla="*/ 115 w 199"/>
                    <a:gd name="T11" fmla="*/ 85 h 99"/>
                    <a:gd name="T12" fmla="*/ 122 w 199"/>
                    <a:gd name="T13" fmla="*/ 89 h 99"/>
                    <a:gd name="T14" fmla="*/ 119 w 199"/>
                    <a:gd name="T15" fmla="*/ 98 h 99"/>
                    <a:gd name="T16" fmla="*/ 109 w 199"/>
                    <a:gd name="T17" fmla="*/ 94 h 99"/>
                    <a:gd name="T18" fmla="*/ 111 w 199"/>
                    <a:gd name="T19" fmla="*/ 86 h 99"/>
                    <a:gd name="T20" fmla="*/ 108 w 199"/>
                    <a:gd name="T21" fmla="*/ 79 h 99"/>
                    <a:gd name="T22" fmla="*/ 108 w 199"/>
                    <a:gd name="T23" fmla="*/ 79 h 99"/>
                    <a:gd name="T24" fmla="*/ 74 w 199"/>
                    <a:gd name="T25" fmla="*/ 66 h 99"/>
                    <a:gd name="T26" fmla="*/ 0 w 199"/>
                    <a:gd name="T27" fmla="*/ 98 h 99"/>
                    <a:gd name="T28" fmla="*/ 89 w 199"/>
                    <a:gd name="T29" fmla="*/ 30 h 99"/>
                    <a:gd name="T30" fmla="*/ 121 w 199"/>
                    <a:gd name="T31" fmla="*/ 45 h 99"/>
                    <a:gd name="T32" fmla="*/ 102 w 199"/>
                    <a:gd name="T33" fmla="*/ 54 h 99"/>
                    <a:gd name="T34" fmla="*/ 110 w 199"/>
                    <a:gd name="T35" fmla="*/ 73 h 99"/>
                    <a:gd name="T36" fmla="*/ 121 w 199"/>
                    <a:gd name="T37" fmla="*/ 45 h 99"/>
                    <a:gd name="T38" fmla="*/ 106 w 199"/>
                    <a:gd name="T39" fmla="*/ 75 h 99"/>
                    <a:gd name="T40" fmla="*/ 98 w 199"/>
                    <a:gd name="T41" fmla="*/ 56 h 99"/>
                    <a:gd name="T42" fmla="*/ 78 w 199"/>
                    <a:gd name="T43" fmla="*/ 64 h 99"/>
                    <a:gd name="T44" fmla="*/ 106 w 199"/>
                    <a:gd name="T45" fmla="*/ 75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9" h="99">
                      <a:moveTo>
                        <a:pt x="89" y="30"/>
                      </a:moveTo>
                      <a:cubicBezTo>
                        <a:pt x="141" y="8"/>
                        <a:pt x="188" y="0"/>
                        <a:pt x="199" y="11"/>
                      </a:cubicBezTo>
                      <a:cubicBezTo>
                        <a:pt x="125" y="44"/>
                        <a:pt x="125" y="44"/>
                        <a:pt x="125" y="44"/>
                      </a:cubicBezTo>
                      <a:cubicBezTo>
                        <a:pt x="112" y="77"/>
                        <a:pt x="112" y="77"/>
                        <a:pt x="112" y="77"/>
                      </a:cubicBezTo>
                      <a:cubicBezTo>
                        <a:pt x="112" y="77"/>
                        <a:pt x="112" y="77"/>
                        <a:pt x="112" y="77"/>
                      </a:cubicBezTo>
                      <a:cubicBezTo>
                        <a:pt x="115" y="85"/>
                        <a:pt x="115" y="85"/>
                        <a:pt x="115" y="85"/>
                      </a:cubicBezTo>
                      <a:cubicBezTo>
                        <a:pt x="118" y="84"/>
                        <a:pt x="121" y="86"/>
                        <a:pt x="122" y="89"/>
                      </a:cubicBezTo>
                      <a:cubicBezTo>
                        <a:pt x="124" y="92"/>
                        <a:pt x="122" y="96"/>
                        <a:pt x="119" y="98"/>
                      </a:cubicBezTo>
                      <a:cubicBezTo>
                        <a:pt x="115" y="99"/>
                        <a:pt x="111" y="98"/>
                        <a:pt x="109" y="94"/>
                      </a:cubicBezTo>
                      <a:cubicBezTo>
                        <a:pt x="108" y="91"/>
                        <a:pt x="109" y="88"/>
                        <a:pt x="111" y="86"/>
                      </a:cubicBezTo>
                      <a:cubicBezTo>
                        <a:pt x="108" y="79"/>
                        <a:pt x="108" y="79"/>
                        <a:pt x="108" y="79"/>
                      </a:cubicBezTo>
                      <a:cubicBezTo>
                        <a:pt x="108" y="79"/>
                        <a:pt x="108" y="79"/>
                        <a:pt x="108" y="79"/>
                      </a:cubicBezTo>
                      <a:cubicBezTo>
                        <a:pt x="74" y="66"/>
                        <a:pt x="74" y="66"/>
                        <a:pt x="74" y="66"/>
                      </a:cubicBezTo>
                      <a:cubicBezTo>
                        <a:pt x="0" y="98"/>
                        <a:pt x="0" y="98"/>
                        <a:pt x="0" y="98"/>
                      </a:cubicBezTo>
                      <a:cubicBezTo>
                        <a:pt x="0" y="82"/>
                        <a:pt x="38" y="53"/>
                        <a:pt x="89" y="30"/>
                      </a:cubicBezTo>
                      <a:close/>
                      <a:moveTo>
                        <a:pt x="121" y="45"/>
                      </a:moveTo>
                      <a:cubicBezTo>
                        <a:pt x="102" y="54"/>
                        <a:pt x="102" y="54"/>
                        <a:pt x="102" y="54"/>
                      </a:cubicBezTo>
                      <a:cubicBezTo>
                        <a:pt x="110" y="73"/>
                        <a:pt x="110" y="73"/>
                        <a:pt x="110" y="73"/>
                      </a:cubicBezTo>
                      <a:cubicBezTo>
                        <a:pt x="121" y="45"/>
                        <a:pt x="121" y="45"/>
                        <a:pt x="121" y="45"/>
                      </a:cubicBezTo>
                      <a:close/>
                      <a:moveTo>
                        <a:pt x="106" y="75"/>
                      </a:moveTo>
                      <a:cubicBezTo>
                        <a:pt x="98" y="56"/>
                        <a:pt x="98" y="56"/>
                        <a:pt x="98" y="56"/>
                      </a:cubicBezTo>
                      <a:cubicBezTo>
                        <a:pt x="78" y="64"/>
                        <a:pt x="78" y="64"/>
                        <a:pt x="78" y="64"/>
                      </a:cubicBezTo>
                      <a:lnTo>
                        <a:pt x="106" y="75"/>
                      </a:lnTo>
                      <a:close/>
                    </a:path>
                  </a:pathLst>
                </a:custGeom>
                <a:grpFill/>
                <a:ln>
                  <a:noFill/>
                </a:ln>
              </p:spPr>
              <p:txBody>
                <a:bodyPr wrap="square" lIns="91440" tIns="45720" rIns="91440" bIns="45720" anchor="ctr">
                  <a:normAutofit fontScale="40000" lnSpcReduction="20000"/>
                </a:bodyPr>
                <a:lstStyle/>
                <a:p>
                  <a:pPr algn="ctr"/>
                </a:p>
              </p:txBody>
            </p:sp>
            <p:sp>
              <p:nvSpPr>
                <p:cNvPr id="47" name="ïṣľîďê"/>
                <p:cNvSpPr/>
                <p:nvPr/>
              </p:nvSpPr>
              <p:spPr bwMode="auto">
                <a:xfrm>
                  <a:off x="8635148" y="1993394"/>
                  <a:ext cx="125352" cy="125352"/>
                </a:xfrm>
                <a:custGeom>
                  <a:avLst/>
                  <a:gdLst>
                    <a:gd name="T0" fmla="*/ 20 w 104"/>
                    <a:gd name="T1" fmla="*/ 104 h 104"/>
                    <a:gd name="T2" fmla="*/ 104 w 104"/>
                    <a:gd name="T3" fmla="*/ 67 h 104"/>
                    <a:gd name="T4" fmla="*/ 87 w 104"/>
                    <a:gd name="T5" fmla="*/ 27 h 104"/>
                    <a:gd name="T6" fmla="*/ 75 w 104"/>
                    <a:gd name="T7" fmla="*/ 32 h 104"/>
                    <a:gd name="T8" fmla="*/ 61 w 104"/>
                    <a:gd name="T9" fmla="*/ 0 h 104"/>
                    <a:gd name="T10" fmla="*/ 0 w 104"/>
                    <a:gd name="T11" fmla="*/ 26 h 104"/>
                    <a:gd name="T12" fmla="*/ 14 w 104"/>
                    <a:gd name="T13" fmla="*/ 58 h 104"/>
                    <a:gd name="T14" fmla="*/ 3 w 104"/>
                    <a:gd name="T15" fmla="*/ 64 h 104"/>
                    <a:gd name="T16" fmla="*/ 20 w 104"/>
                    <a:gd name="T17"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4">
                      <a:moveTo>
                        <a:pt x="20" y="104"/>
                      </a:moveTo>
                      <a:lnTo>
                        <a:pt x="104" y="67"/>
                      </a:lnTo>
                      <a:lnTo>
                        <a:pt x="87" y="27"/>
                      </a:lnTo>
                      <a:lnTo>
                        <a:pt x="75" y="32"/>
                      </a:lnTo>
                      <a:lnTo>
                        <a:pt x="61" y="0"/>
                      </a:lnTo>
                      <a:lnTo>
                        <a:pt x="0" y="26"/>
                      </a:lnTo>
                      <a:lnTo>
                        <a:pt x="14" y="58"/>
                      </a:lnTo>
                      <a:lnTo>
                        <a:pt x="3" y="64"/>
                      </a:lnTo>
                      <a:lnTo>
                        <a:pt x="20" y="104"/>
                      </a:lnTo>
                      <a:close/>
                    </a:path>
                  </a:pathLst>
                </a:custGeom>
                <a:grpFill/>
                <a:ln>
                  <a:noFill/>
                </a:ln>
              </p:spPr>
              <p:txBody>
                <a:bodyPr wrap="square" lIns="91440" tIns="45720" rIns="91440" bIns="45720" anchor="ctr">
                  <a:normAutofit fontScale="25000" lnSpcReduction="20000"/>
                </a:bodyPr>
                <a:lstStyle/>
                <a:p>
                  <a:pPr algn="ctr"/>
                </a:p>
              </p:txBody>
            </p:sp>
            <p:sp>
              <p:nvSpPr>
                <p:cNvPr id="48" name="íṧḷïḑe"/>
                <p:cNvSpPr/>
                <p:nvPr/>
              </p:nvSpPr>
              <p:spPr bwMode="auto">
                <a:xfrm>
                  <a:off x="8662870" y="2083792"/>
                  <a:ext cx="136200" cy="125352"/>
                </a:xfrm>
                <a:custGeom>
                  <a:avLst/>
                  <a:gdLst>
                    <a:gd name="T0" fmla="*/ 84 w 113"/>
                    <a:gd name="T1" fmla="*/ 0 h 104"/>
                    <a:gd name="T2" fmla="*/ 0 w 113"/>
                    <a:gd name="T3" fmla="*/ 35 h 104"/>
                    <a:gd name="T4" fmla="*/ 31 w 113"/>
                    <a:gd name="T5" fmla="*/ 104 h 104"/>
                    <a:gd name="T6" fmla="*/ 113 w 113"/>
                    <a:gd name="T7" fmla="*/ 67 h 104"/>
                    <a:gd name="T8" fmla="*/ 84 w 113"/>
                    <a:gd name="T9" fmla="*/ 0 h 104"/>
                  </a:gdLst>
                  <a:ahLst/>
                  <a:cxnLst>
                    <a:cxn ang="0">
                      <a:pos x="T0" y="T1"/>
                    </a:cxn>
                    <a:cxn ang="0">
                      <a:pos x="T2" y="T3"/>
                    </a:cxn>
                    <a:cxn ang="0">
                      <a:pos x="T4" y="T5"/>
                    </a:cxn>
                    <a:cxn ang="0">
                      <a:pos x="T6" y="T7"/>
                    </a:cxn>
                    <a:cxn ang="0">
                      <a:pos x="T8" y="T9"/>
                    </a:cxn>
                  </a:cxnLst>
                  <a:rect l="0" t="0" r="r" b="b"/>
                  <a:pathLst>
                    <a:path w="113" h="104">
                      <a:moveTo>
                        <a:pt x="84" y="0"/>
                      </a:moveTo>
                      <a:lnTo>
                        <a:pt x="0" y="35"/>
                      </a:lnTo>
                      <a:lnTo>
                        <a:pt x="31" y="104"/>
                      </a:lnTo>
                      <a:lnTo>
                        <a:pt x="113" y="67"/>
                      </a:lnTo>
                      <a:lnTo>
                        <a:pt x="84" y="0"/>
                      </a:lnTo>
                      <a:close/>
                    </a:path>
                  </a:pathLst>
                </a:custGeom>
                <a:grpFill/>
                <a:ln>
                  <a:noFill/>
                </a:ln>
              </p:spPr>
              <p:txBody>
                <a:bodyPr wrap="square" lIns="91440" tIns="45720" rIns="91440" bIns="45720" anchor="ctr">
                  <a:normAutofit fontScale="25000" lnSpcReduction="20000"/>
                </a:bodyPr>
                <a:lstStyle/>
                <a:p>
                  <a:pPr algn="ctr"/>
                </a:p>
              </p:txBody>
            </p:sp>
            <p:sp>
              <p:nvSpPr>
                <p:cNvPr id="49" name="iṥḻîḑe"/>
                <p:cNvSpPr/>
                <p:nvPr/>
              </p:nvSpPr>
              <p:spPr bwMode="auto">
                <a:xfrm>
                  <a:off x="8762910" y="2291104"/>
                  <a:ext cx="86782" cy="60265"/>
                </a:xfrm>
                <a:custGeom>
                  <a:avLst/>
                  <a:gdLst>
                    <a:gd name="T0" fmla="*/ 26 w 47"/>
                    <a:gd name="T1" fmla="*/ 20 h 33"/>
                    <a:gd name="T2" fmla="*/ 9 w 47"/>
                    <a:gd name="T3" fmla="*/ 18 h 33"/>
                    <a:gd name="T4" fmla="*/ 2 w 47"/>
                    <a:gd name="T5" fmla="*/ 19 h 33"/>
                    <a:gd name="T6" fmla="*/ 1 w 47"/>
                    <a:gd name="T7" fmla="*/ 24 h 33"/>
                    <a:gd name="T8" fmla="*/ 3 w 47"/>
                    <a:gd name="T9" fmla="*/ 26 h 33"/>
                    <a:gd name="T10" fmla="*/ 30 w 47"/>
                    <a:gd name="T11" fmla="*/ 29 h 33"/>
                    <a:gd name="T12" fmla="*/ 47 w 47"/>
                    <a:gd name="T13" fmla="*/ 6 h 33"/>
                    <a:gd name="T14" fmla="*/ 46 w 47"/>
                    <a:gd name="T15" fmla="*/ 4 h 33"/>
                    <a:gd name="T16" fmla="*/ 42 w 47"/>
                    <a:gd name="T17" fmla="*/ 1 h 33"/>
                    <a:gd name="T18" fmla="*/ 36 w 47"/>
                    <a:gd name="T19" fmla="*/ 5 h 33"/>
                    <a:gd name="T20" fmla="*/ 26 w 47"/>
                    <a:gd name="T21"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33">
                      <a:moveTo>
                        <a:pt x="26" y="20"/>
                      </a:moveTo>
                      <a:cubicBezTo>
                        <a:pt x="20" y="22"/>
                        <a:pt x="14" y="21"/>
                        <a:pt x="9" y="18"/>
                      </a:cubicBezTo>
                      <a:cubicBezTo>
                        <a:pt x="6" y="16"/>
                        <a:pt x="3" y="17"/>
                        <a:pt x="2" y="19"/>
                      </a:cubicBezTo>
                      <a:cubicBezTo>
                        <a:pt x="0" y="20"/>
                        <a:pt x="0" y="22"/>
                        <a:pt x="1" y="24"/>
                      </a:cubicBezTo>
                      <a:cubicBezTo>
                        <a:pt x="1" y="25"/>
                        <a:pt x="2" y="26"/>
                        <a:pt x="3" y="26"/>
                      </a:cubicBezTo>
                      <a:cubicBezTo>
                        <a:pt x="11" y="32"/>
                        <a:pt x="21" y="33"/>
                        <a:pt x="30" y="29"/>
                      </a:cubicBezTo>
                      <a:cubicBezTo>
                        <a:pt x="39" y="25"/>
                        <a:pt x="46" y="17"/>
                        <a:pt x="47" y="6"/>
                      </a:cubicBezTo>
                      <a:cubicBezTo>
                        <a:pt x="47" y="5"/>
                        <a:pt x="47" y="5"/>
                        <a:pt x="46" y="4"/>
                      </a:cubicBezTo>
                      <a:cubicBezTo>
                        <a:pt x="45" y="2"/>
                        <a:pt x="44" y="1"/>
                        <a:pt x="42" y="1"/>
                      </a:cubicBezTo>
                      <a:cubicBezTo>
                        <a:pt x="39" y="0"/>
                        <a:pt x="36" y="2"/>
                        <a:pt x="36" y="5"/>
                      </a:cubicBezTo>
                      <a:cubicBezTo>
                        <a:pt x="36" y="12"/>
                        <a:pt x="31" y="17"/>
                        <a:pt x="26" y="20"/>
                      </a:cubicBezTo>
                      <a:close/>
                    </a:path>
                  </a:pathLst>
                </a:custGeom>
                <a:grpFill/>
                <a:ln>
                  <a:noFill/>
                </a:ln>
              </p:spPr>
              <p:txBody>
                <a:bodyPr wrap="square" lIns="91440" tIns="45720" rIns="91440" bIns="45720" anchor="ctr">
                  <a:normAutofit fontScale="25000" lnSpcReduction="20000"/>
                </a:bodyPr>
                <a:lstStyle/>
                <a:p>
                  <a:pPr algn="ctr"/>
                </a:p>
              </p:txBody>
            </p:sp>
            <p:sp>
              <p:nvSpPr>
                <p:cNvPr id="50" name="iSḷiḍe"/>
                <p:cNvSpPr/>
                <p:nvPr/>
              </p:nvSpPr>
              <p:spPr bwMode="auto">
                <a:xfrm>
                  <a:off x="8748447" y="2303157"/>
                  <a:ext cx="136200" cy="85577"/>
                </a:xfrm>
                <a:custGeom>
                  <a:avLst/>
                  <a:gdLst>
                    <a:gd name="T0" fmla="*/ 41 w 74"/>
                    <a:gd name="T1" fmla="*/ 31 h 46"/>
                    <a:gd name="T2" fmla="*/ 9 w 74"/>
                    <a:gd name="T3" fmla="*/ 29 h 46"/>
                    <a:gd name="T4" fmla="*/ 5 w 74"/>
                    <a:gd name="T5" fmla="*/ 28 h 46"/>
                    <a:gd name="T6" fmla="*/ 1 w 74"/>
                    <a:gd name="T7" fmla="*/ 31 h 46"/>
                    <a:gd name="T8" fmla="*/ 1 w 74"/>
                    <a:gd name="T9" fmla="*/ 35 h 46"/>
                    <a:gd name="T10" fmla="*/ 3 w 74"/>
                    <a:gd name="T11" fmla="*/ 38 h 46"/>
                    <a:gd name="T12" fmla="*/ 45 w 74"/>
                    <a:gd name="T13" fmla="*/ 41 h 46"/>
                    <a:gd name="T14" fmla="*/ 73 w 74"/>
                    <a:gd name="T15" fmla="*/ 7 h 46"/>
                    <a:gd name="T16" fmla="*/ 73 w 74"/>
                    <a:gd name="T17" fmla="*/ 4 h 46"/>
                    <a:gd name="T18" fmla="*/ 69 w 74"/>
                    <a:gd name="T19" fmla="*/ 1 h 46"/>
                    <a:gd name="T20" fmla="*/ 63 w 74"/>
                    <a:gd name="T21" fmla="*/ 5 h 46"/>
                    <a:gd name="T22" fmla="*/ 41 w 74"/>
                    <a:gd name="T23" fmla="*/ 3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46">
                      <a:moveTo>
                        <a:pt x="41" y="31"/>
                      </a:moveTo>
                      <a:cubicBezTo>
                        <a:pt x="30" y="35"/>
                        <a:pt x="19" y="35"/>
                        <a:pt x="9" y="29"/>
                      </a:cubicBezTo>
                      <a:cubicBezTo>
                        <a:pt x="7" y="28"/>
                        <a:pt x="6" y="28"/>
                        <a:pt x="5" y="28"/>
                      </a:cubicBezTo>
                      <a:cubicBezTo>
                        <a:pt x="3" y="29"/>
                        <a:pt x="2" y="30"/>
                        <a:pt x="1" y="31"/>
                      </a:cubicBezTo>
                      <a:cubicBezTo>
                        <a:pt x="1" y="32"/>
                        <a:pt x="0" y="34"/>
                        <a:pt x="1" y="35"/>
                      </a:cubicBezTo>
                      <a:cubicBezTo>
                        <a:pt x="2" y="37"/>
                        <a:pt x="2" y="37"/>
                        <a:pt x="3" y="38"/>
                      </a:cubicBezTo>
                      <a:cubicBezTo>
                        <a:pt x="16" y="45"/>
                        <a:pt x="31" y="46"/>
                        <a:pt x="45" y="41"/>
                      </a:cubicBezTo>
                      <a:cubicBezTo>
                        <a:pt x="59" y="35"/>
                        <a:pt x="70" y="22"/>
                        <a:pt x="73" y="7"/>
                      </a:cubicBezTo>
                      <a:cubicBezTo>
                        <a:pt x="74" y="6"/>
                        <a:pt x="73" y="5"/>
                        <a:pt x="73" y="4"/>
                      </a:cubicBezTo>
                      <a:cubicBezTo>
                        <a:pt x="72" y="2"/>
                        <a:pt x="71" y="1"/>
                        <a:pt x="69" y="1"/>
                      </a:cubicBezTo>
                      <a:cubicBezTo>
                        <a:pt x="67" y="0"/>
                        <a:pt x="64" y="2"/>
                        <a:pt x="63" y="5"/>
                      </a:cubicBezTo>
                      <a:cubicBezTo>
                        <a:pt x="60" y="17"/>
                        <a:pt x="52" y="26"/>
                        <a:pt x="41" y="31"/>
                      </a:cubicBezTo>
                      <a:close/>
                    </a:path>
                  </a:pathLst>
                </a:custGeom>
                <a:grpFill/>
                <a:ln>
                  <a:noFill/>
                </a:ln>
              </p:spPr>
              <p:txBody>
                <a:bodyPr wrap="square" lIns="91440" tIns="45720" rIns="91440" bIns="45720" anchor="ctr">
                  <a:normAutofit fontScale="25000" lnSpcReduction="20000"/>
                </a:bodyPr>
                <a:lstStyle/>
                <a:p>
                  <a:pPr algn="ctr"/>
                </a:p>
              </p:txBody>
            </p:sp>
            <p:sp>
              <p:nvSpPr>
                <p:cNvPr id="51" name="íṥļïďé"/>
                <p:cNvSpPr/>
                <p:nvPr/>
              </p:nvSpPr>
              <p:spPr bwMode="auto">
                <a:xfrm>
                  <a:off x="8735188" y="2318826"/>
                  <a:ext cx="183206" cy="107272"/>
                </a:xfrm>
                <a:custGeom>
                  <a:avLst/>
                  <a:gdLst>
                    <a:gd name="T0" fmla="*/ 56 w 99"/>
                    <a:gd name="T1" fmla="*/ 41 h 58"/>
                    <a:gd name="T2" fmla="*/ 8 w 99"/>
                    <a:gd name="T3" fmla="*/ 39 h 58"/>
                    <a:gd name="T4" fmla="*/ 4 w 99"/>
                    <a:gd name="T5" fmla="*/ 39 h 58"/>
                    <a:gd name="T6" fmla="*/ 1 w 99"/>
                    <a:gd name="T7" fmla="*/ 41 h 58"/>
                    <a:gd name="T8" fmla="*/ 1 w 99"/>
                    <a:gd name="T9" fmla="*/ 46 h 58"/>
                    <a:gd name="T10" fmla="*/ 3 w 99"/>
                    <a:gd name="T11" fmla="*/ 49 h 58"/>
                    <a:gd name="T12" fmla="*/ 60 w 99"/>
                    <a:gd name="T13" fmla="*/ 51 h 58"/>
                    <a:gd name="T14" fmla="*/ 99 w 99"/>
                    <a:gd name="T15" fmla="*/ 7 h 58"/>
                    <a:gd name="T16" fmla="*/ 98 w 99"/>
                    <a:gd name="T17" fmla="*/ 4 h 58"/>
                    <a:gd name="T18" fmla="*/ 95 w 99"/>
                    <a:gd name="T19" fmla="*/ 1 h 58"/>
                    <a:gd name="T20" fmla="*/ 89 w 99"/>
                    <a:gd name="T21" fmla="*/ 4 h 58"/>
                    <a:gd name="T22" fmla="*/ 56 w 99"/>
                    <a:gd name="T23" fmla="*/ 4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58">
                      <a:moveTo>
                        <a:pt x="56" y="41"/>
                      </a:moveTo>
                      <a:cubicBezTo>
                        <a:pt x="40" y="48"/>
                        <a:pt x="23" y="47"/>
                        <a:pt x="8" y="39"/>
                      </a:cubicBezTo>
                      <a:cubicBezTo>
                        <a:pt x="7" y="39"/>
                        <a:pt x="5" y="38"/>
                        <a:pt x="4" y="39"/>
                      </a:cubicBezTo>
                      <a:cubicBezTo>
                        <a:pt x="3" y="39"/>
                        <a:pt x="2" y="40"/>
                        <a:pt x="1" y="41"/>
                      </a:cubicBezTo>
                      <a:cubicBezTo>
                        <a:pt x="0" y="43"/>
                        <a:pt x="0" y="44"/>
                        <a:pt x="1" y="46"/>
                      </a:cubicBezTo>
                      <a:cubicBezTo>
                        <a:pt x="1" y="47"/>
                        <a:pt x="2" y="48"/>
                        <a:pt x="3" y="49"/>
                      </a:cubicBezTo>
                      <a:cubicBezTo>
                        <a:pt x="21" y="58"/>
                        <a:pt x="41" y="58"/>
                        <a:pt x="60" y="51"/>
                      </a:cubicBezTo>
                      <a:cubicBezTo>
                        <a:pt x="79" y="43"/>
                        <a:pt x="93" y="27"/>
                        <a:pt x="99" y="7"/>
                      </a:cubicBezTo>
                      <a:cubicBezTo>
                        <a:pt x="99" y="6"/>
                        <a:pt x="99" y="5"/>
                        <a:pt x="98" y="4"/>
                      </a:cubicBezTo>
                      <a:cubicBezTo>
                        <a:pt x="98" y="2"/>
                        <a:pt x="97" y="1"/>
                        <a:pt x="95" y="1"/>
                      </a:cubicBezTo>
                      <a:cubicBezTo>
                        <a:pt x="92" y="0"/>
                        <a:pt x="89" y="1"/>
                        <a:pt x="89" y="4"/>
                      </a:cubicBezTo>
                      <a:cubicBezTo>
                        <a:pt x="84" y="21"/>
                        <a:pt x="72" y="34"/>
                        <a:pt x="56" y="41"/>
                      </a:cubicBezTo>
                      <a:close/>
                    </a:path>
                  </a:pathLst>
                </a:custGeom>
                <a:grpFill/>
                <a:ln>
                  <a:noFill/>
                </a:ln>
              </p:spPr>
              <p:txBody>
                <a:bodyPr wrap="square" lIns="91440" tIns="45720" rIns="91440" bIns="45720" anchor="ctr">
                  <a:normAutofit fontScale="25000" lnSpcReduction="20000"/>
                </a:bodyPr>
                <a:lstStyle/>
                <a:p>
                  <a:pPr algn="ctr"/>
                </a:p>
              </p:txBody>
            </p:sp>
          </p:grpSp>
          <p:sp>
            <p:nvSpPr>
              <p:cNvPr id="42" name="iṣḷíḍè"/>
              <p:cNvSpPr/>
              <p:nvPr/>
            </p:nvSpPr>
            <p:spPr bwMode="auto">
              <a:xfrm>
                <a:off x="7880628" y="4378690"/>
                <a:ext cx="243471" cy="397750"/>
              </a:xfrm>
              <a:custGeom>
                <a:avLst/>
                <a:gdLst>
                  <a:gd name="T0" fmla="*/ 132 w 132"/>
                  <a:gd name="T1" fmla="*/ 66 h 215"/>
                  <a:gd name="T2" fmla="*/ 66 w 132"/>
                  <a:gd name="T3" fmla="*/ 0 h 215"/>
                  <a:gd name="T4" fmla="*/ 0 w 132"/>
                  <a:gd name="T5" fmla="*/ 66 h 215"/>
                  <a:gd name="T6" fmla="*/ 9 w 132"/>
                  <a:gd name="T7" fmla="*/ 99 h 215"/>
                  <a:gd name="T8" fmla="*/ 9 w 132"/>
                  <a:gd name="T9" fmla="*/ 99 h 215"/>
                  <a:gd name="T10" fmla="*/ 66 w 132"/>
                  <a:gd name="T11" fmla="*/ 215 h 215"/>
                  <a:gd name="T12" fmla="*/ 123 w 132"/>
                  <a:gd name="T13" fmla="*/ 99 h 215"/>
                  <a:gd name="T14" fmla="*/ 123 w 132"/>
                  <a:gd name="T15" fmla="*/ 99 h 215"/>
                  <a:gd name="T16" fmla="*/ 132 w 132"/>
                  <a:gd name="T17" fmla="*/ 66 h 215"/>
                  <a:gd name="T18" fmla="*/ 66 w 132"/>
                  <a:gd name="T19" fmla="*/ 99 h 215"/>
                  <a:gd name="T20" fmla="*/ 66 w 132"/>
                  <a:gd name="T21" fmla="*/ 99 h 215"/>
                  <a:gd name="T22" fmla="*/ 33 w 132"/>
                  <a:gd name="T23" fmla="*/ 66 h 215"/>
                  <a:gd name="T24" fmla="*/ 66 w 132"/>
                  <a:gd name="T25" fmla="*/ 33 h 215"/>
                  <a:gd name="T26" fmla="*/ 99 w 132"/>
                  <a:gd name="T27" fmla="*/ 66 h 215"/>
                  <a:gd name="T28" fmla="*/ 66 w 132"/>
                  <a:gd name="T29" fmla="*/ 9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215">
                    <a:moveTo>
                      <a:pt x="132" y="66"/>
                    </a:moveTo>
                    <a:cubicBezTo>
                      <a:pt x="132" y="30"/>
                      <a:pt x="103" y="0"/>
                      <a:pt x="66" y="0"/>
                    </a:cubicBezTo>
                    <a:cubicBezTo>
                      <a:pt x="30" y="0"/>
                      <a:pt x="0" y="30"/>
                      <a:pt x="0" y="66"/>
                    </a:cubicBezTo>
                    <a:cubicBezTo>
                      <a:pt x="0" y="78"/>
                      <a:pt x="3" y="90"/>
                      <a:pt x="9" y="99"/>
                    </a:cubicBezTo>
                    <a:cubicBezTo>
                      <a:pt x="9" y="99"/>
                      <a:pt x="9" y="99"/>
                      <a:pt x="9" y="99"/>
                    </a:cubicBezTo>
                    <a:cubicBezTo>
                      <a:pt x="66" y="215"/>
                      <a:pt x="66" y="215"/>
                      <a:pt x="66" y="215"/>
                    </a:cubicBezTo>
                    <a:cubicBezTo>
                      <a:pt x="123" y="99"/>
                      <a:pt x="123" y="99"/>
                      <a:pt x="123" y="99"/>
                    </a:cubicBezTo>
                    <a:cubicBezTo>
                      <a:pt x="123" y="99"/>
                      <a:pt x="123" y="99"/>
                      <a:pt x="123" y="99"/>
                    </a:cubicBezTo>
                    <a:cubicBezTo>
                      <a:pt x="129" y="90"/>
                      <a:pt x="132" y="78"/>
                      <a:pt x="132" y="66"/>
                    </a:cubicBezTo>
                    <a:close/>
                    <a:moveTo>
                      <a:pt x="66" y="99"/>
                    </a:moveTo>
                    <a:cubicBezTo>
                      <a:pt x="66" y="99"/>
                      <a:pt x="66" y="99"/>
                      <a:pt x="66" y="99"/>
                    </a:cubicBezTo>
                    <a:cubicBezTo>
                      <a:pt x="48" y="99"/>
                      <a:pt x="33" y="84"/>
                      <a:pt x="33" y="66"/>
                    </a:cubicBezTo>
                    <a:cubicBezTo>
                      <a:pt x="33" y="48"/>
                      <a:pt x="48" y="33"/>
                      <a:pt x="66" y="33"/>
                    </a:cubicBezTo>
                    <a:cubicBezTo>
                      <a:pt x="84" y="33"/>
                      <a:pt x="99" y="48"/>
                      <a:pt x="99" y="66"/>
                    </a:cubicBezTo>
                    <a:cubicBezTo>
                      <a:pt x="99" y="84"/>
                      <a:pt x="84" y="99"/>
                      <a:pt x="66" y="99"/>
                    </a:cubicBezTo>
                    <a:close/>
                  </a:path>
                </a:pathLst>
              </a:custGeom>
              <a:solidFill>
                <a:schemeClr val="bg1">
                  <a:lumMod val="85000"/>
                </a:schemeClr>
              </a:solidFill>
              <a:ln>
                <a:noFill/>
              </a:ln>
            </p:spPr>
            <p:txBody>
              <a:bodyPr wrap="square" lIns="91440" tIns="45720" rIns="91440" bIns="45720" anchor="ctr">
                <a:normAutofit/>
              </a:bodyPr>
              <a:lstStyle/>
              <a:p>
                <a:pPr algn="ctr"/>
              </a:p>
            </p:txBody>
          </p:sp>
          <p:sp>
            <p:nvSpPr>
              <p:cNvPr id="43" name="íṡḻíde"/>
              <p:cNvSpPr/>
              <p:nvPr/>
            </p:nvSpPr>
            <p:spPr bwMode="auto">
              <a:xfrm>
                <a:off x="8202444" y="4005046"/>
                <a:ext cx="747288" cy="478506"/>
              </a:xfrm>
              <a:custGeom>
                <a:avLst/>
                <a:gdLst>
                  <a:gd name="T0" fmla="*/ 403 w 404"/>
                  <a:gd name="T1" fmla="*/ 2 h 259"/>
                  <a:gd name="T2" fmla="*/ 396 w 404"/>
                  <a:gd name="T3" fmla="*/ 12 h 259"/>
                  <a:gd name="T4" fmla="*/ 391 w 404"/>
                  <a:gd name="T5" fmla="*/ 5 h 259"/>
                  <a:gd name="T6" fmla="*/ 7 w 404"/>
                  <a:gd name="T7" fmla="*/ 257 h 259"/>
                  <a:gd name="T8" fmla="*/ 3 w 404"/>
                  <a:gd name="T9" fmla="*/ 251 h 259"/>
                  <a:gd name="T10" fmla="*/ 14 w 404"/>
                  <a:gd name="T11" fmla="*/ 248 h 259"/>
                  <a:gd name="T12" fmla="*/ 7 w 404"/>
                  <a:gd name="T13" fmla="*/ 257 h 259"/>
                  <a:gd name="T14" fmla="*/ 27 w 404"/>
                  <a:gd name="T15" fmla="*/ 240 h 259"/>
                  <a:gd name="T16" fmla="*/ 35 w 404"/>
                  <a:gd name="T17" fmla="*/ 231 h 259"/>
                  <a:gd name="T18" fmla="*/ 39 w 404"/>
                  <a:gd name="T19" fmla="*/ 237 h 259"/>
                  <a:gd name="T20" fmla="*/ 59 w 404"/>
                  <a:gd name="T21" fmla="*/ 225 h 259"/>
                  <a:gd name="T22" fmla="*/ 54 w 404"/>
                  <a:gd name="T23" fmla="*/ 218 h 259"/>
                  <a:gd name="T24" fmla="*/ 66 w 404"/>
                  <a:gd name="T25" fmla="*/ 215 h 259"/>
                  <a:gd name="T26" fmla="*/ 59 w 404"/>
                  <a:gd name="T27" fmla="*/ 225 h 259"/>
                  <a:gd name="T28" fmla="*/ 79 w 404"/>
                  <a:gd name="T29" fmla="*/ 207 h 259"/>
                  <a:gd name="T30" fmla="*/ 87 w 404"/>
                  <a:gd name="T31" fmla="*/ 198 h 259"/>
                  <a:gd name="T32" fmla="*/ 91 w 404"/>
                  <a:gd name="T33" fmla="*/ 204 h 259"/>
                  <a:gd name="T34" fmla="*/ 110 w 404"/>
                  <a:gd name="T35" fmla="*/ 192 h 259"/>
                  <a:gd name="T36" fmla="*/ 106 w 404"/>
                  <a:gd name="T37" fmla="*/ 185 h 259"/>
                  <a:gd name="T38" fmla="*/ 118 w 404"/>
                  <a:gd name="T39" fmla="*/ 183 h 259"/>
                  <a:gd name="T40" fmla="*/ 110 w 404"/>
                  <a:gd name="T41" fmla="*/ 192 h 259"/>
                  <a:gd name="T42" fmla="*/ 131 w 404"/>
                  <a:gd name="T43" fmla="*/ 174 h 259"/>
                  <a:gd name="T44" fmla="*/ 139 w 404"/>
                  <a:gd name="T45" fmla="*/ 165 h 259"/>
                  <a:gd name="T46" fmla="*/ 143 w 404"/>
                  <a:gd name="T47" fmla="*/ 171 h 259"/>
                  <a:gd name="T48" fmla="*/ 162 w 404"/>
                  <a:gd name="T49" fmla="*/ 159 h 259"/>
                  <a:gd name="T50" fmla="*/ 158 w 404"/>
                  <a:gd name="T51" fmla="*/ 153 h 259"/>
                  <a:gd name="T52" fmla="*/ 170 w 404"/>
                  <a:gd name="T53" fmla="*/ 150 h 259"/>
                  <a:gd name="T54" fmla="*/ 162 w 404"/>
                  <a:gd name="T55" fmla="*/ 159 h 259"/>
                  <a:gd name="T56" fmla="*/ 183 w 404"/>
                  <a:gd name="T57" fmla="*/ 142 h 259"/>
                  <a:gd name="T58" fmla="*/ 191 w 404"/>
                  <a:gd name="T59" fmla="*/ 132 h 259"/>
                  <a:gd name="T60" fmla="*/ 195 w 404"/>
                  <a:gd name="T61" fmla="*/ 139 h 259"/>
                  <a:gd name="T62" fmla="*/ 214 w 404"/>
                  <a:gd name="T63" fmla="*/ 126 h 259"/>
                  <a:gd name="T64" fmla="*/ 210 w 404"/>
                  <a:gd name="T65" fmla="*/ 120 h 259"/>
                  <a:gd name="T66" fmla="*/ 222 w 404"/>
                  <a:gd name="T67" fmla="*/ 117 h 259"/>
                  <a:gd name="T68" fmla="*/ 214 w 404"/>
                  <a:gd name="T69" fmla="*/ 126 h 259"/>
                  <a:gd name="T70" fmla="*/ 235 w 404"/>
                  <a:gd name="T71" fmla="*/ 109 h 259"/>
                  <a:gd name="T72" fmla="*/ 242 w 404"/>
                  <a:gd name="T73" fmla="*/ 99 h 259"/>
                  <a:gd name="T74" fmla="*/ 247 w 404"/>
                  <a:gd name="T75" fmla="*/ 106 h 259"/>
                  <a:gd name="T76" fmla="*/ 266 w 404"/>
                  <a:gd name="T77" fmla="*/ 94 h 259"/>
                  <a:gd name="T78" fmla="*/ 262 w 404"/>
                  <a:gd name="T79" fmla="*/ 87 h 259"/>
                  <a:gd name="T80" fmla="*/ 274 w 404"/>
                  <a:gd name="T81" fmla="*/ 84 h 259"/>
                  <a:gd name="T82" fmla="*/ 266 w 404"/>
                  <a:gd name="T83" fmla="*/ 94 h 259"/>
                  <a:gd name="T84" fmla="*/ 287 w 404"/>
                  <a:gd name="T85" fmla="*/ 76 h 259"/>
                  <a:gd name="T86" fmla="*/ 294 w 404"/>
                  <a:gd name="T87" fmla="*/ 67 h 259"/>
                  <a:gd name="T88" fmla="*/ 298 w 404"/>
                  <a:gd name="T89" fmla="*/ 73 h 259"/>
                  <a:gd name="T90" fmla="*/ 318 w 404"/>
                  <a:gd name="T91" fmla="*/ 61 h 259"/>
                  <a:gd name="T92" fmla="*/ 314 w 404"/>
                  <a:gd name="T93" fmla="*/ 54 h 259"/>
                  <a:gd name="T94" fmla="*/ 325 w 404"/>
                  <a:gd name="T95" fmla="*/ 52 h 259"/>
                  <a:gd name="T96" fmla="*/ 318 w 404"/>
                  <a:gd name="T97" fmla="*/ 61 h 259"/>
                  <a:gd name="T98" fmla="*/ 338 w 404"/>
                  <a:gd name="T99" fmla="*/ 43 h 259"/>
                  <a:gd name="T100" fmla="*/ 346 w 404"/>
                  <a:gd name="T101" fmla="*/ 34 h 259"/>
                  <a:gd name="T102" fmla="*/ 350 w 404"/>
                  <a:gd name="T103" fmla="*/ 40 h 259"/>
                  <a:gd name="T104" fmla="*/ 370 w 404"/>
                  <a:gd name="T105" fmla="*/ 28 h 259"/>
                  <a:gd name="T106" fmla="*/ 366 w 404"/>
                  <a:gd name="T107" fmla="*/ 22 h 259"/>
                  <a:gd name="T108" fmla="*/ 377 w 404"/>
                  <a:gd name="T109" fmla="*/ 19 h 259"/>
                  <a:gd name="T110" fmla="*/ 370 w 404"/>
                  <a:gd name="T111" fmla="*/ 28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4" h="259">
                    <a:moveTo>
                      <a:pt x="398" y="1"/>
                    </a:moveTo>
                    <a:cubicBezTo>
                      <a:pt x="400" y="0"/>
                      <a:pt x="402" y="1"/>
                      <a:pt x="403" y="2"/>
                    </a:cubicBezTo>
                    <a:cubicBezTo>
                      <a:pt x="404" y="4"/>
                      <a:pt x="404" y="7"/>
                      <a:pt x="402" y="8"/>
                    </a:cubicBezTo>
                    <a:cubicBezTo>
                      <a:pt x="396" y="12"/>
                      <a:pt x="396" y="12"/>
                      <a:pt x="396" y="12"/>
                    </a:cubicBezTo>
                    <a:cubicBezTo>
                      <a:pt x="394" y="13"/>
                      <a:pt x="391" y="12"/>
                      <a:pt x="390" y="11"/>
                    </a:cubicBezTo>
                    <a:cubicBezTo>
                      <a:pt x="389" y="9"/>
                      <a:pt x="390" y="6"/>
                      <a:pt x="391" y="5"/>
                    </a:cubicBezTo>
                    <a:cubicBezTo>
                      <a:pt x="398" y="1"/>
                      <a:pt x="398" y="1"/>
                      <a:pt x="398" y="1"/>
                    </a:cubicBezTo>
                    <a:close/>
                    <a:moveTo>
                      <a:pt x="7" y="257"/>
                    </a:moveTo>
                    <a:cubicBezTo>
                      <a:pt x="5" y="259"/>
                      <a:pt x="3" y="258"/>
                      <a:pt x="1" y="256"/>
                    </a:cubicBezTo>
                    <a:cubicBezTo>
                      <a:pt x="0" y="254"/>
                      <a:pt x="1" y="252"/>
                      <a:pt x="3" y="251"/>
                    </a:cubicBezTo>
                    <a:cubicBezTo>
                      <a:pt x="9" y="247"/>
                      <a:pt x="9" y="247"/>
                      <a:pt x="9" y="247"/>
                    </a:cubicBezTo>
                    <a:cubicBezTo>
                      <a:pt x="11" y="246"/>
                      <a:pt x="13" y="246"/>
                      <a:pt x="14" y="248"/>
                    </a:cubicBezTo>
                    <a:cubicBezTo>
                      <a:pt x="16" y="250"/>
                      <a:pt x="15" y="252"/>
                      <a:pt x="13" y="253"/>
                    </a:cubicBezTo>
                    <a:cubicBezTo>
                      <a:pt x="7" y="257"/>
                      <a:pt x="7" y="257"/>
                      <a:pt x="7" y="257"/>
                    </a:cubicBezTo>
                    <a:close/>
                    <a:moveTo>
                      <a:pt x="33" y="241"/>
                    </a:moveTo>
                    <a:cubicBezTo>
                      <a:pt x="31" y="242"/>
                      <a:pt x="29" y="242"/>
                      <a:pt x="27" y="240"/>
                    </a:cubicBezTo>
                    <a:cubicBezTo>
                      <a:pt x="26" y="238"/>
                      <a:pt x="27" y="236"/>
                      <a:pt x="29" y="235"/>
                    </a:cubicBezTo>
                    <a:cubicBezTo>
                      <a:pt x="35" y="231"/>
                      <a:pt x="35" y="231"/>
                      <a:pt x="35" y="231"/>
                    </a:cubicBezTo>
                    <a:cubicBezTo>
                      <a:pt x="37" y="229"/>
                      <a:pt x="39" y="230"/>
                      <a:pt x="40" y="232"/>
                    </a:cubicBezTo>
                    <a:cubicBezTo>
                      <a:pt x="41" y="234"/>
                      <a:pt x="41" y="236"/>
                      <a:pt x="39" y="237"/>
                    </a:cubicBezTo>
                    <a:cubicBezTo>
                      <a:pt x="33" y="241"/>
                      <a:pt x="33" y="241"/>
                      <a:pt x="33" y="241"/>
                    </a:cubicBezTo>
                    <a:close/>
                    <a:moveTo>
                      <a:pt x="59" y="225"/>
                    </a:moveTo>
                    <a:cubicBezTo>
                      <a:pt x="57" y="226"/>
                      <a:pt x="54" y="225"/>
                      <a:pt x="53" y="224"/>
                    </a:cubicBezTo>
                    <a:cubicBezTo>
                      <a:pt x="52" y="222"/>
                      <a:pt x="53" y="219"/>
                      <a:pt x="54" y="218"/>
                    </a:cubicBezTo>
                    <a:cubicBezTo>
                      <a:pt x="61" y="214"/>
                      <a:pt x="61" y="214"/>
                      <a:pt x="61" y="214"/>
                    </a:cubicBezTo>
                    <a:cubicBezTo>
                      <a:pt x="63" y="213"/>
                      <a:pt x="65" y="214"/>
                      <a:pt x="66" y="215"/>
                    </a:cubicBezTo>
                    <a:cubicBezTo>
                      <a:pt x="67" y="217"/>
                      <a:pt x="67" y="219"/>
                      <a:pt x="65" y="221"/>
                    </a:cubicBezTo>
                    <a:cubicBezTo>
                      <a:pt x="59" y="225"/>
                      <a:pt x="59" y="225"/>
                      <a:pt x="59" y="225"/>
                    </a:cubicBezTo>
                    <a:close/>
                    <a:moveTo>
                      <a:pt x="85" y="208"/>
                    </a:moveTo>
                    <a:cubicBezTo>
                      <a:pt x="83" y="209"/>
                      <a:pt x="80" y="209"/>
                      <a:pt x="79" y="207"/>
                    </a:cubicBezTo>
                    <a:cubicBezTo>
                      <a:pt x="78" y="205"/>
                      <a:pt x="79" y="203"/>
                      <a:pt x="80" y="202"/>
                    </a:cubicBezTo>
                    <a:cubicBezTo>
                      <a:pt x="87" y="198"/>
                      <a:pt x="87" y="198"/>
                      <a:pt x="87" y="198"/>
                    </a:cubicBezTo>
                    <a:cubicBezTo>
                      <a:pt x="89" y="197"/>
                      <a:pt x="91" y="197"/>
                      <a:pt x="92" y="199"/>
                    </a:cubicBezTo>
                    <a:cubicBezTo>
                      <a:pt x="93" y="201"/>
                      <a:pt x="93" y="203"/>
                      <a:pt x="91" y="204"/>
                    </a:cubicBezTo>
                    <a:cubicBezTo>
                      <a:pt x="85" y="208"/>
                      <a:pt x="85" y="208"/>
                      <a:pt x="85" y="208"/>
                    </a:cubicBezTo>
                    <a:close/>
                    <a:moveTo>
                      <a:pt x="110" y="192"/>
                    </a:moveTo>
                    <a:cubicBezTo>
                      <a:pt x="109" y="193"/>
                      <a:pt x="106" y="193"/>
                      <a:pt x="105" y="191"/>
                    </a:cubicBezTo>
                    <a:cubicBezTo>
                      <a:pt x="104" y="189"/>
                      <a:pt x="105" y="187"/>
                      <a:pt x="106" y="185"/>
                    </a:cubicBezTo>
                    <a:cubicBezTo>
                      <a:pt x="113" y="181"/>
                      <a:pt x="113" y="181"/>
                      <a:pt x="113" y="181"/>
                    </a:cubicBezTo>
                    <a:cubicBezTo>
                      <a:pt x="115" y="180"/>
                      <a:pt x="117" y="181"/>
                      <a:pt x="118" y="183"/>
                    </a:cubicBezTo>
                    <a:cubicBezTo>
                      <a:pt x="119" y="184"/>
                      <a:pt x="119" y="187"/>
                      <a:pt x="117" y="188"/>
                    </a:cubicBezTo>
                    <a:cubicBezTo>
                      <a:pt x="110" y="192"/>
                      <a:pt x="110" y="192"/>
                      <a:pt x="110" y="192"/>
                    </a:cubicBezTo>
                    <a:close/>
                    <a:moveTo>
                      <a:pt x="136" y="176"/>
                    </a:moveTo>
                    <a:cubicBezTo>
                      <a:pt x="135" y="177"/>
                      <a:pt x="132" y="176"/>
                      <a:pt x="131" y="174"/>
                    </a:cubicBezTo>
                    <a:cubicBezTo>
                      <a:pt x="130" y="173"/>
                      <a:pt x="130" y="170"/>
                      <a:pt x="132" y="169"/>
                    </a:cubicBezTo>
                    <a:cubicBezTo>
                      <a:pt x="139" y="165"/>
                      <a:pt x="139" y="165"/>
                      <a:pt x="139" y="165"/>
                    </a:cubicBezTo>
                    <a:cubicBezTo>
                      <a:pt x="141" y="164"/>
                      <a:pt x="143" y="164"/>
                      <a:pt x="144" y="166"/>
                    </a:cubicBezTo>
                    <a:cubicBezTo>
                      <a:pt x="145" y="168"/>
                      <a:pt x="145" y="170"/>
                      <a:pt x="143" y="171"/>
                    </a:cubicBezTo>
                    <a:cubicBezTo>
                      <a:pt x="136" y="176"/>
                      <a:pt x="136" y="176"/>
                      <a:pt x="136" y="176"/>
                    </a:cubicBezTo>
                    <a:close/>
                    <a:moveTo>
                      <a:pt x="162" y="159"/>
                    </a:moveTo>
                    <a:cubicBezTo>
                      <a:pt x="160" y="160"/>
                      <a:pt x="158" y="160"/>
                      <a:pt x="157" y="158"/>
                    </a:cubicBezTo>
                    <a:cubicBezTo>
                      <a:pt x="156" y="156"/>
                      <a:pt x="156" y="154"/>
                      <a:pt x="158" y="153"/>
                    </a:cubicBezTo>
                    <a:cubicBezTo>
                      <a:pt x="165" y="149"/>
                      <a:pt x="165" y="149"/>
                      <a:pt x="165" y="149"/>
                    </a:cubicBezTo>
                    <a:cubicBezTo>
                      <a:pt x="166" y="148"/>
                      <a:pt x="169" y="148"/>
                      <a:pt x="170" y="150"/>
                    </a:cubicBezTo>
                    <a:cubicBezTo>
                      <a:pt x="171" y="152"/>
                      <a:pt x="171" y="154"/>
                      <a:pt x="169" y="155"/>
                    </a:cubicBezTo>
                    <a:cubicBezTo>
                      <a:pt x="162" y="159"/>
                      <a:pt x="162" y="159"/>
                      <a:pt x="162" y="159"/>
                    </a:cubicBezTo>
                    <a:close/>
                    <a:moveTo>
                      <a:pt x="188" y="143"/>
                    </a:moveTo>
                    <a:cubicBezTo>
                      <a:pt x="186" y="144"/>
                      <a:pt x="184" y="143"/>
                      <a:pt x="183" y="142"/>
                    </a:cubicBezTo>
                    <a:cubicBezTo>
                      <a:pt x="182" y="140"/>
                      <a:pt x="182" y="137"/>
                      <a:pt x="184" y="136"/>
                    </a:cubicBezTo>
                    <a:cubicBezTo>
                      <a:pt x="191" y="132"/>
                      <a:pt x="191" y="132"/>
                      <a:pt x="191" y="132"/>
                    </a:cubicBezTo>
                    <a:cubicBezTo>
                      <a:pt x="192" y="131"/>
                      <a:pt x="195" y="132"/>
                      <a:pt x="196" y="133"/>
                    </a:cubicBezTo>
                    <a:cubicBezTo>
                      <a:pt x="197" y="135"/>
                      <a:pt x="196" y="138"/>
                      <a:pt x="195" y="139"/>
                    </a:cubicBezTo>
                    <a:cubicBezTo>
                      <a:pt x="188" y="143"/>
                      <a:pt x="188" y="143"/>
                      <a:pt x="188" y="143"/>
                    </a:cubicBezTo>
                    <a:close/>
                    <a:moveTo>
                      <a:pt x="214" y="126"/>
                    </a:moveTo>
                    <a:cubicBezTo>
                      <a:pt x="212" y="128"/>
                      <a:pt x="210" y="127"/>
                      <a:pt x="209" y="125"/>
                    </a:cubicBezTo>
                    <a:cubicBezTo>
                      <a:pt x="208" y="123"/>
                      <a:pt x="208" y="121"/>
                      <a:pt x="210" y="120"/>
                    </a:cubicBezTo>
                    <a:cubicBezTo>
                      <a:pt x="216" y="116"/>
                      <a:pt x="216" y="116"/>
                      <a:pt x="216" y="116"/>
                    </a:cubicBezTo>
                    <a:cubicBezTo>
                      <a:pt x="218" y="115"/>
                      <a:pt x="221" y="115"/>
                      <a:pt x="222" y="117"/>
                    </a:cubicBezTo>
                    <a:cubicBezTo>
                      <a:pt x="223" y="119"/>
                      <a:pt x="222" y="121"/>
                      <a:pt x="221" y="122"/>
                    </a:cubicBezTo>
                    <a:cubicBezTo>
                      <a:pt x="214" y="126"/>
                      <a:pt x="214" y="126"/>
                      <a:pt x="214" y="126"/>
                    </a:cubicBezTo>
                    <a:close/>
                    <a:moveTo>
                      <a:pt x="240" y="110"/>
                    </a:moveTo>
                    <a:cubicBezTo>
                      <a:pt x="238" y="111"/>
                      <a:pt x="236" y="111"/>
                      <a:pt x="235" y="109"/>
                    </a:cubicBezTo>
                    <a:cubicBezTo>
                      <a:pt x="234" y="107"/>
                      <a:pt x="234" y="105"/>
                      <a:pt x="236" y="104"/>
                    </a:cubicBezTo>
                    <a:cubicBezTo>
                      <a:pt x="242" y="99"/>
                      <a:pt x="242" y="99"/>
                      <a:pt x="242" y="99"/>
                    </a:cubicBezTo>
                    <a:cubicBezTo>
                      <a:pt x="244" y="98"/>
                      <a:pt x="247" y="99"/>
                      <a:pt x="248" y="101"/>
                    </a:cubicBezTo>
                    <a:cubicBezTo>
                      <a:pt x="249" y="102"/>
                      <a:pt x="248" y="105"/>
                      <a:pt x="247" y="106"/>
                    </a:cubicBezTo>
                    <a:cubicBezTo>
                      <a:pt x="240" y="110"/>
                      <a:pt x="240" y="110"/>
                      <a:pt x="240" y="110"/>
                    </a:cubicBezTo>
                    <a:close/>
                    <a:moveTo>
                      <a:pt x="266" y="94"/>
                    </a:moveTo>
                    <a:cubicBezTo>
                      <a:pt x="264" y="95"/>
                      <a:pt x="262" y="94"/>
                      <a:pt x="261" y="93"/>
                    </a:cubicBezTo>
                    <a:cubicBezTo>
                      <a:pt x="260" y="91"/>
                      <a:pt x="260" y="88"/>
                      <a:pt x="262" y="87"/>
                    </a:cubicBezTo>
                    <a:cubicBezTo>
                      <a:pt x="268" y="83"/>
                      <a:pt x="268" y="83"/>
                      <a:pt x="268" y="83"/>
                    </a:cubicBezTo>
                    <a:cubicBezTo>
                      <a:pt x="270" y="82"/>
                      <a:pt x="272" y="83"/>
                      <a:pt x="274" y="84"/>
                    </a:cubicBezTo>
                    <a:cubicBezTo>
                      <a:pt x="275" y="86"/>
                      <a:pt x="274" y="88"/>
                      <a:pt x="272" y="90"/>
                    </a:cubicBezTo>
                    <a:cubicBezTo>
                      <a:pt x="266" y="94"/>
                      <a:pt x="266" y="94"/>
                      <a:pt x="266" y="94"/>
                    </a:cubicBezTo>
                    <a:close/>
                    <a:moveTo>
                      <a:pt x="292" y="77"/>
                    </a:moveTo>
                    <a:cubicBezTo>
                      <a:pt x="290" y="78"/>
                      <a:pt x="288" y="78"/>
                      <a:pt x="287" y="76"/>
                    </a:cubicBezTo>
                    <a:cubicBezTo>
                      <a:pt x="285" y="74"/>
                      <a:pt x="286" y="72"/>
                      <a:pt x="288" y="71"/>
                    </a:cubicBezTo>
                    <a:cubicBezTo>
                      <a:pt x="294" y="67"/>
                      <a:pt x="294" y="67"/>
                      <a:pt x="294" y="67"/>
                    </a:cubicBezTo>
                    <a:cubicBezTo>
                      <a:pt x="296" y="66"/>
                      <a:pt x="298" y="66"/>
                      <a:pt x="300" y="68"/>
                    </a:cubicBezTo>
                    <a:cubicBezTo>
                      <a:pt x="301" y="70"/>
                      <a:pt x="300" y="72"/>
                      <a:pt x="298" y="73"/>
                    </a:cubicBezTo>
                    <a:cubicBezTo>
                      <a:pt x="292" y="77"/>
                      <a:pt x="292" y="77"/>
                      <a:pt x="292" y="77"/>
                    </a:cubicBezTo>
                    <a:close/>
                    <a:moveTo>
                      <a:pt x="318" y="61"/>
                    </a:moveTo>
                    <a:cubicBezTo>
                      <a:pt x="316" y="62"/>
                      <a:pt x="314" y="62"/>
                      <a:pt x="312" y="60"/>
                    </a:cubicBezTo>
                    <a:cubicBezTo>
                      <a:pt x="311" y="58"/>
                      <a:pt x="312" y="56"/>
                      <a:pt x="314" y="54"/>
                    </a:cubicBezTo>
                    <a:cubicBezTo>
                      <a:pt x="320" y="50"/>
                      <a:pt x="320" y="50"/>
                      <a:pt x="320" y="50"/>
                    </a:cubicBezTo>
                    <a:cubicBezTo>
                      <a:pt x="322" y="49"/>
                      <a:pt x="324" y="50"/>
                      <a:pt x="325" y="52"/>
                    </a:cubicBezTo>
                    <a:cubicBezTo>
                      <a:pt x="327" y="53"/>
                      <a:pt x="326" y="56"/>
                      <a:pt x="324" y="57"/>
                    </a:cubicBezTo>
                    <a:cubicBezTo>
                      <a:pt x="318" y="61"/>
                      <a:pt x="318" y="61"/>
                      <a:pt x="318" y="61"/>
                    </a:cubicBezTo>
                    <a:close/>
                    <a:moveTo>
                      <a:pt x="344" y="45"/>
                    </a:moveTo>
                    <a:cubicBezTo>
                      <a:pt x="342" y="46"/>
                      <a:pt x="340" y="45"/>
                      <a:pt x="338" y="43"/>
                    </a:cubicBezTo>
                    <a:cubicBezTo>
                      <a:pt x="337" y="42"/>
                      <a:pt x="338" y="39"/>
                      <a:pt x="340" y="38"/>
                    </a:cubicBezTo>
                    <a:cubicBezTo>
                      <a:pt x="346" y="34"/>
                      <a:pt x="346" y="34"/>
                      <a:pt x="346" y="34"/>
                    </a:cubicBezTo>
                    <a:cubicBezTo>
                      <a:pt x="348" y="33"/>
                      <a:pt x="350" y="33"/>
                      <a:pt x="351" y="35"/>
                    </a:cubicBezTo>
                    <a:cubicBezTo>
                      <a:pt x="352" y="37"/>
                      <a:pt x="352" y="39"/>
                      <a:pt x="350" y="40"/>
                    </a:cubicBezTo>
                    <a:cubicBezTo>
                      <a:pt x="344" y="45"/>
                      <a:pt x="344" y="45"/>
                      <a:pt x="344" y="45"/>
                    </a:cubicBezTo>
                    <a:close/>
                    <a:moveTo>
                      <a:pt x="370" y="28"/>
                    </a:moveTo>
                    <a:cubicBezTo>
                      <a:pt x="368" y="29"/>
                      <a:pt x="365" y="29"/>
                      <a:pt x="364" y="27"/>
                    </a:cubicBezTo>
                    <a:cubicBezTo>
                      <a:pt x="363" y="25"/>
                      <a:pt x="364" y="23"/>
                      <a:pt x="366" y="22"/>
                    </a:cubicBezTo>
                    <a:cubicBezTo>
                      <a:pt x="372" y="18"/>
                      <a:pt x="372" y="18"/>
                      <a:pt x="372" y="18"/>
                    </a:cubicBezTo>
                    <a:cubicBezTo>
                      <a:pt x="374" y="16"/>
                      <a:pt x="376" y="17"/>
                      <a:pt x="377" y="19"/>
                    </a:cubicBezTo>
                    <a:cubicBezTo>
                      <a:pt x="378" y="21"/>
                      <a:pt x="378" y="23"/>
                      <a:pt x="376" y="24"/>
                    </a:cubicBezTo>
                    <a:lnTo>
                      <a:pt x="370" y="28"/>
                    </a:lnTo>
                    <a:close/>
                  </a:path>
                </a:pathLst>
              </a:custGeom>
              <a:solidFill>
                <a:schemeClr val="accent1"/>
              </a:solidFill>
              <a:ln>
                <a:noFill/>
              </a:ln>
            </p:spPr>
            <p:txBody>
              <a:bodyPr wrap="square" lIns="91440" tIns="45720" rIns="91440" bIns="45720" anchor="ctr">
                <a:normAutofit/>
              </a:bodyPr>
              <a:lstStyle/>
              <a:p>
                <a:pPr algn="ctr"/>
              </a:p>
            </p:txBody>
          </p:sp>
        </p:grpSp>
        <p:grpSp>
          <p:nvGrpSpPr>
            <p:cNvPr id="7" name="îşľiḑê"/>
            <p:cNvGrpSpPr/>
            <p:nvPr/>
          </p:nvGrpSpPr>
          <p:grpSpPr>
            <a:xfrm>
              <a:off x="4487952" y="3783006"/>
              <a:ext cx="581892" cy="581892"/>
              <a:chOff x="4487952" y="3783006"/>
              <a:chExt cx="581892" cy="581892"/>
            </a:xfrm>
          </p:grpSpPr>
          <p:sp>
            <p:nvSpPr>
              <p:cNvPr id="29" name="îšḷïḋe"/>
              <p:cNvSpPr/>
              <p:nvPr/>
            </p:nvSpPr>
            <p:spPr>
              <a:xfrm>
                <a:off x="4487952" y="3783006"/>
                <a:ext cx="581892" cy="581892"/>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0" name="ïśḻíḑè"/>
              <p:cNvSpPr/>
              <p:nvPr/>
            </p:nvSpPr>
            <p:spPr bwMode="auto">
              <a:xfrm>
                <a:off x="4668437" y="3952305"/>
                <a:ext cx="265527" cy="2655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solidFill>
              <a:ln>
                <a:noFill/>
              </a:ln>
              <a:effectLst/>
            </p:spPr>
            <p:txBody>
              <a:bodyPr wrap="square" lIns="91440" tIns="45720" rIns="91440" bIns="45720" anchor="ctr">
                <a:normAutofit fontScale="77500" lnSpcReduction="20000"/>
              </a:bodyPr>
              <a:lstStyle/>
              <a:p>
                <a:pPr algn="ctr"/>
              </a:p>
            </p:txBody>
          </p:sp>
        </p:grpSp>
        <p:grpSp>
          <p:nvGrpSpPr>
            <p:cNvPr id="8" name="îšļíďè"/>
            <p:cNvGrpSpPr/>
            <p:nvPr/>
          </p:nvGrpSpPr>
          <p:grpSpPr>
            <a:xfrm>
              <a:off x="4487952" y="1993394"/>
              <a:ext cx="581892" cy="581892"/>
              <a:chOff x="4487952" y="1993394"/>
              <a:chExt cx="581892" cy="581892"/>
            </a:xfrm>
          </p:grpSpPr>
          <p:sp>
            <p:nvSpPr>
              <p:cNvPr id="27" name="ïšliḋè"/>
              <p:cNvSpPr/>
              <p:nvPr/>
            </p:nvSpPr>
            <p:spPr>
              <a:xfrm>
                <a:off x="4487952" y="1993394"/>
                <a:ext cx="581892" cy="581892"/>
              </a:xfrm>
              <a:prstGeom prst="ellipse">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8" name="íŝḻiḓe"/>
              <p:cNvSpPr/>
              <p:nvPr/>
            </p:nvSpPr>
            <p:spPr bwMode="auto">
              <a:xfrm>
                <a:off x="4628748" y="2134148"/>
                <a:ext cx="323161" cy="323245"/>
              </a:xfrm>
              <a:custGeom>
                <a:avLst/>
                <a:gdLst>
                  <a:gd name="T0" fmla="*/ 3437 w 6844"/>
                  <a:gd name="T1" fmla="*/ 1719 h 6844"/>
                  <a:gd name="T2" fmla="*/ 3437 w 6844"/>
                  <a:gd name="T3" fmla="*/ 2875 h 6844"/>
                  <a:gd name="T4" fmla="*/ 3437 w 6844"/>
                  <a:gd name="T5" fmla="*/ 1719 h 6844"/>
                  <a:gd name="T6" fmla="*/ 6843 w 6844"/>
                  <a:gd name="T7" fmla="*/ 188 h 6844"/>
                  <a:gd name="T8" fmla="*/ 5437 w 6844"/>
                  <a:gd name="T9" fmla="*/ 2375 h 6844"/>
                  <a:gd name="T10" fmla="*/ 5124 w 6844"/>
                  <a:gd name="T11" fmla="*/ 1250 h 6844"/>
                  <a:gd name="T12" fmla="*/ 5093 w 6844"/>
                  <a:gd name="T13" fmla="*/ 2719 h 6844"/>
                  <a:gd name="T14" fmla="*/ 4437 w 6844"/>
                  <a:gd name="T15" fmla="*/ 3749 h 6844"/>
                  <a:gd name="T16" fmla="*/ 5218 w 6844"/>
                  <a:gd name="T17" fmla="*/ 4562 h 6844"/>
                  <a:gd name="T18" fmla="*/ 5218 w 6844"/>
                  <a:gd name="T19" fmla="*/ 4593 h 6844"/>
                  <a:gd name="T20" fmla="*/ 5124 w 6844"/>
                  <a:gd name="T21" fmla="*/ 6624 h 6844"/>
                  <a:gd name="T22" fmla="*/ 4812 w 6844"/>
                  <a:gd name="T23" fmla="*/ 6843 h 6844"/>
                  <a:gd name="T24" fmla="*/ 4812 w 6844"/>
                  <a:gd name="T25" fmla="*/ 5093 h 6844"/>
                  <a:gd name="T26" fmla="*/ 2594 w 6844"/>
                  <a:gd name="T27" fmla="*/ 5812 h 6844"/>
                  <a:gd name="T28" fmla="*/ 2438 w 6844"/>
                  <a:gd name="T29" fmla="*/ 5968 h 6844"/>
                  <a:gd name="T30" fmla="*/ 875 w 6844"/>
                  <a:gd name="T31" fmla="*/ 6843 h 6844"/>
                  <a:gd name="T32" fmla="*/ 719 w 6844"/>
                  <a:gd name="T33" fmla="*/ 6312 h 6844"/>
                  <a:gd name="T34" fmla="*/ 2844 w 6844"/>
                  <a:gd name="T35" fmla="*/ 4562 h 6844"/>
                  <a:gd name="T36" fmla="*/ 1782 w 6844"/>
                  <a:gd name="T37" fmla="*/ 2750 h 6844"/>
                  <a:gd name="T38" fmla="*/ 1719 w 6844"/>
                  <a:gd name="T39" fmla="*/ 2594 h 6844"/>
                  <a:gd name="T40" fmla="*/ 1250 w 6844"/>
                  <a:gd name="T41" fmla="*/ 1313 h 6844"/>
                  <a:gd name="T42" fmla="*/ 407 w 6844"/>
                  <a:gd name="T43" fmla="*/ 2563 h 6844"/>
                  <a:gd name="T44" fmla="*/ 1032 w 6844"/>
                  <a:gd name="T45" fmla="*/ 32 h 6844"/>
                  <a:gd name="T46" fmla="*/ 1813 w 6844"/>
                  <a:gd name="T47" fmla="*/ 938 h 6844"/>
                  <a:gd name="T48" fmla="*/ 2157 w 6844"/>
                  <a:gd name="T49" fmla="*/ 907 h 6844"/>
                  <a:gd name="T50" fmla="*/ 4718 w 6844"/>
                  <a:gd name="T51" fmla="*/ 907 h 6844"/>
                  <a:gd name="T52" fmla="*/ 5031 w 6844"/>
                  <a:gd name="T53" fmla="*/ 938 h 6844"/>
                  <a:gd name="T54" fmla="*/ 5812 w 6844"/>
                  <a:gd name="T55" fmla="*/ 0 h 6844"/>
                  <a:gd name="T56" fmla="*/ 4562 w 6844"/>
                  <a:gd name="T57" fmla="*/ 1188 h 6844"/>
                  <a:gd name="T58" fmla="*/ 3437 w 6844"/>
                  <a:gd name="T59" fmla="*/ 1157 h 6844"/>
                  <a:gd name="T60" fmla="*/ 2282 w 6844"/>
                  <a:gd name="T61" fmla="*/ 2469 h 6844"/>
                  <a:gd name="T62" fmla="*/ 3718 w 6844"/>
                  <a:gd name="T63" fmla="*/ 3157 h 6844"/>
                  <a:gd name="T64" fmla="*/ 4562 w 6844"/>
                  <a:gd name="T65" fmla="*/ 1188 h 6844"/>
                  <a:gd name="T66" fmla="*/ 4562 w 6844"/>
                  <a:gd name="T67" fmla="*/ 1188 h 6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44" h="6844">
                    <a:moveTo>
                      <a:pt x="3437" y="1719"/>
                    </a:moveTo>
                    <a:lnTo>
                      <a:pt x="3437" y="1719"/>
                    </a:lnTo>
                    <a:cubicBezTo>
                      <a:pt x="3749" y="1719"/>
                      <a:pt x="3999" y="2000"/>
                      <a:pt x="3999" y="2313"/>
                    </a:cubicBezTo>
                    <a:cubicBezTo>
                      <a:pt x="3999" y="2625"/>
                      <a:pt x="3749" y="2875"/>
                      <a:pt x="3437" y="2875"/>
                    </a:cubicBezTo>
                    <a:cubicBezTo>
                      <a:pt x="3125" y="2875"/>
                      <a:pt x="2844" y="2625"/>
                      <a:pt x="2844" y="2313"/>
                    </a:cubicBezTo>
                    <a:cubicBezTo>
                      <a:pt x="2844" y="2000"/>
                      <a:pt x="3125" y="1719"/>
                      <a:pt x="3437" y="1719"/>
                    </a:cubicBezTo>
                    <a:close/>
                    <a:moveTo>
                      <a:pt x="6843" y="188"/>
                    </a:moveTo>
                    <a:lnTo>
                      <a:pt x="6843" y="188"/>
                    </a:lnTo>
                    <a:cubicBezTo>
                      <a:pt x="6437" y="2532"/>
                      <a:pt x="6437" y="2532"/>
                      <a:pt x="6437" y="2532"/>
                    </a:cubicBezTo>
                    <a:cubicBezTo>
                      <a:pt x="5437" y="2375"/>
                      <a:pt x="5437" y="2375"/>
                      <a:pt x="5437" y="2375"/>
                    </a:cubicBezTo>
                    <a:cubicBezTo>
                      <a:pt x="5593" y="1282"/>
                      <a:pt x="5593" y="1282"/>
                      <a:pt x="5593" y="1282"/>
                    </a:cubicBezTo>
                    <a:cubicBezTo>
                      <a:pt x="5468" y="1282"/>
                      <a:pt x="5312" y="1250"/>
                      <a:pt x="5124" y="1250"/>
                    </a:cubicBezTo>
                    <a:cubicBezTo>
                      <a:pt x="5124" y="2594"/>
                      <a:pt x="5124" y="2594"/>
                      <a:pt x="5124" y="2594"/>
                    </a:cubicBezTo>
                    <a:cubicBezTo>
                      <a:pt x="5124" y="2625"/>
                      <a:pt x="5124" y="2688"/>
                      <a:pt x="5093" y="2719"/>
                    </a:cubicBezTo>
                    <a:lnTo>
                      <a:pt x="5093" y="2750"/>
                    </a:lnTo>
                    <a:cubicBezTo>
                      <a:pt x="4437" y="3749"/>
                      <a:pt x="4437" y="3749"/>
                      <a:pt x="4437" y="3749"/>
                    </a:cubicBezTo>
                    <a:cubicBezTo>
                      <a:pt x="4249" y="4281"/>
                      <a:pt x="4249" y="4281"/>
                      <a:pt x="4249" y="4281"/>
                    </a:cubicBezTo>
                    <a:cubicBezTo>
                      <a:pt x="5218" y="4562"/>
                      <a:pt x="5218" y="4562"/>
                      <a:pt x="5218" y="4562"/>
                    </a:cubicBezTo>
                    <a:cubicBezTo>
                      <a:pt x="5218" y="4562"/>
                      <a:pt x="5218" y="4562"/>
                      <a:pt x="5187" y="4593"/>
                    </a:cubicBezTo>
                    <a:cubicBezTo>
                      <a:pt x="5218" y="4593"/>
                      <a:pt x="5218" y="4593"/>
                      <a:pt x="5218" y="4593"/>
                    </a:cubicBezTo>
                    <a:cubicBezTo>
                      <a:pt x="5343" y="4624"/>
                      <a:pt x="5437" y="4749"/>
                      <a:pt x="5406" y="4906"/>
                    </a:cubicBezTo>
                    <a:cubicBezTo>
                      <a:pt x="5124" y="6624"/>
                      <a:pt x="5124" y="6624"/>
                      <a:pt x="5124" y="6624"/>
                    </a:cubicBezTo>
                    <a:cubicBezTo>
                      <a:pt x="5093" y="6749"/>
                      <a:pt x="4999" y="6843"/>
                      <a:pt x="4843" y="6843"/>
                    </a:cubicBezTo>
                    <a:lnTo>
                      <a:pt x="4812" y="6843"/>
                    </a:lnTo>
                    <a:cubicBezTo>
                      <a:pt x="4656" y="6812"/>
                      <a:pt x="4531" y="6687"/>
                      <a:pt x="4562" y="6531"/>
                    </a:cubicBezTo>
                    <a:cubicBezTo>
                      <a:pt x="4812" y="5093"/>
                      <a:pt x="4812" y="5093"/>
                      <a:pt x="4812" y="5093"/>
                    </a:cubicBezTo>
                    <a:cubicBezTo>
                      <a:pt x="3531" y="5124"/>
                      <a:pt x="3531" y="5124"/>
                      <a:pt x="3531" y="5124"/>
                    </a:cubicBezTo>
                    <a:cubicBezTo>
                      <a:pt x="2594" y="5812"/>
                      <a:pt x="2594" y="5812"/>
                      <a:pt x="2594" y="5812"/>
                    </a:cubicBezTo>
                    <a:cubicBezTo>
                      <a:pt x="2500" y="5906"/>
                      <a:pt x="2500" y="5906"/>
                      <a:pt x="2500" y="5906"/>
                    </a:cubicBezTo>
                    <a:cubicBezTo>
                      <a:pt x="2469" y="5937"/>
                      <a:pt x="2469" y="5937"/>
                      <a:pt x="2438" y="5968"/>
                    </a:cubicBezTo>
                    <a:cubicBezTo>
                      <a:pt x="1000" y="6812"/>
                      <a:pt x="1000" y="6812"/>
                      <a:pt x="1000" y="6812"/>
                    </a:cubicBezTo>
                    <a:cubicBezTo>
                      <a:pt x="969" y="6843"/>
                      <a:pt x="907" y="6843"/>
                      <a:pt x="875" y="6843"/>
                    </a:cubicBezTo>
                    <a:cubicBezTo>
                      <a:pt x="782" y="6843"/>
                      <a:pt x="688" y="6812"/>
                      <a:pt x="625" y="6718"/>
                    </a:cubicBezTo>
                    <a:cubicBezTo>
                      <a:pt x="532" y="6562"/>
                      <a:pt x="594" y="6406"/>
                      <a:pt x="719" y="6312"/>
                    </a:cubicBezTo>
                    <a:cubicBezTo>
                      <a:pt x="1969" y="5562"/>
                      <a:pt x="1969" y="5562"/>
                      <a:pt x="1969" y="5562"/>
                    </a:cubicBezTo>
                    <a:cubicBezTo>
                      <a:pt x="2844" y="4562"/>
                      <a:pt x="2844" y="4562"/>
                      <a:pt x="2844" y="4562"/>
                    </a:cubicBezTo>
                    <a:cubicBezTo>
                      <a:pt x="2563" y="3718"/>
                      <a:pt x="2563" y="3718"/>
                      <a:pt x="2563" y="3718"/>
                    </a:cubicBezTo>
                    <a:cubicBezTo>
                      <a:pt x="1782" y="2750"/>
                      <a:pt x="1782" y="2750"/>
                      <a:pt x="1782" y="2750"/>
                    </a:cubicBezTo>
                    <a:lnTo>
                      <a:pt x="1782" y="2750"/>
                    </a:lnTo>
                    <a:cubicBezTo>
                      <a:pt x="1750" y="2688"/>
                      <a:pt x="1719" y="2657"/>
                      <a:pt x="1719" y="2594"/>
                    </a:cubicBezTo>
                    <a:cubicBezTo>
                      <a:pt x="1719" y="1250"/>
                      <a:pt x="1719" y="1250"/>
                      <a:pt x="1719" y="1250"/>
                    </a:cubicBezTo>
                    <a:cubicBezTo>
                      <a:pt x="1532" y="1250"/>
                      <a:pt x="1375" y="1282"/>
                      <a:pt x="1250" y="1313"/>
                    </a:cubicBezTo>
                    <a:cubicBezTo>
                      <a:pt x="1407" y="2375"/>
                      <a:pt x="1407" y="2375"/>
                      <a:pt x="1407" y="2375"/>
                    </a:cubicBezTo>
                    <a:cubicBezTo>
                      <a:pt x="407" y="2563"/>
                      <a:pt x="407" y="2563"/>
                      <a:pt x="407" y="2563"/>
                    </a:cubicBezTo>
                    <a:cubicBezTo>
                      <a:pt x="0" y="188"/>
                      <a:pt x="0" y="188"/>
                      <a:pt x="0" y="188"/>
                    </a:cubicBezTo>
                    <a:cubicBezTo>
                      <a:pt x="1032" y="32"/>
                      <a:pt x="1032" y="32"/>
                      <a:pt x="1032" y="32"/>
                    </a:cubicBezTo>
                    <a:cubicBezTo>
                      <a:pt x="1188" y="1032"/>
                      <a:pt x="1188" y="1032"/>
                      <a:pt x="1188" y="1032"/>
                    </a:cubicBezTo>
                    <a:cubicBezTo>
                      <a:pt x="1375" y="1000"/>
                      <a:pt x="1594" y="969"/>
                      <a:pt x="1813" y="938"/>
                    </a:cubicBezTo>
                    <a:cubicBezTo>
                      <a:pt x="1875" y="907"/>
                      <a:pt x="1938" y="875"/>
                      <a:pt x="2000" y="875"/>
                    </a:cubicBezTo>
                    <a:cubicBezTo>
                      <a:pt x="2063" y="875"/>
                      <a:pt x="2094" y="907"/>
                      <a:pt x="2157" y="907"/>
                    </a:cubicBezTo>
                    <a:cubicBezTo>
                      <a:pt x="2532" y="907"/>
                      <a:pt x="2938" y="875"/>
                      <a:pt x="3437" y="875"/>
                    </a:cubicBezTo>
                    <a:cubicBezTo>
                      <a:pt x="3906" y="875"/>
                      <a:pt x="4343" y="907"/>
                      <a:pt x="4718" y="907"/>
                    </a:cubicBezTo>
                    <a:cubicBezTo>
                      <a:pt x="4749" y="907"/>
                      <a:pt x="4781" y="875"/>
                      <a:pt x="4843" y="875"/>
                    </a:cubicBezTo>
                    <a:cubicBezTo>
                      <a:pt x="4906" y="875"/>
                      <a:pt x="4968" y="907"/>
                      <a:pt x="5031" y="938"/>
                    </a:cubicBezTo>
                    <a:cubicBezTo>
                      <a:pt x="5281" y="969"/>
                      <a:pt x="5468" y="1000"/>
                      <a:pt x="5656" y="1000"/>
                    </a:cubicBezTo>
                    <a:cubicBezTo>
                      <a:pt x="5812" y="0"/>
                      <a:pt x="5812" y="0"/>
                      <a:pt x="5812" y="0"/>
                    </a:cubicBezTo>
                    <a:lnTo>
                      <a:pt x="6843" y="188"/>
                    </a:lnTo>
                    <a:close/>
                    <a:moveTo>
                      <a:pt x="4562" y="1188"/>
                    </a:moveTo>
                    <a:lnTo>
                      <a:pt x="4562" y="1188"/>
                    </a:lnTo>
                    <a:cubicBezTo>
                      <a:pt x="4218" y="1188"/>
                      <a:pt x="3843" y="1157"/>
                      <a:pt x="3437" y="1157"/>
                    </a:cubicBezTo>
                    <a:cubicBezTo>
                      <a:pt x="3000" y="1157"/>
                      <a:pt x="2625" y="1188"/>
                      <a:pt x="2282" y="1188"/>
                    </a:cubicBezTo>
                    <a:cubicBezTo>
                      <a:pt x="2282" y="2469"/>
                      <a:pt x="2282" y="2469"/>
                      <a:pt x="2282" y="2469"/>
                    </a:cubicBezTo>
                    <a:cubicBezTo>
                      <a:pt x="3157" y="3157"/>
                      <a:pt x="3157" y="3157"/>
                      <a:pt x="3157" y="3157"/>
                    </a:cubicBezTo>
                    <a:cubicBezTo>
                      <a:pt x="3718" y="3157"/>
                      <a:pt x="3718" y="3157"/>
                      <a:pt x="3718" y="3157"/>
                    </a:cubicBezTo>
                    <a:cubicBezTo>
                      <a:pt x="4562" y="2469"/>
                      <a:pt x="4562" y="2469"/>
                      <a:pt x="4562" y="2469"/>
                    </a:cubicBezTo>
                    <a:lnTo>
                      <a:pt x="4562" y="1188"/>
                    </a:lnTo>
                    <a:close/>
                    <a:moveTo>
                      <a:pt x="4562" y="1188"/>
                    </a:moveTo>
                    <a:lnTo>
                      <a:pt x="4562" y="1188"/>
                    </a:lnTo>
                    <a:close/>
                  </a:path>
                </a:pathLst>
              </a:custGeom>
              <a:solidFill>
                <a:schemeClr val="tx1">
                  <a:lumMod val="50000"/>
                  <a:lumOff val="50000"/>
                </a:schemeClr>
              </a:solidFill>
              <a:ln>
                <a:noFill/>
              </a:ln>
              <a:effectLst/>
            </p:spPr>
            <p:txBody>
              <a:bodyPr wrap="square" lIns="91440" tIns="45720" rIns="91440" bIns="45720" anchor="ctr">
                <a:normAutofit fontScale="92500" lnSpcReduction="20000"/>
              </a:bodyPr>
              <a:lstStyle/>
              <a:p>
                <a:pPr algn="ctr"/>
              </a:p>
            </p:txBody>
          </p:sp>
        </p:grpSp>
        <p:grpSp>
          <p:nvGrpSpPr>
            <p:cNvPr id="9" name="ïslîḑê"/>
            <p:cNvGrpSpPr/>
            <p:nvPr/>
          </p:nvGrpSpPr>
          <p:grpSpPr>
            <a:xfrm>
              <a:off x="868465" y="3783006"/>
              <a:ext cx="581892" cy="581892"/>
              <a:chOff x="868465" y="3783006"/>
              <a:chExt cx="581892" cy="581892"/>
            </a:xfrm>
          </p:grpSpPr>
          <p:sp>
            <p:nvSpPr>
              <p:cNvPr id="25" name="íŝ1íḋe"/>
              <p:cNvSpPr/>
              <p:nvPr/>
            </p:nvSpPr>
            <p:spPr>
              <a:xfrm>
                <a:off x="868465" y="3783006"/>
                <a:ext cx="581892" cy="581892"/>
              </a:xfrm>
              <a:prstGeom prst="ellipse">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6" name="iṣḻîḍè"/>
              <p:cNvSpPr/>
              <p:nvPr/>
            </p:nvSpPr>
            <p:spPr bwMode="auto">
              <a:xfrm>
                <a:off x="1030848" y="3950824"/>
                <a:ext cx="261551" cy="261619"/>
              </a:xfrm>
              <a:custGeom>
                <a:avLst/>
                <a:gdLst>
                  <a:gd name="T0" fmla="*/ 2374 w 2594"/>
                  <a:gd name="T1" fmla="*/ 0 h 2594"/>
                  <a:gd name="T2" fmla="*/ 2374 w 2594"/>
                  <a:gd name="T3" fmla="*/ 0 h 2594"/>
                  <a:gd name="T4" fmla="*/ 219 w 2594"/>
                  <a:gd name="T5" fmla="*/ 0 h 2594"/>
                  <a:gd name="T6" fmla="*/ 0 w 2594"/>
                  <a:gd name="T7" fmla="*/ 219 h 2594"/>
                  <a:gd name="T8" fmla="*/ 0 w 2594"/>
                  <a:gd name="T9" fmla="*/ 2374 h 2594"/>
                  <a:gd name="T10" fmla="*/ 219 w 2594"/>
                  <a:gd name="T11" fmla="*/ 2593 h 2594"/>
                  <a:gd name="T12" fmla="*/ 2374 w 2594"/>
                  <a:gd name="T13" fmla="*/ 2593 h 2594"/>
                  <a:gd name="T14" fmla="*/ 2593 w 2594"/>
                  <a:gd name="T15" fmla="*/ 2374 h 2594"/>
                  <a:gd name="T16" fmla="*/ 2593 w 2594"/>
                  <a:gd name="T17" fmla="*/ 219 h 2594"/>
                  <a:gd name="T18" fmla="*/ 2374 w 2594"/>
                  <a:gd name="T19" fmla="*/ 0 h 2594"/>
                  <a:gd name="T20" fmla="*/ 2249 w 2594"/>
                  <a:gd name="T21" fmla="*/ 250 h 2594"/>
                  <a:gd name="T22" fmla="*/ 2249 w 2594"/>
                  <a:gd name="T23" fmla="*/ 250 h 2594"/>
                  <a:gd name="T24" fmla="*/ 2343 w 2594"/>
                  <a:gd name="T25" fmla="*/ 313 h 2594"/>
                  <a:gd name="T26" fmla="*/ 2249 w 2594"/>
                  <a:gd name="T27" fmla="*/ 407 h 2594"/>
                  <a:gd name="T28" fmla="*/ 2156 w 2594"/>
                  <a:gd name="T29" fmla="*/ 313 h 2594"/>
                  <a:gd name="T30" fmla="*/ 2249 w 2594"/>
                  <a:gd name="T31" fmla="*/ 250 h 2594"/>
                  <a:gd name="T32" fmla="*/ 1937 w 2594"/>
                  <a:gd name="T33" fmla="*/ 250 h 2594"/>
                  <a:gd name="T34" fmla="*/ 1937 w 2594"/>
                  <a:gd name="T35" fmla="*/ 250 h 2594"/>
                  <a:gd name="T36" fmla="*/ 2031 w 2594"/>
                  <a:gd name="T37" fmla="*/ 313 h 2594"/>
                  <a:gd name="T38" fmla="*/ 1937 w 2594"/>
                  <a:gd name="T39" fmla="*/ 407 h 2594"/>
                  <a:gd name="T40" fmla="*/ 1843 w 2594"/>
                  <a:gd name="T41" fmla="*/ 313 h 2594"/>
                  <a:gd name="T42" fmla="*/ 1937 w 2594"/>
                  <a:gd name="T43" fmla="*/ 250 h 2594"/>
                  <a:gd name="T44" fmla="*/ 2343 w 2594"/>
                  <a:gd name="T45" fmla="*/ 2343 h 2594"/>
                  <a:gd name="T46" fmla="*/ 2343 w 2594"/>
                  <a:gd name="T47" fmla="*/ 2343 h 2594"/>
                  <a:gd name="T48" fmla="*/ 250 w 2594"/>
                  <a:gd name="T49" fmla="*/ 2343 h 2594"/>
                  <a:gd name="T50" fmla="*/ 250 w 2594"/>
                  <a:gd name="T51" fmla="*/ 625 h 2594"/>
                  <a:gd name="T52" fmla="*/ 2343 w 2594"/>
                  <a:gd name="T53" fmla="*/ 625 h 2594"/>
                  <a:gd name="T54" fmla="*/ 2343 w 2594"/>
                  <a:gd name="T55" fmla="*/ 2343 h 2594"/>
                  <a:gd name="T56" fmla="*/ 594 w 2594"/>
                  <a:gd name="T57" fmla="*/ 2093 h 2594"/>
                  <a:gd name="T58" fmla="*/ 594 w 2594"/>
                  <a:gd name="T59" fmla="*/ 2093 h 2594"/>
                  <a:gd name="T60" fmla="*/ 1999 w 2594"/>
                  <a:gd name="T61" fmla="*/ 2093 h 2594"/>
                  <a:gd name="T62" fmla="*/ 2031 w 2594"/>
                  <a:gd name="T63" fmla="*/ 2062 h 2594"/>
                  <a:gd name="T64" fmla="*/ 2031 w 2594"/>
                  <a:gd name="T65" fmla="*/ 2031 h 2594"/>
                  <a:gd name="T66" fmla="*/ 1343 w 2594"/>
                  <a:gd name="T67" fmla="*/ 844 h 2594"/>
                  <a:gd name="T68" fmla="*/ 1312 w 2594"/>
                  <a:gd name="T69" fmla="*/ 813 h 2594"/>
                  <a:gd name="T70" fmla="*/ 1250 w 2594"/>
                  <a:gd name="T71" fmla="*/ 844 h 2594"/>
                  <a:gd name="T72" fmla="*/ 563 w 2594"/>
                  <a:gd name="T73" fmla="*/ 2031 h 2594"/>
                  <a:gd name="T74" fmla="*/ 563 w 2594"/>
                  <a:gd name="T75" fmla="*/ 2093 h 2594"/>
                  <a:gd name="T76" fmla="*/ 594 w 2594"/>
                  <a:gd name="T77" fmla="*/ 2093 h 2594"/>
                  <a:gd name="T78" fmla="*/ 1374 w 2594"/>
                  <a:gd name="T79" fmla="*/ 1937 h 2594"/>
                  <a:gd name="T80" fmla="*/ 1374 w 2594"/>
                  <a:gd name="T81" fmla="*/ 1937 h 2594"/>
                  <a:gd name="T82" fmla="*/ 1343 w 2594"/>
                  <a:gd name="T83" fmla="*/ 1968 h 2594"/>
                  <a:gd name="T84" fmla="*/ 1250 w 2594"/>
                  <a:gd name="T85" fmla="*/ 1968 h 2594"/>
                  <a:gd name="T86" fmla="*/ 1219 w 2594"/>
                  <a:gd name="T87" fmla="*/ 1937 h 2594"/>
                  <a:gd name="T88" fmla="*/ 1219 w 2594"/>
                  <a:gd name="T89" fmla="*/ 1843 h 2594"/>
                  <a:gd name="T90" fmla="*/ 1250 w 2594"/>
                  <a:gd name="T91" fmla="*/ 1812 h 2594"/>
                  <a:gd name="T92" fmla="*/ 1343 w 2594"/>
                  <a:gd name="T93" fmla="*/ 1812 h 2594"/>
                  <a:gd name="T94" fmla="*/ 1374 w 2594"/>
                  <a:gd name="T95" fmla="*/ 1843 h 2594"/>
                  <a:gd name="T96" fmla="*/ 1374 w 2594"/>
                  <a:gd name="T97" fmla="*/ 1937 h 2594"/>
                  <a:gd name="T98" fmla="*/ 1219 w 2594"/>
                  <a:gd name="T99" fmla="*/ 1125 h 2594"/>
                  <a:gd name="T100" fmla="*/ 1219 w 2594"/>
                  <a:gd name="T101" fmla="*/ 1125 h 2594"/>
                  <a:gd name="T102" fmla="*/ 1374 w 2594"/>
                  <a:gd name="T103" fmla="*/ 1125 h 2594"/>
                  <a:gd name="T104" fmla="*/ 1406 w 2594"/>
                  <a:gd name="T105" fmla="*/ 1157 h 2594"/>
                  <a:gd name="T106" fmla="*/ 1374 w 2594"/>
                  <a:gd name="T107" fmla="*/ 1718 h 2594"/>
                  <a:gd name="T108" fmla="*/ 1343 w 2594"/>
                  <a:gd name="T109" fmla="*/ 1749 h 2594"/>
                  <a:gd name="T110" fmla="*/ 1250 w 2594"/>
                  <a:gd name="T111" fmla="*/ 1749 h 2594"/>
                  <a:gd name="T112" fmla="*/ 1219 w 2594"/>
                  <a:gd name="T113" fmla="*/ 1718 h 2594"/>
                  <a:gd name="T114" fmla="*/ 1219 w 2594"/>
                  <a:gd name="T115" fmla="*/ 1157 h 2594"/>
                  <a:gd name="T116" fmla="*/ 1219 w 2594"/>
                  <a:gd name="T117" fmla="*/ 1125 h 2594"/>
                  <a:gd name="T118" fmla="*/ 1219 w 2594"/>
                  <a:gd name="T119" fmla="*/ 1125 h 2594"/>
                  <a:gd name="T120" fmla="*/ 1219 w 2594"/>
                  <a:gd name="T121" fmla="*/ 1125 h 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94" h="2594">
                    <a:moveTo>
                      <a:pt x="2374" y="0"/>
                    </a:moveTo>
                    <a:lnTo>
                      <a:pt x="2374" y="0"/>
                    </a:lnTo>
                    <a:cubicBezTo>
                      <a:pt x="219" y="0"/>
                      <a:pt x="219" y="0"/>
                      <a:pt x="219" y="0"/>
                    </a:cubicBezTo>
                    <a:cubicBezTo>
                      <a:pt x="94" y="0"/>
                      <a:pt x="0" y="94"/>
                      <a:pt x="0" y="219"/>
                    </a:cubicBezTo>
                    <a:cubicBezTo>
                      <a:pt x="0" y="2374"/>
                      <a:pt x="0" y="2374"/>
                      <a:pt x="0" y="2374"/>
                    </a:cubicBezTo>
                    <a:cubicBezTo>
                      <a:pt x="0" y="2499"/>
                      <a:pt x="94" y="2593"/>
                      <a:pt x="219" y="2593"/>
                    </a:cubicBezTo>
                    <a:cubicBezTo>
                      <a:pt x="2374" y="2593"/>
                      <a:pt x="2374" y="2593"/>
                      <a:pt x="2374" y="2593"/>
                    </a:cubicBezTo>
                    <a:cubicBezTo>
                      <a:pt x="2499" y="2593"/>
                      <a:pt x="2593" y="2499"/>
                      <a:pt x="2593" y="2374"/>
                    </a:cubicBezTo>
                    <a:cubicBezTo>
                      <a:pt x="2593" y="219"/>
                      <a:pt x="2593" y="219"/>
                      <a:pt x="2593" y="219"/>
                    </a:cubicBezTo>
                    <a:cubicBezTo>
                      <a:pt x="2593" y="94"/>
                      <a:pt x="2499" y="0"/>
                      <a:pt x="2374" y="0"/>
                    </a:cubicBezTo>
                    <a:close/>
                    <a:moveTo>
                      <a:pt x="2249" y="250"/>
                    </a:moveTo>
                    <a:lnTo>
                      <a:pt x="2249" y="250"/>
                    </a:lnTo>
                    <a:cubicBezTo>
                      <a:pt x="2312" y="250"/>
                      <a:pt x="2343" y="282"/>
                      <a:pt x="2343" y="313"/>
                    </a:cubicBezTo>
                    <a:cubicBezTo>
                      <a:pt x="2343" y="375"/>
                      <a:pt x="2312" y="407"/>
                      <a:pt x="2249" y="407"/>
                    </a:cubicBezTo>
                    <a:cubicBezTo>
                      <a:pt x="2187" y="407"/>
                      <a:pt x="2156" y="375"/>
                      <a:pt x="2156" y="313"/>
                    </a:cubicBezTo>
                    <a:cubicBezTo>
                      <a:pt x="2156" y="282"/>
                      <a:pt x="2187" y="250"/>
                      <a:pt x="2249" y="250"/>
                    </a:cubicBezTo>
                    <a:close/>
                    <a:moveTo>
                      <a:pt x="1937" y="250"/>
                    </a:moveTo>
                    <a:lnTo>
                      <a:pt x="1937" y="250"/>
                    </a:lnTo>
                    <a:cubicBezTo>
                      <a:pt x="1999" y="250"/>
                      <a:pt x="2031" y="282"/>
                      <a:pt x="2031" y="313"/>
                    </a:cubicBezTo>
                    <a:cubicBezTo>
                      <a:pt x="2031" y="375"/>
                      <a:pt x="1999" y="407"/>
                      <a:pt x="1937" y="407"/>
                    </a:cubicBezTo>
                    <a:cubicBezTo>
                      <a:pt x="1906" y="407"/>
                      <a:pt x="1843" y="375"/>
                      <a:pt x="1843" y="313"/>
                    </a:cubicBezTo>
                    <a:cubicBezTo>
                      <a:pt x="1843" y="282"/>
                      <a:pt x="1906" y="250"/>
                      <a:pt x="1937" y="250"/>
                    </a:cubicBezTo>
                    <a:close/>
                    <a:moveTo>
                      <a:pt x="2343" y="2343"/>
                    </a:moveTo>
                    <a:lnTo>
                      <a:pt x="2343" y="2343"/>
                    </a:lnTo>
                    <a:cubicBezTo>
                      <a:pt x="250" y="2343"/>
                      <a:pt x="250" y="2343"/>
                      <a:pt x="250" y="2343"/>
                    </a:cubicBezTo>
                    <a:cubicBezTo>
                      <a:pt x="250" y="625"/>
                      <a:pt x="250" y="625"/>
                      <a:pt x="250" y="625"/>
                    </a:cubicBezTo>
                    <a:cubicBezTo>
                      <a:pt x="2343" y="625"/>
                      <a:pt x="2343" y="625"/>
                      <a:pt x="2343" y="625"/>
                    </a:cubicBezTo>
                    <a:lnTo>
                      <a:pt x="2343" y="2343"/>
                    </a:lnTo>
                    <a:close/>
                    <a:moveTo>
                      <a:pt x="594" y="2093"/>
                    </a:moveTo>
                    <a:lnTo>
                      <a:pt x="594" y="2093"/>
                    </a:lnTo>
                    <a:cubicBezTo>
                      <a:pt x="1999" y="2093"/>
                      <a:pt x="1999" y="2093"/>
                      <a:pt x="1999" y="2093"/>
                    </a:cubicBezTo>
                    <a:cubicBezTo>
                      <a:pt x="2031" y="2093"/>
                      <a:pt x="2031" y="2093"/>
                      <a:pt x="2031" y="2062"/>
                    </a:cubicBezTo>
                    <a:lnTo>
                      <a:pt x="2031" y="2031"/>
                    </a:lnTo>
                    <a:cubicBezTo>
                      <a:pt x="1343" y="844"/>
                      <a:pt x="1343" y="844"/>
                      <a:pt x="1343" y="844"/>
                    </a:cubicBezTo>
                    <a:cubicBezTo>
                      <a:pt x="1343" y="813"/>
                      <a:pt x="1312" y="813"/>
                      <a:pt x="1312" y="813"/>
                    </a:cubicBezTo>
                    <a:cubicBezTo>
                      <a:pt x="1281" y="813"/>
                      <a:pt x="1281" y="813"/>
                      <a:pt x="1250" y="844"/>
                    </a:cubicBezTo>
                    <a:cubicBezTo>
                      <a:pt x="563" y="2031"/>
                      <a:pt x="563" y="2031"/>
                      <a:pt x="563" y="2031"/>
                    </a:cubicBezTo>
                    <a:cubicBezTo>
                      <a:pt x="563" y="2062"/>
                      <a:pt x="563" y="2062"/>
                      <a:pt x="563" y="2093"/>
                    </a:cubicBezTo>
                    <a:lnTo>
                      <a:pt x="594" y="2093"/>
                    </a:lnTo>
                    <a:close/>
                    <a:moveTo>
                      <a:pt x="1374" y="1937"/>
                    </a:moveTo>
                    <a:lnTo>
                      <a:pt x="1374" y="1937"/>
                    </a:lnTo>
                    <a:cubicBezTo>
                      <a:pt x="1374" y="1968"/>
                      <a:pt x="1374" y="1968"/>
                      <a:pt x="1343" y="1968"/>
                    </a:cubicBezTo>
                    <a:cubicBezTo>
                      <a:pt x="1250" y="1968"/>
                      <a:pt x="1250" y="1968"/>
                      <a:pt x="1250" y="1968"/>
                    </a:cubicBezTo>
                    <a:cubicBezTo>
                      <a:pt x="1219" y="1968"/>
                      <a:pt x="1219" y="1968"/>
                      <a:pt x="1219" y="1937"/>
                    </a:cubicBezTo>
                    <a:cubicBezTo>
                      <a:pt x="1219" y="1843"/>
                      <a:pt x="1219" y="1843"/>
                      <a:pt x="1219" y="1843"/>
                    </a:cubicBezTo>
                    <a:cubicBezTo>
                      <a:pt x="1219" y="1812"/>
                      <a:pt x="1219" y="1812"/>
                      <a:pt x="1250" y="1812"/>
                    </a:cubicBezTo>
                    <a:cubicBezTo>
                      <a:pt x="1343" y="1812"/>
                      <a:pt x="1343" y="1812"/>
                      <a:pt x="1343" y="1812"/>
                    </a:cubicBezTo>
                    <a:cubicBezTo>
                      <a:pt x="1374" y="1812"/>
                      <a:pt x="1374" y="1812"/>
                      <a:pt x="1374" y="1843"/>
                    </a:cubicBezTo>
                    <a:lnTo>
                      <a:pt x="1374" y="1937"/>
                    </a:lnTo>
                    <a:close/>
                    <a:moveTo>
                      <a:pt x="1219" y="1125"/>
                    </a:moveTo>
                    <a:lnTo>
                      <a:pt x="1219" y="1125"/>
                    </a:lnTo>
                    <a:cubicBezTo>
                      <a:pt x="1374" y="1125"/>
                      <a:pt x="1374" y="1125"/>
                      <a:pt x="1374" y="1125"/>
                    </a:cubicBezTo>
                    <a:lnTo>
                      <a:pt x="1406" y="1157"/>
                    </a:lnTo>
                    <a:cubicBezTo>
                      <a:pt x="1374" y="1718"/>
                      <a:pt x="1374" y="1718"/>
                      <a:pt x="1374" y="1718"/>
                    </a:cubicBezTo>
                    <a:cubicBezTo>
                      <a:pt x="1374" y="1749"/>
                      <a:pt x="1374" y="1749"/>
                      <a:pt x="1343" y="1749"/>
                    </a:cubicBezTo>
                    <a:cubicBezTo>
                      <a:pt x="1250" y="1749"/>
                      <a:pt x="1250" y="1749"/>
                      <a:pt x="1250" y="1749"/>
                    </a:cubicBezTo>
                    <a:cubicBezTo>
                      <a:pt x="1219" y="1749"/>
                      <a:pt x="1219" y="1749"/>
                      <a:pt x="1219" y="1718"/>
                    </a:cubicBezTo>
                    <a:cubicBezTo>
                      <a:pt x="1219" y="1157"/>
                      <a:pt x="1219" y="1157"/>
                      <a:pt x="1219" y="1157"/>
                    </a:cubicBezTo>
                    <a:lnTo>
                      <a:pt x="1219" y="1125"/>
                    </a:lnTo>
                    <a:close/>
                    <a:moveTo>
                      <a:pt x="1219" y="1125"/>
                    </a:moveTo>
                    <a:lnTo>
                      <a:pt x="1219" y="1125"/>
                    </a:lnTo>
                    <a:close/>
                  </a:path>
                </a:pathLst>
              </a:custGeom>
              <a:solidFill>
                <a:schemeClr val="tx1">
                  <a:lumMod val="50000"/>
                  <a:lumOff val="50000"/>
                </a:schemeClr>
              </a:solidFill>
              <a:ln>
                <a:noFill/>
              </a:ln>
              <a:effectLst/>
            </p:spPr>
            <p:txBody>
              <a:bodyPr wrap="square" lIns="91440" tIns="45720" rIns="91440" bIns="45720" anchor="ctr">
                <a:normAutofit fontScale="70000" lnSpcReduction="20000"/>
              </a:bodyPr>
              <a:lstStyle/>
              <a:p>
                <a:pPr algn="ctr"/>
              </a:p>
            </p:txBody>
          </p:sp>
        </p:grpSp>
        <p:grpSp>
          <p:nvGrpSpPr>
            <p:cNvPr id="10" name="íšliḑê"/>
            <p:cNvGrpSpPr/>
            <p:nvPr/>
          </p:nvGrpSpPr>
          <p:grpSpPr>
            <a:xfrm>
              <a:off x="868465" y="1993394"/>
              <a:ext cx="581892" cy="581892"/>
              <a:chOff x="868465" y="1993394"/>
              <a:chExt cx="581892" cy="581892"/>
            </a:xfrm>
          </p:grpSpPr>
          <p:sp>
            <p:nvSpPr>
              <p:cNvPr id="23" name="îṡľíďé"/>
              <p:cNvSpPr/>
              <p:nvPr/>
            </p:nvSpPr>
            <p:spPr>
              <a:xfrm>
                <a:off x="868465" y="1993394"/>
                <a:ext cx="581892" cy="581892"/>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4" name="îṣ1íḍé"/>
              <p:cNvSpPr/>
              <p:nvPr/>
            </p:nvSpPr>
            <p:spPr bwMode="auto">
              <a:xfrm>
                <a:off x="1026424" y="2125174"/>
                <a:ext cx="265975" cy="318332"/>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accent1"/>
              </a:solidFill>
              <a:ln>
                <a:noFill/>
              </a:ln>
              <a:effectLst/>
            </p:spPr>
            <p:txBody>
              <a:bodyPr wrap="square" lIns="91440" tIns="45720" rIns="91440" bIns="45720" anchor="ctr">
                <a:normAutofit fontScale="92500" lnSpcReduction="20000"/>
              </a:bodyPr>
              <a:lstStyle/>
              <a:p>
                <a:pPr algn="ctr"/>
              </a:p>
            </p:txBody>
          </p:sp>
        </p:grpSp>
        <p:grpSp>
          <p:nvGrpSpPr>
            <p:cNvPr id="11" name="iṡḻïdê"/>
            <p:cNvGrpSpPr/>
            <p:nvPr/>
          </p:nvGrpSpPr>
          <p:grpSpPr>
            <a:xfrm>
              <a:off x="1611844" y="1990870"/>
              <a:ext cx="3079511" cy="1000667"/>
              <a:chOff x="1616899" y="1990870"/>
              <a:chExt cx="3079511" cy="1000667"/>
            </a:xfrm>
          </p:grpSpPr>
          <p:sp>
            <p:nvSpPr>
              <p:cNvPr id="21" name="is1ídè"/>
              <p:cNvSpPr/>
              <p:nvPr/>
            </p:nvSpPr>
            <p:spPr bwMode="auto">
              <a:xfrm>
                <a:off x="1616900" y="2378468"/>
                <a:ext cx="2108063" cy="61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dirty="0" smtClean="0"/>
                  <a:t>对需求二次抽象</a:t>
                </a:r>
                <a:endParaRPr lang="en-US" altLang="zh-CN" sz="1600" dirty="0"/>
              </a:p>
            </p:txBody>
          </p:sp>
          <p:sp>
            <p:nvSpPr>
              <p:cNvPr id="22" name="iṥlîḍè"/>
              <p:cNvSpPr txBox="1"/>
              <p:nvPr/>
            </p:nvSpPr>
            <p:spPr bwMode="auto">
              <a:xfrm>
                <a:off x="1616899" y="1990870"/>
                <a:ext cx="3079511"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defTabSz="914400">
                  <a:spcBef>
                    <a:spcPct val="0"/>
                  </a:spcBef>
                  <a:defRPr/>
                </a:pPr>
                <a:r>
                  <a:rPr lang="zh-CN" altLang="en-US" sz="2400" b="1" dirty="0"/>
                  <a:t>理解并接收系统需求</a:t>
                </a:r>
                <a:endParaRPr lang="zh-CN" altLang="en-US" sz="2400" b="1" dirty="0"/>
              </a:p>
            </p:txBody>
          </p:sp>
        </p:grpSp>
        <p:grpSp>
          <p:nvGrpSpPr>
            <p:cNvPr id="12" name="îśľîḑé"/>
            <p:cNvGrpSpPr/>
            <p:nvPr/>
          </p:nvGrpSpPr>
          <p:grpSpPr>
            <a:xfrm>
              <a:off x="5231332" y="1990870"/>
              <a:ext cx="2990398" cy="1000667"/>
              <a:chOff x="5277737" y="1990870"/>
              <a:chExt cx="2990398" cy="1000667"/>
            </a:xfrm>
          </p:grpSpPr>
          <p:sp>
            <p:nvSpPr>
              <p:cNvPr id="19" name="iṡḻïḋê"/>
              <p:cNvSpPr/>
              <p:nvPr/>
            </p:nvSpPr>
            <p:spPr bwMode="auto">
              <a:xfrm>
                <a:off x="5277737" y="2378468"/>
                <a:ext cx="2672197" cy="61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dirty="0"/>
                  <a:t>根据需求现实选取最优架构</a:t>
                </a:r>
                <a:endParaRPr lang="en-US" altLang="zh-CN" sz="1600" dirty="0"/>
              </a:p>
            </p:txBody>
          </p:sp>
          <p:sp>
            <p:nvSpPr>
              <p:cNvPr id="20" name="îśļïḑê"/>
              <p:cNvSpPr txBox="1"/>
              <p:nvPr/>
            </p:nvSpPr>
            <p:spPr bwMode="auto">
              <a:xfrm>
                <a:off x="5277737" y="1990870"/>
                <a:ext cx="2990398"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spcBef>
                    <a:spcPct val="0"/>
                  </a:spcBef>
                  <a:defRPr/>
                </a:pPr>
                <a:r>
                  <a:rPr lang="zh-CN" altLang="en-US" sz="2400" b="1" dirty="0"/>
                  <a:t>确定系统的相对构架</a:t>
                </a:r>
                <a:endParaRPr lang="zh-CN" altLang="en-US" sz="2400" b="1" dirty="0"/>
              </a:p>
            </p:txBody>
          </p:sp>
        </p:grpSp>
        <p:grpSp>
          <p:nvGrpSpPr>
            <p:cNvPr id="13" name="ïsḻídê"/>
            <p:cNvGrpSpPr/>
            <p:nvPr/>
          </p:nvGrpSpPr>
          <p:grpSpPr>
            <a:xfrm>
              <a:off x="5231332" y="3783006"/>
              <a:ext cx="2738571" cy="1000667"/>
              <a:chOff x="5277458" y="3783006"/>
              <a:chExt cx="2738571" cy="1000667"/>
            </a:xfrm>
          </p:grpSpPr>
          <p:sp>
            <p:nvSpPr>
              <p:cNvPr id="17" name="işḷiḍe"/>
              <p:cNvSpPr/>
              <p:nvPr/>
            </p:nvSpPr>
            <p:spPr bwMode="auto">
              <a:xfrm>
                <a:off x="5277458" y="4170604"/>
                <a:ext cx="2108063" cy="61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dirty="0" smtClean="0"/>
                  <a:t>分配协调各部门工作</a:t>
                </a:r>
                <a:endParaRPr lang="en-US" altLang="zh-CN" sz="1600" dirty="0"/>
              </a:p>
            </p:txBody>
          </p:sp>
          <p:sp>
            <p:nvSpPr>
              <p:cNvPr id="18" name="i$lîḋe"/>
              <p:cNvSpPr txBox="1"/>
              <p:nvPr/>
            </p:nvSpPr>
            <p:spPr bwMode="auto">
              <a:xfrm>
                <a:off x="5277458" y="3783006"/>
                <a:ext cx="2738571"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spcBef>
                    <a:spcPct val="0"/>
                  </a:spcBef>
                  <a:defRPr/>
                </a:pPr>
                <a:r>
                  <a:rPr lang="zh-CN" altLang="en-US" sz="2400" b="1" dirty="0"/>
                  <a:t>领导协调技术活动</a:t>
                </a:r>
                <a:endParaRPr lang="zh-CN" altLang="en-US" sz="2400" b="1" dirty="0"/>
              </a:p>
            </p:txBody>
          </p:sp>
        </p:grpSp>
        <p:grpSp>
          <p:nvGrpSpPr>
            <p:cNvPr id="14" name="ïsḻíďè"/>
            <p:cNvGrpSpPr/>
            <p:nvPr/>
          </p:nvGrpSpPr>
          <p:grpSpPr>
            <a:xfrm>
              <a:off x="1611845" y="3783006"/>
              <a:ext cx="2629020" cy="1000667"/>
              <a:chOff x="1620804" y="3783006"/>
              <a:chExt cx="2629020" cy="1000667"/>
            </a:xfrm>
          </p:grpSpPr>
          <p:sp>
            <p:nvSpPr>
              <p:cNvPr id="15" name="išļîḍê"/>
              <p:cNvSpPr/>
              <p:nvPr/>
            </p:nvSpPr>
            <p:spPr bwMode="auto">
              <a:xfrm>
                <a:off x="1620804" y="4170604"/>
                <a:ext cx="2108063" cy="61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600" dirty="0" smtClean="0"/>
                  <a:t>确定</a:t>
                </a:r>
                <a:r>
                  <a:rPr lang="zh-CN" altLang="en-US" sz="1600" dirty="0"/>
                  <a:t>软件的组织体系</a:t>
                </a:r>
                <a:endParaRPr lang="en-US" altLang="zh-CN" sz="1600" dirty="0"/>
              </a:p>
            </p:txBody>
          </p:sp>
          <p:sp>
            <p:nvSpPr>
              <p:cNvPr id="16" name="íšḻïḋé"/>
              <p:cNvSpPr txBox="1"/>
              <p:nvPr/>
            </p:nvSpPr>
            <p:spPr bwMode="auto">
              <a:xfrm>
                <a:off x="1620804" y="3783006"/>
                <a:ext cx="262902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spcBef>
                    <a:spcPct val="0"/>
                  </a:spcBef>
                  <a:defRPr/>
                </a:pPr>
                <a:r>
                  <a:rPr lang="zh-CN" altLang="en-US" sz="2400" b="1" dirty="0"/>
                  <a:t>确定模块和</a:t>
                </a:r>
                <a:r>
                  <a:rPr lang="zh-CN" altLang="en-US" sz="2400" b="1" dirty="0" smtClean="0"/>
                  <a:t>接口</a:t>
                </a:r>
                <a:endParaRPr lang="zh-CN" altLang="en-US" sz="2400" b="1" dirty="0"/>
              </a:p>
            </p:txBody>
          </p:sp>
        </p:gr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架构师的能力要求</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4d5c9446-e71a-41fc-9605-be1165a4b6e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95" y="898101"/>
            <a:ext cx="12192000" cy="5548743"/>
            <a:chOff x="0" y="1712226"/>
            <a:chExt cx="12192000" cy="5548743"/>
          </a:xfrm>
        </p:grpSpPr>
        <p:sp>
          <p:nvSpPr>
            <p:cNvPr id="6" name="îŝḷíďé"/>
            <p:cNvSpPr/>
            <p:nvPr/>
          </p:nvSpPr>
          <p:spPr>
            <a:xfrm>
              <a:off x="0" y="3654000"/>
              <a:ext cx="12192000" cy="2489625"/>
            </a:xfrm>
            <a:prstGeom prst="roundRect">
              <a:avLst>
                <a:gd name="adj" fmla="val 750"/>
              </a:avLst>
            </a:prstGeom>
            <a:solidFill>
              <a:schemeClr val="bg1">
                <a:lumMod val="95000"/>
              </a:schemeClr>
            </a:solidFill>
          </p:spPr>
          <p:txBody>
            <a:bodyPr wrap="square" lIns="91440" tIns="45720" rIns="91440" bIns="45720" rtlCol="0" anchor="ctr" anchorCtr="0">
              <a:normAutofit/>
            </a:bodyPr>
            <a:lstStyle/>
            <a:p>
              <a:pPr algn="ctr">
                <a:lnSpc>
                  <a:spcPct val="150000"/>
                </a:lnSpc>
              </a:pPr>
              <a:endParaRPr lang="zh-CN" altLang="en-US" sz="1000" dirty="0"/>
            </a:p>
          </p:txBody>
        </p:sp>
        <p:sp>
          <p:nvSpPr>
            <p:cNvPr id="7" name="îṣļîďê"/>
            <p:cNvSpPr txBox="1"/>
            <p:nvPr/>
          </p:nvSpPr>
          <p:spPr>
            <a:xfrm>
              <a:off x="1286801" y="2917055"/>
              <a:ext cx="1637331" cy="1473889"/>
            </a:xfrm>
            <a:prstGeom prst="roundRect">
              <a:avLst/>
            </a:prstGeom>
            <a:solidFill>
              <a:schemeClr val="accent1"/>
            </a:solidFill>
            <a:ln>
              <a:noFill/>
            </a:ln>
          </p:spPr>
          <p:txBody>
            <a:bodyPr wrap="square" lIns="91440" tIns="45720" rIns="91440" bIns="45720" anchor="ctr">
              <a:normAutofit/>
            </a:bodyPr>
            <a:lstStyle/>
            <a:p>
              <a:pPr algn="ctr"/>
            </a:p>
          </p:txBody>
        </p:sp>
        <p:sp>
          <p:nvSpPr>
            <p:cNvPr id="8" name="íśḻidè"/>
            <p:cNvSpPr/>
            <p:nvPr/>
          </p:nvSpPr>
          <p:spPr bwMode="auto">
            <a:xfrm>
              <a:off x="1773505" y="2585971"/>
              <a:ext cx="663923" cy="662167"/>
            </a:xfrm>
            <a:prstGeom prst="ellipse">
              <a:avLst/>
            </a:prstGeom>
            <a:solidFill>
              <a:schemeClr val="bg1"/>
            </a:solidFill>
            <a:ln w="28575">
              <a:solidFill>
                <a:schemeClr val="accent1"/>
              </a:solidFill>
            </a:ln>
          </p:spPr>
          <p:txBody>
            <a:bodyPr vert="horz" wrap="square" lIns="91440" tIns="45720" rIns="91440" bIns="45720" anchor="ctr" anchorCtr="1" compatLnSpc="1">
              <a:normAutofit/>
            </a:bodyPr>
            <a:lstStyle/>
            <a:p>
              <a:pPr algn="ctr"/>
              <a:r>
                <a:rPr lang="en-US" sz="2400" b="1" dirty="0">
                  <a:solidFill>
                    <a:schemeClr val="accent1"/>
                  </a:solidFill>
                </a:rPr>
                <a:t>1</a:t>
              </a:r>
              <a:endParaRPr lang="en-US" sz="2400" b="1" dirty="0">
                <a:solidFill>
                  <a:schemeClr val="accent1"/>
                </a:solidFill>
              </a:endParaRPr>
            </a:p>
          </p:txBody>
        </p:sp>
        <p:sp>
          <p:nvSpPr>
            <p:cNvPr id="35" name="íṧḻîďè"/>
            <p:cNvSpPr txBox="1"/>
            <p:nvPr/>
          </p:nvSpPr>
          <p:spPr bwMode="auto">
            <a:xfrm>
              <a:off x="983203" y="4793133"/>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zh-CN" altLang="en-US" sz="2400" b="1" dirty="0" smtClean="0"/>
                <a:t>丰富经验</a:t>
              </a:r>
              <a:endParaRPr lang="en-US" altLang="zh-CN" sz="2400" b="1" dirty="0"/>
            </a:p>
          </p:txBody>
        </p:sp>
        <p:sp>
          <p:nvSpPr>
            <p:cNvPr id="10" name="î$lïḓè"/>
            <p:cNvSpPr/>
            <p:nvPr/>
          </p:nvSpPr>
          <p:spPr bwMode="auto">
            <a:xfrm>
              <a:off x="1859686" y="3417553"/>
              <a:ext cx="491560" cy="472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11" name="íṧḻíḍe"/>
            <p:cNvSpPr txBox="1"/>
            <p:nvPr/>
          </p:nvSpPr>
          <p:spPr>
            <a:xfrm>
              <a:off x="3969900" y="2917055"/>
              <a:ext cx="1637331" cy="1473889"/>
            </a:xfrm>
            <a:prstGeom prst="roundRect">
              <a:avLst/>
            </a:prstGeom>
            <a:solidFill>
              <a:schemeClr val="tx2"/>
            </a:solidFill>
            <a:ln>
              <a:noFill/>
            </a:ln>
          </p:spPr>
          <p:txBody>
            <a:bodyPr wrap="square" lIns="91440" tIns="45720" rIns="91440" bIns="45720" anchor="ctr">
              <a:normAutofit/>
            </a:bodyPr>
            <a:lstStyle/>
            <a:p>
              <a:pPr algn="ctr"/>
            </a:p>
          </p:txBody>
        </p:sp>
        <p:sp>
          <p:nvSpPr>
            <p:cNvPr id="12" name="íṧliḍé"/>
            <p:cNvSpPr/>
            <p:nvPr/>
          </p:nvSpPr>
          <p:spPr bwMode="auto">
            <a:xfrm>
              <a:off x="4456604" y="2585971"/>
              <a:ext cx="663923" cy="662167"/>
            </a:xfrm>
            <a:prstGeom prst="ellipse">
              <a:avLst/>
            </a:prstGeom>
            <a:solidFill>
              <a:schemeClr val="bg1"/>
            </a:solidFill>
            <a:ln w="28575">
              <a:solidFill>
                <a:schemeClr val="tx2"/>
              </a:solidFill>
            </a:ln>
          </p:spPr>
          <p:txBody>
            <a:bodyPr vert="horz" wrap="square" lIns="91440" tIns="45720" rIns="91440" bIns="45720" anchor="ctr" anchorCtr="1" compatLnSpc="1">
              <a:normAutofit/>
            </a:bodyPr>
            <a:lstStyle/>
            <a:p>
              <a:pPr algn="ctr"/>
              <a:r>
                <a:rPr lang="en-US" sz="2400" b="1" dirty="0">
                  <a:solidFill>
                    <a:schemeClr val="tx2"/>
                  </a:solidFill>
                </a:rPr>
                <a:t>2</a:t>
              </a:r>
              <a:endParaRPr lang="en-US" sz="2400" b="1" dirty="0">
                <a:solidFill>
                  <a:schemeClr val="tx2"/>
                </a:solidFill>
              </a:endParaRPr>
            </a:p>
          </p:txBody>
        </p:sp>
        <p:sp>
          <p:nvSpPr>
            <p:cNvPr id="33" name="íS1îde"/>
            <p:cNvSpPr txBox="1"/>
            <p:nvPr/>
          </p:nvSpPr>
          <p:spPr bwMode="auto">
            <a:xfrm>
              <a:off x="3689046" y="4793133"/>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zh-CN" altLang="en-US" sz="2800" b="1" dirty="0"/>
                <a:t>领导素质</a:t>
              </a:r>
              <a:endParaRPr lang="en-US" altLang="zh-CN" sz="2800" b="1" dirty="0"/>
            </a:p>
          </p:txBody>
        </p:sp>
        <p:sp>
          <p:nvSpPr>
            <p:cNvPr id="14" name="îşḷíďê"/>
            <p:cNvSpPr/>
            <p:nvPr/>
          </p:nvSpPr>
          <p:spPr bwMode="auto">
            <a:xfrm>
              <a:off x="4542785" y="3417554"/>
              <a:ext cx="491560" cy="472891"/>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15" name="îṥļîďè"/>
            <p:cNvSpPr txBox="1"/>
            <p:nvPr/>
          </p:nvSpPr>
          <p:spPr>
            <a:xfrm>
              <a:off x="6652999" y="2917055"/>
              <a:ext cx="1637331" cy="1473889"/>
            </a:xfrm>
            <a:prstGeom prst="roundRect">
              <a:avLst/>
            </a:prstGeom>
            <a:solidFill>
              <a:schemeClr val="accent1"/>
            </a:solidFill>
            <a:ln>
              <a:noFill/>
            </a:ln>
          </p:spPr>
          <p:txBody>
            <a:bodyPr wrap="square" lIns="91440" tIns="45720" rIns="91440" bIns="45720" anchor="ctr">
              <a:normAutofit/>
            </a:bodyPr>
            <a:lstStyle>
              <a:defPPr>
                <a:defRPr lang="zh-CN"/>
              </a:defPPr>
              <a:lvl1pPr algn="ctr"/>
            </a:lstStyle>
            <a:p/>
          </p:txBody>
        </p:sp>
        <p:sp>
          <p:nvSpPr>
            <p:cNvPr id="16" name="îsḻîḋê"/>
            <p:cNvSpPr/>
            <p:nvPr/>
          </p:nvSpPr>
          <p:spPr bwMode="auto">
            <a:xfrm>
              <a:off x="7139703" y="2585971"/>
              <a:ext cx="663923" cy="662167"/>
            </a:xfrm>
            <a:prstGeom prst="ellipse">
              <a:avLst/>
            </a:prstGeom>
            <a:solidFill>
              <a:schemeClr val="bg1"/>
            </a:solidFill>
            <a:ln w="28575">
              <a:solidFill>
                <a:schemeClr val="accent1"/>
              </a:solidFill>
            </a:ln>
          </p:spPr>
          <p:txBody>
            <a:bodyPr vert="horz" wrap="square" lIns="91440" tIns="45720" rIns="91440" bIns="45720" anchor="ctr" anchorCtr="1" compatLnSpc="1">
              <a:normAutofit/>
            </a:bodyPr>
            <a:lstStyle/>
            <a:p>
              <a:pPr algn="ctr"/>
              <a:r>
                <a:rPr lang="en-US" sz="2400" b="1">
                  <a:solidFill>
                    <a:schemeClr val="accent1"/>
                  </a:solidFill>
                </a:rPr>
                <a:t>3</a:t>
              </a:r>
              <a:endParaRPr lang="en-US" sz="2400" b="1">
                <a:solidFill>
                  <a:schemeClr val="accent1"/>
                </a:solidFill>
              </a:endParaRPr>
            </a:p>
          </p:txBody>
        </p:sp>
        <p:sp>
          <p:nvSpPr>
            <p:cNvPr id="31" name="ïsľíḍé"/>
            <p:cNvSpPr txBox="1"/>
            <p:nvPr/>
          </p:nvSpPr>
          <p:spPr bwMode="auto">
            <a:xfrm>
              <a:off x="6394889" y="4793133"/>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zh-CN" altLang="en-US" sz="2800" b="1" dirty="0"/>
                <a:t>沟通能力</a:t>
              </a:r>
              <a:endParaRPr lang="en-US" altLang="zh-CN" sz="2800" b="1" dirty="0"/>
            </a:p>
          </p:txBody>
        </p:sp>
        <p:sp>
          <p:nvSpPr>
            <p:cNvPr id="18" name="íṥḷîḓè"/>
            <p:cNvSpPr/>
            <p:nvPr/>
          </p:nvSpPr>
          <p:spPr bwMode="auto">
            <a:xfrm>
              <a:off x="7225884" y="3417554"/>
              <a:ext cx="491560" cy="472891"/>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19" name="íşḷîḍê"/>
            <p:cNvSpPr txBox="1"/>
            <p:nvPr/>
          </p:nvSpPr>
          <p:spPr>
            <a:xfrm>
              <a:off x="9336099" y="2917055"/>
              <a:ext cx="1637331" cy="1473889"/>
            </a:xfrm>
            <a:prstGeom prst="roundRect">
              <a:avLst/>
            </a:prstGeom>
            <a:solidFill>
              <a:schemeClr val="tx2"/>
            </a:solidFill>
            <a:ln>
              <a:noFill/>
            </a:ln>
          </p:spPr>
          <p:txBody>
            <a:bodyPr wrap="square" lIns="91440" tIns="45720" rIns="91440" bIns="45720" anchor="ctr">
              <a:normAutofit/>
            </a:bodyPr>
            <a:lstStyle>
              <a:defPPr>
                <a:defRPr lang="zh-CN"/>
              </a:defPPr>
              <a:lvl1pPr algn="ctr"/>
            </a:lstStyle>
            <a:p>
              <a:endParaRPr dirty="0"/>
            </a:p>
          </p:txBody>
        </p:sp>
        <p:sp>
          <p:nvSpPr>
            <p:cNvPr id="20" name="iSļidé"/>
            <p:cNvSpPr/>
            <p:nvPr/>
          </p:nvSpPr>
          <p:spPr bwMode="auto">
            <a:xfrm>
              <a:off x="9822803" y="2585971"/>
              <a:ext cx="663923" cy="662167"/>
            </a:xfrm>
            <a:prstGeom prst="ellipse">
              <a:avLst/>
            </a:prstGeom>
            <a:solidFill>
              <a:schemeClr val="bg1"/>
            </a:solidFill>
            <a:ln w="28575">
              <a:solidFill>
                <a:schemeClr val="tx2"/>
              </a:solidFill>
            </a:ln>
          </p:spPr>
          <p:txBody>
            <a:bodyPr vert="horz" wrap="square" lIns="91440" tIns="45720" rIns="91440" bIns="45720" anchor="ctr" anchorCtr="1" compatLnSpc="1">
              <a:normAutofit/>
            </a:bodyPr>
            <a:lstStyle/>
            <a:p>
              <a:pPr algn="ctr"/>
              <a:r>
                <a:rPr lang="en-US" sz="2400" b="1">
                  <a:solidFill>
                    <a:schemeClr val="tx2"/>
                  </a:solidFill>
                </a:rPr>
                <a:t>4</a:t>
              </a:r>
              <a:endParaRPr lang="en-US" sz="2400" b="1">
                <a:solidFill>
                  <a:schemeClr val="tx2"/>
                </a:solidFill>
              </a:endParaRPr>
            </a:p>
          </p:txBody>
        </p:sp>
        <p:sp>
          <p:nvSpPr>
            <p:cNvPr id="29" name="ïṡḻíḍê"/>
            <p:cNvSpPr txBox="1"/>
            <p:nvPr/>
          </p:nvSpPr>
          <p:spPr bwMode="auto">
            <a:xfrm>
              <a:off x="9100732" y="4793133"/>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zh-CN" altLang="en-US" sz="2800" b="1" dirty="0" smtClean="0"/>
                <a:t>雄厚技术</a:t>
              </a:r>
              <a:endParaRPr lang="en-US" altLang="zh-CN" sz="2800" b="1" dirty="0"/>
            </a:p>
          </p:txBody>
        </p:sp>
        <p:sp>
          <p:nvSpPr>
            <p:cNvPr id="22" name="íṡlïḋè"/>
            <p:cNvSpPr/>
            <p:nvPr/>
          </p:nvSpPr>
          <p:spPr bwMode="auto">
            <a:xfrm>
              <a:off x="9908984" y="3417553"/>
              <a:ext cx="491560" cy="472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dirty="0"/>
            </a:p>
          </p:txBody>
        </p:sp>
        <p:cxnSp>
          <p:nvCxnSpPr>
            <p:cNvPr id="23" name="直接连接符 22"/>
            <p:cNvCxnSpPr/>
            <p:nvPr/>
          </p:nvCxnSpPr>
          <p:spPr>
            <a:xfrm>
              <a:off x="3396000" y="4323699"/>
              <a:ext cx="0" cy="1672037"/>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094282" y="4323699"/>
              <a:ext cx="0" cy="1672037"/>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8792564" y="4323699"/>
              <a:ext cx="0" cy="1672037"/>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íṧľídè"/>
            <p:cNvSpPr txBox="1"/>
            <p:nvPr/>
          </p:nvSpPr>
          <p:spPr>
            <a:xfrm>
              <a:off x="789046" y="6397925"/>
              <a:ext cx="10184384" cy="863044"/>
            </a:xfrm>
            <a:prstGeom prst="rect">
              <a:avLst/>
            </a:prstGeom>
            <a:noFill/>
            <a:ln>
              <a:noFill/>
            </a:ln>
          </p:spPr>
          <p:txBody>
            <a:bodyPr wrap="square" lIns="91440" tIns="45720" rIns="91440" bIns="45720" anchor="ctr" anchorCtr="0">
              <a:normAutofit/>
            </a:bodyPr>
            <a:lstStyle/>
            <a:p>
              <a:pPr lvl="0" algn="ctr" defTabSz="913765">
                <a:buSzPct val="25000"/>
                <a:defRPr/>
              </a:pPr>
              <a:r>
                <a:rPr lang="zh-CN" altLang="en-US" sz="2400" dirty="0"/>
                <a:t>一个架构师工作的好坏决定了整个软件开发项目的成败</a:t>
              </a:r>
              <a:r>
                <a:rPr lang="zh-CN" altLang="en-US" sz="2400" dirty="0" smtClean="0"/>
                <a:t>。</a:t>
              </a:r>
              <a:endParaRPr lang="en-US" altLang="zh-CN" sz="2400" dirty="0" smtClean="0"/>
            </a:p>
            <a:p>
              <a:pPr lvl="0" algn="r" defTabSz="913765">
                <a:buSzPct val="25000"/>
                <a:defRPr/>
              </a:pPr>
              <a:r>
                <a:rPr kumimoji="0" lang="en-US" altLang="zh-CN" sz="2400" b="0" i="0" u="none" strike="noStrike" kern="1200" cap="none" spc="0" normalizeH="0" baseline="0" noProof="0" dirty="0" smtClean="0">
                  <a:ln>
                    <a:noFill/>
                  </a:ln>
                  <a:effectLst/>
                  <a:uLnTx/>
                  <a:uFillTx/>
                </a:rPr>
                <a:t>——</a:t>
              </a:r>
              <a:r>
                <a:rPr lang="zh-CN" altLang="en-US" sz="2400" dirty="0" smtClean="0"/>
                <a:t>（美）</a:t>
              </a:r>
              <a:r>
                <a:rPr lang="en-US" altLang="zh-CN" sz="2000" dirty="0"/>
                <a:t> Raphael </a:t>
              </a:r>
              <a:r>
                <a:rPr lang="en-US" altLang="zh-CN" sz="2000" dirty="0" err="1"/>
                <a:t>Malveau</a:t>
              </a:r>
              <a:endParaRPr kumimoji="0" lang="en-US" sz="2400" b="0" i="0" u="none" strike="noStrike" kern="1200" cap="none" spc="0" normalizeH="0" baseline="0" noProof="0" dirty="0">
                <a:ln>
                  <a:noFill/>
                </a:ln>
                <a:effectLst/>
                <a:uLnTx/>
                <a:uFillTx/>
              </a:endParaRPr>
            </a:p>
          </p:txBody>
        </p:sp>
        <p:sp>
          <p:nvSpPr>
            <p:cNvPr id="27" name="iśḻíḋê"/>
            <p:cNvSpPr txBox="1"/>
            <p:nvPr/>
          </p:nvSpPr>
          <p:spPr>
            <a:xfrm>
              <a:off x="673101" y="1712226"/>
              <a:ext cx="10845796" cy="594483"/>
            </a:xfrm>
            <a:prstGeom prst="rect">
              <a:avLst/>
            </a:prstGeom>
            <a:noFill/>
            <a:ln>
              <a:noFill/>
            </a:ln>
          </p:spPr>
          <p:txBody>
            <a:bodyPr wrap="square" lIns="91440" tIns="45720" rIns="91440" bIns="45720" anchor="t" anchorCtr="0">
              <a:normAutofit/>
            </a:bodyPr>
            <a:lstStyle/>
            <a:p>
              <a:pPr lvl="0" algn="ctr" defTabSz="913765">
                <a:lnSpc>
                  <a:spcPct val="150000"/>
                </a:lnSpc>
                <a:buSzPct val="25000"/>
                <a:defRPr/>
              </a:pPr>
              <a:endParaRPr kumimoji="0" lang="en-US" sz="1100" b="0" i="0" u="none" strike="noStrike" kern="1200" cap="none" spc="0" normalizeH="0" baseline="0" noProof="0" dirty="0">
                <a:ln>
                  <a:noFill/>
                </a:ln>
                <a:effectLst/>
                <a:uLnTx/>
                <a:uFillTx/>
              </a:endParaRP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p:nvPr>
        </p:nvSpPr>
        <p:spPr>
          <a:xfrm>
            <a:off x="2872597" y="1458696"/>
            <a:ext cx="6155166" cy="656792"/>
          </a:xfrm>
        </p:spPr>
        <p:txBody>
          <a:bodyPr>
            <a:noAutofit/>
          </a:bodyPr>
          <a:lstStyle/>
          <a:p>
            <a:r>
              <a:rPr lang="zh-CN" altLang="en-US" sz="4800" dirty="0"/>
              <a:t>集成与测试</a:t>
            </a:r>
            <a:r>
              <a:rPr lang="zh-CN" altLang="en-US" sz="2800" dirty="0" smtClean="0"/>
              <a:t>有关的职业</a:t>
            </a:r>
            <a:endParaRPr lang="zh-CN" altLang="en-US" sz="2800" dirty="0"/>
          </a:p>
        </p:txBody>
      </p:sp>
      <p:sp>
        <p:nvSpPr>
          <p:cNvPr id="6" name="文本占位符 5"/>
          <p:cNvSpPr>
            <a:spLocks noGrp="1"/>
          </p:cNvSpPr>
          <p:nvPr userDrawn="1">
            <p:ph type="body" idx="1"/>
          </p:nvPr>
        </p:nvSpPr>
        <p:spPr>
          <a:xfrm>
            <a:off x="3822699" y="2262190"/>
            <a:ext cx="4546600" cy="1015623"/>
          </a:xfrm>
        </p:spPr>
        <p:txBody>
          <a:bodyPr>
            <a:normAutofit/>
          </a:bodyPr>
          <a:lstStyle/>
          <a:p>
            <a:pPr>
              <a:lnSpc>
                <a:spcPct val="120000"/>
              </a:lnSpc>
            </a:pPr>
            <a:r>
              <a:rPr lang="en-US" altLang="zh-CN" sz="2000" dirty="0"/>
              <a:t>Maintenance </a:t>
            </a:r>
            <a:r>
              <a:rPr lang="en-US" altLang="zh-CN" sz="2000" dirty="0" smtClean="0"/>
              <a:t>Related</a:t>
            </a:r>
            <a:endParaRPr lang="en-US" altLang="zh-CN" sz="2000" dirty="0"/>
          </a:p>
        </p:txBody>
      </p:sp>
      <p:sp>
        <p:nvSpPr>
          <p:cNvPr id="10" name="文本框 9"/>
          <p:cNvSpPr txBox="1"/>
          <p:nvPr/>
        </p:nvSpPr>
        <p:spPr>
          <a:xfrm>
            <a:off x="5370526" y="4149725"/>
            <a:ext cx="1450947" cy="1303910"/>
          </a:xfrm>
          <a:prstGeom prst="rect">
            <a:avLst/>
          </a:prstGeom>
          <a:noFill/>
        </p:spPr>
        <p:txBody>
          <a:bodyPr wrap="none" rtlCol="0">
            <a:prstTxWarp prst="textPlain">
              <a:avLst/>
            </a:prstTxWarp>
            <a:spAutoFit/>
          </a:bodyPr>
          <a:lstStyle/>
          <a:p>
            <a:r>
              <a:rPr lang="en-US" altLang="zh-CN" dirty="0" smtClean="0">
                <a:solidFill>
                  <a:schemeClr val="bg1">
                    <a:alpha val="94000"/>
                  </a:schemeClr>
                </a:solidFill>
                <a:latin typeface="Impact" panose="020B0806030902050204" pitchFamily="34" charset="0"/>
                <a:cs typeface="Arial" panose="020B0604020202020204" pitchFamily="34" charset="0"/>
              </a:rPr>
              <a:t>05</a:t>
            </a:r>
            <a:endParaRPr lang="zh-CN" altLang="en-US" dirty="0">
              <a:solidFill>
                <a:schemeClr val="bg1">
                  <a:alpha val="94000"/>
                </a:schemeClr>
              </a:solidFill>
              <a:latin typeface="Impact" panose="020B080603090205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软件测试工程师（</a:t>
            </a:r>
            <a:r>
              <a:rPr lang="en-US" altLang="zh-CN" dirty="0"/>
              <a:t>Software Testing Engineer</a:t>
            </a:r>
            <a:r>
              <a:rPr lang="zh-CN" altLang="en-US" dirty="0"/>
              <a:t>）</a:t>
            </a:r>
            <a:endParaRPr lang="zh-CN" altLang="en-US" dirty="0"/>
          </a:p>
        </p:txBody>
      </p:sp>
      <p:sp>
        <p:nvSpPr>
          <p:cNvPr id="5" name="内容占位符 2"/>
          <p:cNvSpPr txBox="1"/>
          <p:nvPr/>
        </p:nvSpPr>
        <p:spPr>
          <a:xfrm>
            <a:off x="669924" y="1568162"/>
            <a:ext cx="4702176" cy="501967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dirty="0"/>
              <a:t>软件测试工程师（</a:t>
            </a:r>
            <a:r>
              <a:rPr lang="en-US" altLang="zh-CN" dirty="0"/>
              <a:t>Software Testing Engineer</a:t>
            </a:r>
            <a:r>
              <a:rPr lang="zh-CN" altLang="en-US" dirty="0"/>
              <a:t>）指理解产品的功能要求，并对其进行测试，检查软件有没有缺陷（</a:t>
            </a:r>
            <a:r>
              <a:rPr lang="en-US" altLang="zh-CN" dirty="0"/>
              <a:t>Bug</a:t>
            </a:r>
            <a:r>
              <a:rPr lang="zh-CN" altLang="en-US" dirty="0"/>
              <a:t>），测试软件是否具有稳定性（</a:t>
            </a:r>
            <a:r>
              <a:rPr lang="en-US" altLang="zh-CN" dirty="0"/>
              <a:t>Robustness</a:t>
            </a:r>
            <a:r>
              <a:rPr lang="zh-CN" altLang="en-US" dirty="0"/>
              <a:t>）、安全性、易操作性等性能，写出相应的测试规范和测试用例的专门工作人员。</a:t>
            </a:r>
            <a:endParaRPr lang="zh-CN" altLang="en-US" dirty="0"/>
          </a:p>
          <a:p>
            <a:pPr algn="just">
              <a:lnSpc>
                <a:spcPct val="150000"/>
              </a:lnSpc>
            </a:pPr>
            <a:r>
              <a:rPr lang="zh-CN" altLang="en-US" dirty="0"/>
              <a:t>简而言之，软件测试工程师在一家软件企业中担当的是“质量管理”角色，及时发现软件问题并及时督促更正，确保产品的正常运作</a:t>
            </a:r>
            <a:endParaRPr lang="zh-CN" altLang="en-US" sz="28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02852" y="1672935"/>
            <a:ext cx="6486033" cy="382385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a:t>
            </a:r>
            <a:r>
              <a:rPr lang="en-US" altLang="zh-CN" dirty="0" smtClean="0"/>
              <a:t>bug</a:t>
            </a:r>
            <a:r>
              <a:rPr lang="zh-CN" altLang="en-US" dirty="0" smtClean="0"/>
              <a:t>无处不在，好的测试很重要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89189"/>
            <a:ext cx="7112794" cy="3998948"/>
          </a:xfrm>
          <a:prstGeom prst="rect">
            <a:avLst/>
          </a:prstGeom>
        </p:spPr>
      </p:pic>
      <p:sp>
        <p:nvSpPr>
          <p:cNvPr id="7" name="矩形 6"/>
          <p:cNvSpPr/>
          <p:nvPr/>
        </p:nvSpPr>
        <p:spPr>
          <a:xfrm>
            <a:off x="7346300" y="2342113"/>
            <a:ext cx="4931606" cy="2123658"/>
          </a:xfrm>
          <a:prstGeom prst="rect">
            <a:avLst/>
          </a:prstGeom>
        </p:spPr>
        <p:txBody>
          <a:bodyPr wrap="none">
            <a:spAutoFit/>
          </a:bodyPr>
          <a:lstStyle/>
          <a:p>
            <a:r>
              <a:rPr lang="en-US" altLang="zh-CN" sz="4400" dirty="0" smtClean="0">
                <a:solidFill>
                  <a:srgbClr val="FF0000"/>
                </a:solidFill>
              </a:rPr>
              <a:t>HIT BAD TRAP!!</a:t>
            </a:r>
            <a:endParaRPr lang="en-US" altLang="zh-CN" sz="4400" dirty="0" smtClean="0">
              <a:solidFill>
                <a:srgbClr val="FF0000"/>
              </a:solidFill>
            </a:endParaRPr>
          </a:p>
          <a:p>
            <a:r>
              <a:rPr lang="en-US" altLang="zh-CN" sz="4400" dirty="0">
                <a:solidFill>
                  <a:srgbClr val="00B050"/>
                </a:solidFill>
              </a:rPr>
              <a:t>HIT </a:t>
            </a:r>
            <a:r>
              <a:rPr lang="en-US" altLang="zh-CN" sz="4400" dirty="0" smtClean="0">
                <a:solidFill>
                  <a:srgbClr val="00B050"/>
                </a:solidFill>
              </a:rPr>
              <a:t>GOOD </a:t>
            </a:r>
            <a:r>
              <a:rPr lang="en-US" altLang="zh-CN" sz="4400" dirty="0">
                <a:solidFill>
                  <a:srgbClr val="00B050"/>
                </a:solidFill>
              </a:rPr>
              <a:t>TRAP!!</a:t>
            </a:r>
            <a:endParaRPr lang="en-US" altLang="zh-CN" sz="4400" dirty="0">
              <a:solidFill>
                <a:srgbClr val="00B050"/>
              </a:solidFill>
            </a:endParaRPr>
          </a:p>
          <a:p>
            <a:endParaRPr lang="en-US" altLang="zh-CN" sz="4400" dirty="0" smtClean="0">
              <a:solidFill>
                <a:srgbClr val="FF0000"/>
              </a:solidFill>
            </a:endParaRPr>
          </a:p>
        </p:txBody>
      </p:sp>
      <p:sp>
        <p:nvSpPr>
          <p:cNvPr id="9" name="矩形 8"/>
          <p:cNvSpPr/>
          <p:nvPr/>
        </p:nvSpPr>
        <p:spPr>
          <a:xfrm>
            <a:off x="4133222" y="1225274"/>
            <a:ext cx="4799712" cy="769441"/>
          </a:xfrm>
          <a:prstGeom prst="rect">
            <a:avLst/>
          </a:prstGeom>
        </p:spPr>
        <p:txBody>
          <a:bodyPr wrap="none">
            <a:spAutoFit/>
          </a:bodyPr>
          <a:lstStyle/>
          <a:p>
            <a:r>
              <a:rPr lang="zh-CN" altLang="en-US" sz="4400" dirty="0">
                <a:solidFill>
                  <a:srgbClr val="FF0000"/>
                </a:solidFill>
              </a:rPr>
              <a:t>segmentation fault</a:t>
            </a:r>
            <a:endParaRPr lang="zh-CN" altLang="en-US" sz="4400" dirty="0">
              <a:solidFill>
                <a:srgbClr val="FF0000"/>
              </a:solidFill>
            </a:endParaRPr>
          </a:p>
        </p:txBody>
      </p:sp>
      <p:sp>
        <p:nvSpPr>
          <p:cNvPr id="3" name="矩形 2"/>
          <p:cNvSpPr/>
          <p:nvPr/>
        </p:nvSpPr>
        <p:spPr>
          <a:xfrm>
            <a:off x="6935716" y="4060843"/>
            <a:ext cx="3994436" cy="584775"/>
          </a:xfrm>
          <a:prstGeom prst="rect">
            <a:avLst/>
          </a:prstGeom>
        </p:spPr>
        <p:txBody>
          <a:bodyPr wrap="square">
            <a:spAutoFit/>
          </a:bodyPr>
          <a:lstStyle/>
          <a:p>
            <a:r>
              <a:rPr lang="en-US" altLang="zh-CN" sz="3200" dirty="0">
                <a:solidFill>
                  <a:srgbClr val="FF0000"/>
                </a:solidFill>
              </a:rPr>
              <a:t>stack </a:t>
            </a:r>
            <a:r>
              <a:rPr lang="en-US" altLang="zh-CN" sz="3200" dirty="0" smtClean="0">
                <a:solidFill>
                  <a:srgbClr val="FF0000"/>
                </a:solidFill>
              </a:rPr>
              <a:t>overflow</a:t>
            </a:r>
            <a:r>
              <a:rPr lang="zh-CN" altLang="en-US" sz="3200" dirty="0" smtClean="0">
                <a:solidFill>
                  <a:srgbClr val="FF0000"/>
                </a:solidFill>
              </a:rPr>
              <a:t>！！</a:t>
            </a:r>
            <a:endParaRPr lang="en-US" altLang="zh-CN" sz="3200" dirty="0">
              <a:solidFill>
                <a:srgbClr val="FF0000"/>
              </a:solidFill>
            </a:endParaRPr>
          </a:p>
        </p:txBody>
      </p:sp>
      <p:sp>
        <p:nvSpPr>
          <p:cNvPr id="10" name="矩形 9"/>
          <p:cNvSpPr/>
          <p:nvPr/>
        </p:nvSpPr>
        <p:spPr>
          <a:xfrm>
            <a:off x="6132084" y="5123624"/>
            <a:ext cx="2954655" cy="646331"/>
          </a:xfrm>
          <a:prstGeom prst="rect">
            <a:avLst/>
          </a:prstGeom>
        </p:spPr>
        <p:txBody>
          <a:bodyPr wrap="none">
            <a:spAutoFit/>
          </a:bodyPr>
          <a:lstStyle/>
          <a:p>
            <a:r>
              <a:rPr lang="zh-CN" altLang="en-US" sz="3600" dirty="0">
                <a:solidFill>
                  <a:srgbClr val="FF0000"/>
                </a:solidFill>
              </a:rPr>
              <a:t>烫烫</a:t>
            </a:r>
            <a:r>
              <a:rPr lang="zh-CN" altLang="en-US" sz="3600" dirty="0" smtClean="0">
                <a:solidFill>
                  <a:srgbClr val="FF0000"/>
                </a:solidFill>
              </a:rPr>
              <a:t>烫锟</a:t>
            </a:r>
            <a:r>
              <a:rPr lang="zh-CN" altLang="en-US" sz="3600" dirty="0">
                <a:solidFill>
                  <a:srgbClr val="FF0000"/>
                </a:solidFill>
              </a:rPr>
              <a:t>斤拷</a:t>
            </a:r>
            <a:endParaRPr lang="en-US" altLang="zh-CN" sz="3600" dirty="0" smtClean="0">
              <a:solidFill>
                <a:srgbClr val="FF000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软件测试工程师的分类</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aphicFrame>
        <p:nvGraphicFramePr>
          <p:cNvPr id="5" name="表格 4"/>
          <p:cNvGraphicFramePr>
            <a:graphicFrameLocks noGrp="1"/>
          </p:cNvGraphicFramePr>
          <p:nvPr/>
        </p:nvGraphicFramePr>
        <p:xfrm>
          <a:off x="669922" y="1488593"/>
          <a:ext cx="10469132" cy="4751870"/>
        </p:xfrm>
        <a:graphic>
          <a:graphicData uri="http://schemas.openxmlformats.org/drawingml/2006/table">
            <a:tbl>
              <a:tblPr firstRow="1" bandRow="1">
                <a:tableStyleId>{16D9F66E-5EB9-4882-86FB-DCBF35E3C3E4}</a:tableStyleId>
              </a:tblPr>
              <a:tblGrid>
                <a:gridCol w="5234566"/>
                <a:gridCol w="5234566"/>
              </a:tblGrid>
              <a:tr h="591941">
                <a:tc>
                  <a:txBody>
                    <a:bodyPr/>
                    <a:lstStyle/>
                    <a:p>
                      <a:endParaRPr lang="zh-CN" altLang="en-US" sz="1600" dirty="0"/>
                    </a:p>
                  </a:txBody>
                  <a:tcPr/>
                </a:tc>
                <a:tc>
                  <a:txBody>
                    <a:bodyPr/>
                    <a:lstStyle/>
                    <a:p>
                      <a:endParaRPr lang="zh-CN" altLang="en-US" sz="1600" dirty="0"/>
                    </a:p>
                  </a:txBody>
                  <a:tcPr/>
                </a:tc>
              </a:tr>
              <a:tr h="591941">
                <a:tc>
                  <a:txBody>
                    <a:bodyPr/>
                    <a:lstStyle/>
                    <a:p>
                      <a:r>
                        <a:rPr lang="zh-CN" altLang="zh-CN" sz="2800" kern="1200" dirty="0" smtClean="0">
                          <a:effectLst/>
                        </a:rPr>
                        <a:t>系统测试员</a:t>
                      </a:r>
                      <a:endParaRPr lang="zh-CN" altLang="en-US" sz="2800" dirty="0"/>
                    </a:p>
                  </a:txBody>
                  <a:tcPr/>
                </a:tc>
                <a:tc>
                  <a:txBody>
                    <a:bodyPr/>
                    <a:lstStyle/>
                    <a:p>
                      <a:r>
                        <a:rPr lang="zh-CN" altLang="zh-CN" sz="2800" kern="1200" dirty="0" smtClean="0">
                          <a:effectLst/>
                        </a:rPr>
                        <a:t>质量保障审计师</a:t>
                      </a:r>
                      <a:endParaRPr lang="zh-CN" altLang="en-US" sz="2800" dirty="0"/>
                    </a:p>
                  </a:txBody>
                  <a:tcPr/>
                </a:tc>
              </a:tr>
              <a:tr h="591941">
                <a:tc>
                  <a:txBody>
                    <a:bodyPr/>
                    <a:lstStyle/>
                    <a:p>
                      <a:r>
                        <a:rPr lang="zh-CN" altLang="zh-CN" sz="2800" kern="1200" dirty="0" smtClean="0">
                          <a:effectLst/>
                        </a:rPr>
                        <a:t>软件质量测试员</a:t>
                      </a:r>
                      <a:endParaRPr lang="zh-CN" altLang="en-US" sz="2800" dirty="0"/>
                    </a:p>
                  </a:txBody>
                  <a:tcPr/>
                </a:tc>
                <a:tc>
                  <a:txBody>
                    <a:bodyPr/>
                    <a:lstStyle/>
                    <a:p>
                      <a:r>
                        <a:rPr lang="zh-CN" altLang="zh-CN" sz="2800" kern="1200" dirty="0" smtClean="0">
                          <a:effectLst/>
                        </a:rPr>
                        <a:t>质量控制经理</a:t>
                      </a:r>
                      <a:endParaRPr lang="zh-CN" altLang="en-US" sz="2800" dirty="0"/>
                    </a:p>
                  </a:txBody>
                  <a:tcPr/>
                </a:tc>
              </a:tr>
              <a:tr h="608283">
                <a:tc>
                  <a:txBody>
                    <a:bodyPr/>
                    <a:lstStyle/>
                    <a:p>
                      <a:r>
                        <a:rPr lang="zh-CN" altLang="zh-CN" sz="2800" kern="1200" dirty="0" smtClean="0">
                          <a:effectLst/>
                        </a:rPr>
                        <a:t>质量保障工程师</a:t>
                      </a:r>
                      <a:endParaRPr lang="zh-CN" altLang="en-US" sz="2800" dirty="0"/>
                    </a:p>
                  </a:txBody>
                  <a:tcPr/>
                </a:tc>
                <a:tc>
                  <a:txBody>
                    <a:bodyPr/>
                    <a:lstStyle/>
                    <a:p>
                      <a:r>
                        <a:rPr lang="zh-CN" altLang="zh-CN" sz="2800" kern="1200" dirty="0" smtClean="0">
                          <a:effectLst/>
                        </a:rPr>
                        <a:t>高级产品验证专家</a:t>
                      </a:r>
                      <a:endParaRPr lang="zh-CN" altLang="en-US" sz="2800" dirty="0"/>
                    </a:p>
                  </a:txBody>
                  <a:tcPr/>
                </a:tc>
              </a:tr>
              <a:tr h="591941">
                <a:tc>
                  <a:txBody>
                    <a:bodyPr/>
                    <a:lstStyle/>
                    <a:p>
                      <a:r>
                        <a:rPr lang="zh-CN" altLang="zh-CN" sz="2800" kern="1200" dirty="0" smtClean="0">
                          <a:effectLst/>
                        </a:rPr>
                        <a:t>高级质量保障工程师</a:t>
                      </a:r>
                      <a:endParaRPr lang="zh-CN" altLang="en-US" sz="2800" dirty="0"/>
                    </a:p>
                  </a:txBody>
                  <a:tcPr/>
                </a:tc>
                <a:tc>
                  <a:txBody>
                    <a:bodyPr/>
                    <a:lstStyle/>
                    <a:p>
                      <a:r>
                        <a:rPr lang="zh-CN" altLang="zh-CN" sz="2800" kern="1200" dirty="0" smtClean="0">
                          <a:effectLst/>
                        </a:rPr>
                        <a:t>软件质量保障经理</a:t>
                      </a:r>
                      <a:endParaRPr lang="zh-CN" altLang="en-US" sz="2800" dirty="0"/>
                    </a:p>
                  </a:txBody>
                  <a:tcPr/>
                </a:tc>
              </a:tr>
              <a:tr h="591941">
                <a:tc>
                  <a:txBody>
                    <a:bodyPr/>
                    <a:lstStyle/>
                    <a:p>
                      <a:r>
                        <a:rPr lang="zh-CN" altLang="zh-CN" sz="2800" kern="1200" dirty="0" smtClean="0">
                          <a:effectLst/>
                        </a:rPr>
                        <a:t>过程</a:t>
                      </a:r>
                      <a:r>
                        <a:rPr lang="en-US" altLang="zh-CN" sz="2800" kern="1200" dirty="0" smtClean="0">
                          <a:effectLst/>
                        </a:rPr>
                        <a:t>/</a:t>
                      </a:r>
                      <a:r>
                        <a:rPr lang="zh-CN" altLang="zh-CN" sz="2800" kern="1200" dirty="0" smtClean="0">
                          <a:effectLst/>
                        </a:rPr>
                        <a:t>质量工程师</a:t>
                      </a:r>
                      <a:endParaRPr lang="zh-CN" altLang="en-US" sz="2800" dirty="0"/>
                    </a:p>
                  </a:txBody>
                  <a:tcPr/>
                </a:tc>
                <a:tc>
                  <a:txBody>
                    <a:bodyPr/>
                    <a:lstStyle/>
                    <a:p>
                      <a:r>
                        <a:rPr lang="en-US" altLang="zh-CN" sz="2800" kern="1200" dirty="0" smtClean="0">
                          <a:effectLst/>
                        </a:rPr>
                        <a:t>SEI CMM</a:t>
                      </a:r>
                      <a:r>
                        <a:rPr lang="zh-CN" altLang="zh-CN" sz="2800" kern="1200" dirty="0" smtClean="0">
                          <a:effectLst/>
                        </a:rPr>
                        <a:t>首席评估师</a:t>
                      </a:r>
                      <a:endParaRPr lang="zh-CN" altLang="en-US" sz="2800" dirty="0"/>
                    </a:p>
                  </a:txBody>
                  <a:tcPr/>
                </a:tc>
              </a:tr>
              <a:tr h="591941">
                <a:tc>
                  <a:txBody>
                    <a:bodyPr/>
                    <a:lstStyle/>
                    <a:p>
                      <a:r>
                        <a:rPr lang="zh-CN" altLang="zh-CN" sz="2800" kern="1200" dirty="0" smtClean="0">
                          <a:effectLst/>
                        </a:rPr>
                        <a:t>质量控制分析师</a:t>
                      </a:r>
                      <a:endParaRPr lang="zh-CN" altLang="en-US" sz="2800" dirty="0"/>
                    </a:p>
                  </a:txBody>
                  <a:tcPr/>
                </a:tc>
                <a:tc>
                  <a:txBody>
                    <a:bodyPr/>
                    <a:lstStyle/>
                    <a:p>
                      <a:r>
                        <a:rPr lang="zh-CN" altLang="zh-CN" sz="2800" kern="1200" dirty="0" smtClean="0">
                          <a:effectLst/>
                        </a:rPr>
                        <a:t>软件质量保障主管</a:t>
                      </a:r>
                      <a:endParaRPr lang="zh-CN" altLang="en-US" sz="2800" dirty="0"/>
                    </a:p>
                  </a:txBody>
                  <a:tcPr/>
                </a:tc>
              </a:tr>
              <a:tr h="591941">
                <a:tc>
                  <a:txBody>
                    <a:bodyPr/>
                    <a:lstStyle/>
                    <a:p>
                      <a:r>
                        <a:rPr lang="zh-CN" altLang="zh-CN" sz="2800" kern="1200" dirty="0" smtClean="0">
                          <a:effectLst/>
                        </a:rPr>
                        <a:t>质量符合保证助理师</a:t>
                      </a:r>
                      <a:endParaRPr lang="zh-CN" altLang="en-US" sz="2800" dirty="0"/>
                    </a:p>
                  </a:txBody>
                  <a:tcPr/>
                </a:tc>
                <a:tc>
                  <a:txBody>
                    <a:bodyPr/>
                    <a:lstStyle/>
                    <a:p>
                      <a:endParaRPr lang="zh-CN" altLang="en-US" sz="2800" dirty="0"/>
                    </a:p>
                  </a:txBody>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常见网页输入</a:t>
            </a:r>
            <a:r>
              <a:rPr lang="zh-CN" altLang="en-US" dirty="0"/>
              <a:t>框测试</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0c4a813d-60a8-4902-b80f-95372376825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4" y="942927"/>
            <a:ext cx="12218838" cy="5015155"/>
            <a:chOff x="675999" y="1140354"/>
            <a:chExt cx="12218838" cy="5015155"/>
          </a:xfrm>
        </p:grpSpPr>
        <p:sp>
          <p:nvSpPr>
            <p:cNvPr id="6" name="ïṩ1iďé"/>
            <p:cNvSpPr/>
            <p:nvPr/>
          </p:nvSpPr>
          <p:spPr bwMode="auto">
            <a:xfrm>
              <a:off x="4317883" y="1140354"/>
              <a:ext cx="3346370" cy="1648617"/>
            </a:xfrm>
            <a:custGeom>
              <a:avLst/>
              <a:gdLst>
                <a:gd name="T0" fmla="*/ 0 w 873"/>
                <a:gd name="T1" fmla="*/ 0 h 895"/>
                <a:gd name="T2" fmla="*/ 0 w 873"/>
                <a:gd name="T3" fmla="*/ 2147483646 h 895"/>
                <a:gd name="T4" fmla="*/ 2147483646 w 873"/>
                <a:gd name="T5" fmla="*/ 2147483646 h 895"/>
                <a:gd name="T6" fmla="*/ 0 60000 65536"/>
                <a:gd name="T7" fmla="*/ 0 60000 65536"/>
                <a:gd name="T8" fmla="*/ 0 60000 65536"/>
              </a:gdLst>
              <a:ahLst/>
              <a:cxnLst>
                <a:cxn ang="T6">
                  <a:pos x="T0" y="T1"/>
                </a:cxn>
                <a:cxn ang="T7">
                  <a:pos x="T2" y="T3"/>
                </a:cxn>
                <a:cxn ang="T8">
                  <a:pos x="T4" y="T5"/>
                </a:cxn>
              </a:cxnLst>
              <a:rect l="0" t="0" r="r" b="b"/>
              <a:pathLst>
                <a:path w="873" h="895">
                  <a:moveTo>
                    <a:pt x="0" y="0"/>
                  </a:moveTo>
                  <a:lnTo>
                    <a:pt x="0" y="895"/>
                  </a:lnTo>
                  <a:lnTo>
                    <a:pt x="873" y="895"/>
                  </a:lnTo>
                </a:path>
              </a:pathLst>
            </a:custGeom>
            <a:noFill/>
            <a:ln w="3175" cap="flat" cmpd="sng">
              <a:solidFill>
                <a:schemeClr val="bg1">
                  <a:lumMod val="75000"/>
                </a:scheme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7" name="išľíďé"/>
            <p:cNvSpPr/>
            <p:nvPr/>
          </p:nvSpPr>
          <p:spPr bwMode="auto">
            <a:xfrm rot="5400000">
              <a:off x="8938225" y="1737437"/>
              <a:ext cx="1528886" cy="3635641"/>
            </a:xfrm>
            <a:custGeom>
              <a:avLst/>
              <a:gdLst>
                <a:gd name="T0" fmla="*/ 0 w 873"/>
                <a:gd name="T1" fmla="*/ 0 h 895"/>
                <a:gd name="T2" fmla="*/ 0 w 873"/>
                <a:gd name="T3" fmla="*/ 2147483646 h 895"/>
                <a:gd name="T4" fmla="*/ 2147483646 w 873"/>
                <a:gd name="T5" fmla="*/ 2147483646 h 895"/>
                <a:gd name="T6" fmla="*/ 0 60000 65536"/>
                <a:gd name="T7" fmla="*/ 0 60000 65536"/>
                <a:gd name="T8" fmla="*/ 0 60000 65536"/>
              </a:gdLst>
              <a:ahLst/>
              <a:cxnLst>
                <a:cxn ang="T6">
                  <a:pos x="T0" y="T1"/>
                </a:cxn>
                <a:cxn ang="T7">
                  <a:pos x="T2" y="T3"/>
                </a:cxn>
                <a:cxn ang="T8">
                  <a:pos x="T4" y="T5"/>
                </a:cxn>
              </a:cxnLst>
              <a:rect l="0" t="0" r="r" b="b"/>
              <a:pathLst>
                <a:path w="873" h="895">
                  <a:moveTo>
                    <a:pt x="0" y="0"/>
                  </a:moveTo>
                  <a:lnTo>
                    <a:pt x="0" y="895"/>
                  </a:lnTo>
                  <a:lnTo>
                    <a:pt x="873" y="895"/>
                  </a:lnTo>
                </a:path>
              </a:pathLst>
            </a:custGeom>
            <a:noFill/>
            <a:ln w="3175" cap="flat" cmpd="sng">
              <a:solidFill>
                <a:schemeClr val="bg1">
                  <a:lumMod val="75000"/>
                </a:scheme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8" name="iS1îḓè"/>
            <p:cNvSpPr/>
            <p:nvPr/>
          </p:nvSpPr>
          <p:spPr bwMode="auto">
            <a:xfrm flipH="1" flipV="1">
              <a:off x="4532235" y="4485483"/>
              <a:ext cx="3346370" cy="1648617"/>
            </a:xfrm>
            <a:custGeom>
              <a:avLst/>
              <a:gdLst>
                <a:gd name="T0" fmla="*/ 0 w 873"/>
                <a:gd name="T1" fmla="*/ 0 h 895"/>
                <a:gd name="T2" fmla="*/ 0 w 873"/>
                <a:gd name="T3" fmla="*/ 2147483646 h 895"/>
                <a:gd name="T4" fmla="*/ 2147483646 w 873"/>
                <a:gd name="T5" fmla="*/ 2147483646 h 895"/>
                <a:gd name="T6" fmla="*/ 0 60000 65536"/>
                <a:gd name="T7" fmla="*/ 0 60000 65536"/>
                <a:gd name="T8" fmla="*/ 0 60000 65536"/>
              </a:gdLst>
              <a:ahLst/>
              <a:cxnLst>
                <a:cxn ang="T6">
                  <a:pos x="T0" y="T1"/>
                </a:cxn>
                <a:cxn ang="T7">
                  <a:pos x="T2" y="T3"/>
                </a:cxn>
                <a:cxn ang="T8">
                  <a:pos x="T4" y="T5"/>
                </a:cxn>
              </a:cxnLst>
              <a:rect l="0" t="0" r="r" b="b"/>
              <a:pathLst>
                <a:path w="873" h="895">
                  <a:moveTo>
                    <a:pt x="0" y="0"/>
                  </a:moveTo>
                  <a:lnTo>
                    <a:pt x="0" y="895"/>
                  </a:lnTo>
                  <a:lnTo>
                    <a:pt x="873" y="895"/>
                  </a:lnTo>
                </a:path>
              </a:pathLst>
            </a:custGeom>
            <a:noFill/>
            <a:ln w="3175" cap="flat" cmpd="sng">
              <a:solidFill>
                <a:schemeClr val="bg1">
                  <a:lumMod val="75000"/>
                </a:scheme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9" name="ïs1íḍê"/>
            <p:cNvSpPr/>
            <p:nvPr/>
          </p:nvSpPr>
          <p:spPr bwMode="auto">
            <a:xfrm rot="5400000" flipH="1" flipV="1">
              <a:off x="1729377" y="1903219"/>
              <a:ext cx="1528886" cy="3635641"/>
            </a:xfrm>
            <a:custGeom>
              <a:avLst/>
              <a:gdLst>
                <a:gd name="T0" fmla="*/ 0 w 873"/>
                <a:gd name="T1" fmla="*/ 0 h 895"/>
                <a:gd name="T2" fmla="*/ 0 w 873"/>
                <a:gd name="T3" fmla="*/ 2147483646 h 895"/>
                <a:gd name="T4" fmla="*/ 2147483646 w 873"/>
                <a:gd name="T5" fmla="*/ 2147483646 h 895"/>
                <a:gd name="T6" fmla="*/ 0 60000 65536"/>
                <a:gd name="T7" fmla="*/ 0 60000 65536"/>
                <a:gd name="T8" fmla="*/ 0 60000 65536"/>
              </a:gdLst>
              <a:ahLst/>
              <a:cxnLst>
                <a:cxn ang="T6">
                  <a:pos x="T0" y="T1"/>
                </a:cxn>
                <a:cxn ang="T7">
                  <a:pos x="T2" y="T3"/>
                </a:cxn>
                <a:cxn ang="T8">
                  <a:pos x="T4" y="T5"/>
                </a:cxn>
              </a:cxnLst>
              <a:rect l="0" t="0" r="r" b="b"/>
              <a:pathLst>
                <a:path w="873" h="895">
                  <a:moveTo>
                    <a:pt x="0" y="0"/>
                  </a:moveTo>
                  <a:lnTo>
                    <a:pt x="0" y="895"/>
                  </a:lnTo>
                  <a:lnTo>
                    <a:pt x="873" y="895"/>
                  </a:lnTo>
                </a:path>
              </a:pathLst>
            </a:custGeom>
            <a:noFill/>
            <a:ln w="3175" cap="flat" cmpd="sng">
              <a:solidFill>
                <a:schemeClr val="bg1">
                  <a:lumMod val="75000"/>
                </a:scheme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10" name="íṥḷîďê"/>
            <p:cNvSpPr/>
            <p:nvPr/>
          </p:nvSpPr>
          <p:spPr bwMode="auto">
            <a:xfrm>
              <a:off x="4436505" y="1140354"/>
              <a:ext cx="316971" cy="316971"/>
            </a:xfrm>
            <a:prstGeom prst="rect">
              <a:avLst/>
            </a:prstGeom>
            <a:solidFill>
              <a:schemeClr val="accent1"/>
            </a:solidFill>
            <a:ln w="38100">
              <a:noFill/>
            </a:ln>
          </p:spPr>
          <p:style>
            <a:lnRef idx="2">
              <a:schemeClr val="dk1"/>
            </a:lnRef>
            <a:fillRef idx="1">
              <a:schemeClr val="lt1"/>
            </a:fillRef>
            <a:effectRef idx="0">
              <a:schemeClr val="dk1"/>
            </a:effectRef>
            <a:fontRef idx="minor">
              <a:schemeClr val="dk1"/>
            </a:fontRef>
          </p:style>
          <p:txBody>
            <a:bodyPr wrap="none" rtlCol="0" anchor="ctr">
              <a:normAutofit fontScale="77500" lnSpcReduction="20000"/>
            </a:bodyPr>
            <a:lstStyle/>
            <a:p>
              <a:pPr algn="ctr">
                <a:lnSpc>
                  <a:spcPct val="120000"/>
                </a:lnSpc>
              </a:pPr>
              <a:r>
                <a:rPr lang="en-US" altLang="zh-CN" b="1" dirty="0">
                  <a:solidFill>
                    <a:schemeClr val="bg1"/>
                  </a:solidFill>
                </a:rPr>
                <a:t>01</a:t>
              </a:r>
              <a:endParaRPr lang="zh-CN" altLang="en-US" b="1" dirty="0">
                <a:solidFill>
                  <a:schemeClr val="bg1"/>
                </a:solidFill>
              </a:endParaRPr>
            </a:p>
          </p:txBody>
        </p:sp>
        <p:sp>
          <p:nvSpPr>
            <p:cNvPr id="11" name="iṧḻídê"/>
            <p:cNvSpPr/>
            <p:nvPr/>
          </p:nvSpPr>
          <p:spPr bwMode="auto">
            <a:xfrm>
              <a:off x="4538479" y="3227375"/>
              <a:ext cx="3117450" cy="817862"/>
            </a:xfrm>
            <a:prstGeom prst="rect">
              <a:avLst/>
            </a:prstGeom>
            <a:solidFill>
              <a:schemeClr val="accent1"/>
            </a:solidFill>
            <a:ln w="3175">
              <a:solidFill>
                <a:schemeClr val="bg1">
                  <a:lumMod val="75000"/>
                </a:schemeClr>
              </a:solid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algn="ctr"/>
              <a:r>
                <a:rPr lang="en-US" altLang="zh-CN" sz="1600" dirty="0" smtClean="0">
                  <a:solidFill>
                    <a:schemeClr val="bg1"/>
                  </a:solidFill>
                </a:rPr>
                <a:t>Input</a:t>
              </a:r>
              <a:endParaRPr lang="en-US" altLang="zh-CN" sz="1600" dirty="0">
                <a:solidFill>
                  <a:schemeClr val="bg1"/>
                </a:solidFill>
              </a:endParaRPr>
            </a:p>
          </p:txBody>
        </p:sp>
        <p:sp>
          <p:nvSpPr>
            <p:cNvPr id="12" name="íSliḓe"/>
            <p:cNvSpPr/>
            <p:nvPr/>
          </p:nvSpPr>
          <p:spPr bwMode="auto">
            <a:xfrm>
              <a:off x="11136000" y="2910404"/>
              <a:ext cx="316971" cy="316971"/>
            </a:xfrm>
            <a:prstGeom prst="rect">
              <a:avLst/>
            </a:prstGeom>
            <a:solidFill>
              <a:schemeClr val="accent1"/>
            </a:solidFill>
            <a:ln w="38100">
              <a:noFill/>
            </a:ln>
          </p:spPr>
          <p:style>
            <a:lnRef idx="2">
              <a:schemeClr val="dk1"/>
            </a:lnRef>
            <a:fillRef idx="1">
              <a:schemeClr val="lt1"/>
            </a:fillRef>
            <a:effectRef idx="0">
              <a:schemeClr val="dk1"/>
            </a:effectRef>
            <a:fontRef idx="minor">
              <a:schemeClr val="dk1"/>
            </a:fontRef>
          </p:style>
          <p:txBody>
            <a:bodyPr wrap="none" rtlCol="0" anchor="ctr">
              <a:normAutofit fontScale="77500" lnSpcReduction="20000"/>
            </a:bodyPr>
            <a:lstStyle/>
            <a:p>
              <a:pPr algn="ctr">
                <a:lnSpc>
                  <a:spcPct val="120000"/>
                </a:lnSpc>
              </a:pPr>
              <a:r>
                <a:rPr lang="en-US" altLang="zh-CN" b="1" dirty="0">
                  <a:solidFill>
                    <a:schemeClr val="bg1"/>
                  </a:solidFill>
                </a:rPr>
                <a:t>02</a:t>
              </a:r>
              <a:endParaRPr lang="zh-CN" altLang="en-US" b="1" dirty="0">
                <a:solidFill>
                  <a:schemeClr val="bg1"/>
                </a:solidFill>
              </a:endParaRPr>
            </a:p>
          </p:txBody>
        </p:sp>
        <p:sp>
          <p:nvSpPr>
            <p:cNvPr id="13" name="íṧ1iḍe"/>
            <p:cNvSpPr/>
            <p:nvPr/>
          </p:nvSpPr>
          <p:spPr bwMode="auto">
            <a:xfrm>
              <a:off x="7494237" y="5838538"/>
              <a:ext cx="316971" cy="316971"/>
            </a:xfrm>
            <a:prstGeom prst="rect">
              <a:avLst/>
            </a:prstGeom>
            <a:solidFill>
              <a:schemeClr val="accent1"/>
            </a:solidFill>
            <a:ln w="38100">
              <a:noFill/>
            </a:ln>
          </p:spPr>
          <p:style>
            <a:lnRef idx="2">
              <a:schemeClr val="dk1"/>
            </a:lnRef>
            <a:fillRef idx="1">
              <a:schemeClr val="lt1"/>
            </a:fillRef>
            <a:effectRef idx="0">
              <a:schemeClr val="dk1"/>
            </a:effectRef>
            <a:fontRef idx="minor">
              <a:schemeClr val="dk1"/>
            </a:fontRef>
          </p:style>
          <p:txBody>
            <a:bodyPr wrap="none" rtlCol="0" anchor="ctr">
              <a:normAutofit fontScale="77500" lnSpcReduction="20000"/>
            </a:bodyPr>
            <a:lstStyle/>
            <a:p>
              <a:pPr algn="ctr">
                <a:lnSpc>
                  <a:spcPct val="120000"/>
                </a:lnSpc>
              </a:pPr>
              <a:r>
                <a:rPr lang="en-US" altLang="zh-CN" b="1" dirty="0">
                  <a:solidFill>
                    <a:schemeClr val="bg1"/>
                  </a:solidFill>
                </a:rPr>
                <a:t>03</a:t>
              </a:r>
              <a:endParaRPr lang="zh-CN" altLang="en-US" b="1" dirty="0">
                <a:solidFill>
                  <a:schemeClr val="bg1"/>
                </a:solidFill>
              </a:endParaRPr>
            </a:p>
          </p:txBody>
        </p:sp>
        <p:sp>
          <p:nvSpPr>
            <p:cNvPr id="14" name="ïSḷiḋè"/>
            <p:cNvSpPr/>
            <p:nvPr/>
          </p:nvSpPr>
          <p:spPr bwMode="auto">
            <a:xfrm>
              <a:off x="734629" y="4099493"/>
              <a:ext cx="316971" cy="316971"/>
            </a:xfrm>
            <a:prstGeom prst="rect">
              <a:avLst/>
            </a:prstGeom>
            <a:solidFill>
              <a:schemeClr val="accent1"/>
            </a:solidFill>
            <a:ln w="38100">
              <a:noFill/>
            </a:ln>
          </p:spPr>
          <p:style>
            <a:lnRef idx="2">
              <a:schemeClr val="dk1"/>
            </a:lnRef>
            <a:fillRef idx="1">
              <a:schemeClr val="lt1"/>
            </a:fillRef>
            <a:effectRef idx="0">
              <a:schemeClr val="dk1"/>
            </a:effectRef>
            <a:fontRef idx="minor">
              <a:schemeClr val="dk1"/>
            </a:fontRef>
          </p:style>
          <p:txBody>
            <a:bodyPr wrap="none" rtlCol="0" anchor="ctr">
              <a:normAutofit fontScale="77500" lnSpcReduction="20000"/>
            </a:bodyPr>
            <a:lstStyle/>
            <a:p>
              <a:pPr algn="ctr">
                <a:lnSpc>
                  <a:spcPct val="120000"/>
                </a:lnSpc>
              </a:pPr>
              <a:r>
                <a:rPr lang="en-US" altLang="zh-CN" b="1" dirty="0">
                  <a:solidFill>
                    <a:schemeClr val="bg1"/>
                  </a:solidFill>
                </a:rPr>
                <a:t>04</a:t>
              </a:r>
              <a:endParaRPr lang="zh-CN" altLang="en-US" b="1" dirty="0">
                <a:solidFill>
                  <a:schemeClr val="bg1"/>
                </a:solidFill>
              </a:endParaRPr>
            </a:p>
          </p:txBody>
        </p:sp>
        <p:sp>
          <p:nvSpPr>
            <p:cNvPr id="15" name="íṥ1iḓè"/>
            <p:cNvSpPr/>
            <p:nvPr/>
          </p:nvSpPr>
          <p:spPr bwMode="auto">
            <a:xfrm>
              <a:off x="4327104" y="1984792"/>
              <a:ext cx="3600400" cy="81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endParaRPr lang="zh-CN" altLang="en-US" sz="1200" dirty="0"/>
            </a:p>
          </p:txBody>
        </p:sp>
        <p:sp>
          <p:nvSpPr>
            <p:cNvPr id="16" name="ïṥ1îde"/>
            <p:cNvSpPr txBox="1"/>
            <p:nvPr/>
          </p:nvSpPr>
          <p:spPr bwMode="auto">
            <a:xfrm>
              <a:off x="4872098" y="1334408"/>
              <a:ext cx="360040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2800" b="1" dirty="0"/>
                <a:t> 唯一性</a:t>
              </a:r>
              <a:endParaRPr lang="en-US" altLang="zh-CN" sz="2800" b="1" dirty="0"/>
            </a:p>
          </p:txBody>
        </p:sp>
        <p:sp>
          <p:nvSpPr>
            <p:cNvPr id="17" name="îşḻiḍé"/>
            <p:cNvSpPr/>
            <p:nvPr/>
          </p:nvSpPr>
          <p:spPr bwMode="auto">
            <a:xfrm>
              <a:off x="7907861" y="3759845"/>
              <a:ext cx="3833222" cy="1920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endParaRPr lang="zh-CN" altLang="en-US" sz="1200" dirty="0"/>
            </a:p>
          </p:txBody>
        </p:sp>
        <p:sp>
          <p:nvSpPr>
            <p:cNvPr id="18" name="iṣlïdé"/>
            <p:cNvSpPr txBox="1"/>
            <p:nvPr/>
          </p:nvSpPr>
          <p:spPr bwMode="auto">
            <a:xfrm>
              <a:off x="9294437" y="2874290"/>
              <a:ext cx="360040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2800" b="1" dirty="0"/>
                <a:t>输入类型</a:t>
              </a:r>
              <a:endParaRPr lang="en-US" altLang="zh-CN" sz="2800" b="1" dirty="0"/>
            </a:p>
          </p:txBody>
        </p:sp>
        <p:sp>
          <p:nvSpPr>
            <p:cNvPr id="19" name="îś1îḓê"/>
            <p:cNvSpPr/>
            <p:nvPr/>
          </p:nvSpPr>
          <p:spPr bwMode="auto">
            <a:xfrm>
              <a:off x="4324930" y="5112901"/>
              <a:ext cx="3600400" cy="81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endParaRPr lang="zh-CN" altLang="en-US" sz="1200" dirty="0"/>
            </a:p>
          </p:txBody>
        </p:sp>
        <p:sp>
          <p:nvSpPr>
            <p:cNvPr id="20" name="iSļíďé"/>
            <p:cNvSpPr txBox="1"/>
            <p:nvPr/>
          </p:nvSpPr>
          <p:spPr bwMode="auto">
            <a:xfrm>
              <a:off x="5694037" y="5729850"/>
              <a:ext cx="360040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2800" b="1" dirty="0"/>
                <a:t>输入长度</a:t>
              </a:r>
              <a:endParaRPr lang="en-US" altLang="zh-CN" sz="2800" b="1" dirty="0"/>
            </a:p>
          </p:txBody>
        </p:sp>
        <p:sp>
          <p:nvSpPr>
            <p:cNvPr id="21" name="ïslïḋè"/>
            <p:cNvSpPr/>
            <p:nvPr/>
          </p:nvSpPr>
          <p:spPr bwMode="auto">
            <a:xfrm>
              <a:off x="677805" y="3248491"/>
              <a:ext cx="3600400" cy="81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endParaRPr lang="zh-CN" altLang="en-US" sz="1200" dirty="0"/>
            </a:p>
          </p:txBody>
        </p:sp>
        <p:sp>
          <p:nvSpPr>
            <p:cNvPr id="22" name="iṧḷiḍé"/>
            <p:cNvSpPr txBox="1"/>
            <p:nvPr/>
          </p:nvSpPr>
          <p:spPr bwMode="auto">
            <a:xfrm>
              <a:off x="1280518" y="3959461"/>
              <a:ext cx="3600400"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2800" b="1" dirty="0"/>
                <a:t>兼容性</a:t>
              </a:r>
              <a:endParaRPr lang="en-US" altLang="zh-CN" sz="2800" b="1" dirty="0"/>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白帽黑客</a:t>
            </a:r>
            <a:r>
              <a:rPr lang="zh-CN" altLang="en-US" dirty="0" smtClean="0"/>
              <a:t>（</a:t>
            </a:r>
            <a:r>
              <a:rPr lang="en-US" altLang="zh-CN" dirty="0"/>
              <a:t>white hat hacker</a:t>
            </a:r>
            <a:r>
              <a:rPr lang="zh-CN" altLang="en-US" dirty="0" smtClean="0"/>
              <a:t>）</a:t>
            </a:r>
            <a:endParaRPr lang="zh-CN" altLang="en-US" dirty="0"/>
          </a:p>
        </p:txBody>
      </p:sp>
      <p:sp>
        <p:nvSpPr>
          <p:cNvPr id="5" name="内容占位符 2"/>
          <p:cNvSpPr txBox="1"/>
          <p:nvPr/>
        </p:nvSpPr>
        <p:spPr>
          <a:xfrm>
            <a:off x="669924" y="1568162"/>
            <a:ext cx="4702176" cy="5019675"/>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dirty="0"/>
              <a:t>白帽黑客（</a:t>
            </a:r>
            <a:r>
              <a:rPr lang="en-US" altLang="zh-CN" dirty="0"/>
              <a:t>white hat hacker</a:t>
            </a:r>
            <a:r>
              <a:rPr lang="zh-CN" altLang="en-US" dirty="0"/>
              <a:t>）又称为白帽子，是试图破戒某系统或网络以提醒该系统所有者的系统安全漏洞的人，其工作测试网络和系统的性能来判定它们能够承受入侵的强弱程度。黑客并非都是黑的，那些用自己的黑客技术来做好事的黑客们叫</a:t>
            </a:r>
            <a:r>
              <a:rPr lang="zh-CN" altLang="en-US" dirty="0" smtClean="0"/>
              <a:t>“白帽黑客”</a:t>
            </a:r>
            <a:endParaRPr lang="en-US" altLang="zh-CN" dirty="0" smtClean="0"/>
          </a:p>
          <a:p>
            <a:pPr algn="just">
              <a:lnSpc>
                <a:spcPct val="150000"/>
              </a:lnSpc>
            </a:pPr>
            <a:r>
              <a:rPr lang="zh-CN" altLang="en-US" dirty="0" smtClean="0"/>
              <a:t>大多数</a:t>
            </a:r>
            <a:r>
              <a:rPr lang="zh-CN" altLang="en-US" dirty="0"/>
              <a:t>的普通黑客都是挂靠在安全公司，通过检测计算机系统安全性来谋生。通常，白帽黑客攻击他们自己的系统，或被聘请来攻击客户的系统以便进行安全审查。学术研究人员和专职安全顾问就属于白帽黑客。</a:t>
            </a:r>
            <a:endParaRPr lang="zh-CN" altLang="en-US" sz="2800" dirty="0"/>
          </a:p>
        </p:txBody>
      </p:sp>
      <p:pic>
        <p:nvPicPr>
          <p:cNvPr id="10242" name="Picture 2" descr="https://timgsa.baidu.com/timg?image&amp;quality=80&amp;size=b9999_10000&amp;sec=1541332558094&amp;di=625c65df938411cde2dcab1c1d3a24f8&amp;imgtype=0&amp;src=http%3A%2F%2Fctupload.dahe.cn%2F2017%2F0911%2F150510939555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84918" y="1568162"/>
            <a:ext cx="5435569" cy="3783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白帽黑客</a:t>
            </a:r>
            <a:r>
              <a:rPr lang="zh-CN" altLang="en-US" dirty="0" smtClean="0"/>
              <a:t>（</a:t>
            </a:r>
            <a:r>
              <a:rPr lang="en-US" altLang="zh-CN" dirty="0"/>
              <a:t>white hat hacker</a:t>
            </a:r>
            <a:r>
              <a:rPr lang="zh-CN" altLang="en-US" dirty="0" smtClean="0"/>
              <a:t>）</a:t>
            </a:r>
            <a:endParaRPr lang="zh-CN" altLang="en-US" dirty="0"/>
          </a:p>
        </p:txBody>
      </p:sp>
      <p:sp>
        <p:nvSpPr>
          <p:cNvPr id="5" name="内容占位符 2"/>
          <p:cNvSpPr txBox="1"/>
          <p:nvPr/>
        </p:nvSpPr>
        <p:spPr>
          <a:xfrm>
            <a:off x="669924" y="1568162"/>
            <a:ext cx="4702176" cy="5019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zh-CN" sz="1800" dirty="0" smtClean="0"/>
              <a:t>2017</a:t>
            </a:r>
            <a:r>
              <a:rPr lang="zh-CN" altLang="en-US" sz="1800" dirty="0" smtClean="0"/>
              <a:t>年</a:t>
            </a:r>
            <a:r>
              <a:rPr lang="en-US" altLang="zh-CN" sz="1800" dirty="0" smtClean="0"/>
              <a:t>11</a:t>
            </a:r>
            <a:r>
              <a:rPr lang="zh-CN" altLang="en-US" sz="1800" dirty="0"/>
              <a:t>月</a:t>
            </a:r>
            <a:r>
              <a:rPr lang="en-US" altLang="zh-CN" sz="1800" dirty="0"/>
              <a:t>2</a:t>
            </a:r>
            <a:r>
              <a:rPr lang="zh-CN" altLang="en-US" sz="1800" dirty="0"/>
              <a:t>日，为期两天的</a:t>
            </a:r>
            <a:r>
              <a:rPr lang="en-US" altLang="zh-CN" sz="1800" dirty="0"/>
              <a:t>Mobile Pwn2Own2017</a:t>
            </a:r>
            <a:r>
              <a:rPr lang="zh-CN" altLang="en-US" sz="1800" dirty="0"/>
              <a:t>世界黑客大赛在日本东京落下帷幕，来自中国的腾讯安全科恩实验室战队（</a:t>
            </a:r>
            <a:r>
              <a:rPr lang="en-US" altLang="zh-CN" sz="1800" dirty="0" err="1"/>
              <a:t>Tencent</a:t>
            </a:r>
            <a:r>
              <a:rPr lang="en-US" altLang="zh-CN" sz="1800" dirty="0"/>
              <a:t> Keen Security Lab</a:t>
            </a:r>
            <a:r>
              <a:rPr lang="zh-CN" altLang="en-US" sz="1800" dirty="0"/>
              <a:t>）获得总积分</a:t>
            </a:r>
            <a:r>
              <a:rPr lang="en-US" altLang="zh-CN" sz="1800" dirty="0"/>
              <a:t>44</a:t>
            </a:r>
            <a:r>
              <a:rPr lang="zh-CN" altLang="en-US" sz="1800" dirty="0"/>
              <a:t>分，以领先第二名</a:t>
            </a:r>
            <a:r>
              <a:rPr lang="en-US" altLang="zh-CN" sz="1800" dirty="0"/>
              <a:t>17</a:t>
            </a:r>
            <a:r>
              <a:rPr lang="zh-CN" altLang="en-US" sz="1800" dirty="0"/>
              <a:t>分的优势，在比赛第一天就提前锁定了总冠军，将第三座“</a:t>
            </a:r>
            <a:r>
              <a:rPr lang="en-US" altLang="zh-CN" sz="1800" dirty="0"/>
              <a:t>Master of </a:t>
            </a:r>
            <a:r>
              <a:rPr lang="en-US" altLang="zh-CN" sz="1800" dirty="0" err="1"/>
              <a:t>Pwn</a:t>
            </a:r>
            <a:r>
              <a:rPr lang="zh-CN" altLang="en-US" sz="1800" dirty="0"/>
              <a:t>（世界破解大师）”奖杯收入囊中，成为全球首个三次获得该荣誉的安全研究团队，并拿下一共</a:t>
            </a:r>
            <a:r>
              <a:rPr lang="en-US" altLang="zh-CN" sz="1800" dirty="0"/>
              <a:t>25.5</a:t>
            </a:r>
            <a:r>
              <a:rPr lang="zh-CN" altLang="en-US" sz="1800" dirty="0"/>
              <a:t>万美元，在世界舞台证明了中国“白帽”黑客的实力</a:t>
            </a:r>
            <a:r>
              <a:rPr lang="zh-CN" altLang="en-US" sz="1800" dirty="0" smtClean="0"/>
              <a:t>。</a:t>
            </a:r>
            <a:endParaRPr lang="zh-CN" altLang="en-US" sz="2400" dirty="0"/>
          </a:p>
        </p:txBody>
      </p:sp>
      <p:pic>
        <p:nvPicPr>
          <p:cNvPr id="12290" name="Picture 2" descr="http://image.thepaper.cn/www/image/6/326/1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61809" y="1568162"/>
            <a:ext cx="4523143" cy="46362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p:nvPr>
        </p:nvSpPr>
        <p:spPr>
          <a:xfrm>
            <a:off x="2872597" y="1458696"/>
            <a:ext cx="6155166" cy="656792"/>
          </a:xfrm>
        </p:spPr>
        <p:txBody>
          <a:bodyPr>
            <a:noAutofit/>
          </a:bodyPr>
          <a:lstStyle/>
          <a:p>
            <a:r>
              <a:rPr lang="zh-CN" altLang="en-US" sz="4800" dirty="0"/>
              <a:t>移交与维护</a:t>
            </a:r>
            <a:r>
              <a:rPr lang="zh-CN" altLang="en-US" sz="2800" dirty="0" smtClean="0"/>
              <a:t>有关的职业</a:t>
            </a:r>
            <a:endParaRPr lang="zh-CN" altLang="en-US" sz="2800" dirty="0"/>
          </a:p>
        </p:txBody>
      </p:sp>
      <p:sp>
        <p:nvSpPr>
          <p:cNvPr id="6" name="文本占位符 5"/>
          <p:cNvSpPr>
            <a:spLocks noGrp="1"/>
          </p:cNvSpPr>
          <p:nvPr userDrawn="1">
            <p:ph type="body" idx="1"/>
          </p:nvPr>
        </p:nvSpPr>
        <p:spPr>
          <a:xfrm>
            <a:off x="3822699" y="2262190"/>
            <a:ext cx="4546600" cy="1015623"/>
          </a:xfrm>
        </p:spPr>
        <p:txBody>
          <a:bodyPr>
            <a:normAutofit/>
          </a:bodyPr>
          <a:lstStyle/>
          <a:p>
            <a:pPr>
              <a:lnSpc>
                <a:spcPct val="120000"/>
              </a:lnSpc>
            </a:pPr>
            <a:r>
              <a:rPr lang="en-US" altLang="zh-CN" sz="2000" dirty="0"/>
              <a:t>Verification </a:t>
            </a:r>
            <a:r>
              <a:rPr lang="en-US" altLang="zh-CN" sz="2000" dirty="0" smtClean="0"/>
              <a:t>Related</a:t>
            </a:r>
            <a:endParaRPr lang="en-US" altLang="zh-CN" sz="2000" dirty="0"/>
          </a:p>
        </p:txBody>
      </p:sp>
      <p:sp>
        <p:nvSpPr>
          <p:cNvPr id="10" name="文本框 9"/>
          <p:cNvSpPr txBox="1"/>
          <p:nvPr/>
        </p:nvSpPr>
        <p:spPr>
          <a:xfrm>
            <a:off x="5370526" y="4149725"/>
            <a:ext cx="1450947" cy="1303910"/>
          </a:xfrm>
          <a:prstGeom prst="rect">
            <a:avLst/>
          </a:prstGeom>
          <a:noFill/>
        </p:spPr>
        <p:txBody>
          <a:bodyPr wrap="none" rtlCol="0">
            <a:prstTxWarp prst="textPlain">
              <a:avLst/>
            </a:prstTxWarp>
            <a:spAutoFit/>
          </a:bodyPr>
          <a:lstStyle/>
          <a:p>
            <a:r>
              <a:rPr lang="en-US" altLang="zh-CN" dirty="0" smtClean="0">
                <a:solidFill>
                  <a:schemeClr val="bg1">
                    <a:alpha val="94000"/>
                  </a:schemeClr>
                </a:solidFill>
                <a:latin typeface="Impact" panose="020B0806030902050204" pitchFamily="34" charset="0"/>
                <a:cs typeface="Arial" panose="020B0604020202020204" pitchFamily="34" charset="0"/>
              </a:rPr>
              <a:t>06</a:t>
            </a:r>
            <a:endParaRPr lang="zh-CN" altLang="en-US" dirty="0">
              <a:solidFill>
                <a:schemeClr val="bg1">
                  <a:alpha val="94000"/>
                </a:schemeClr>
              </a:solidFill>
              <a:latin typeface="Impact" panose="020B080603090205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运维工程师（</a:t>
            </a:r>
            <a:r>
              <a:rPr lang="en-US" altLang="zh-CN" dirty="0"/>
              <a:t>Operations</a:t>
            </a:r>
            <a:r>
              <a:rPr lang="zh-CN" altLang="en-US" dirty="0"/>
              <a:t>）</a:t>
            </a:r>
            <a:endParaRPr lang="zh-CN" altLang="en-US" dirty="0"/>
          </a:p>
        </p:txBody>
      </p:sp>
      <p:sp>
        <p:nvSpPr>
          <p:cNvPr id="5" name="内容占位符 2"/>
          <p:cNvSpPr txBox="1"/>
          <p:nvPr/>
        </p:nvSpPr>
        <p:spPr>
          <a:xfrm>
            <a:off x="669924" y="1568162"/>
            <a:ext cx="4702176" cy="5019675"/>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dirty="0"/>
              <a:t>运维工程师</a:t>
            </a:r>
            <a:r>
              <a:rPr lang="en-US" altLang="zh-CN" dirty="0"/>
              <a:t>(Operations)</a:t>
            </a:r>
            <a:r>
              <a:rPr lang="zh-CN" altLang="en-US" dirty="0"/>
              <a:t>在国内又称为运维开发工程师</a:t>
            </a:r>
            <a:r>
              <a:rPr lang="en-US" altLang="zh-CN" dirty="0"/>
              <a:t>(</a:t>
            </a:r>
            <a:r>
              <a:rPr lang="en-US" altLang="zh-CN" dirty="0" err="1"/>
              <a:t>Devops</a:t>
            </a:r>
            <a:r>
              <a:rPr lang="en-US" altLang="zh-CN" dirty="0"/>
              <a:t>)</a:t>
            </a:r>
            <a:r>
              <a:rPr lang="zh-CN" altLang="en-US" dirty="0"/>
              <a:t>，在国外</a:t>
            </a:r>
            <a:r>
              <a:rPr lang="zh-CN" altLang="en-US" dirty="0" smtClean="0"/>
              <a:t>称</a:t>
            </a:r>
            <a:r>
              <a:rPr lang="en-US" altLang="zh-CN" dirty="0" smtClean="0"/>
              <a:t>SRE</a:t>
            </a:r>
            <a:r>
              <a:rPr lang="zh-CN" altLang="en-US" dirty="0"/>
              <a:t>（</a:t>
            </a:r>
            <a:r>
              <a:rPr lang="en-US" altLang="zh-CN" dirty="0"/>
              <a:t>Site Reliability Engineering</a:t>
            </a:r>
            <a:r>
              <a:rPr lang="zh-CN" altLang="en-US" dirty="0"/>
              <a:t>）</a:t>
            </a:r>
            <a:r>
              <a:rPr lang="zh-CN" altLang="en-US" dirty="0" smtClean="0"/>
              <a:t>。</a:t>
            </a:r>
            <a:endParaRPr lang="en-US" altLang="zh-CN" dirty="0" smtClean="0"/>
          </a:p>
          <a:p>
            <a:pPr algn="just">
              <a:lnSpc>
                <a:spcPct val="150000"/>
              </a:lnSpc>
            </a:pPr>
            <a:r>
              <a:rPr lang="zh-CN" altLang="en-US" dirty="0" smtClean="0"/>
              <a:t>随着</a:t>
            </a:r>
            <a:r>
              <a:rPr lang="zh-CN" altLang="en-US" dirty="0"/>
              <a:t>国内软件行业的发展和扩大化，有更多更复杂的系统出现，为了保证系统的稳定运行，需要有更多的运维工程师。维护是软件生命周期中较为重要的一个</a:t>
            </a:r>
            <a:r>
              <a:rPr lang="zh-CN" altLang="en-US" dirty="0" smtClean="0"/>
              <a:t>阶段，</a:t>
            </a:r>
            <a:r>
              <a:rPr lang="zh-CN" altLang="en-US" dirty="0"/>
              <a:t>运维工程师</a:t>
            </a:r>
            <a:r>
              <a:rPr lang="zh-CN" altLang="en-US" dirty="0" smtClean="0"/>
              <a:t>负责</a:t>
            </a:r>
            <a:r>
              <a:rPr lang="zh-CN" altLang="en-US" dirty="0"/>
              <a:t>维护并确保整个服务的高可用性，同时不断优化系统架构提升部署效率、优化</a:t>
            </a:r>
            <a:r>
              <a:rPr lang="zh-CN" altLang="en-US" dirty="0" smtClean="0"/>
              <a:t>资源利用率</a:t>
            </a:r>
            <a:r>
              <a:rPr lang="en-US" altLang="zh-CN" dirty="0" smtClean="0"/>
              <a:t>.</a:t>
            </a:r>
            <a:endParaRPr lang="en-US" altLang="zh-CN" dirty="0" smtClean="0"/>
          </a:p>
          <a:p>
            <a:pPr algn="just">
              <a:lnSpc>
                <a:spcPct val="150000"/>
              </a:lnSpc>
            </a:pPr>
            <a:r>
              <a:rPr lang="zh-CN" altLang="en-US" dirty="0" smtClean="0"/>
              <a:t>当前国内还很少提及运维工程师，很多的工作都是软件开发工程师兼职，在未来，运维工程师应该成为一个专有职业称号。</a:t>
            </a:r>
            <a:endParaRPr lang="zh-CN" altLang="en-US" sz="2800" dirty="0"/>
          </a:p>
        </p:txBody>
      </p:sp>
      <p:pic>
        <p:nvPicPr>
          <p:cNvPr id="13314" name="Picture 2" descr="https://timgsa.baidu.com/timg?image&amp;quality=80&amp;size=b9999_10000&amp;sec=1541334968082&amp;di=8d32078ce9d8eab3fecb97868dc718a3&amp;imgtype=0&amp;src=http%3A%2F%2Fimg-xz.100szy.com%2Fxinzhi_thumb%2F1504861260790.jpg"/>
          <p:cNvPicPr>
            <a:picLocks noChangeAspect="1" noChangeArrowheads="1"/>
          </p:cNvPicPr>
          <p:nvPr/>
        </p:nvPicPr>
        <p:blipFill rotWithShape="1">
          <a:blip r:embed="rId1">
            <a:extLst>
              <a:ext uri="{28A0092B-C50C-407E-A947-70E740481C1C}">
                <a14:useLocalDpi xmlns:a14="http://schemas.microsoft.com/office/drawing/2010/main" val="0"/>
              </a:ext>
            </a:extLst>
          </a:blip>
          <a:srcRect r="11673"/>
          <a:stretch>
            <a:fillRect/>
          </a:stretch>
        </p:blipFill>
        <p:spPr bwMode="auto">
          <a:xfrm>
            <a:off x="6095205" y="1568162"/>
            <a:ext cx="5147759" cy="36896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运维</a:t>
            </a:r>
            <a:r>
              <a:rPr lang="zh-CN" altLang="en-US" dirty="0" smtClean="0"/>
              <a:t>工程师的职责</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dirty="0"/>
          </a:p>
        </p:txBody>
      </p:sp>
      <p:grpSp>
        <p:nvGrpSpPr>
          <p:cNvPr id="5" name="461e5350-8c2e-495f-b5d4-fc92c7f2a4f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75628" y="1838325"/>
            <a:ext cx="11023129" cy="4500445"/>
            <a:chOff x="497359" y="1123950"/>
            <a:chExt cx="11023129" cy="4500445"/>
          </a:xfrm>
        </p:grpSpPr>
        <p:sp>
          <p:nvSpPr>
            <p:cNvPr id="35" name="íṥlíḑe"/>
            <p:cNvSpPr/>
            <p:nvPr/>
          </p:nvSpPr>
          <p:spPr>
            <a:xfrm>
              <a:off x="497359" y="2234836"/>
              <a:ext cx="2776568" cy="12148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0000" anchor="t" anchorCtr="0">
              <a:noAutofit/>
            </a:bodyPr>
            <a:lstStyle/>
            <a:p>
              <a:pPr>
                <a:lnSpc>
                  <a:spcPct val="120000"/>
                </a:lnSpc>
                <a:spcBef>
                  <a:spcPct val="0"/>
                </a:spcBef>
              </a:pPr>
              <a:r>
                <a:rPr lang="zh-CN" altLang="en-US" sz="2400" dirty="0"/>
                <a:t>运维</a:t>
              </a:r>
              <a:r>
                <a:rPr lang="zh-CN" altLang="en-US" sz="2400" dirty="0" smtClean="0"/>
                <a:t>工程师最</a:t>
              </a:r>
              <a:r>
                <a:rPr lang="zh-CN" altLang="en-US" sz="2400" dirty="0"/>
                <a:t>基本的</a:t>
              </a:r>
              <a:r>
                <a:rPr lang="zh-CN" altLang="en-US" sz="2400" dirty="0" smtClean="0"/>
                <a:t>职责都是</a:t>
              </a:r>
              <a:r>
                <a:rPr lang="zh-CN" altLang="en-US" sz="2400" dirty="0"/>
                <a:t>负责</a:t>
              </a:r>
              <a:r>
                <a:rPr lang="zh-CN" altLang="en-US" sz="2400" dirty="0" smtClean="0"/>
                <a:t>服务的</a:t>
              </a:r>
              <a:r>
                <a:rPr lang="zh-CN" altLang="en-US" sz="2400" dirty="0"/>
                <a:t>稳定性</a:t>
              </a:r>
              <a:endParaRPr lang="en-US" altLang="zh-CN" sz="2400" dirty="0"/>
            </a:p>
          </p:txBody>
        </p:sp>
        <p:cxnSp>
          <p:nvCxnSpPr>
            <p:cNvPr id="7" name="直接连接符 6"/>
            <p:cNvCxnSpPr/>
            <p:nvPr/>
          </p:nvCxnSpPr>
          <p:spPr>
            <a:xfrm flipH="1">
              <a:off x="3441463" y="1123950"/>
              <a:ext cx="16650" cy="3396866"/>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8" name="i$1iḑé"/>
            <p:cNvSpPr/>
            <p:nvPr/>
          </p:nvSpPr>
          <p:spPr>
            <a:xfrm>
              <a:off x="3441463" y="4655933"/>
              <a:ext cx="2539155" cy="968462"/>
            </a:xfrm>
            <a:prstGeom prst="rect">
              <a:avLst/>
            </a:prstGeom>
          </p:spPr>
          <p:txBody>
            <a:bodyPr wrap="square">
              <a:normAutofit/>
            </a:bodyPr>
            <a:lstStyle/>
            <a:p>
              <a:pPr algn="ctr">
                <a:lnSpc>
                  <a:spcPct val="150000"/>
                </a:lnSpc>
                <a:tabLst>
                  <a:tab pos="227965" algn="l"/>
                </a:tabLst>
                <a:defRPr/>
              </a:pPr>
              <a:endParaRPr lang="en-US" altLang="zh-CN" sz="1100" dirty="0"/>
            </a:p>
          </p:txBody>
        </p:sp>
        <p:sp>
          <p:nvSpPr>
            <p:cNvPr id="9" name="işḻíḍè"/>
            <p:cNvSpPr/>
            <p:nvPr/>
          </p:nvSpPr>
          <p:spPr>
            <a:xfrm>
              <a:off x="3442040" y="3719135"/>
              <a:ext cx="2538000" cy="338554"/>
            </a:xfrm>
            <a:prstGeom prst="rect">
              <a:avLst/>
            </a:prstGeom>
          </p:spPr>
          <p:txBody>
            <a:bodyPr wrap="none">
              <a:noAutofit/>
            </a:bodyPr>
            <a:lstStyle/>
            <a:p>
              <a:pPr algn="ctr"/>
              <a:r>
                <a:rPr lang="zh-CN" altLang="en-US" sz="2800" b="1" dirty="0"/>
                <a:t>质量</a:t>
              </a:r>
              <a:endParaRPr lang="en-US" altLang="zh-CN" sz="2800" b="1" dirty="0"/>
            </a:p>
          </p:txBody>
        </p:sp>
        <p:sp>
          <p:nvSpPr>
            <p:cNvPr id="11" name="ïSlíḓe"/>
            <p:cNvSpPr/>
            <p:nvPr/>
          </p:nvSpPr>
          <p:spPr>
            <a:xfrm>
              <a:off x="6211399" y="4655933"/>
              <a:ext cx="2539155" cy="968462"/>
            </a:xfrm>
            <a:prstGeom prst="rect">
              <a:avLst/>
            </a:prstGeom>
          </p:spPr>
          <p:txBody>
            <a:bodyPr wrap="square">
              <a:normAutofit/>
            </a:bodyPr>
            <a:lstStyle/>
            <a:p>
              <a:pPr algn="ctr">
                <a:lnSpc>
                  <a:spcPct val="150000"/>
                </a:lnSpc>
                <a:tabLst>
                  <a:tab pos="227965" algn="l"/>
                </a:tabLst>
                <a:defRPr/>
              </a:pPr>
              <a:endParaRPr lang="en-US" altLang="zh-CN" sz="1100" dirty="0"/>
            </a:p>
          </p:txBody>
        </p:sp>
        <p:sp>
          <p:nvSpPr>
            <p:cNvPr id="12" name="îS1íďé"/>
            <p:cNvSpPr/>
            <p:nvPr/>
          </p:nvSpPr>
          <p:spPr>
            <a:xfrm>
              <a:off x="6138665" y="3791065"/>
              <a:ext cx="2538000" cy="474650"/>
            </a:xfrm>
            <a:prstGeom prst="rect">
              <a:avLst/>
            </a:prstGeom>
          </p:spPr>
          <p:txBody>
            <a:bodyPr wrap="none">
              <a:normAutofit fontScale="92500" lnSpcReduction="20000"/>
            </a:bodyPr>
            <a:lstStyle/>
            <a:p>
              <a:pPr algn="ctr"/>
              <a:r>
                <a:rPr lang="zh-CN" altLang="en-US" sz="3000" b="1" dirty="0" smtClean="0"/>
                <a:t>效率</a:t>
              </a:r>
              <a:endParaRPr lang="en-US" altLang="zh-CN" sz="2800" b="1" dirty="0"/>
            </a:p>
          </p:txBody>
        </p:sp>
        <p:sp>
          <p:nvSpPr>
            <p:cNvPr id="14" name="iṧļiḓê"/>
            <p:cNvSpPr/>
            <p:nvPr/>
          </p:nvSpPr>
          <p:spPr>
            <a:xfrm>
              <a:off x="8981333" y="4655933"/>
              <a:ext cx="2539155" cy="968462"/>
            </a:xfrm>
            <a:prstGeom prst="rect">
              <a:avLst/>
            </a:prstGeom>
          </p:spPr>
          <p:txBody>
            <a:bodyPr wrap="square">
              <a:normAutofit/>
            </a:bodyPr>
            <a:lstStyle/>
            <a:p>
              <a:pPr algn="ctr">
                <a:lnSpc>
                  <a:spcPct val="150000"/>
                </a:lnSpc>
                <a:tabLst>
                  <a:tab pos="227965" algn="l"/>
                </a:tabLst>
                <a:defRPr/>
              </a:pPr>
              <a:endParaRPr lang="en-US" altLang="zh-CN" sz="1100" dirty="0"/>
            </a:p>
          </p:txBody>
        </p:sp>
        <p:sp>
          <p:nvSpPr>
            <p:cNvPr id="15" name="í$lîḋê"/>
            <p:cNvSpPr/>
            <p:nvPr/>
          </p:nvSpPr>
          <p:spPr>
            <a:xfrm>
              <a:off x="8981910" y="3719136"/>
              <a:ext cx="2538000" cy="492156"/>
            </a:xfrm>
            <a:prstGeom prst="rect">
              <a:avLst/>
            </a:prstGeom>
          </p:spPr>
          <p:txBody>
            <a:bodyPr wrap="none">
              <a:normAutofit lnSpcReduction="10000"/>
            </a:bodyPr>
            <a:lstStyle/>
            <a:p>
              <a:pPr algn="ctr"/>
              <a:r>
                <a:rPr lang="zh-CN" altLang="en-US" sz="2800" b="1" dirty="0" smtClean="0"/>
                <a:t>成本</a:t>
              </a:r>
              <a:endParaRPr lang="en-US" altLang="zh-CN" sz="2800" b="1" dirty="0"/>
            </a:p>
          </p:txBody>
        </p:sp>
        <p:sp>
          <p:nvSpPr>
            <p:cNvPr id="17" name="iŝľïḍé"/>
            <p:cNvSpPr/>
            <p:nvPr/>
          </p:nvSpPr>
          <p:spPr>
            <a:xfrm>
              <a:off x="3780806" y="1767005"/>
              <a:ext cx="1860468" cy="1810713"/>
            </a:xfrm>
            <a:prstGeom prst="roundRect">
              <a:avLst>
                <a:gd name="adj" fmla="val 50000"/>
              </a:avLst>
            </a:prstGeom>
            <a:blipFill>
              <a:blip r:embed="rId2"/>
              <a:stretch>
                <a:fillRect l="-36762" r="-36262"/>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8" name="îŝ1iḍé"/>
            <p:cNvSpPr/>
            <p:nvPr/>
          </p:nvSpPr>
          <p:spPr>
            <a:xfrm>
              <a:off x="9320676" y="1767005"/>
              <a:ext cx="1860468" cy="1810713"/>
            </a:xfrm>
            <a:prstGeom prst="roundRect">
              <a:avLst>
                <a:gd name="adj" fmla="val 50000"/>
              </a:avLst>
            </a:prstGeom>
            <a:blipFill>
              <a:blip r:embed="rId3"/>
              <a:stretch>
                <a:fillRect l="-36762" r="-36262"/>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9" name="ïšḷiďé"/>
            <p:cNvSpPr/>
            <p:nvPr/>
          </p:nvSpPr>
          <p:spPr>
            <a:xfrm>
              <a:off x="6550742" y="1767005"/>
              <a:ext cx="1860468" cy="1810713"/>
            </a:xfrm>
            <a:prstGeom prst="roundRect">
              <a:avLst>
                <a:gd name="adj" fmla="val 50000"/>
              </a:avLst>
            </a:prstGeom>
            <a:blipFill>
              <a:blip r:embed="rId4"/>
              <a:stretch>
                <a:fillRect l="-23440" r="-23122"/>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20" name="ï$ḷïḓé"/>
            <p:cNvGrpSpPr/>
            <p:nvPr/>
          </p:nvGrpSpPr>
          <p:grpSpPr>
            <a:xfrm>
              <a:off x="3780765" y="4304070"/>
              <a:ext cx="1860551" cy="227167"/>
              <a:chOff x="1222167" y="4304931"/>
              <a:chExt cx="1860551" cy="227167"/>
            </a:xfrm>
          </p:grpSpPr>
          <p:cxnSp>
            <p:nvCxnSpPr>
              <p:cNvPr id="31" name="直接连接符 30"/>
              <p:cNvCxnSpPr/>
              <p:nvPr/>
            </p:nvCxnSpPr>
            <p:spPr>
              <a:xfrm flipH="1">
                <a:off x="1222167" y="4360366"/>
                <a:ext cx="781342"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ïṧlíďé"/>
              <p:cNvSpPr/>
              <p:nvPr/>
            </p:nvSpPr>
            <p:spPr>
              <a:xfrm rot="18914935">
                <a:off x="2072805" y="4304931"/>
                <a:ext cx="63914" cy="227167"/>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3" name="ïšḷíďè"/>
              <p:cNvSpPr/>
              <p:nvPr/>
            </p:nvSpPr>
            <p:spPr>
              <a:xfrm rot="2703745">
                <a:off x="2188924" y="4304067"/>
                <a:ext cx="63914" cy="229239"/>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cxnSp>
            <p:nvCxnSpPr>
              <p:cNvPr id="34" name="直接连接符 33"/>
              <p:cNvCxnSpPr/>
              <p:nvPr/>
            </p:nvCxnSpPr>
            <p:spPr>
              <a:xfrm flipH="1">
                <a:off x="2315323" y="4360367"/>
                <a:ext cx="76739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îṥḻîḓé"/>
            <p:cNvGrpSpPr/>
            <p:nvPr/>
          </p:nvGrpSpPr>
          <p:grpSpPr>
            <a:xfrm>
              <a:off x="6550701" y="4304070"/>
              <a:ext cx="1860551" cy="227167"/>
              <a:chOff x="1222167" y="4304931"/>
              <a:chExt cx="1860551" cy="227167"/>
            </a:xfrm>
          </p:grpSpPr>
          <p:cxnSp>
            <p:nvCxnSpPr>
              <p:cNvPr id="27" name="直接连接符 26"/>
              <p:cNvCxnSpPr/>
              <p:nvPr/>
            </p:nvCxnSpPr>
            <p:spPr>
              <a:xfrm flipH="1">
                <a:off x="1222167" y="4360366"/>
                <a:ext cx="781342"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íŝḷíďe"/>
              <p:cNvSpPr/>
              <p:nvPr/>
            </p:nvSpPr>
            <p:spPr>
              <a:xfrm rot="18914935">
                <a:off x="2072805" y="4304931"/>
                <a:ext cx="63914" cy="227167"/>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9" name="í$lïḓe"/>
              <p:cNvSpPr/>
              <p:nvPr/>
            </p:nvSpPr>
            <p:spPr>
              <a:xfrm rot="2703745">
                <a:off x="2188924" y="4304067"/>
                <a:ext cx="63914" cy="229239"/>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cxnSp>
            <p:nvCxnSpPr>
              <p:cNvPr id="30" name="直接连接符 29"/>
              <p:cNvCxnSpPr/>
              <p:nvPr/>
            </p:nvCxnSpPr>
            <p:spPr>
              <a:xfrm flipH="1">
                <a:off x="2315323" y="4360367"/>
                <a:ext cx="76739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 name="íš1iḑé"/>
            <p:cNvGrpSpPr/>
            <p:nvPr/>
          </p:nvGrpSpPr>
          <p:grpSpPr>
            <a:xfrm>
              <a:off x="9320635" y="4304070"/>
              <a:ext cx="1860551" cy="227167"/>
              <a:chOff x="1222167" y="4304931"/>
              <a:chExt cx="1860551" cy="227167"/>
            </a:xfrm>
          </p:grpSpPr>
          <p:cxnSp>
            <p:nvCxnSpPr>
              <p:cNvPr id="23" name="直接连接符 22"/>
              <p:cNvCxnSpPr/>
              <p:nvPr/>
            </p:nvCxnSpPr>
            <p:spPr>
              <a:xfrm flipH="1">
                <a:off x="1222167" y="4360366"/>
                <a:ext cx="781342"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ïśḷîḓè"/>
              <p:cNvSpPr/>
              <p:nvPr/>
            </p:nvSpPr>
            <p:spPr>
              <a:xfrm rot="18914935">
                <a:off x="2072805" y="4304931"/>
                <a:ext cx="63914" cy="227167"/>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5" name="iṩḷîḋè"/>
              <p:cNvSpPr/>
              <p:nvPr/>
            </p:nvSpPr>
            <p:spPr>
              <a:xfrm rot="2703745">
                <a:off x="2188924" y="4304067"/>
                <a:ext cx="63914" cy="229239"/>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cxnSp>
            <p:nvCxnSpPr>
              <p:cNvPr id="26" name="直接连接符 25"/>
              <p:cNvCxnSpPr/>
              <p:nvPr/>
            </p:nvCxnSpPr>
            <p:spPr>
              <a:xfrm flipH="1">
                <a:off x="2315323" y="4360367"/>
                <a:ext cx="76739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维运贯穿</a:t>
            </a:r>
            <a:r>
              <a:rPr lang="zh-CN" altLang="en-US" dirty="0"/>
              <a:t>于产品的生命周期</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ab79155e-c2f8-4994-9dfd-9db7d75783d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244427"/>
            <a:ext cx="10858500" cy="4855316"/>
            <a:chOff x="660400" y="1244427"/>
            <a:chExt cx="10858500" cy="4855316"/>
          </a:xfrm>
        </p:grpSpPr>
        <p:sp>
          <p:nvSpPr>
            <p:cNvPr id="6" name="îṧḷïḍe"/>
            <p:cNvSpPr/>
            <p:nvPr/>
          </p:nvSpPr>
          <p:spPr>
            <a:xfrm>
              <a:off x="3988753" y="1244427"/>
              <a:ext cx="1966897" cy="2719636"/>
            </a:xfrm>
            <a:custGeom>
              <a:avLst/>
              <a:gdLst>
                <a:gd name="connsiteX0" fmla="*/ 985320 w 2241318"/>
                <a:gd name="connsiteY0" fmla="*/ 886641 h 3657694"/>
                <a:gd name="connsiteX1" fmla="*/ 880387 w 2241318"/>
                <a:gd name="connsiteY1" fmla="*/ 969061 h 3657694"/>
                <a:gd name="connsiteX2" fmla="*/ 972306 w 2241318"/>
                <a:gd name="connsiteY2" fmla="*/ 1054540 h 3657694"/>
                <a:gd name="connsiteX3" fmla="*/ 992252 w 2241318"/>
                <a:gd name="connsiteY3" fmla="*/ 1069243 h 3657694"/>
                <a:gd name="connsiteX4" fmla="*/ 994989 w 2241318"/>
                <a:gd name="connsiteY4" fmla="*/ 1065184 h 3657694"/>
                <a:gd name="connsiteX5" fmla="*/ 998436 w 2241318"/>
                <a:gd name="connsiteY5" fmla="*/ 991227 h 3657694"/>
                <a:gd name="connsiteX6" fmla="*/ 985320 w 2241318"/>
                <a:gd name="connsiteY6" fmla="*/ 886641 h 3657694"/>
                <a:gd name="connsiteX7" fmla="*/ 1562448 w 2241318"/>
                <a:gd name="connsiteY7" fmla="*/ 0 h 3657694"/>
                <a:gd name="connsiteX8" fmla="*/ 1582435 w 2241318"/>
                <a:gd name="connsiteY8" fmla="*/ 114889 h 3657694"/>
                <a:gd name="connsiteX9" fmla="*/ 1652390 w 2241318"/>
                <a:gd name="connsiteY9" fmla="*/ 417096 h 3657694"/>
                <a:gd name="connsiteX10" fmla="*/ 1519975 w 2241318"/>
                <a:gd name="connsiteY10" fmla="*/ 516999 h 3657694"/>
                <a:gd name="connsiteX11" fmla="*/ 1475004 w 2241318"/>
                <a:gd name="connsiteY11" fmla="*/ 646873 h 3657694"/>
                <a:gd name="connsiteX12" fmla="*/ 1617412 w 2241318"/>
                <a:gd name="connsiteY12" fmla="*/ 1029003 h 3657694"/>
                <a:gd name="connsiteX13" fmla="*/ 1737335 w 2241318"/>
                <a:gd name="connsiteY13" fmla="*/ 1103931 h 3657694"/>
                <a:gd name="connsiteX14" fmla="*/ 2024650 w 2241318"/>
                <a:gd name="connsiteY14" fmla="*/ 951578 h 3657694"/>
                <a:gd name="connsiteX15" fmla="*/ 2057129 w 2241318"/>
                <a:gd name="connsiteY15" fmla="*/ 896631 h 3657694"/>
                <a:gd name="connsiteX16" fmla="*/ 2152068 w 2241318"/>
                <a:gd name="connsiteY16" fmla="*/ 821704 h 3657694"/>
                <a:gd name="connsiteX17" fmla="*/ 2237013 w 2241318"/>
                <a:gd name="connsiteY17" fmla="*/ 904124 h 3657694"/>
                <a:gd name="connsiteX18" fmla="*/ 2182048 w 2241318"/>
                <a:gd name="connsiteY18" fmla="*/ 986544 h 3657694"/>
                <a:gd name="connsiteX19" fmla="*/ 2149569 w 2241318"/>
                <a:gd name="connsiteY19" fmla="*/ 1029003 h 3657694"/>
                <a:gd name="connsiteX20" fmla="*/ 1692364 w 2241318"/>
                <a:gd name="connsiteY20" fmla="*/ 1351191 h 3657694"/>
                <a:gd name="connsiteX21" fmla="*/ 1609917 w 2241318"/>
                <a:gd name="connsiteY21" fmla="*/ 1338703 h 3657694"/>
                <a:gd name="connsiteX22" fmla="*/ 1497490 w 2241318"/>
                <a:gd name="connsiteY22" fmla="*/ 1243795 h 3657694"/>
                <a:gd name="connsiteX23" fmla="*/ 1347586 w 2241318"/>
                <a:gd name="connsiteY23" fmla="*/ 1555993 h 3657694"/>
                <a:gd name="connsiteX24" fmla="*/ 1949698 w 2241318"/>
                <a:gd name="connsiteY24" fmla="*/ 1768287 h 3657694"/>
                <a:gd name="connsiteX25" fmla="*/ 1954695 w 2241318"/>
                <a:gd name="connsiteY25" fmla="*/ 2070494 h 3657694"/>
                <a:gd name="connsiteX26" fmla="*/ 1689866 w 2241318"/>
                <a:gd name="connsiteY26" fmla="*/ 2510068 h 3657694"/>
                <a:gd name="connsiteX27" fmla="*/ 1609917 w 2241318"/>
                <a:gd name="connsiteY27" fmla="*/ 2537542 h 3657694"/>
                <a:gd name="connsiteX28" fmla="*/ 1594927 w 2241318"/>
                <a:gd name="connsiteY28" fmla="*/ 2562517 h 3657694"/>
                <a:gd name="connsiteX29" fmla="*/ 1717348 w 2241318"/>
                <a:gd name="connsiteY29" fmla="*/ 2697387 h 3657694"/>
                <a:gd name="connsiteX30" fmla="*/ 1832274 w 2241318"/>
                <a:gd name="connsiteY30" fmla="*/ 2734850 h 3657694"/>
                <a:gd name="connsiteX31" fmla="*/ 1697361 w 2241318"/>
                <a:gd name="connsiteY31" fmla="*/ 2814773 h 3657694"/>
                <a:gd name="connsiteX32" fmla="*/ 1484998 w 2241318"/>
                <a:gd name="connsiteY32" fmla="*/ 2769816 h 3657694"/>
                <a:gd name="connsiteX33" fmla="*/ 1365075 w 2241318"/>
                <a:gd name="connsiteY33" fmla="*/ 2769816 h 3657694"/>
                <a:gd name="connsiteX34" fmla="*/ 1317606 w 2241318"/>
                <a:gd name="connsiteY34" fmla="*/ 2744841 h 3657694"/>
                <a:gd name="connsiteX35" fmla="*/ 1345088 w 2241318"/>
                <a:gd name="connsiteY35" fmla="*/ 2624957 h 3657694"/>
                <a:gd name="connsiteX36" fmla="*/ 1455017 w 2241318"/>
                <a:gd name="connsiteY36" fmla="*/ 2462614 h 3657694"/>
                <a:gd name="connsiteX37" fmla="*/ 1614914 w 2241318"/>
                <a:gd name="connsiteY37" fmla="*/ 2172895 h 3657694"/>
                <a:gd name="connsiteX38" fmla="*/ 1734837 w 2241318"/>
                <a:gd name="connsiteY38" fmla="*/ 1980581 h 3657694"/>
                <a:gd name="connsiteX39" fmla="*/ 1440027 w 2241318"/>
                <a:gd name="connsiteY39" fmla="*/ 1960601 h 3657694"/>
                <a:gd name="connsiteX40" fmla="*/ 1170201 w 2241318"/>
                <a:gd name="connsiteY40" fmla="*/ 1913147 h 3657694"/>
                <a:gd name="connsiteX41" fmla="*/ 645538 w 2241318"/>
                <a:gd name="connsiteY41" fmla="*/ 2674908 h 3657694"/>
                <a:gd name="connsiteX42" fmla="*/ 320748 w 2241318"/>
                <a:gd name="connsiteY42" fmla="*/ 3271830 h 3657694"/>
                <a:gd name="connsiteX43" fmla="*/ 260786 w 2241318"/>
                <a:gd name="connsiteY43" fmla="*/ 3241859 h 3657694"/>
                <a:gd name="connsiteX44" fmla="*/ 223310 w 2241318"/>
                <a:gd name="connsiteY44" fmla="*/ 3281820 h 3657694"/>
                <a:gd name="connsiteX45" fmla="*/ 250793 w 2241318"/>
                <a:gd name="connsiteY45" fmla="*/ 3331772 h 3657694"/>
                <a:gd name="connsiteX46" fmla="*/ 158352 w 2241318"/>
                <a:gd name="connsiteY46" fmla="*/ 3446661 h 3657694"/>
                <a:gd name="connsiteX47" fmla="*/ 153355 w 2241318"/>
                <a:gd name="connsiteY47" fmla="*/ 3529081 h 3657694"/>
                <a:gd name="connsiteX48" fmla="*/ 228307 w 2241318"/>
                <a:gd name="connsiteY48" fmla="*/ 3648965 h 3657694"/>
                <a:gd name="connsiteX49" fmla="*/ 15944 w 2241318"/>
                <a:gd name="connsiteY49" fmla="*/ 3613999 h 3657694"/>
                <a:gd name="connsiteX50" fmla="*/ 8449 w 2241318"/>
                <a:gd name="connsiteY50" fmla="*/ 3349255 h 3657694"/>
                <a:gd name="connsiteX51" fmla="*/ 10947 w 2241318"/>
                <a:gd name="connsiteY51" fmla="*/ 3216883 h 3657694"/>
                <a:gd name="connsiteX52" fmla="*/ 120876 w 2241318"/>
                <a:gd name="connsiteY52" fmla="*/ 3196903 h 3657694"/>
                <a:gd name="connsiteX53" fmla="*/ 145860 w 2241318"/>
                <a:gd name="connsiteY53" fmla="*/ 3174424 h 3657694"/>
                <a:gd name="connsiteX54" fmla="*/ 138365 w 2241318"/>
                <a:gd name="connsiteY54" fmla="*/ 3149449 h 3657694"/>
                <a:gd name="connsiteX55" fmla="*/ 408191 w 2241318"/>
                <a:gd name="connsiteY55" fmla="*/ 2570010 h 3657694"/>
                <a:gd name="connsiteX56" fmla="*/ 665525 w 2241318"/>
                <a:gd name="connsiteY56" fmla="*/ 2210359 h 3657694"/>
                <a:gd name="connsiteX57" fmla="*/ 765461 w 2241318"/>
                <a:gd name="connsiteY57" fmla="*/ 1678374 h 3657694"/>
                <a:gd name="connsiteX58" fmla="*/ 807934 w 2241318"/>
                <a:gd name="connsiteY58" fmla="*/ 1458587 h 3657694"/>
                <a:gd name="connsiteX59" fmla="*/ 760464 w 2241318"/>
                <a:gd name="connsiteY59" fmla="*/ 1401143 h 3657694"/>
                <a:gd name="connsiteX60" fmla="*/ 820426 w 2241318"/>
                <a:gd name="connsiteY60" fmla="*/ 1373669 h 3657694"/>
                <a:gd name="connsiteX61" fmla="*/ 946907 w 2241318"/>
                <a:gd name="connsiteY61" fmla="*/ 1235990 h 3657694"/>
                <a:gd name="connsiteX62" fmla="*/ 947294 w 2241318"/>
                <a:gd name="connsiteY62" fmla="*/ 1235055 h 3657694"/>
                <a:gd name="connsiteX63" fmla="*/ 947604 w 2241318"/>
                <a:gd name="connsiteY63" fmla="*/ 1235209 h 3657694"/>
                <a:gd name="connsiteX64" fmla="*/ 947724 w 2241318"/>
                <a:gd name="connsiteY64" fmla="*/ 1234019 h 3657694"/>
                <a:gd name="connsiteX65" fmla="*/ 947294 w 2241318"/>
                <a:gd name="connsiteY65" fmla="*/ 1235055 h 3657694"/>
                <a:gd name="connsiteX66" fmla="*/ 935351 w 2241318"/>
                <a:gd name="connsiteY66" fmla="*/ 1229122 h 3657694"/>
                <a:gd name="connsiteX67" fmla="*/ 722988 w 2241318"/>
                <a:gd name="connsiteY67" fmla="*/ 1066467 h 3657694"/>
                <a:gd name="connsiteX68" fmla="*/ 717992 w 2241318"/>
                <a:gd name="connsiteY68" fmla="*/ 814211 h 3657694"/>
                <a:gd name="connsiteX69" fmla="*/ 1015300 w 2241318"/>
                <a:gd name="connsiteY69" fmla="*/ 519497 h 3657694"/>
                <a:gd name="connsiteX70" fmla="*/ 1222667 w 2241318"/>
                <a:gd name="connsiteY70" fmla="*/ 509506 h 3657694"/>
                <a:gd name="connsiteX71" fmla="*/ 1262641 w 2241318"/>
                <a:gd name="connsiteY71" fmla="*/ 482033 h 3657694"/>
                <a:gd name="connsiteX72" fmla="*/ 1287625 w 2241318"/>
                <a:gd name="connsiteY72" fmla="*/ 452062 h 3657694"/>
                <a:gd name="connsiteX73" fmla="*/ 1230162 w 2241318"/>
                <a:gd name="connsiteY73" fmla="*/ 237270 h 3657694"/>
                <a:gd name="connsiteX74" fmla="*/ 1427535 w 2241318"/>
                <a:gd name="connsiteY74" fmla="*/ 57444 h 3657694"/>
                <a:gd name="connsiteX75" fmla="*/ 1562448 w 2241318"/>
                <a:gd name="connsiteY75" fmla="*/ 0 h 365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241318" h="3657694">
                  <a:moveTo>
                    <a:pt x="985320" y="886641"/>
                  </a:moveTo>
                  <a:cubicBezTo>
                    <a:pt x="972828" y="866660"/>
                    <a:pt x="880387" y="969061"/>
                    <a:pt x="880387" y="969061"/>
                  </a:cubicBezTo>
                  <a:cubicBezTo>
                    <a:pt x="890693" y="988729"/>
                    <a:pt x="928754" y="1021393"/>
                    <a:pt x="972306" y="1054540"/>
                  </a:cubicBezTo>
                  <a:lnTo>
                    <a:pt x="992252" y="1069243"/>
                  </a:lnTo>
                  <a:lnTo>
                    <a:pt x="994989" y="1065184"/>
                  </a:lnTo>
                  <a:lnTo>
                    <a:pt x="998436" y="991227"/>
                  </a:lnTo>
                  <a:cubicBezTo>
                    <a:pt x="997812" y="937841"/>
                    <a:pt x="991566" y="895382"/>
                    <a:pt x="985320" y="886641"/>
                  </a:cubicBezTo>
                  <a:close/>
                  <a:moveTo>
                    <a:pt x="1562448" y="0"/>
                  </a:moveTo>
                  <a:cubicBezTo>
                    <a:pt x="1629904" y="42459"/>
                    <a:pt x="1582435" y="114889"/>
                    <a:pt x="1582435" y="114889"/>
                  </a:cubicBezTo>
                  <a:cubicBezTo>
                    <a:pt x="1637400" y="159845"/>
                    <a:pt x="1632403" y="289719"/>
                    <a:pt x="1652390" y="417096"/>
                  </a:cubicBezTo>
                  <a:cubicBezTo>
                    <a:pt x="1669879" y="546970"/>
                    <a:pt x="1592428" y="504511"/>
                    <a:pt x="1519975" y="516999"/>
                  </a:cubicBezTo>
                  <a:cubicBezTo>
                    <a:pt x="1447522" y="529487"/>
                    <a:pt x="1475004" y="646873"/>
                    <a:pt x="1475004" y="646873"/>
                  </a:cubicBezTo>
                  <a:cubicBezTo>
                    <a:pt x="1562448" y="749274"/>
                    <a:pt x="1617412" y="1029003"/>
                    <a:pt x="1617412" y="1029003"/>
                  </a:cubicBezTo>
                  <a:cubicBezTo>
                    <a:pt x="1617412" y="1029003"/>
                    <a:pt x="1662383" y="1161375"/>
                    <a:pt x="1737335" y="1103931"/>
                  </a:cubicBezTo>
                  <a:cubicBezTo>
                    <a:pt x="1812287" y="1046486"/>
                    <a:pt x="1997168" y="981549"/>
                    <a:pt x="2024650" y="951578"/>
                  </a:cubicBezTo>
                  <a:cubicBezTo>
                    <a:pt x="2054631" y="924105"/>
                    <a:pt x="2057129" y="896631"/>
                    <a:pt x="2057129" y="896631"/>
                  </a:cubicBezTo>
                  <a:cubicBezTo>
                    <a:pt x="2074618" y="854172"/>
                    <a:pt x="2114592" y="821704"/>
                    <a:pt x="2152068" y="821704"/>
                  </a:cubicBezTo>
                  <a:cubicBezTo>
                    <a:pt x="2189544" y="821704"/>
                    <a:pt x="2217026" y="854172"/>
                    <a:pt x="2237013" y="904124"/>
                  </a:cubicBezTo>
                  <a:cubicBezTo>
                    <a:pt x="2257000" y="956573"/>
                    <a:pt x="2202036" y="974056"/>
                    <a:pt x="2182048" y="986544"/>
                  </a:cubicBezTo>
                  <a:cubicBezTo>
                    <a:pt x="2164560" y="999032"/>
                    <a:pt x="2149569" y="1029003"/>
                    <a:pt x="2149569" y="1029003"/>
                  </a:cubicBezTo>
                  <a:cubicBezTo>
                    <a:pt x="2104598" y="1091443"/>
                    <a:pt x="1752325" y="1318722"/>
                    <a:pt x="1692364" y="1351191"/>
                  </a:cubicBezTo>
                  <a:cubicBezTo>
                    <a:pt x="1632403" y="1381162"/>
                    <a:pt x="1609917" y="1338703"/>
                    <a:pt x="1609917" y="1338703"/>
                  </a:cubicBezTo>
                  <a:cubicBezTo>
                    <a:pt x="1609917" y="1338703"/>
                    <a:pt x="1609917" y="1338703"/>
                    <a:pt x="1497490" y="1243795"/>
                  </a:cubicBezTo>
                  <a:cubicBezTo>
                    <a:pt x="1477503" y="1316225"/>
                    <a:pt x="1347586" y="1555993"/>
                    <a:pt x="1347586" y="1555993"/>
                  </a:cubicBezTo>
                  <a:cubicBezTo>
                    <a:pt x="1387561" y="1610939"/>
                    <a:pt x="1847264" y="1740814"/>
                    <a:pt x="1949698" y="1768287"/>
                  </a:cubicBezTo>
                  <a:cubicBezTo>
                    <a:pt x="2049634" y="1795760"/>
                    <a:pt x="2067123" y="1938122"/>
                    <a:pt x="1954695" y="2070494"/>
                  </a:cubicBezTo>
                  <a:cubicBezTo>
                    <a:pt x="1844766" y="2205363"/>
                    <a:pt x="1729840" y="2432643"/>
                    <a:pt x="1689866" y="2510068"/>
                  </a:cubicBezTo>
                  <a:cubicBezTo>
                    <a:pt x="1649891" y="2589991"/>
                    <a:pt x="1609917" y="2537542"/>
                    <a:pt x="1609917" y="2537542"/>
                  </a:cubicBezTo>
                  <a:cubicBezTo>
                    <a:pt x="1609917" y="2537542"/>
                    <a:pt x="1609917" y="2537542"/>
                    <a:pt x="1594927" y="2562517"/>
                  </a:cubicBezTo>
                  <a:cubicBezTo>
                    <a:pt x="1589930" y="2622459"/>
                    <a:pt x="1674875" y="2664918"/>
                    <a:pt x="1717348" y="2697387"/>
                  </a:cubicBezTo>
                  <a:cubicBezTo>
                    <a:pt x="1762319" y="2729855"/>
                    <a:pt x="1817284" y="2724860"/>
                    <a:pt x="1832274" y="2734850"/>
                  </a:cubicBezTo>
                  <a:cubicBezTo>
                    <a:pt x="1847264" y="2744841"/>
                    <a:pt x="1807290" y="2804783"/>
                    <a:pt x="1697361" y="2814773"/>
                  </a:cubicBezTo>
                  <a:cubicBezTo>
                    <a:pt x="1584933" y="2824763"/>
                    <a:pt x="1512480" y="2782304"/>
                    <a:pt x="1484998" y="2769816"/>
                  </a:cubicBezTo>
                  <a:cubicBezTo>
                    <a:pt x="1455017" y="2757329"/>
                    <a:pt x="1405049" y="2764821"/>
                    <a:pt x="1365075" y="2769816"/>
                  </a:cubicBezTo>
                  <a:cubicBezTo>
                    <a:pt x="1322602" y="2777309"/>
                    <a:pt x="1317606" y="2744841"/>
                    <a:pt x="1317606" y="2744841"/>
                  </a:cubicBezTo>
                  <a:cubicBezTo>
                    <a:pt x="1317606" y="2744841"/>
                    <a:pt x="1305114" y="2662421"/>
                    <a:pt x="1345088" y="2624957"/>
                  </a:cubicBezTo>
                  <a:cubicBezTo>
                    <a:pt x="1387561" y="2587493"/>
                    <a:pt x="1405049" y="2562517"/>
                    <a:pt x="1455017" y="2462614"/>
                  </a:cubicBezTo>
                  <a:cubicBezTo>
                    <a:pt x="1507483" y="2365208"/>
                    <a:pt x="1589930" y="2255315"/>
                    <a:pt x="1614914" y="2172895"/>
                  </a:cubicBezTo>
                  <a:cubicBezTo>
                    <a:pt x="1639898" y="2090475"/>
                    <a:pt x="1734837" y="2005557"/>
                    <a:pt x="1734837" y="1980581"/>
                  </a:cubicBezTo>
                  <a:cubicBezTo>
                    <a:pt x="1734837" y="1955605"/>
                    <a:pt x="1629904" y="1958103"/>
                    <a:pt x="1440027" y="1960601"/>
                  </a:cubicBezTo>
                  <a:cubicBezTo>
                    <a:pt x="1250149" y="1963098"/>
                    <a:pt x="1170201" y="1913147"/>
                    <a:pt x="1170201" y="1913147"/>
                  </a:cubicBezTo>
                  <a:cubicBezTo>
                    <a:pt x="1115236" y="2177890"/>
                    <a:pt x="820426" y="2467609"/>
                    <a:pt x="645538" y="2674908"/>
                  </a:cubicBezTo>
                  <a:cubicBezTo>
                    <a:pt x="473149" y="2884705"/>
                    <a:pt x="320748" y="3271830"/>
                    <a:pt x="320748" y="3271830"/>
                  </a:cubicBezTo>
                  <a:cubicBezTo>
                    <a:pt x="320748" y="3271830"/>
                    <a:pt x="320748" y="3271830"/>
                    <a:pt x="260786" y="3241859"/>
                  </a:cubicBezTo>
                  <a:cubicBezTo>
                    <a:pt x="260786" y="3241859"/>
                    <a:pt x="260786" y="3241859"/>
                    <a:pt x="223310" y="3281820"/>
                  </a:cubicBezTo>
                  <a:cubicBezTo>
                    <a:pt x="223310" y="3281820"/>
                    <a:pt x="248294" y="3301801"/>
                    <a:pt x="250793" y="3331772"/>
                  </a:cubicBezTo>
                  <a:cubicBezTo>
                    <a:pt x="253291" y="3364241"/>
                    <a:pt x="193330" y="3399207"/>
                    <a:pt x="158352" y="3446661"/>
                  </a:cubicBezTo>
                  <a:cubicBezTo>
                    <a:pt x="123375" y="3494115"/>
                    <a:pt x="153355" y="3529081"/>
                    <a:pt x="153355" y="3529081"/>
                  </a:cubicBezTo>
                  <a:cubicBezTo>
                    <a:pt x="215815" y="3534076"/>
                    <a:pt x="288269" y="3633979"/>
                    <a:pt x="228307" y="3648965"/>
                  </a:cubicBezTo>
                  <a:cubicBezTo>
                    <a:pt x="168346" y="3663950"/>
                    <a:pt x="43426" y="3663950"/>
                    <a:pt x="15944" y="3613999"/>
                  </a:cubicBezTo>
                  <a:cubicBezTo>
                    <a:pt x="-9040" y="3564047"/>
                    <a:pt x="954" y="3461646"/>
                    <a:pt x="8449" y="3349255"/>
                  </a:cubicBezTo>
                  <a:cubicBezTo>
                    <a:pt x="13446" y="3234366"/>
                    <a:pt x="-11538" y="3251849"/>
                    <a:pt x="10947" y="3216883"/>
                  </a:cubicBezTo>
                  <a:cubicBezTo>
                    <a:pt x="33433" y="3181917"/>
                    <a:pt x="120876" y="3196903"/>
                    <a:pt x="120876" y="3196903"/>
                  </a:cubicBezTo>
                  <a:cubicBezTo>
                    <a:pt x="120876" y="3196903"/>
                    <a:pt x="120876" y="3196903"/>
                    <a:pt x="145860" y="3174424"/>
                  </a:cubicBezTo>
                  <a:cubicBezTo>
                    <a:pt x="145860" y="3174424"/>
                    <a:pt x="145860" y="3174424"/>
                    <a:pt x="138365" y="3149449"/>
                  </a:cubicBezTo>
                  <a:cubicBezTo>
                    <a:pt x="213317" y="3054541"/>
                    <a:pt x="340735" y="2747338"/>
                    <a:pt x="408191" y="2570010"/>
                  </a:cubicBezTo>
                  <a:cubicBezTo>
                    <a:pt x="478146" y="2395179"/>
                    <a:pt x="585577" y="2425150"/>
                    <a:pt x="665525" y="2210359"/>
                  </a:cubicBezTo>
                  <a:cubicBezTo>
                    <a:pt x="745474" y="1995567"/>
                    <a:pt x="772956" y="1760794"/>
                    <a:pt x="765461" y="1678374"/>
                  </a:cubicBezTo>
                  <a:cubicBezTo>
                    <a:pt x="760464" y="1598451"/>
                    <a:pt x="807934" y="1458587"/>
                    <a:pt x="807934" y="1458587"/>
                  </a:cubicBezTo>
                  <a:cubicBezTo>
                    <a:pt x="807934" y="1458587"/>
                    <a:pt x="807934" y="1458587"/>
                    <a:pt x="760464" y="1401143"/>
                  </a:cubicBezTo>
                  <a:cubicBezTo>
                    <a:pt x="760464" y="1401143"/>
                    <a:pt x="775455" y="1391152"/>
                    <a:pt x="820426" y="1373669"/>
                  </a:cubicBezTo>
                  <a:cubicBezTo>
                    <a:pt x="854154" y="1358684"/>
                    <a:pt x="908962" y="1305766"/>
                    <a:pt x="946907" y="1235990"/>
                  </a:cubicBezTo>
                  <a:lnTo>
                    <a:pt x="947294" y="1235055"/>
                  </a:lnTo>
                  <a:lnTo>
                    <a:pt x="947604" y="1235209"/>
                  </a:lnTo>
                  <a:lnTo>
                    <a:pt x="947724" y="1234019"/>
                  </a:lnTo>
                  <a:lnTo>
                    <a:pt x="947294" y="1235055"/>
                  </a:lnTo>
                  <a:lnTo>
                    <a:pt x="935351" y="1229122"/>
                  </a:lnTo>
                  <a:cubicBezTo>
                    <a:pt x="869144" y="1193843"/>
                    <a:pt x="787947" y="1140145"/>
                    <a:pt x="722988" y="1066467"/>
                  </a:cubicBezTo>
                  <a:cubicBezTo>
                    <a:pt x="593072" y="916612"/>
                    <a:pt x="570587" y="934095"/>
                    <a:pt x="717992" y="814211"/>
                  </a:cubicBezTo>
                  <a:cubicBezTo>
                    <a:pt x="867895" y="694327"/>
                    <a:pt x="987818" y="539477"/>
                    <a:pt x="1015300" y="519497"/>
                  </a:cubicBezTo>
                  <a:cubicBezTo>
                    <a:pt x="1045281" y="499516"/>
                    <a:pt x="1180194" y="516999"/>
                    <a:pt x="1222667" y="509506"/>
                  </a:cubicBezTo>
                  <a:cubicBezTo>
                    <a:pt x="1262641" y="504511"/>
                    <a:pt x="1262641" y="482033"/>
                    <a:pt x="1262641" y="482033"/>
                  </a:cubicBezTo>
                  <a:cubicBezTo>
                    <a:pt x="1262641" y="482033"/>
                    <a:pt x="1262641" y="482033"/>
                    <a:pt x="1287625" y="452062"/>
                  </a:cubicBezTo>
                  <a:cubicBezTo>
                    <a:pt x="1297618" y="389623"/>
                    <a:pt x="1230162" y="337173"/>
                    <a:pt x="1230162" y="237270"/>
                  </a:cubicBezTo>
                  <a:cubicBezTo>
                    <a:pt x="1230162" y="139865"/>
                    <a:pt x="1330098" y="77425"/>
                    <a:pt x="1427535" y="57444"/>
                  </a:cubicBezTo>
                  <a:cubicBezTo>
                    <a:pt x="1524972" y="39961"/>
                    <a:pt x="1562448" y="0"/>
                    <a:pt x="1562448" y="0"/>
                  </a:cubicBezTo>
                  <a:close/>
                </a:path>
              </a:pathLst>
            </a:custGeom>
            <a:solidFill>
              <a:schemeClr val="bg1">
                <a:lumMod val="85000"/>
              </a:schemeClr>
            </a:solidFill>
            <a:ln>
              <a:noFill/>
            </a:ln>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7" name="ïsľïdé"/>
            <p:cNvSpPr/>
            <p:nvPr/>
          </p:nvSpPr>
          <p:spPr bwMode="auto">
            <a:xfrm>
              <a:off x="4043885" y="3704297"/>
              <a:ext cx="1216172" cy="2395446"/>
            </a:xfrm>
            <a:custGeom>
              <a:avLst/>
              <a:gdLst>
                <a:gd name="T0" fmla="*/ 0 w 544"/>
                <a:gd name="T1" fmla="*/ 915 h 1073"/>
                <a:gd name="T2" fmla="*/ 0 w 544"/>
                <a:gd name="T3" fmla="*/ 199 h 1073"/>
                <a:gd name="T4" fmla="*/ 68 w 544"/>
                <a:gd name="T5" fmla="*/ 199 h 1073"/>
                <a:gd name="T6" fmla="*/ 274 w 544"/>
                <a:gd name="T7" fmla="*/ 0 h 1073"/>
                <a:gd name="T8" fmla="*/ 436 w 544"/>
                <a:gd name="T9" fmla="*/ 81 h 1073"/>
                <a:gd name="T10" fmla="*/ 457 w 544"/>
                <a:gd name="T11" fmla="*/ 115 h 1073"/>
                <a:gd name="T12" fmla="*/ 469 w 544"/>
                <a:gd name="T13" fmla="*/ 142 h 1073"/>
                <a:gd name="T14" fmla="*/ 479 w 544"/>
                <a:gd name="T15" fmla="*/ 199 h 1073"/>
                <a:gd name="T16" fmla="*/ 544 w 544"/>
                <a:gd name="T17" fmla="*/ 199 h 1073"/>
                <a:gd name="T18" fmla="*/ 544 w 544"/>
                <a:gd name="T19" fmla="*/ 915 h 1073"/>
                <a:gd name="T20" fmla="*/ 412 w 544"/>
                <a:gd name="T21" fmla="*/ 992 h 1073"/>
                <a:gd name="T22" fmla="*/ 273 w 544"/>
                <a:gd name="T23" fmla="*/ 1073 h 1073"/>
                <a:gd name="T24" fmla="*/ 228 w 544"/>
                <a:gd name="T25" fmla="*/ 1047 h 1073"/>
                <a:gd name="T26" fmla="*/ 196 w 544"/>
                <a:gd name="T27" fmla="*/ 1028 h 1073"/>
                <a:gd name="T28" fmla="*/ 164 w 544"/>
                <a:gd name="T29" fmla="*/ 1010 h 1073"/>
                <a:gd name="T30" fmla="*/ 32 w 544"/>
                <a:gd name="T31" fmla="*/ 934 h 1073"/>
                <a:gd name="T32" fmla="*/ 0 w 544"/>
                <a:gd name="T33" fmla="*/ 915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4" h="1073">
                  <a:moveTo>
                    <a:pt x="0" y="915"/>
                  </a:moveTo>
                  <a:cubicBezTo>
                    <a:pt x="0" y="199"/>
                    <a:pt x="0" y="199"/>
                    <a:pt x="0" y="199"/>
                  </a:cubicBezTo>
                  <a:cubicBezTo>
                    <a:pt x="68" y="199"/>
                    <a:pt x="68" y="199"/>
                    <a:pt x="68" y="199"/>
                  </a:cubicBezTo>
                  <a:cubicBezTo>
                    <a:pt x="70" y="95"/>
                    <a:pt x="161" y="0"/>
                    <a:pt x="274" y="0"/>
                  </a:cubicBezTo>
                  <a:cubicBezTo>
                    <a:pt x="340" y="0"/>
                    <a:pt x="398" y="32"/>
                    <a:pt x="436" y="81"/>
                  </a:cubicBezTo>
                  <a:cubicBezTo>
                    <a:pt x="444" y="91"/>
                    <a:pt x="451" y="103"/>
                    <a:pt x="457" y="115"/>
                  </a:cubicBezTo>
                  <a:cubicBezTo>
                    <a:pt x="462" y="124"/>
                    <a:pt x="466" y="132"/>
                    <a:pt x="469" y="142"/>
                  </a:cubicBezTo>
                  <a:cubicBezTo>
                    <a:pt x="475" y="161"/>
                    <a:pt x="479" y="191"/>
                    <a:pt x="479" y="199"/>
                  </a:cubicBezTo>
                  <a:cubicBezTo>
                    <a:pt x="544" y="199"/>
                    <a:pt x="544" y="199"/>
                    <a:pt x="544" y="199"/>
                  </a:cubicBezTo>
                  <a:cubicBezTo>
                    <a:pt x="544" y="915"/>
                    <a:pt x="544" y="915"/>
                    <a:pt x="544" y="915"/>
                  </a:cubicBezTo>
                  <a:cubicBezTo>
                    <a:pt x="412" y="992"/>
                    <a:pt x="412" y="992"/>
                    <a:pt x="412" y="992"/>
                  </a:cubicBezTo>
                  <a:cubicBezTo>
                    <a:pt x="273" y="1073"/>
                    <a:pt x="273" y="1073"/>
                    <a:pt x="273" y="1073"/>
                  </a:cubicBezTo>
                  <a:cubicBezTo>
                    <a:pt x="228" y="1047"/>
                    <a:pt x="228" y="1047"/>
                    <a:pt x="228" y="1047"/>
                  </a:cubicBezTo>
                  <a:cubicBezTo>
                    <a:pt x="196" y="1028"/>
                    <a:pt x="196" y="1028"/>
                    <a:pt x="196" y="1028"/>
                  </a:cubicBezTo>
                  <a:cubicBezTo>
                    <a:pt x="164" y="1010"/>
                    <a:pt x="164" y="1010"/>
                    <a:pt x="164" y="1010"/>
                  </a:cubicBezTo>
                  <a:cubicBezTo>
                    <a:pt x="32" y="934"/>
                    <a:pt x="32" y="934"/>
                    <a:pt x="32" y="934"/>
                  </a:cubicBezTo>
                  <a:cubicBezTo>
                    <a:pt x="0" y="915"/>
                    <a:pt x="0" y="915"/>
                    <a:pt x="0" y="915"/>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8" name="îśļiďé"/>
            <p:cNvSpPr/>
            <p:nvPr/>
          </p:nvSpPr>
          <p:spPr bwMode="auto">
            <a:xfrm>
              <a:off x="5443972" y="2923145"/>
              <a:ext cx="1216172" cy="2395446"/>
            </a:xfrm>
            <a:custGeom>
              <a:avLst/>
              <a:gdLst>
                <a:gd name="T0" fmla="*/ 0 w 544"/>
                <a:gd name="T1" fmla="*/ 915 h 1073"/>
                <a:gd name="T2" fmla="*/ 0 w 544"/>
                <a:gd name="T3" fmla="*/ 199 h 1073"/>
                <a:gd name="T4" fmla="*/ 68 w 544"/>
                <a:gd name="T5" fmla="*/ 199 h 1073"/>
                <a:gd name="T6" fmla="*/ 274 w 544"/>
                <a:gd name="T7" fmla="*/ 0 h 1073"/>
                <a:gd name="T8" fmla="*/ 436 w 544"/>
                <a:gd name="T9" fmla="*/ 81 h 1073"/>
                <a:gd name="T10" fmla="*/ 457 w 544"/>
                <a:gd name="T11" fmla="*/ 115 h 1073"/>
                <a:gd name="T12" fmla="*/ 469 w 544"/>
                <a:gd name="T13" fmla="*/ 142 h 1073"/>
                <a:gd name="T14" fmla="*/ 479 w 544"/>
                <a:gd name="T15" fmla="*/ 199 h 1073"/>
                <a:gd name="T16" fmla="*/ 544 w 544"/>
                <a:gd name="T17" fmla="*/ 199 h 1073"/>
                <a:gd name="T18" fmla="*/ 544 w 544"/>
                <a:gd name="T19" fmla="*/ 915 h 1073"/>
                <a:gd name="T20" fmla="*/ 412 w 544"/>
                <a:gd name="T21" fmla="*/ 992 h 1073"/>
                <a:gd name="T22" fmla="*/ 273 w 544"/>
                <a:gd name="T23" fmla="*/ 1073 h 1073"/>
                <a:gd name="T24" fmla="*/ 228 w 544"/>
                <a:gd name="T25" fmla="*/ 1047 h 1073"/>
                <a:gd name="T26" fmla="*/ 196 w 544"/>
                <a:gd name="T27" fmla="*/ 1028 h 1073"/>
                <a:gd name="T28" fmla="*/ 164 w 544"/>
                <a:gd name="T29" fmla="*/ 1010 h 1073"/>
                <a:gd name="T30" fmla="*/ 32 w 544"/>
                <a:gd name="T31" fmla="*/ 934 h 1073"/>
                <a:gd name="T32" fmla="*/ 0 w 544"/>
                <a:gd name="T33" fmla="*/ 915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4" h="1073">
                  <a:moveTo>
                    <a:pt x="0" y="915"/>
                  </a:moveTo>
                  <a:cubicBezTo>
                    <a:pt x="0" y="199"/>
                    <a:pt x="0" y="199"/>
                    <a:pt x="0" y="199"/>
                  </a:cubicBezTo>
                  <a:cubicBezTo>
                    <a:pt x="68" y="199"/>
                    <a:pt x="68" y="199"/>
                    <a:pt x="68" y="199"/>
                  </a:cubicBezTo>
                  <a:cubicBezTo>
                    <a:pt x="70" y="95"/>
                    <a:pt x="161" y="0"/>
                    <a:pt x="274" y="0"/>
                  </a:cubicBezTo>
                  <a:cubicBezTo>
                    <a:pt x="340" y="0"/>
                    <a:pt x="398" y="32"/>
                    <a:pt x="436" y="81"/>
                  </a:cubicBezTo>
                  <a:cubicBezTo>
                    <a:pt x="444" y="91"/>
                    <a:pt x="451" y="103"/>
                    <a:pt x="457" y="115"/>
                  </a:cubicBezTo>
                  <a:cubicBezTo>
                    <a:pt x="462" y="124"/>
                    <a:pt x="466" y="132"/>
                    <a:pt x="469" y="142"/>
                  </a:cubicBezTo>
                  <a:cubicBezTo>
                    <a:pt x="475" y="161"/>
                    <a:pt x="479" y="191"/>
                    <a:pt x="479" y="199"/>
                  </a:cubicBezTo>
                  <a:cubicBezTo>
                    <a:pt x="544" y="199"/>
                    <a:pt x="544" y="199"/>
                    <a:pt x="544" y="199"/>
                  </a:cubicBezTo>
                  <a:cubicBezTo>
                    <a:pt x="544" y="915"/>
                    <a:pt x="544" y="915"/>
                    <a:pt x="544" y="915"/>
                  </a:cubicBezTo>
                  <a:cubicBezTo>
                    <a:pt x="412" y="992"/>
                    <a:pt x="412" y="992"/>
                    <a:pt x="412" y="992"/>
                  </a:cubicBezTo>
                  <a:cubicBezTo>
                    <a:pt x="273" y="1073"/>
                    <a:pt x="273" y="1073"/>
                    <a:pt x="273" y="1073"/>
                  </a:cubicBezTo>
                  <a:cubicBezTo>
                    <a:pt x="228" y="1047"/>
                    <a:pt x="228" y="1047"/>
                    <a:pt x="228" y="1047"/>
                  </a:cubicBezTo>
                  <a:cubicBezTo>
                    <a:pt x="196" y="1028"/>
                    <a:pt x="196" y="1028"/>
                    <a:pt x="196" y="1028"/>
                  </a:cubicBezTo>
                  <a:cubicBezTo>
                    <a:pt x="164" y="1010"/>
                    <a:pt x="164" y="1010"/>
                    <a:pt x="164" y="1010"/>
                  </a:cubicBezTo>
                  <a:cubicBezTo>
                    <a:pt x="32" y="934"/>
                    <a:pt x="32" y="934"/>
                    <a:pt x="32" y="934"/>
                  </a:cubicBezTo>
                  <a:cubicBezTo>
                    <a:pt x="0" y="915"/>
                    <a:pt x="0" y="915"/>
                    <a:pt x="0" y="915"/>
                  </a:cubicBezTo>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9" name="išľídè"/>
            <p:cNvSpPr/>
            <p:nvPr/>
          </p:nvSpPr>
          <p:spPr bwMode="auto">
            <a:xfrm>
              <a:off x="6844057" y="2141995"/>
              <a:ext cx="1216172" cy="2395446"/>
            </a:xfrm>
            <a:custGeom>
              <a:avLst/>
              <a:gdLst>
                <a:gd name="T0" fmla="*/ 0 w 544"/>
                <a:gd name="T1" fmla="*/ 915 h 1073"/>
                <a:gd name="T2" fmla="*/ 0 w 544"/>
                <a:gd name="T3" fmla="*/ 199 h 1073"/>
                <a:gd name="T4" fmla="*/ 68 w 544"/>
                <a:gd name="T5" fmla="*/ 199 h 1073"/>
                <a:gd name="T6" fmla="*/ 274 w 544"/>
                <a:gd name="T7" fmla="*/ 0 h 1073"/>
                <a:gd name="T8" fmla="*/ 436 w 544"/>
                <a:gd name="T9" fmla="*/ 81 h 1073"/>
                <a:gd name="T10" fmla="*/ 457 w 544"/>
                <a:gd name="T11" fmla="*/ 115 h 1073"/>
                <a:gd name="T12" fmla="*/ 469 w 544"/>
                <a:gd name="T13" fmla="*/ 142 h 1073"/>
                <a:gd name="T14" fmla="*/ 479 w 544"/>
                <a:gd name="T15" fmla="*/ 199 h 1073"/>
                <a:gd name="T16" fmla="*/ 544 w 544"/>
                <a:gd name="T17" fmla="*/ 199 h 1073"/>
                <a:gd name="T18" fmla="*/ 544 w 544"/>
                <a:gd name="T19" fmla="*/ 915 h 1073"/>
                <a:gd name="T20" fmla="*/ 412 w 544"/>
                <a:gd name="T21" fmla="*/ 992 h 1073"/>
                <a:gd name="T22" fmla="*/ 273 w 544"/>
                <a:gd name="T23" fmla="*/ 1073 h 1073"/>
                <a:gd name="T24" fmla="*/ 228 w 544"/>
                <a:gd name="T25" fmla="*/ 1047 h 1073"/>
                <a:gd name="T26" fmla="*/ 196 w 544"/>
                <a:gd name="T27" fmla="*/ 1028 h 1073"/>
                <a:gd name="T28" fmla="*/ 164 w 544"/>
                <a:gd name="T29" fmla="*/ 1010 h 1073"/>
                <a:gd name="T30" fmla="*/ 32 w 544"/>
                <a:gd name="T31" fmla="*/ 934 h 1073"/>
                <a:gd name="T32" fmla="*/ 0 w 544"/>
                <a:gd name="T33" fmla="*/ 915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4" h="1073">
                  <a:moveTo>
                    <a:pt x="0" y="915"/>
                  </a:moveTo>
                  <a:cubicBezTo>
                    <a:pt x="0" y="199"/>
                    <a:pt x="0" y="199"/>
                    <a:pt x="0" y="199"/>
                  </a:cubicBezTo>
                  <a:cubicBezTo>
                    <a:pt x="68" y="199"/>
                    <a:pt x="68" y="199"/>
                    <a:pt x="68" y="199"/>
                  </a:cubicBezTo>
                  <a:cubicBezTo>
                    <a:pt x="70" y="95"/>
                    <a:pt x="161" y="0"/>
                    <a:pt x="274" y="0"/>
                  </a:cubicBezTo>
                  <a:cubicBezTo>
                    <a:pt x="340" y="0"/>
                    <a:pt x="398" y="32"/>
                    <a:pt x="436" y="81"/>
                  </a:cubicBezTo>
                  <a:cubicBezTo>
                    <a:pt x="444" y="91"/>
                    <a:pt x="451" y="103"/>
                    <a:pt x="457" y="115"/>
                  </a:cubicBezTo>
                  <a:cubicBezTo>
                    <a:pt x="462" y="124"/>
                    <a:pt x="466" y="132"/>
                    <a:pt x="469" y="142"/>
                  </a:cubicBezTo>
                  <a:cubicBezTo>
                    <a:pt x="475" y="161"/>
                    <a:pt x="479" y="191"/>
                    <a:pt x="479" y="199"/>
                  </a:cubicBezTo>
                  <a:cubicBezTo>
                    <a:pt x="544" y="199"/>
                    <a:pt x="544" y="199"/>
                    <a:pt x="544" y="199"/>
                  </a:cubicBezTo>
                  <a:cubicBezTo>
                    <a:pt x="544" y="915"/>
                    <a:pt x="544" y="915"/>
                    <a:pt x="544" y="915"/>
                  </a:cubicBezTo>
                  <a:cubicBezTo>
                    <a:pt x="412" y="992"/>
                    <a:pt x="412" y="992"/>
                    <a:pt x="412" y="992"/>
                  </a:cubicBezTo>
                  <a:cubicBezTo>
                    <a:pt x="273" y="1073"/>
                    <a:pt x="273" y="1073"/>
                    <a:pt x="273" y="1073"/>
                  </a:cubicBezTo>
                  <a:cubicBezTo>
                    <a:pt x="228" y="1047"/>
                    <a:pt x="228" y="1047"/>
                    <a:pt x="228" y="1047"/>
                  </a:cubicBezTo>
                  <a:cubicBezTo>
                    <a:pt x="196" y="1028"/>
                    <a:pt x="196" y="1028"/>
                    <a:pt x="196" y="1028"/>
                  </a:cubicBezTo>
                  <a:cubicBezTo>
                    <a:pt x="164" y="1010"/>
                    <a:pt x="164" y="1010"/>
                    <a:pt x="164" y="1010"/>
                  </a:cubicBezTo>
                  <a:cubicBezTo>
                    <a:pt x="32" y="934"/>
                    <a:pt x="32" y="934"/>
                    <a:pt x="32" y="934"/>
                  </a:cubicBezTo>
                  <a:cubicBezTo>
                    <a:pt x="0" y="915"/>
                    <a:pt x="0" y="915"/>
                    <a:pt x="0" y="915"/>
                  </a:cubicBezTo>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10" name="íṩlîde"/>
            <p:cNvSpPr/>
            <p:nvPr/>
          </p:nvSpPr>
          <p:spPr>
            <a:xfrm>
              <a:off x="4297977" y="3802571"/>
              <a:ext cx="707987" cy="7079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endParaRPr>
            </a:p>
          </p:txBody>
        </p:sp>
        <p:sp>
          <p:nvSpPr>
            <p:cNvPr id="11" name="ïSḷîḋé"/>
            <p:cNvSpPr/>
            <p:nvPr/>
          </p:nvSpPr>
          <p:spPr>
            <a:xfrm>
              <a:off x="5698064" y="3026412"/>
              <a:ext cx="707987" cy="7079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endParaRPr>
            </a:p>
          </p:txBody>
        </p:sp>
        <p:sp>
          <p:nvSpPr>
            <p:cNvPr id="12" name="î$lîdè"/>
            <p:cNvSpPr/>
            <p:nvPr/>
          </p:nvSpPr>
          <p:spPr>
            <a:xfrm>
              <a:off x="7098149" y="2250252"/>
              <a:ext cx="707987" cy="7079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endParaRPr>
            </a:p>
          </p:txBody>
        </p:sp>
        <p:sp>
          <p:nvSpPr>
            <p:cNvPr id="13" name="ïṩļidê"/>
            <p:cNvSpPr txBox="1"/>
            <p:nvPr/>
          </p:nvSpPr>
          <p:spPr>
            <a:xfrm>
              <a:off x="4240570" y="4707572"/>
              <a:ext cx="822806" cy="990463"/>
            </a:xfrm>
            <a:prstGeom prst="rect">
              <a:avLst/>
            </a:prstGeom>
            <a:noFill/>
          </p:spPr>
          <p:txBody>
            <a:bodyPr wrap="square" lIns="91440" tIns="45720" rIns="91440" bIns="45720" rtlCol="0" anchor="ctr">
              <a:normAutofit fontScale="85000" lnSpcReduction="1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srgbClr val="FFFFFF"/>
                  </a:solidFill>
                  <a:effectLst/>
                  <a:uLnTx/>
                  <a:uFillTx/>
                </a:rPr>
                <a:t>STEP</a:t>
              </a:r>
              <a:endParaRPr kumimoji="0" lang="en-US" altLang="zh-CN" sz="2200" b="0" i="0" u="none" strike="noStrike" kern="1200" cap="none" spc="0" normalizeH="0" baseline="0" noProof="0" dirty="0">
                <a:ln>
                  <a:noFill/>
                </a:ln>
                <a:solidFill>
                  <a:srgbClr val="FFFFFF"/>
                </a:solidFill>
                <a:effectLst/>
                <a:uLnTx/>
                <a:uFillTx/>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rgbClr val="FFFFFF"/>
                  </a:solidFill>
                  <a:effectLst/>
                  <a:uLnTx/>
                  <a:uFillTx/>
                  <a:latin typeface="Impact" panose="020B0806030902050204" pitchFamily="34" charset="0"/>
                </a:rPr>
                <a:t>01</a:t>
              </a:r>
              <a:endParaRPr kumimoji="0" lang="en-US" altLang="zh-CN" sz="4400" b="0" i="0" u="none" strike="noStrike" kern="1200" cap="none" spc="0" normalizeH="0" baseline="0" noProof="0" dirty="0">
                <a:ln>
                  <a:noFill/>
                </a:ln>
                <a:solidFill>
                  <a:srgbClr val="FFFFFF"/>
                </a:solidFill>
                <a:effectLst/>
                <a:uLnTx/>
                <a:uFillTx/>
                <a:latin typeface="Impact" panose="020B0806030902050204" pitchFamily="34" charset="0"/>
              </a:endParaRPr>
            </a:p>
          </p:txBody>
        </p:sp>
        <p:sp>
          <p:nvSpPr>
            <p:cNvPr id="14" name="î$ļíďé"/>
            <p:cNvSpPr txBox="1"/>
            <p:nvPr/>
          </p:nvSpPr>
          <p:spPr>
            <a:xfrm>
              <a:off x="5656405" y="3918988"/>
              <a:ext cx="822806" cy="990463"/>
            </a:xfrm>
            <a:prstGeom prst="rect">
              <a:avLst/>
            </a:prstGeom>
            <a:noFill/>
          </p:spPr>
          <p:txBody>
            <a:bodyPr wrap="square" lIns="91440" tIns="45720" rIns="91440" bIns="45720" rtlCol="0" anchor="ctr">
              <a:normAutofit fontScale="85000" lnSpcReduction="1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srgbClr val="FFFFFF"/>
                  </a:solidFill>
                  <a:effectLst/>
                  <a:uLnTx/>
                  <a:uFillTx/>
                </a:rPr>
                <a:t>STEP</a:t>
              </a:r>
              <a:endParaRPr kumimoji="0" lang="en-US" altLang="zh-CN" sz="2200" b="0" i="0" u="none" strike="noStrike" kern="1200" cap="none" spc="0" normalizeH="0" baseline="0" noProof="0" dirty="0">
                <a:ln>
                  <a:noFill/>
                </a:ln>
                <a:solidFill>
                  <a:srgbClr val="FFFFFF"/>
                </a:solidFill>
                <a:effectLst/>
                <a:uLnTx/>
                <a:uFillTx/>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rgbClr val="FFFFFF"/>
                  </a:solidFill>
                  <a:effectLst/>
                  <a:uLnTx/>
                  <a:uFillTx/>
                  <a:latin typeface="Impact" panose="020B0806030902050204" pitchFamily="34" charset="0"/>
                </a:rPr>
                <a:t>02</a:t>
              </a:r>
              <a:endParaRPr kumimoji="0" lang="en-US" altLang="zh-CN" sz="4400" b="0" i="0" u="none" strike="noStrike" kern="1200" cap="none" spc="0" normalizeH="0" baseline="0" noProof="0" dirty="0">
                <a:ln>
                  <a:noFill/>
                </a:ln>
                <a:solidFill>
                  <a:srgbClr val="FFFFFF"/>
                </a:solidFill>
                <a:effectLst/>
                <a:uLnTx/>
                <a:uFillTx/>
                <a:latin typeface="Impact" panose="020B0806030902050204" pitchFamily="34" charset="0"/>
              </a:endParaRPr>
            </a:p>
          </p:txBody>
        </p:sp>
        <p:sp>
          <p:nvSpPr>
            <p:cNvPr id="15" name="iṡļíḑê"/>
            <p:cNvSpPr txBox="1"/>
            <p:nvPr/>
          </p:nvSpPr>
          <p:spPr>
            <a:xfrm>
              <a:off x="7042799" y="3130405"/>
              <a:ext cx="822806" cy="990463"/>
            </a:xfrm>
            <a:prstGeom prst="rect">
              <a:avLst/>
            </a:prstGeom>
            <a:noFill/>
          </p:spPr>
          <p:txBody>
            <a:bodyPr wrap="square" lIns="91440" tIns="45720" rIns="91440" bIns="45720" rtlCol="0" anchor="ctr">
              <a:normAutofit fontScale="85000" lnSpcReduction="10000"/>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2200" b="0" i="0" u="none" strike="noStrike" kern="1200" cap="none" spc="0" normalizeH="0" baseline="0" noProof="0" dirty="0">
                  <a:ln>
                    <a:noFill/>
                  </a:ln>
                  <a:solidFill>
                    <a:srgbClr val="FFFFFF"/>
                  </a:solidFill>
                  <a:effectLst/>
                  <a:uLnTx/>
                  <a:uFillTx/>
                </a:rPr>
                <a:t>STEP</a:t>
              </a:r>
              <a:endParaRPr kumimoji="0" lang="en-US" altLang="zh-CN" sz="2200" b="0" i="0" u="none" strike="noStrike" kern="1200" cap="none" spc="0" normalizeH="0" baseline="0" noProof="0" dirty="0">
                <a:ln>
                  <a:noFill/>
                </a:ln>
                <a:solidFill>
                  <a:srgbClr val="FFFFFF"/>
                </a:solidFill>
                <a:effectLst/>
                <a:uLnTx/>
                <a:uFillTx/>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rgbClr val="FFFFFF"/>
                  </a:solidFill>
                  <a:effectLst/>
                  <a:uLnTx/>
                  <a:uFillTx/>
                  <a:latin typeface="Impact" panose="020B0806030902050204" pitchFamily="34" charset="0"/>
                </a:rPr>
                <a:t>03</a:t>
              </a:r>
              <a:endParaRPr kumimoji="0" lang="en-US" altLang="zh-CN" sz="4400" b="0" i="0" u="none" strike="noStrike" kern="1200" cap="none" spc="0" normalizeH="0" baseline="0" noProof="0" dirty="0">
                <a:ln>
                  <a:noFill/>
                </a:ln>
                <a:solidFill>
                  <a:srgbClr val="FFFFFF"/>
                </a:solidFill>
                <a:effectLst/>
                <a:uLnTx/>
                <a:uFillTx/>
                <a:latin typeface="Impact" panose="020B0806030902050204" pitchFamily="34" charset="0"/>
              </a:endParaRPr>
            </a:p>
          </p:txBody>
        </p:sp>
        <p:sp>
          <p:nvSpPr>
            <p:cNvPr id="16" name="ïś1iḓê"/>
            <p:cNvSpPr/>
            <p:nvPr/>
          </p:nvSpPr>
          <p:spPr bwMode="auto">
            <a:xfrm>
              <a:off x="4424318" y="3950050"/>
              <a:ext cx="455305" cy="412366"/>
            </a:xfrm>
            <a:custGeom>
              <a:avLst/>
              <a:gdLst>
                <a:gd name="T0" fmla="*/ 237 w 260"/>
                <a:gd name="T1" fmla="*/ 95 h 235"/>
                <a:gd name="T2" fmla="*/ 24 w 260"/>
                <a:gd name="T3" fmla="*/ 95 h 235"/>
                <a:gd name="T4" fmla="*/ 0 w 260"/>
                <a:gd name="T5" fmla="*/ 72 h 235"/>
                <a:gd name="T6" fmla="*/ 260 w 260"/>
                <a:gd name="T7" fmla="*/ 72 h 235"/>
                <a:gd name="T8" fmla="*/ 237 w 260"/>
                <a:gd name="T9" fmla="*/ 95 h 235"/>
                <a:gd name="T10" fmla="*/ 225 w 260"/>
                <a:gd name="T11" fmla="*/ 107 h 235"/>
                <a:gd name="T12" fmla="*/ 201 w 260"/>
                <a:gd name="T13" fmla="*/ 131 h 235"/>
                <a:gd name="T14" fmla="*/ 59 w 260"/>
                <a:gd name="T15" fmla="*/ 131 h 235"/>
                <a:gd name="T16" fmla="*/ 35 w 260"/>
                <a:gd name="T17" fmla="*/ 107 h 235"/>
                <a:gd name="T18" fmla="*/ 225 w 260"/>
                <a:gd name="T19" fmla="*/ 107 h 235"/>
                <a:gd name="T20" fmla="*/ 189 w 260"/>
                <a:gd name="T21" fmla="*/ 143 h 235"/>
                <a:gd name="T22" fmla="*/ 166 w 260"/>
                <a:gd name="T23" fmla="*/ 166 h 235"/>
                <a:gd name="T24" fmla="*/ 95 w 260"/>
                <a:gd name="T25" fmla="*/ 166 h 235"/>
                <a:gd name="T26" fmla="*/ 71 w 260"/>
                <a:gd name="T27" fmla="*/ 143 h 235"/>
                <a:gd name="T28" fmla="*/ 189 w 260"/>
                <a:gd name="T29" fmla="*/ 143 h 235"/>
                <a:gd name="T30" fmla="*/ 130 w 260"/>
                <a:gd name="T31" fmla="*/ 168 h 235"/>
                <a:gd name="T32" fmla="*/ 164 w 260"/>
                <a:gd name="T33" fmla="*/ 202 h 235"/>
                <a:gd name="T34" fmla="*/ 130 w 260"/>
                <a:gd name="T35" fmla="*/ 235 h 235"/>
                <a:gd name="T36" fmla="*/ 97 w 260"/>
                <a:gd name="T37" fmla="*/ 202 h 235"/>
                <a:gd name="T38" fmla="*/ 130 w 260"/>
                <a:gd name="T39" fmla="*/ 16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0" h="235">
                  <a:moveTo>
                    <a:pt x="237" y="95"/>
                  </a:moveTo>
                  <a:cubicBezTo>
                    <a:pt x="178" y="36"/>
                    <a:pt x="82" y="36"/>
                    <a:pt x="24" y="95"/>
                  </a:cubicBezTo>
                  <a:cubicBezTo>
                    <a:pt x="0" y="72"/>
                    <a:pt x="0" y="72"/>
                    <a:pt x="0" y="72"/>
                  </a:cubicBezTo>
                  <a:cubicBezTo>
                    <a:pt x="72" y="0"/>
                    <a:pt x="188" y="0"/>
                    <a:pt x="260" y="72"/>
                  </a:cubicBezTo>
                  <a:lnTo>
                    <a:pt x="237" y="95"/>
                  </a:lnTo>
                  <a:close/>
                  <a:moveTo>
                    <a:pt x="225" y="107"/>
                  </a:moveTo>
                  <a:cubicBezTo>
                    <a:pt x="201" y="131"/>
                    <a:pt x="201" y="131"/>
                    <a:pt x="201" y="131"/>
                  </a:cubicBezTo>
                  <a:cubicBezTo>
                    <a:pt x="162" y="91"/>
                    <a:pt x="98" y="91"/>
                    <a:pt x="59" y="131"/>
                  </a:cubicBezTo>
                  <a:cubicBezTo>
                    <a:pt x="35" y="107"/>
                    <a:pt x="35" y="107"/>
                    <a:pt x="35" y="107"/>
                  </a:cubicBezTo>
                  <a:cubicBezTo>
                    <a:pt x="88" y="55"/>
                    <a:pt x="173" y="55"/>
                    <a:pt x="225" y="107"/>
                  </a:cubicBezTo>
                  <a:close/>
                  <a:moveTo>
                    <a:pt x="189" y="143"/>
                  </a:moveTo>
                  <a:cubicBezTo>
                    <a:pt x="166" y="166"/>
                    <a:pt x="166" y="166"/>
                    <a:pt x="166" y="166"/>
                  </a:cubicBezTo>
                  <a:cubicBezTo>
                    <a:pt x="146" y="147"/>
                    <a:pt x="114" y="147"/>
                    <a:pt x="95" y="166"/>
                  </a:cubicBezTo>
                  <a:cubicBezTo>
                    <a:pt x="71" y="143"/>
                    <a:pt x="71" y="143"/>
                    <a:pt x="71" y="143"/>
                  </a:cubicBezTo>
                  <a:cubicBezTo>
                    <a:pt x="104" y="110"/>
                    <a:pt x="157" y="110"/>
                    <a:pt x="189" y="143"/>
                  </a:cubicBezTo>
                  <a:close/>
                  <a:moveTo>
                    <a:pt x="130" y="168"/>
                  </a:moveTo>
                  <a:cubicBezTo>
                    <a:pt x="149" y="168"/>
                    <a:pt x="164" y="183"/>
                    <a:pt x="164" y="202"/>
                  </a:cubicBezTo>
                  <a:cubicBezTo>
                    <a:pt x="164" y="220"/>
                    <a:pt x="149" y="235"/>
                    <a:pt x="130" y="235"/>
                  </a:cubicBezTo>
                  <a:cubicBezTo>
                    <a:pt x="112" y="235"/>
                    <a:pt x="97" y="220"/>
                    <a:pt x="97" y="202"/>
                  </a:cubicBezTo>
                  <a:cubicBezTo>
                    <a:pt x="97" y="183"/>
                    <a:pt x="112" y="168"/>
                    <a:pt x="130" y="168"/>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17" name="ïš1iḑé"/>
            <p:cNvSpPr/>
            <p:nvPr/>
          </p:nvSpPr>
          <p:spPr bwMode="auto">
            <a:xfrm>
              <a:off x="7257958" y="2419061"/>
              <a:ext cx="385673" cy="386300"/>
            </a:xfrm>
            <a:custGeom>
              <a:avLst/>
              <a:gdLst>
                <a:gd name="T0" fmla="*/ 220 w 260"/>
                <a:gd name="T1" fmla="*/ 0 h 260"/>
                <a:gd name="T2" fmla="*/ 41 w 260"/>
                <a:gd name="T3" fmla="*/ 0 h 260"/>
                <a:gd name="T4" fmla="*/ 0 w 260"/>
                <a:gd name="T5" fmla="*/ 41 h 260"/>
                <a:gd name="T6" fmla="*/ 0 w 260"/>
                <a:gd name="T7" fmla="*/ 219 h 260"/>
                <a:gd name="T8" fmla="*/ 41 w 260"/>
                <a:gd name="T9" fmla="*/ 260 h 260"/>
                <a:gd name="T10" fmla="*/ 220 w 260"/>
                <a:gd name="T11" fmla="*/ 260 h 260"/>
                <a:gd name="T12" fmla="*/ 260 w 260"/>
                <a:gd name="T13" fmla="*/ 219 h 260"/>
                <a:gd name="T14" fmla="*/ 260 w 260"/>
                <a:gd name="T15" fmla="*/ 41 h 260"/>
                <a:gd name="T16" fmla="*/ 220 w 260"/>
                <a:gd name="T17" fmla="*/ 0 h 260"/>
                <a:gd name="T18" fmla="*/ 66 w 260"/>
                <a:gd name="T19" fmla="*/ 219 h 260"/>
                <a:gd name="T20" fmla="*/ 34 w 260"/>
                <a:gd name="T21" fmla="*/ 188 h 260"/>
                <a:gd name="T22" fmla="*/ 66 w 260"/>
                <a:gd name="T23" fmla="*/ 156 h 260"/>
                <a:gd name="T24" fmla="*/ 97 w 260"/>
                <a:gd name="T25" fmla="*/ 188 h 260"/>
                <a:gd name="T26" fmla="*/ 66 w 260"/>
                <a:gd name="T27" fmla="*/ 219 h 260"/>
                <a:gd name="T28" fmla="*/ 168 w 260"/>
                <a:gd name="T29" fmla="*/ 218 h 260"/>
                <a:gd name="T30" fmla="*/ 167 w 260"/>
                <a:gd name="T31" fmla="*/ 230 h 260"/>
                <a:gd name="T32" fmla="*/ 130 w 260"/>
                <a:gd name="T33" fmla="*/ 229 h 260"/>
                <a:gd name="T34" fmla="*/ 130 w 260"/>
                <a:gd name="T35" fmla="*/ 217 h 260"/>
                <a:gd name="T36" fmla="*/ 114 w 260"/>
                <a:gd name="T37" fmla="*/ 144 h 260"/>
                <a:gd name="T38" fmla="*/ 35 w 260"/>
                <a:gd name="T39" fmla="*/ 124 h 260"/>
                <a:gd name="T40" fmla="*/ 20 w 260"/>
                <a:gd name="T41" fmla="*/ 124 h 260"/>
                <a:gd name="T42" fmla="*/ 20 w 260"/>
                <a:gd name="T43" fmla="*/ 87 h 260"/>
                <a:gd name="T44" fmla="*/ 35 w 260"/>
                <a:gd name="T45" fmla="*/ 87 h 260"/>
                <a:gd name="T46" fmla="*/ 52 w 260"/>
                <a:gd name="T47" fmla="*/ 87 h 260"/>
                <a:gd name="T48" fmla="*/ 141 w 260"/>
                <a:gd name="T49" fmla="*/ 117 h 260"/>
                <a:gd name="T50" fmla="*/ 168 w 260"/>
                <a:gd name="T51" fmla="*/ 218 h 260"/>
                <a:gd name="T52" fmla="*/ 224 w 260"/>
                <a:gd name="T53" fmla="*/ 209 h 260"/>
                <a:gd name="T54" fmla="*/ 224 w 260"/>
                <a:gd name="T55" fmla="*/ 220 h 260"/>
                <a:gd name="T56" fmla="*/ 185 w 260"/>
                <a:gd name="T57" fmla="*/ 218 h 260"/>
                <a:gd name="T58" fmla="*/ 186 w 260"/>
                <a:gd name="T59" fmla="*/ 208 h 260"/>
                <a:gd name="T60" fmla="*/ 162 w 260"/>
                <a:gd name="T61" fmla="*/ 101 h 260"/>
                <a:gd name="T62" fmla="*/ 47 w 260"/>
                <a:gd name="T63" fmla="*/ 72 h 260"/>
                <a:gd name="T64" fmla="*/ 33 w 260"/>
                <a:gd name="T65" fmla="*/ 72 h 260"/>
                <a:gd name="T66" fmla="*/ 33 w 260"/>
                <a:gd name="T67" fmla="*/ 34 h 260"/>
                <a:gd name="T68" fmla="*/ 47 w 260"/>
                <a:gd name="T69" fmla="*/ 34 h 260"/>
                <a:gd name="T70" fmla="*/ 70 w 260"/>
                <a:gd name="T71" fmla="*/ 34 h 260"/>
                <a:gd name="T72" fmla="*/ 189 w 260"/>
                <a:gd name="T73" fmla="*/ 74 h 260"/>
                <a:gd name="T74" fmla="*/ 224 w 260"/>
                <a:gd name="T75" fmla="*/ 209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0" h="260">
                  <a:moveTo>
                    <a:pt x="220" y="0"/>
                  </a:moveTo>
                  <a:cubicBezTo>
                    <a:pt x="41" y="0"/>
                    <a:pt x="41" y="0"/>
                    <a:pt x="41" y="0"/>
                  </a:cubicBezTo>
                  <a:cubicBezTo>
                    <a:pt x="18" y="0"/>
                    <a:pt x="0" y="18"/>
                    <a:pt x="0" y="41"/>
                  </a:cubicBezTo>
                  <a:cubicBezTo>
                    <a:pt x="0" y="219"/>
                    <a:pt x="0" y="219"/>
                    <a:pt x="0" y="219"/>
                  </a:cubicBezTo>
                  <a:cubicBezTo>
                    <a:pt x="0" y="242"/>
                    <a:pt x="18" y="260"/>
                    <a:pt x="41" y="260"/>
                  </a:cubicBezTo>
                  <a:cubicBezTo>
                    <a:pt x="220" y="260"/>
                    <a:pt x="220" y="260"/>
                    <a:pt x="220" y="260"/>
                  </a:cubicBezTo>
                  <a:cubicBezTo>
                    <a:pt x="242" y="260"/>
                    <a:pt x="260" y="242"/>
                    <a:pt x="260" y="219"/>
                  </a:cubicBezTo>
                  <a:cubicBezTo>
                    <a:pt x="260" y="41"/>
                    <a:pt x="260" y="41"/>
                    <a:pt x="260" y="41"/>
                  </a:cubicBezTo>
                  <a:cubicBezTo>
                    <a:pt x="260" y="18"/>
                    <a:pt x="242" y="0"/>
                    <a:pt x="220" y="0"/>
                  </a:cubicBezTo>
                  <a:close/>
                  <a:moveTo>
                    <a:pt x="66" y="219"/>
                  </a:moveTo>
                  <a:cubicBezTo>
                    <a:pt x="48" y="219"/>
                    <a:pt x="34" y="205"/>
                    <a:pt x="34" y="188"/>
                  </a:cubicBezTo>
                  <a:cubicBezTo>
                    <a:pt x="34" y="170"/>
                    <a:pt x="48" y="156"/>
                    <a:pt x="66" y="156"/>
                  </a:cubicBezTo>
                  <a:cubicBezTo>
                    <a:pt x="83" y="156"/>
                    <a:pt x="97" y="170"/>
                    <a:pt x="97" y="188"/>
                  </a:cubicBezTo>
                  <a:cubicBezTo>
                    <a:pt x="97" y="205"/>
                    <a:pt x="83" y="219"/>
                    <a:pt x="66" y="219"/>
                  </a:cubicBezTo>
                  <a:close/>
                  <a:moveTo>
                    <a:pt x="168" y="218"/>
                  </a:moveTo>
                  <a:cubicBezTo>
                    <a:pt x="167" y="230"/>
                    <a:pt x="167" y="230"/>
                    <a:pt x="167" y="230"/>
                  </a:cubicBezTo>
                  <a:cubicBezTo>
                    <a:pt x="130" y="229"/>
                    <a:pt x="130" y="229"/>
                    <a:pt x="130" y="229"/>
                  </a:cubicBezTo>
                  <a:cubicBezTo>
                    <a:pt x="130" y="217"/>
                    <a:pt x="130" y="217"/>
                    <a:pt x="130" y="217"/>
                  </a:cubicBezTo>
                  <a:cubicBezTo>
                    <a:pt x="131" y="178"/>
                    <a:pt x="127" y="156"/>
                    <a:pt x="114" y="144"/>
                  </a:cubicBezTo>
                  <a:cubicBezTo>
                    <a:pt x="101" y="130"/>
                    <a:pt x="77" y="124"/>
                    <a:pt x="35" y="124"/>
                  </a:cubicBezTo>
                  <a:cubicBezTo>
                    <a:pt x="20" y="124"/>
                    <a:pt x="20" y="124"/>
                    <a:pt x="20" y="124"/>
                  </a:cubicBezTo>
                  <a:cubicBezTo>
                    <a:pt x="20" y="87"/>
                    <a:pt x="20" y="87"/>
                    <a:pt x="20" y="87"/>
                  </a:cubicBezTo>
                  <a:cubicBezTo>
                    <a:pt x="35" y="87"/>
                    <a:pt x="35" y="87"/>
                    <a:pt x="35" y="87"/>
                  </a:cubicBezTo>
                  <a:cubicBezTo>
                    <a:pt x="41" y="87"/>
                    <a:pt x="47" y="87"/>
                    <a:pt x="52" y="87"/>
                  </a:cubicBezTo>
                  <a:cubicBezTo>
                    <a:pt x="95" y="89"/>
                    <a:pt x="123" y="99"/>
                    <a:pt x="141" y="117"/>
                  </a:cubicBezTo>
                  <a:cubicBezTo>
                    <a:pt x="161" y="138"/>
                    <a:pt x="169" y="168"/>
                    <a:pt x="168" y="218"/>
                  </a:cubicBezTo>
                  <a:close/>
                  <a:moveTo>
                    <a:pt x="224" y="209"/>
                  </a:moveTo>
                  <a:cubicBezTo>
                    <a:pt x="224" y="220"/>
                    <a:pt x="224" y="220"/>
                    <a:pt x="224" y="220"/>
                  </a:cubicBezTo>
                  <a:cubicBezTo>
                    <a:pt x="185" y="218"/>
                    <a:pt x="185" y="218"/>
                    <a:pt x="185" y="218"/>
                  </a:cubicBezTo>
                  <a:cubicBezTo>
                    <a:pt x="186" y="208"/>
                    <a:pt x="186" y="208"/>
                    <a:pt x="186" y="208"/>
                  </a:cubicBezTo>
                  <a:cubicBezTo>
                    <a:pt x="187" y="152"/>
                    <a:pt x="180" y="120"/>
                    <a:pt x="162" y="101"/>
                  </a:cubicBezTo>
                  <a:cubicBezTo>
                    <a:pt x="142" y="81"/>
                    <a:pt x="106" y="72"/>
                    <a:pt x="47" y="72"/>
                  </a:cubicBezTo>
                  <a:cubicBezTo>
                    <a:pt x="33" y="72"/>
                    <a:pt x="33" y="72"/>
                    <a:pt x="33" y="72"/>
                  </a:cubicBezTo>
                  <a:cubicBezTo>
                    <a:pt x="33" y="34"/>
                    <a:pt x="33" y="34"/>
                    <a:pt x="33" y="34"/>
                  </a:cubicBezTo>
                  <a:cubicBezTo>
                    <a:pt x="47" y="34"/>
                    <a:pt x="47" y="34"/>
                    <a:pt x="47" y="34"/>
                  </a:cubicBezTo>
                  <a:cubicBezTo>
                    <a:pt x="55" y="34"/>
                    <a:pt x="63" y="34"/>
                    <a:pt x="70" y="34"/>
                  </a:cubicBezTo>
                  <a:cubicBezTo>
                    <a:pt x="127" y="37"/>
                    <a:pt x="165" y="50"/>
                    <a:pt x="189" y="74"/>
                  </a:cubicBezTo>
                  <a:cubicBezTo>
                    <a:pt x="216" y="102"/>
                    <a:pt x="226" y="142"/>
                    <a:pt x="224" y="209"/>
                  </a:cubicBezTo>
                  <a:close/>
                </a:path>
              </a:pathLst>
            </a:custGeom>
            <a:solidFill>
              <a:schemeClr val="tx1">
                <a:lumMod val="50000"/>
                <a:lumOff val="50000"/>
              </a:schemeClr>
            </a:solidFill>
            <a:ln>
              <a:noFill/>
            </a:ln>
          </p:spPr>
          <p:txBody>
            <a:bodyPr vert="horz" wrap="square" lIns="91440" tIns="45720" rIns="91440" bIns="45720" numCol="1" anchor="t" anchorCtr="0" compatLnSpc="1">
              <a:normAutofit lnSpcReduction="1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18" name="íŝḷïḍé"/>
            <p:cNvSpPr/>
            <p:nvPr/>
          </p:nvSpPr>
          <p:spPr bwMode="auto">
            <a:xfrm>
              <a:off x="5822819" y="3187145"/>
              <a:ext cx="427817" cy="428998"/>
            </a:xfrm>
            <a:custGeom>
              <a:avLst/>
              <a:gdLst>
                <a:gd name="connsiteX0" fmla="*/ 346755 w 427817"/>
                <a:gd name="connsiteY0" fmla="*/ 134726 h 428998"/>
                <a:gd name="connsiteX1" fmla="*/ 374708 w 427817"/>
                <a:gd name="connsiteY1" fmla="*/ 134726 h 428998"/>
                <a:gd name="connsiteX2" fmla="*/ 427817 w 427817"/>
                <a:gd name="connsiteY2" fmla="*/ 187975 h 428998"/>
                <a:gd name="connsiteX3" fmla="*/ 427817 w 427817"/>
                <a:gd name="connsiteY3" fmla="*/ 294474 h 428998"/>
                <a:gd name="connsiteX4" fmla="*/ 374708 w 427817"/>
                <a:gd name="connsiteY4" fmla="*/ 347723 h 428998"/>
                <a:gd name="connsiteX5" fmla="*/ 374708 w 427817"/>
                <a:gd name="connsiteY5" fmla="*/ 428998 h 428998"/>
                <a:gd name="connsiteX6" fmla="*/ 293646 w 427817"/>
                <a:gd name="connsiteY6" fmla="*/ 347723 h 428998"/>
                <a:gd name="connsiteX7" fmla="*/ 159474 w 427817"/>
                <a:gd name="connsiteY7" fmla="*/ 347723 h 428998"/>
                <a:gd name="connsiteX8" fmla="*/ 106364 w 427817"/>
                <a:gd name="connsiteY8" fmla="*/ 294474 h 428998"/>
                <a:gd name="connsiteX9" fmla="*/ 106364 w 427817"/>
                <a:gd name="connsiteY9" fmla="*/ 280461 h 428998"/>
                <a:gd name="connsiteX10" fmla="*/ 145498 w 427817"/>
                <a:gd name="connsiteY10" fmla="*/ 241225 h 428998"/>
                <a:gd name="connsiteX11" fmla="*/ 265693 w 427817"/>
                <a:gd name="connsiteY11" fmla="*/ 241225 h 428998"/>
                <a:gd name="connsiteX12" fmla="*/ 346755 w 427817"/>
                <a:gd name="connsiteY12" fmla="*/ 162752 h 428998"/>
                <a:gd name="connsiteX13" fmla="*/ 346755 w 427817"/>
                <a:gd name="connsiteY13" fmla="*/ 134726 h 428998"/>
                <a:gd name="connsiteX14" fmla="*/ 53181 w 427817"/>
                <a:gd name="connsiteY14" fmla="*/ 0 h 428998"/>
                <a:gd name="connsiteX15" fmla="*/ 265908 w 427817"/>
                <a:gd name="connsiteY15" fmla="*/ 0 h 428998"/>
                <a:gd name="connsiteX16" fmla="*/ 319089 w 427817"/>
                <a:gd name="connsiteY16" fmla="*/ 56052 h 428998"/>
                <a:gd name="connsiteX17" fmla="*/ 319089 w 427817"/>
                <a:gd name="connsiteY17" fmla="*/ 162550 h 428998"/>
                <a:gd name="connsiteX18" fmla="*/ 265908 w 427817"/>
                <a:gd name="connsiteY18" fmla="*/ 215800 h 428998"/>
                <a:gd name="connsiteX19" fmla="*/ 134354 w 427817"/>
                <a:gd name="connsiteY19" fmla="*/ 215800 h 428998"/>
                <a:gd name="connsiteX20" fmla="*/ 53181 w 427817"/>
                <a:gd name="connsiteY20" fmla="*/ 294272 h 428998"/>
                <a:gd name="connsiteX21" fmla="*/ 53181 w 427817"/>
                <a:gd name="connsiteY21" fmla="*/ 215800 h 428998"/>
                <a:gd name="connsiteX22" fmla="*/ 0 w 427817"/>
                <a:gd name="connsiteY22" fmla="*/ 162550 h 428998"/>
                <a:gd name="connsiteX23" fmla="*/ 0 w 427817"/>
                <a:gd name="connsiteY23" fmla="*/ 56052 h 428998"/>
                <a:gd name="connsiteX24" fmla="*/ 53181 w 427817"/>
                <a:gd name="connsiteY24" fmla="*/ 0 h 42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7817" h="428998">
                  <a:moveTo>
                    <a:pt x="346755" y="134726"/>
                  </a:moveTo>
                  <a:cubicBezTo>
                    <a:pt x="346755" y="134726"/>
                    <a:pt x="346755" y="134726"/>
                    <a:pt x="374708" y="134726"/>
                  </a:cubicBezTo>
                  <a:cubicBezTo>
                    <a:pt x="399865" y="134726"/>
                    <a:pt x="427817" y="162752"/>
                    <a:pt x="427817" y="187975"/>
                  </a:cubicBezTo>
                  <a:cubicBezTo>
                    <a:pt x="427817" y="187975"/>
                    <a:pt x="427817" y="187975"/>
                    <a:pt x="427817" y="294474"/>
                  </a:cubicBezTo>
                  <a:cubicBezTo>
                    <a:pt x="427817" y="322500"/>
                    <a:pt x="399865" y="347723"/>
                    <a:pt x="374708" y="347723"/>
                  </a:cubicBezTo>
                  <a:cubicBezTo>
                    <a:pt x="374708" y="347723"/>
                    <a:pt x="374708" y="347723"/>
                    <a:pt x="374708" y="428998"/>
                  </a:cubicBezTo>
                  <a:cubicBezTo>
                    <a:pt x="374708" y="428998"/>
                    <a:pt x="374708" y="428998"/>
                    <a:pt x="293646" y="347723"/>
                  </a:cubicBezTo>
                  <a:cubicBezTo>
                    <a:pt x="293646" y="347723"/>
                    <a:pt x="293646" y="347723"/>
                    <a:pt x="159474" y="347723"/>
                  </a:cubicBezTo>
                  <a:cubicBezTo>
                    <a:pt x="134317" y="347723"/>
                    <a:pt x="106364" y="322500"/>
                    <a:pt x="106364" y="294474"/>
                  </a:cubicBezTo>
                  <a:cubicBezTo>
                    <a:pt x="106364" y="294474"/>
                    <a:pt x="106364" y="294474"/>
                    <a:pt x="106364" y="280461"/>
                  </a:cubicBezTo>
                  <a:cubicBezTo>
                    <a:pt x="106364" y="280461"/>
                    <a:pt x="106364" y="280461"/>
                    <a:pt x="145498" y="241225"/>
                  </a:cubicBezTo>
                  <a:cubicBezTo>
                    <a:pt x="145498" y="241225"/>
                    <a:pt x="145498" y="241225"/>
                    <a:pt x="265693" y="241225"/>
                  </a:cubicBezTo>
                  <a:cubicBezTo>
                    <a:pt x="307622" y="241225"/>
                    <a:pt x="346755" y="201988"/>
                    <a:pt x="346755" y="162752"/>
                  </a:cubicBezTo>
                  <a:cubicBezTo>
                    <a:pt x="346755" y="162752"/>
                    <a:pt x="346755" y="162752"/>
                    <a:pt x="346755" y="134726"/>
                  </a:cubicBezTo>
                  <a:close/>
                  <a:moveTo>
                    <a:pt x="53181" y="0"/>
                  </a:moveTo>
                  <a:cubicBezTo>
                    <a:pt x="53181" y="0"/>
                    <a:pt x="53181" y="0"/>
                    <a:pt x="265908" y="0"/>
                  </a:cubicBezTo>
                  <a:cubicBezTo>
                    <a:pt x="293898" y="0"/>
                    <a:pt x="319089" y="28026"/>
                    <a:pt x="319089" y="56052"/>
                  </a:cubicBezTo>
                  <a:cubicBezTo>
                    <a:pt x="319089" y="56052"/>
                    <a:pt x="319089" y="56052"/>
                    <a:pt x="319089" y="162550"/>
                  </a:cubicBezTo>
                  <a:cubicBezTo>
                    <a:pt x="319089" y="187774"/>
                    <a:pt x="293898" y="215800"/>
                    <a:pt x="265908" y="215800"/>
                  </a:cubicBezTo>
                  <a:cubicBezTo>
                    <a:pt x="265908" y="215800"/>
                    <a:pt x="265908" y="215800"/>
                    <a:pt x="134354" y="215800"/>
                  </a:cubicBezTo>
                  <a:lnTo>
                    <a:pt x="53181" y="294272"/>
                  </a:lnTo>
                  <a:cubicBezTo>
                    <a:pt x="53181" y="294272"/>
                    <a:pt x="53181" y="294272"/>
                    <a:pt x="53181" y="215800"/>
                  </a:cubicBezTo>
                  <a:cubicBezTo>
                    <a:pt x="27990" y="215800"/>
                    <a:pt x="0" y="187774"/>
                    <a:pt x="0" y="162550"/>
                  </a:cubicBezTo>
                  <a:cubicBezTo>
                    <a:pt x="0" y="162550"/>
                    <a:pt x="0" y="162550"/>
                    <a:pt x="0" y="56052"/>
                  </a:cubicBezTo>
                  <a:cubicBezTo>
                    <a:pt x="0" y="28026"/>
                    <a:pt x="27990" y="0"/>
                    <a:pt x="53181" y="0"/>
                  </a:cubicBezTo>
                  <a:close/>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19" name="î$ľídê"/>
            <p:cNvSpPr txBox="1"/>
            <p:nvPr/>
          </p:nvSpPr>
          <p:spPr bwMode="auto">
            <a:xfrm>
              <a:off x="660400" y="4323816"/>
              <a:ext cx="316490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lvl="0">
                <a:spcBef>
                  <a:spcPct val="0"/>
                </a:spcBef>
                <a:defRPr/>
              </a:pPr>
              <a:r>
                <a:rPr lang="zh-CN" altLang="en-US" sz="2400" b="1" dirty="0">
                  <a:solidFill>
                    <a:srgbClr val="000000"/>
                  </a:solidFill>
                </a:rPr>
                <a:t>产品发布前</a:t>
              </a:r>
              <a:endParaRPr kumimoji="0" lang="en-US" altLang="zh-CN" sz="2400" b="1" i="0" u="none" strike="noStrike" kern="1200" cap="none" spc="0" normalizeH="0" baseline="0" noProof="0" dirty="0">
                <a:ln>
                  <a:noFill/>
                </a:ln>
                <a:solidFill>
                  <a:srgbClr val="000000"/>
                </a:solidFill>
                <a:effectLst/>
                <a:uLnTx/>
                <a:uFillTx/>
              </a:endParaRPr>
            </a:p>
          </p:txBody>
        </p:sp>
        <p:sp>
          <p:nvSpPr>
            <p:cNvPr id="20" name="îṣliḍê"/>
            <p:cNvSpPr/>
            <p:nvPr/>
          </p:nvSpPr>
          <p:spPr bwMode="auto">
            <a:xfrm>
              <a:off x="660400" y="4765622"/>
              <a:ext cx="3164908"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smtClean="0">
                  <a:ln>
                    <a:noFill/>
                  </a:ln>
                  <a:solidFill>
                    <a:srgbClr val="000000"/>
                  </a:solidFill>
                  <a:effectLst/>
                  <a:uLnTx/>
                  <a:uFillTx/>
                </a:rPr>
                <a:t>核审合理性</a:t>
              </a:r>
              <a:endParaRPr kumimoji="0" lang="en-US" altLang="zh-CN" sz="1600" b="0" i="0" u="none" strike="noStrike" kern="1200" cap="none" spc="0" normalizeH="0" baseline="0" noProof="0" dirty="0">
                <a:ln>
                  <a:noFill/>
                </a:ln>
                <a:solidFill>
                  <a:srgbClr val="000000"/>
                </a:solidFill>
                <a:effectLst/>
                <a:uLnTx/>
                <a:uFillTx/>
              </a:endParaRPr>
            </a:p>
          </p:txBody>
        </p:sp>
        <p:sp>
          <p:nvSpPr>
            <p:cNvPr id="21" name="ïSļíḑê"/>
            <p:cNvSpPr txBox="1"/>
            <p:nvPr/>
          </p:nvSpPr>
          <p:spPr bwMode="auto">
            <a:xfrm>
              <a:off x="7137401" y="4765622"/>
              <a:ext cx="268739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lvl="0">
                <a:spcBef>
                  <a:spcPct val="0"/>
                </a:spcBef>
                <a:defRPr/>
              </a:pPr>
              <a:r>
                <a:rPr lang="zh-CN" altLang="en-US" sz="2400" b="1" dirty="0">
                  <a:solidFill>
                    <a:srgbClr val="000000"/>
                  </a:solidFill>
                </a:rPr>
                <a:t>产品发布阶段</a:t>
              </a:r>
              <a:endParaRPr kumimoji="0" lang="en-US" altLang="zh-CN" sz="2400" b="1" i="0" u="none" strike="noStrike" kern="1200" cap="none" spc="0" normalizeH="0" baseline="0" noProof="0" dirty="0">
                <a:ln>
                  <a:noFill/>
                </a:ln>
                <a:solidFill>
                  <a:srgbClr val="000000"/>
                </a:solidFill>
                <a:effectLst/>
                <a:uLnTx/>
                <a:uFillTx/>
              </a:endParaRPr>
            </a:p>
          </p:txBody>
        </p:sp>
        <p:sp>
          <p:nvSpPr>
            <p:cNvPr id="22" name="íŝļîḍe"/>
            <p:cNvSpPr/>
            <p:nvPr/>
          </p:nvSpPr>
          <p:spPr bwMode="auto">
            <a:xfrm>
              <a:off x="7137401" y="5207428"/>
              <a:ext cx="2687394"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smtClean="0">
                  <a:ln>
                    <a:noFill/>
                  </a:ln>
                  <a:solidFill>
                    <a:srgbClr val="000000"/>
                  </a:solidFill>
                  <a:effectLst/>
                  <a:uLnTx/>
                  <a:uFillTx/>
                </a:rPr>
                <a:t>保障快速迭代</a:t>
              </a:r>
              <a:endParaRPr kumimoji="0" lang="en-US" altLang="zh-CN" sz="1600" b="0" i="0" u="none" strike="noStrike" kern="1200" cap="none" spc="0" normalizeH="0" baseline="0" noProof="0" dirty="0">
                <a:ln>
                  <a:noFill/>
                </a:ln>
                <a:solidFill>
                  <a:srgbClr val="000000"/>
                </a:solidFill>
                <a:effectLst/>
                <a:uLnTx/>
                <a:uFillTx/>
              </a:endParaRPr>
            </a:p>
          </p:txBody>
        </p:sp>
        <p:sp>
          <p:nvSpPr>
            <p:cNvPr id="23" name="ïṥḷïďe"/>
            <p:cNvSpPr txBox="1"/>
            <p:nvPr/>
          </p:nvSpPr>
          <p:spPr bwMode="auto">
            <a:xfrm>
              <a:off x="8481098" y="1935108"/>
              <a:ext cx="303780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lnSpcReduction="1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lvl="0">
                <a:spcBef>
                  <a:spcPct val="0"/>
                </a:spcBef>
                <a:defRPr/>
              </a:pPr>
              <a:r>
                <a:rPr lang="zh-CN" altLang="en-US" sz="2400" b="1" dirty="0">
                  <a:solidFill>
                    <a:srgbClr val="000000"/>
                  </a:solidFill>
                </a:rPr>
                <a:t>产品运行维护阶段</a:t>
              </a:r>
              <a:endParaRPr kumimoji="0" lang="en-US" altLang="zh-CN" sz="2400" b="1" i="0" u="none" strike="noStrike" kern="1200" cap="none" spc="0" normalizeH="0" baseline="0" noProof="0" dirty="0">
                <a:ln>
                  <a:noFill/>
                </a:ln>
                <a:solidFill>
                  <a:srgbClr val="000000"/>
                </a:solidFill>
                <a:effectLst/>
                <a:uLnTx/>
                <a:uFillTx/>
              </a:endParaRPr>
            </a:p>
          </p:txBody>
        </p:sp>
        <p:sp>
          <p:nvSpPr>
            <p:cNvPr id="24" name="ï$ḻïḓè"/>
            <p:cNvSpPr/>
            <p:nvPr/>
          </p:nvSpPr>
          <p:spPr bwMode="auto">
            <a:xfrm>
              <a:off x="8481098" y="2376914"/>
              <a:ext cx="3037802"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600" b="0" i="0" u="none" strike="noStrike" kern="1200" cap="none" spc="0" normalizeH="0" baseline="0" noProof="0" dirty="0" smtClean="0">
                  <a:ln>
                    <a:noFill/>
                  </a:ln>
                  <a:solidFill>
                    <a:srgbClr val="000000"/>
                  </a:solidFill>
                  <a:effectLst/>
                  <a:uLnTx/>
                  <a:uFillTx/>
                </a:rPr>
                <a:t>提升服务稳定性</a:t>
              </a:r>
              <a:endParaRPr kumimoji="0" lang="en-US" altLang="zh-CN" sz="1600" b="0" i="0" u="none" strike="noStrike" kern="1200" cap="none" spc="0" normalizeH="0" baseline="0" noProof="0" dirty="0">
                <a:ln>
                  <a:noFill/>
                </a:ln>
                <a:solidFill>
                  <a:srgbClr val="000000"/>
                </a:solidFill>
                <a:effectLst/>
                <a:uLnTx/>
                <a:uFillTx/>
              </a:endParaRP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30" name="内容占位符 2"/>
          <p:cNvSpPr txBox="1"/>
          <p:nvPr/>
        </p:nvSpPr>
        <p:spPr>
          <a:xfrm>
            <a:off x="545786" y="2055163"/>
            <a:ext cx="4930775" cy="5019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sz="2400" dirty="0" smtClean="0"/>
              <a:t>随着现代社会分工越来越明确，软件项目越来越庞大，软件质量的保证并不是某个人，某个岗位的特定责任，而是需要各个职业各司其职才能得到的成果。</a:t>
            </a:r>
            <a:endParaRPr lang="en-US" altLang="zh-CN" sz="2400" dirty="0" smtClean="0"/>
          </a:p>
        </p:txBody>
      </p:sp>
      <p:pic>
        <p:nvPicPr>
          <p:cNvPr id="14338" name="Picture 2" descr="https://timgsa.baidu.com/timg?image&amp;quality=80&amp;size=b9999_10000&amp;sec=1541335832177&amp;di=d93a1b1d2cc778f34288bc5ad1fc75b2&amp;imgtype=0&amp;src=http%3A%2F%2Fimgsrc.baidu.com%2Fimgad%2Fpic%2Fitem%2F242dd42a2834349bdf3136bfc2ea15ce36d3bed1.jpg"/>
          <p:cNvPicPr>
            <a:picLocks noChangeAspect="1" noChangeArrowheads="1"/>
          </p:cNvPicPr>
          <p:nvPr/>
        </p:nvPicPr>
        <p:blipFill rotWithShape="1">
          <a:blip r:embed="rId1">
            <a:extLst>
              <a:ext uri="{28A0092B-C50C-407E-A947-70E740481C1C}">
                <a14:useLocalDpi xmlns:a14="http://schemas.microsoft.com/office/drawing/2010/main" val="0"/>
              </a:ext>
            </a:extLst>
          </a:blip>
          <a:srcRect b="7754"/>
          <a:stretch>
            <a:fillRect/>
          </a:stretch>
        </p:blipFill>
        <p:spPr bwMode="auto">
          <a:xfrm>
            <a:off x="6095205" y="2055163"/>
            <a:ext cx="5562568" cy="34208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与软件质量相关的职业</a:t>
            </a:r>
            <a:endParaRPr lang="zh-CN" altLang="en-US" dirty="0"/>
          </a:p>
        </p:txBody>
      </p:sp>
      <p:sp>
        <p:nvSpPr>
          <p:cNvPr id="3" name="内容占位符 2"/>
          <p:cNvSpPr>
            <a:spLocks noGrp="1"/>
          </p:cNvSpPr>
          <p:nvPr>
            <p:ph idx="1"/>
          </p:nvPr>
        </p:nvSpPr>
        <p:spPr/>
        <p:txBody>
          <a:bodyPr>
            <a:normAutofit/>
          </a:bodyPr>
          <a:lstStyle/>
          <a:p>
            <a:r>
              <a:rPr lang="en-US" altLang="zh-CN" dirty="0" smtClean="0"/>
              <a:t>System Tester</a:t>
            </a:r>
            <a:endParaRPr lang="en-US" altLang="zh-CN" dirty="0" smtClean="0"/>
          </a:p>
          <a:p>
            <a:r>
              <a:rPr lang="en-US" altLang="zh-CN" dirty="0" smtClean="0"/>
              <a:t>Software Quality Tester</a:t>
            </a:r>
            <a:endParaRPr lang="en-US" altLang="zh-CN" dirty="0" smtClean="0"/>
          </a:p>
          <a:p>
            <a:r>
              <a:rPr lang="en-US" altLang="zh-CN" dirty="0" smtClean="0"/>
              <a:t>Quality Assurance Engineer</a:t>
            </a:r>
            <a:endParaRPr lang="en-US" altLang="zh-CN" dirty="0" smtClean="0"/>
          </a:p>
          <a:p>
            <a:r>
              <a:rPr lang="en-US" altLang="zh-CN" dirty="0" smtClean="0"/>
              <a:t>Senior Quality Assurance Engineer</a:t>
            </a:r>
            <a:endParaRPr lang="en-US" altLang="zh-CN" dirty="0" smtClean="0"/>
          </a:p>
          <a:p>
            <a:r>
              <a:rPr lang="en-US" altLang="zh-CN" dirty="0" smtClean="0"/>
              <a:t>Process/Quality Engineer</a:t>
            </a:r>
            <a:endParaRPr lang="en-US" altLang="zh-CN" dirty="0" smtClean="0"/>
          </a:p>
          <a:p>
            <a:r>
              <a:rPr lang="en-US" altLang="zh-CN" dirty="0" smtClean="0"/>
              <a:t>Quality Control Analyst</a:t>
            </a:r>
            <a:endParaRPr lang="en-US" altLang="zh-CN" dirty="0" smtClean="0"/>
          </a:p>
          <a:p>
            <a:r>
              <a:rPr lang="en-US" altLang="zh-CN" dirty="0" smtClean="0"/>
              <a:t>Quality Assurance Compliance Associate</a:t>
            </a:r>
            <a:endParaRPr lang="en-US" altLang="zh-CN" dirty="0" smtClean="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zh-CN" altLang="en-US" sz="1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与软件质量相关的职业</a:t>
            </a:r>
            <a:endParaRPr lang="zh-CN" altLang="en-US" dirty="0"/>
          </a:p>
        </p:txBody>
      </p:sp>
      <p:sp>
        <p:nvSpPr>
          <p:cNvPr id="3" name="内容占位符 2"/>
          <p:cNvSpPr>
            <a:spLocks noGrp="1"/>
          </p:cNvSpPr>
          <p:nvPr>
            <p:ph idx="1"/>
          </p:nvPr>
        </p:nvSpPr>
        <p:spPr/>
        <p:txBody>
          <a:bodyPr/>
          <a:lstStyle/>
          <a:p>
            <a:r>
              <a:rPr lang="en-US" altLang="zh-CN" dirty="0" smtClean="0"/>
              <a:t>Quality Assurance Auditor</a:t>
            </a:r>
            <a:endParaRPr lang="en-US" altLang="zh-CN" dirty="0" smtClean="0"/>
          </a:p>
          <a:p>
            <a:r>
              <a:rPr lang="en-US" altLang="zh-CN" dirty="0" smtClean="0"/>
              <a:t>Quality Control Manager</a:t>
            </a:r>
            <a:endParaRPr lang="en-US" altLang="zh-CN" dirty="0" smtClean="0"/>
          </a:p>
          <a:p>
            <a:r>
              <a:rPr lang="en-US" altLang="zh-CN" dirty="0" smtClean="0"/>
              <a:t>Senior Product Verification Specialist</a:t>
            </a:r>
            <a:endParaRPr lang="en-US" altLang="zh-CN" dirty="0" smtClean="0"/>
          </a:p>
          <a:p>
            <a:r>
              <a:rPr lang="en-US" altLang="zh-CN" dirty="0" smtClean="0"/>
              <a:t>Software Quality Assurance Manager</a:t>
            </a:r>
            <a:endParaRPr lang="en-US" altLang="zh-CN" dirty="0" smtClean="0"/>
          </a:p>
          <a:p>
            <a:r>
              <a:rPr lang="en-US" altLang="zh-CN" dirty="0" smtClean="0"/>
              <a:t>SEI CMM Lead Assessor</a:t>
            </a:r>
            <a:endParaRPr lang="en-US" altLang="zh-CN" dirty="0" smtClean="0"/>
          </a:p>
          <a:p>
            <a:r>
              <a:rPr lang="en-US" altLang="zh-CN" dirty="0" smtClean="0"/>
              <a:t>Director, Software Quality Assurance</a:t>
            </a:r>
            <a:endParaRPr lang="en-US" altLang="zh-CN" dirty="0" smtClean="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System Tester ( </a:t>
            </a:r>
            <a:r>
              <a:rPr lang="zh-CN" altLang="en-US" dirty="0" smtClean="0"/>
              <a:t>系统测试员</a:t>
            </a:r>
            <a:r>
              <a:rPr lang="en-US" altLang="zh-CN" dirty="0" smtClean="0"/>
              <a:t>  )</a:t>
            </a:r>
            <a:endParaRPr lang="zh-CN" altLang="en-US" dirty="0"/>
          </a:p>
        </p:txBody>
      </p:sp>
      <p:sp>
        <p:nvSpPr>
          <p:cNvPr id="3" name="内容占位符 2"/>
          <p:cNvSpPr>
            <a:spLocks noGrp="1"/>
          </p:cNvSpPr>
          <p:nvPr>
            <p:ph idx="1"/>
          </p:nvPr>
        </p:nvSpPr>
        <p:spPr/>
        <p:txBody>
          <a:bodyPr>
            <a:normAutofit/>
          </a:bodyPr>
          <a:lstStyle/>
          <a:p>
            <a:r>
              <a:rPr lang="zh-CN" altLang="en-US" dirty="0" smtClean="0"/>
              <a:t>这个</a:t>
            </a:r>
            <a:r>
              <a:rPr lang="zh-CN" altLang="en-US" dirty="0"/>
              <a:t>职位基于合同提供且持续时间较短。当多个软件应用处于不同的开发阶段，对数据、数据库和功能的集成测试需要优先于实现时，这个系统测试员的角色就应运而生了。功能和数据库的集成测试一般由合适的测试软件自动执行。</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System Tester ( </a:t>
            </a:r>
            <a:r>
              <a:rPr lang="zh-CN" altLang="en-US" dirty="0"/>
              <a:t>系统测试员</a:t>
            </a:r>
            <a:r>
              <a:rPr lang="en-US" altLang="zh-CN" dirty="0"/>
              <a:t>  )</a:t>
            </a:r>
            <a:endParaRPr lang="zh-CN" altLang="en-US" dirty="0"/>
          </a:p>
        </p:txBody>
      </p:sp>
      <p:sp>
        <p:nvSpPr>
          <p:cNvPr id="3" name="内容占位符 2"/>
          <p:cNvSpPr>
            <a:spLocks noGrp="1"/>
          </p:cNvSpPr>
          <p:nvPr>
            <p:ph idx="1"/>
          </p:nvPr>
        </p:nvSpPr>
        <p:spPr/>
        <p:txBody>
          <a:bodyPr/>
          <a:lstStyle/>
          <a:p>
            <a:r>
              <a:rPr lang="zh-CN" altLang="en-US" dirty="0"/>
              <a:t>这个角色要求许多内部和外部的联系，即 </a:t>
            </a:r>
            <a:endParaRPr lang="en-US" altLang="zh-CN" dirty="0" smtClean="0"/>
          </a:p>
          <a:p>
            <a:pPr marL="0" indent="0">
              <a:buNone/>
            </a:pPr>
            <a:r>
              <a:rPr lang="zh-CN" altLang="en-US" dirty="0" smtClean="0"/>
              <a:t>（</a:t>
            </a:r>
            <a:r>
              <a:rPr lang="en-US" altLang="zh-CN" dirty="0"/>
              <a:t>1</a:t>
            </a:r>
            <a:r>
              <a:rPr lang="zh-CN" altLang="en-US" dirty="0"/>
              <a:t>） 与开发和服务团队的日常联系         </a:t>
            </a:r>
            <a:r>
              <a:rPr lang="en-US" altLang="zh-CN" dirty="0" smtClean="0"/>
              <a:t>   </a:t>
            </a:r>
            <a:endParaRPr lang="en-US" altLang="zh-CN" dirty="0" smtClean="0"/>
          </a:p>
          <a:p>
            <a:pPr marL="0" indent="0">
              <a:buNone/>
            </a:pPr>
            <a:r>
              <a:rPr lang="zh-CN" altLang="en-US" dirty="0" smtClean="0"/>
              <a:t>（</a:t>
            </a:r>
            <a:r>
              <a:rPr lang="en-US" altLang="zh-CN" dirty="0"/>
              <a:t>2</a:t>
            </a:r>
            <a:r>
              <a:rPr lang="zh-CN" altLang="en-US" dirty="0"/>
              <a:t>） 与客户和审计代理间联系的日常报告 </a:t>
            </a:r>
            <a:endParaRPr lang="en-US" altLang="zh-CN" dirty="0" smtClean="0"/>
          </a:p>
          <a:p>
            <a:pPr marL="0" indent="0">
              <a:buNone/>
            </a:pPr>
            <a:r>
              <a:rPr lang="zh-CN" altLang="en-US" dirty="0" smtClean="0"/>
              <a:t>（</a:t>
            </a:r>
            <a:r>
              <a:rPr lang="en-US" altLang="zh-CN" dirty="0"/>
              <a:t>3</a:t>
            </a:r>
            <a:r>
              <a:rPr lang="zh-CN" altLang="en-US" dirty="0"/>
              <a:t>） 与员工的日常联系 </a:t>
            </a:r>
            <a:endParaRPr lang="en-US" altLang="zh-CN" dirty="0" smtClean="0"/>
          </a:p>
          <a:p>
            <a:pPr marL="0" indent="0">
              <a:buNone/>
            </a:pPr>
            <a:r>
              <a:rPr lang="zh-CN" altLang="en-US" dirty="0" smtClean="0"/>
              <a:t>（</a:t>
            </a:r>
            <a:r>
              <a:rPr lang="en-US" altLang="zh-CN" dirty="0"/>
              <a:t>4</a:t>
            </a:r>
            <a:r>
              <a:rPr lang="zh-CN" altLang="en-US" dirty="0"/>
              <a:t>） 向操作和服务团队报告</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System Tester ( </a:t>
            </a:r>
            <a:r>
              <a:rPr lang="zh-CN" altLang="en-US" dirty="0"/>
              <a:t>系统测试员</a:t>
            </a:r>
            <a:r>
              <a:rPr lang="en-US" altLang="zh-CN" dirty="0"/>
              <a:t>  )</a:t>
            </a:r>
            <a:endParaRPr lang="zh-CN" altLang="en-US" dirty="0"/>
          </a:p>
        </p:txBody>
      </p:sp>
      <p:sp>
        <p:nvSpPr>
          <p:cNvPr id="3" name="内容占位符 2"/>
          <p:cNvSpPr>
            <a:spLocks noGrp="1"/>
          </p:cNvSpPr>
          <p:nvPr>
            <p:ph idx="1"/>
          </p:nvPr>
        </p:nvSpPr>
        <p:spPr/>
        <p:txBody>
          <a:bodyPr/>
          <a:lstStyle/>
          <a:p>
            <a:r>
              <a:rPr lang="zh-CN" altLang="en-US" dirty="0"/>
              <a:t>这个角色的职责是在项目经理的领导下，在软件质量保障经理与项目开发团队的帮助下完成下列任务： </a:t>
            </a:r>
            <a:endParaRPr lang="en-US" altLang="zh-CN" dirty="0" smtClean="0"/>
          </a:p>
          <a:p>
            <a:pPr marL="0" indent="0">
              <a:buNone/>
            </a:pPr>
            <a:r>
              <a:rPr lang="zh-CN" altLang="en-US" dirty="0" smtClean="0"/>
              <a:t>（</a:t>
            </a:r>
            <a:r>
              <a:rPr lang="en-US" altLang="zh-CN" dirty="0"/>
              <a:t>1</a:t>
            </a:r>
            <a:r>
              <a:rPr lang="zh-CN" altLang="en-US" dirty="0"/>
              <a:t>） 制定</a:t>
            </a:r>
            <a:r>
              <a:rPr lang="zh-CN" altLang="en-US" dirty="0" smtClean="0"/>
              <a:t>或协助</a:t>
            </a:r>
            <a:r>
              <a:rPr lang="zh-CN" altLang="en-US" dirty="0"/>
              <a:t>制定测试计划 </a:t>
            </a:r>
            <a:endParaRPr lang="en-US" altLang="zh-CN" dirty="0" smtClean="0"/>
          </a:p>
          <a:p>
            <a:pPr marL="0" indent="0">
              <a:buNone/>
            </a:pPr>
            <a:r>
              <a:rPr lang="zh-CN" altLang="en-US" dirty="0" smtClean="0"/>
              <a:t>（</a:t>
            </a:r>
            <a:r>
              <a:rPr lang="en-US" altLang="zh-CN" dirty="0"/>
              <a:t>2</a:t>
            </a:r>
            <a:r>
              <a:rPr lang="zh-CN" altLang="en-US" dirty="0"/>
              <a:t>） 为所有识别出的组件构造测试用例 </a:t>
            </a:r>
            <a:endParaRPr lang="en-US" altLang="zh-CN" dirty="0" smtClean="0"/>
          </a:p>
          <a:p>
            <a:pPr marL="0" indent="0">
              <a:buNone/>
            </a:pPr>
            <a:r>
              <a:rPr lang="zh-CN" altLang="en-US" dirty="0" smtClean="0"/>
              <a:t>（</a:t>
            </a:r>
            <a:r>
              <a:rPr lang="en-US" altLang="zh-CN" dirty="0"/>
              <a:t>3</a:t>
            </a:r>
            <a:r>
              <a:rPr lang="zh-CN" altLang="en-US" dirty="0"/>
              <a:t>） 使用合适的工具自动化测试用例 </a:t>
            </a:r>
            <a:endParaRPr lang="en-US" altLang="zh-CN" dirty="0" smtClean="0"/>
          </a:p>
          <a:p>
            <a:pPr marL="0" indent="0">
              <a:buNone/>
            </a:pPr>
            <a:r>
              <a:rPr lang="zh-CN" altLang="en-US" dirty="0" smtClean="0"/>
              <a:t>（</a:t>
            </a:r>
            <a:r>
              <a:rPr lang="en-US" altLang="zh-CN" dirty="0"/>
              <a:t>4</a:t>
            </a:r>
            <a:r>
              <a:rPr lang="zh-CN" altLang="en-US" dirty="0"/>
              <a:t>） 使用合适的工具执行测试脚本 </a:t>
            </a:r>
            <a:endParaRPr lang="en-US" altLang="zh-CN" dirty="0" smtClean="0"/>
          </a:p>
          <a:p>
            <a:pPr marL="0" indent="0">
              <a:buNone/>
            </a:pPr>
            <a:r>
              <a:rPr lang="zh-CN" altLang="en-US" dirty="0" smtClean="0"/>
              <a:t>（</a:t>
            </a:r>
            <a:r>
              <a:rPr lang="en-US" altLang="zh-CN" dirty="0"/>
              <a:t>5</a:t>
            </a:r>
            <a:r>
              <a:rPr lang="zh-CN" altLang="en-US" dirty="0"/>
              <a:t>） 提供书面测试结果</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System Tester ( </a:t>
            </a:r>
            <a:r>
              <a:rPr lang="zh-CN" altLang="en-US" dirty="0"/>
              <a:t>系统测试员</a:t>
            </a:r>
            <a:r>
              <a:rPr lang="en-US" altLang="zh-CN" dirty="0"/>
              <a:t>  )</a:t>
            </a:r>
            <a:endParaRPr lang="zh-CN" altLang="en-US" dirty="0"/>
          </a:p>
        </p:txBody>
      </p:sp>
      <p:sp>
        <p:nvSpPr>
          <p:cNvPr id="3" name="内容占位符 2"/>
          <p:cNvSpPr>
            <a:spLocks noGrp="1"/>
          </p:cNvSpPr>
          <p:nvPr>
            <p:ph idx="1"/>
          </p:nvPr>
        </p:nvSpPr>
        <p:spPr/>
        <p:txBody>
          <a:bodyPr/>
          <a:lstStyle/>
          <a:p>
            <a:r>
              <a:rPr lang="zh-CN" altLang="en-US" dirty="0"/>
              <a:t>作为一个系统测试员，</a:t>
            </a:r>
            <a:r>
              <a:rPr lang="zh-CN" altLang="en-US" dirty="0" smtClean="0"/>
              <a:t>还</a:t>
            </a:r>
            <a:r>
              <a:rPr lang="zh-CN" altLang="en-US" dirty="0"/>
              <a:t>需要</a:t>
            </a:r>
            <a:r>
              <a:rPr lang="zh-CN" altLang="en-US" dirty="0" smtClean="0"/>
              <a:t>能：</a:t>
            </a:r>
            <a:r>
              <a:rPr lang="zh-CN" altLang="en-US" dirty="0"/>
              <a:t> </a:t>
            </a:r>
            <a:endParaRPr lang="en-US" altLang="zh-CN" dirty="0" smtClean="0"/>
          </a:p>
          <a:p>
            <a:pPr marL="0" indent="0">
              <a:buNone/>
            </a:pPr>
            <a:r>
              <a:rPr lang="zh-CN" altLang="en-US" dirty="0" smtClean="0"/>
              <a:t>（</a:t>
            </a:r>
            <a:r>
              <a:rPr lang="en-US" altLang="zh-CN" dirty="0"/>
              <a:t>1</a:t>
            </a:r>
            <a:r>
              <a:rPr lang="zh-CN" altLang="en-US" dirty="0"/>
              <a:t>） 提供测试用例集 </a:t>
            </a:r>
            <a:endParaRPr lang="en-US" altLang="zh-CN" dirty="0" smtClean="0"/>
          </a:p>
          <a:p>
            <a:pPr marL="0" indent="0">
              <a:buNone/>
            </a:pPr>
            <a:r>
              <a:rPr lang="zh-CN" altLang="en-US" dirty="0" smtClean="0"/>
              <a:t>（</a:t>
            </a:r>
            <a:r>
              <a:rPr lang="en-US" altLang="zh-CN" dirty="0"/>
              <a:t>2</a:t>
            </a:r>
            <a:r>
              <a:rPr lang="zh-CN" altLang="en-US" dirty="0"/>
              <a:t>） 提供模块化可维护的测试脚本 </a:t>
            </a:r>
            <a:endParaRPr lang="en-US" altLang="zh-CN" dirty="0" smtClean="0"/>
          </a:p>
          <a:p>
            <a:pPr marL="0" indent="0">
              <a:buNone/>
            </a:pPr>
            <a:r>
              <a:rPr lang="zh-CN" altLang="en-US" dirty="0" smtClean="0"/>
              <a:t>（</a:t>
            </a:r>
            <a:r>
              <a:rPr lang="en-US" altLang="zh-CN" dirty="0"/>
              <a:t>3</a:t>
            </a:r>
            <a:r>
              <a:rPr lang="zh-CN" altLang="en-US" dirty="0"/>
              <a:t>） 提供能够重现的书面测试结果</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System Tester ( </a:t>
            </a:r>
            <a:r>
              <a:rPr lang="zh-CN" altLang="en-US" dirty="0"/>
              <a:t>系统测试员</a:t>
            </a:r>
            <a:r>
              <a:rPr lang="en-US" altLang="zh-CN" dirty="0"/>
              <a:t>  )</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为了胜任这个工作</a:t>
            </a:r>
            <a:r>
              <a:rPr lang="zh-CN" altLang="en-US" dirty="0" smtClean="0"/>
              <a:t>，应该</a:t>
            </a:r>
            <a:r>
              <a:rPr lang="zh-CN" altLang="en-US" dirty="0"/>
              <a:t>至少拥有</a:t>
            </a:r>
            <a:r>
              <a:rPr lang="en-US" altLang="zh-CN" dirty="0"/>
              <a:t>2—4</a:t>
            </a:r>
            <a:r>
              <a:rPr lang="zh-CN" altLang="en-US" dirty="0"/>
              <a:t>年的为</a:t>
            </a:r>
            <a:r>
              <a:rPr lang="en-US" altLang="zh-CN" dirty="0"/>
              <a:t>GUI</a:t>
            </a:r>
            <a:r>
              <a:rPr lang="zh-CN" altLang="en-US" dirty="0"/>
              <a:t>或非</a:t>
            </a:r>
            <a:r>
              <a:rPr lang="en-US" altLang="zh-CN" dirty="0"/>
              <a:t>GUI</a:t>
            </a:r>
            <a:r>
              <a:rPr lang="zh-CN" altLang="en-US" dirty="0"/>
              <a:t>环境下的大型系统计划和组织测试工作的经验，包括执行系统集成测试和压力测试</a:t>
            </a:r>
            <a:r>
              <a:rPr lang="zh-CN" altLang="en-US" dirty="0" smtClean="0"/>
              <a:t>等</a:t>
            </a:r>
            <a:endParaRPr lang="en-US" altLang="zh-CN" dirty="0" smtClean="0"/>
          </a:p>
          <a:p>
            <a:r>
              <a:rPr lang="zh-CN" altLang="en-US" dirty="0" smtClean="0"/>
              <a:t>拥有</a:t>
            </a:r>
            <a:r>
              <a:rPr lang="zh-CN" altLang="en-US" dirty="0"/>
              <a:t>在一定熟练程度上计划、组织和执行测试工作的</a:t>
            </a:r>
            <a:r>
              <a:rPr lang="zh-CN" altLang="en-US" dirty="0" smtClean="0"/>
              <a:t>经验</a:t>
            </a:r>
            <a:endParaRPr lang="en-US" altLang="zh-CN" dirty="0" smtClean="0"/>
          </a:p>
          <a:p>
            <a:r>
              <a:rPr lang="zh-CN" altLang="en-US" dirty="0" smtClean="0"/>
              <a:t>拥有</a:t>
            </a:r>
            <a:r>
              <a:rPr lang="zh-CN" altLang="en-US" dirty="0"/>
              <a:t>结构化开发、设计、执行和维护应用程序的</a:t>
            </a:r>
            <a:r>
              <a:rPr lang="zh-CN" altLang="en-US" dirty="0" smtClean="0"/>
              <a:t>知识</a:t>
            </a:r>
            <a:endParaRPr lang="en-US" altLang="zh-CN" dirty="0" smtClean="0"/>
          </a:p>
          <a:p>
            <a:r>
              <a:rPr lang="zh-CN" altLang="en-US" dirty="0" smtClean="0"/>
              <a:t>拥有</a:t>
            </a:r>
            <a:r>
              <a:rPr lang="zh-CN" altLang="en-US" dirty="0"/>
              <a:t>使用用力工具和数据查询工具来帮助开发测试用例的经验和</a:t>
            </a:r>
            <a:r>
              <a:rPr lang="zh-CN" altLang="en-US" dirty="0" smtClean="0"/>
              <a:t>知识</a:t>
            </a:r>
            <a:endParaRPr lang="en-US" altLang="zh-CN" dirty="0" smtClean="0"/>
          </a:p>
          <a:p>
            <a:r>
              <a:rPr lang="zh-CN" altLang="en-US" dirty="0" smtClean="0"/>
              <a:t>拥有</a:t>
            </a:r>
            <a:r>
              <a:rPr lang="zh-CN" altLang="en-US" dirty="0"/>
              <a:t>在一个或者多个平台上使用自动化测试工具和版本控制系统的</a:t>
            </a:r>
            <a:r>
              <a:rPr lang="zh-CN" altLang="en-US" dirty="0" smtClean="0"/>
              <a:t>经验</a:t>
            </a:r>
            <a:endParaRPr lang="en-US" altLang="zh-CN" dirty="0" smtClean="0"/>
          </a:p>
          <a:p>
            <a:r>
              <a:rPr lang="zh-CN" altLang="en-US" dirty="0" smtClean="0"/>
              <a:t>拥有</a:t>
            </a:r>
            <a:r>
              <a:rPr lang="zh-CN" altLang="en-US" dirty="0"/>
              <a:t>出色的分析、问题解决和决策的</a:t>
            </a:r>
            <a:r>
              <a:rPr lang="zh-CN" altLang="en-US" dirty="0" smtClean="0"/>
              <a:t>能力</a:t>
            </a:r>
            <a:endParaRPr lang="en-US" altLang="zh-CN" dirty="0" smtClean="0"/>
          </a:p>
          <a:p>
            <a:r>
              <a:rPr lang="zh-CN" altLang="en-US" dirty="0" smtClean="0"/>
              <a:t>拥有</a:t>
            </a:r>
            <a:r>
              <a:rPr lang="zh-CN" altLang="en-US" dirty="0"/>
              <a:t>组织、创新和坚持不懈的</a:t>
            </a:r>
            <a:r>
              <a:rPr lang="zh-CN" altLang="en-US" dirty="0" smtClean="0"/>
              <a:t>能力</a:t>
            </a:r>
            <a:endParaRPr lang="en-US" altLang="zh-CN" dirty="0" smtClean="0"/>
          </a:p>
          <a:p>
            <a:r>
              <a:rPr lang="zh-CN" altLang="en-US" dirty="0" smtClean="0"/>
              <a:t>拥有</a:t>
            </a:r>
            <a:r>
              <a:rPr lang="zh-CN" altLang="en-US" dirty="0"/>
              <a:t>口头和书面表达</a:t>
            </a:r>
            <a:r>
              <a:rPr lang="zh-CN" altLang="en-US" dirty="0" smtClean="0"/>
              <a:t>能力和处理</a:t>
            </a:r>
            <a:r>
              <a:rPr lang="zh-CN" altLang="en-US" dirty="0"/>
              <a:t>人际关系的</a:t>
            </a:r>
            <a:r>
              <a:rPr lang="zh-CN" altLang="en-US" dirty="0" smtClean="0"/>
              <a:t>能力</a:t>
            </a:r>
            <a:endParaRPr lang="en-US" altLang="zh-CN" dirty="0" smtClean="0"/>
          </a:p>
          <a:p>
            <a:r>
              <a:rPr lang="zh-CN" altLang="en-US" dirty="0"/>
              <a:t>系统</a:t>
            </a:r>
            <a:r>
              <a:rPr lang="zh-CN" altLang="en-US" dirty="0" smtClean="0"/>
              <a:t>测试员还</a:t>
            </a:r>
            <a:r>
              <a:rPr lang="zh-CN" altLang="en-US" dirty="0"/>
              <a:t>应该是具有严格遵守期限的良好记录的团队</a:t>
            </a:r>
            <a:r>
              <a:rPr lang="zh-CN" altLang="en-US" dirty="0" smtClean="0"/>
              <a:t>合作者</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Software Quality Tester</a:t>
            </a:r>
            <a:r>
              <a:rPr lang="zh-CN" altLang="en-US" sz="3200" dirty="0"/>
              <a:t>（软件质量测试员）</a:t>
            </a:r>
            <a:endParaRPr lang="zh-CN" altLang="en-US" sz="3200" dirty="0"/>
          </a:p>
        </p:txBody>
      </p:sp>
      <p:sp>
        <p:nvSpPr>
          <p:cNvPr id="3" name="内容占位符 2"/>
          <p:cNvSpPr>
            <a:spLocks noGrp="1"/>
          </p:cNvSpPr>
          <p:nvPr>
            <p:ph idx="1"/>
          </p:nvPr>
        </p:nvSpPr>
        <p:spPr/>
        <p:txBody>
          <a:bodyPr/>
          <a:lstStyle/>
          <a:p>
            <a:r>
              <a:rPr lang="zh-CN" altLang="en-US" dirty="0"/>
              <a:t> 大部分软件公司都有一个质量控制</a:t>
            </a:r>
            <a:r>
              <a:rPr lang="zh-CN" altLang="en-US" dirty="0" smtClean="0"/>
              <a:t>小组，这个</a:t>
            </a:r>
            <a:r>
              <a:rPr lang="zh-CN" altLang="en-US" dirty="0"/>
              <a:t>小组的主要工作是测试软件以发现错误和与规约不符的地方</a:t>
            </a:r>
            <a:r>
              <a:rPr lang="zh-CN" altLang="en-US" dirty="0" smtClean="0"/>
              <a:t>。</a:t>
            </a:r>
            <a:endParaRPr lang="en-US" altLang="zh-CN" dirty="0" smtClean="0"/>
          </a:p>
          <a:p>
            <a:r>
              <a:rPr lang="zh-CN" altLang="en-US" dirty="0" smtClean="0"/>
              <a:t>负责</a:t>
            </a:r>
            <a:r>
              <a:rPr lang="zh-CN" altLang="en-US" dirty="0"/>
              <a:t>设计和执行测试</a:t>
            </a:r>
            <a:r>
              <a:rPr lang="zh-CN" altLang="en-US" dirty="0" smtClean="0"/>
              <a:t>策略，测试</a:t>
            </a:r>
            <a:r>
              <a:rPr lang="zh-CN" altLang="en-US" dirty="0"/>
              <a:t>策略能够确保一个高质量的产品</a:t>
            </a:r>
            <a:r>
              <a:rPr lang="zh-CN" altLang="en-US" dirty="0" smtClean="0"/>
              <a:t>。</a:t>
            </a:r>
            <a:endParaRPr lang="en-US" altLang="zh-CN" dirty="0" smtClean="0"/>
          </a:p>
          <a:p>
            <a:r>
              <a:rPr lang="zh-CN" altLang="en-US" dirty="0" smtClean="0"/>
              <a:t>必须</a:t>
            </a:r>
            <a:r>
              <a:rPr lang="zh-CN" altLang="en-US" dirty="0"/>
              <a:t>拥有一些编程</a:t>
            </a:r>
            <a:r>
              <a:rPr lang="zh-CN" altLang="en-US" dirty="0" smtClean="0"/>
              <a:t>经验。</a:t>
            </a:r>
            <a:endParaRPr lang="en-US" altLang="zh-CN" dirty="0" smtClean="0"/>
          </a:p>
          <a:p>
            <a:r>
              <a:rPr lang="zh-CN" altLang="en-US" dirty="0" smtClean="0"/>
              <a:t>许多</a:t>
            </a:r>
            <a:r>
              <a:rPr lang="zh-CN" altLang="en-US" dirty="0"/>
              <a:t>公司会让入门级的人加入质量控制小组，让他们了解产品和工作环境</a:t>
            </a:r>
            <a:r>
              <a:rPr lang="zh-CN" altLang="en-US" dirty="0" smtClean="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Software Quality Tester</a:t>
            </a:r>
            <a:r>
              <a:rPr lang="zh-CN" altLang="en-US" sz="3200" dirty="0"/>
              <a:t>（软件质量测试员）</a:t>
            </a:r>
            <a:endParaRPr lang="zh-CN" altLang="en-US" sz="3200" dirty="0"/>
          </a:p>
        </p:txBody>
      </p:sp>
      <p:sp>
        <p:nvSpPr>
          <p:cNvPr id="3" name="内容占位符 2"/>
          <p:cNvSpPr>
            <a:spLocks noGrp="1"/>
          </p:cNvSpPr>
          <p:nvPr>
            <p:ph idx="1"/>
          </p:nvPr>
        </p:nvSpPr>
        <p:spPr/>
        <p:txBody>
          <a:bodyPr/>
          <a:lstStyle/>
          <a:p>
            <a:r>
              <a:rPr lang="zh-CN" altLang="en-US" dirty="0"/>
              <a:t>对于这个职位来说，交流能力、合作能力和问题解决的能力也很</a:t>
            </a:r>
            <a:r>
              <a:rPr lang="zh-CN" altLang="en-US" dirty="0" smtClean="0"/>
              <a:t>重要。这样</a:t>
            </a:r>
            <a:r>
              <a:rPr lang="zh-CN" altLang="en-US" dirty="0"/>
              <a:t>的职位通常是通往公司其他职位的</a:t>
            </a:r>
            <a:r>
              <a:rPr lang="zh-CN" altLang="en-US" dirty="0" smtClean="0"/>
              <a:t>垫脚石。质量</a:t>
            </a:r>
            <a:r>
              <a:rPr lang="zh-CN" altLang="en-US" dirty="0"/>
              <a:t>保障与整个质量管理活动</a:t>
            </a:r>
            <a:r>
              <a:rPr lang="zh-CN" altLang="en-US" dirty="0" smtClean="0"/>
              <a:t>相关，</a:t>
            </a:r>
            <a:r>
              <a:rPr lang="zh-CN" altLang="en-US" dirty="0"/>
              <a:t>一个与质量保障工作密切相关并且拥有这方面知识的人是很被公司看重的。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Quality Assurance Engineer ( </a:t>
            </a:r>
            <a:r>
              <a:rPr lang="zh-CN" altLang="en-US" sz="2800" dirty="0"/>
              <a:t>质量保障工程师 </a:t>
            </a:r>
            <a:r>
              <a:rPr lang="en-US" altLang="zh-CN" sz="2800" dirty="0"/>
              <a:t>)</a:t>
            </a:r>
            <a:endParaRPr lang="zh-CN" altLang="en-US" sz="2800" dirty="0"/>
          </a:p>
        </p:txBody>
      </p:sp>
      <p:sp>
        <p:nvSpPr>
          <p:cNvPr id="3" name="内容占位符 2"/>
          <p:cNvSpPr>
            <a:spLocks noGrp="1"/>
          </p:cNvSpPr>
          <p:nvPr>
            <p:ph idx="1"/>
          </p:nvPr>
        </p:nvSpPr>
        <p:spPr/>
        <p:txBody>
          <a:bodyPr/>
          <a:lstStyle/>
          <a:p>
            <a:r>
              <a:rPr lang="zh-CN" altLang="en-US" dirty="0"/>
              <a:t>这个职位要求拥有在过程和说明的详细评审方面的写作和执行能力</a:t>
            </a:r>
            <a:r>
              <a:rPr lang="zh-CN" altLang="en-US" dirty="0" smtClean="0"/>
              <a:t>。</a:t>
            </a:r>
            <a:endParaRPr lang="en-US" altLang="zh-CN" dirty="0"/>
          </a:p>
          <a:p>
            <a:r>
              <a:rPr lang="zh-CN" altLang="en-US" dirty="0" smtClean="0"/>
              <a:t>还</a:t>
            </a:r>
            <a:r>
              <a:rPr lang="zh-CN" altLang="en-US" dirty="0"/>
              <a:t>需要拥有执行与控制关于质量控制工具的设计和获取的能力，同代码和标准相关的项与系统的检查与测试所需技术过程的审查经验。</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Senior Quality Assurance Engineer ( </a:t>
            </a:r>
            <a:r>
              <a:rPr lang="zh-CN" altLang="en-US" sz="2800" dirty="0"/>
              <a:t>高级质量保障工程师 </a:t>
            </a:r>
            <a:r>
              <a:rPr lang="en-US" altLang="zh-CN" sz="2800" dirty="0"/>
              <a:t>)</a:t>
            </a:r>
            <a:endParaRPr lang="zh-CN" altLang="en-US" sz="2800" dirty="0"/>
          </a:p>
        </p:txBody>
      </p:sp>
      <p:sp>
        <p:nvSpPr>
          <p:cNvPr id="3" name="内容占位符 2"/>
          <p:cNvSpPr>
            <a:spLocks noGrp="1"/>
          </p:cNvSpPr>
          <p:nvPr>
            <p:ph idx="1"/>
          </p:nvPr>
        </p:nvSpPr>
        <p:spPr/>
        <p:txBody>
          <a:bodyPr/>
          <a:lstStyle/>
          <a:p>
            <a:r>
              <a:rPr lang="zh-CN" altLang="en-US" dirty="0"/>
              <a:t>这个职位的职责包括参与高层设计评审，开发新产品功能的测试规约、测试计划、测试用例、自动化测试脚本、模块的功能、集成和回归测试、识别和记录产品的效果。其他开发质量保障基础设施、方法和过程方面的经验对这个角色来说是至关重要的</a:t>
            </a:r>
            <a:r>
              <a:rPr lang="zh-CN" altLang="en-US" dirty="0" smtClean="0"/>
              <a:t>。</a:t>
            </a:r>
            <a:endParaRPr lang="en-US" altLang="zh-CN" dirty="0" smtClean="0"/>
          </a:p>
          <a:p>
            <a:r>
              <a:rPr lang="zh-CN" altLang="en-US" dirty="0" smtClean="0"/>
              <a:t>这个</a:t>
            </a:r>
            <a:r>
              <a:rPr lang="zh-CN" altLang="en-US" dirty="0"/>
              <a:t>职位需要至少</a:t>
            </a:r>
            <a:r>
              <a:rPr lang="en-US" altLang="zh-CN" dirty="0"/>
              <a:t>4</a:t>
            </a:r>
            <a:r>
              <a:rPr lang="zh-CN" altLang="en-US" dirty="0"/>
              <a:t>年以上的职责递增的业务工作经验。自动化测试经验也是必需的，尤其是使用一些自动化工具进行测试的经验。如今，如果拥有</a:t>
            </a:r>
            <a:r>
              <a:rPr lang="en-US" altLang="zh-CN" dirty="0"/>
              <a:t>Web</a:t>
            </a:r>
            <a:r>
              <a:rPr lang="zh-CN" altLang="en-US" dirty="0"/>
              <a:t>应用方面的测试经验和</a:t>
            </a:r>
            <a:r>
              <a:rPr lang="en-US" altLang="zh-CN" dirty="0"/>
              <a:t>Web</a:t>
            </a:r>
            <a:r>
              <a:rPr lang="zh-CN" altLang="en-US" dirty="0"/>
              <a:t>领域的知识，如</a:t>
            </a:r>
            <a:r>
              <a:rPr lang="en-US" altLang="zh-CN" dirty="0"/>
              <a:t>HTTP/HTML</a:t>
            </a:r>
            <a:r>
              <a:rPr lang="zh-CN" altLang="en-US" dirty="0"/>
              <a:t>、</a:t>
            </a:r>
            <a:r>
              <a:rPr lang="en-US" altLang="zh-CN" dirty="0"/>
              <a:t>XML</a:t>
            </a:r>
            <a:r>
              <a:rPr lang="zh-CN" altLang="en-US" dirty="0"/>
              <a:t>是有很大优势的</a:t>
            </a:r>
            <a:r>
              <a:rPr lang="zh-CN" altLang="en-US" dirty="0" smtClean="0"/>
              <a:t>。</a:t>
            </a:r>
            <a:endParaRPr lang="en-US" altLang="zh-CN" dirty="0" smtClean="0"/>
          </a:p>
          <a:p>
            <a:r>
              <a:rPr lang="zh-CN" altLang="en-US" dirty="0" smtClean="0"/>
              <a:t>从事</a:t>
            </a:r>
            <a:r>
              <a:rPr lang="zh-CN" altLang="en-US" dirty="0"/>
              <a:t>这个工作的人要有良好的书面和口头表达的能力、独立的工作经验和团队合作的能力。</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Process/Quality Engineer ( </a:t>
            </a:r>
            <a:r>
              <a:rPr lang="zh-CN" altLang="en-US" sz="3200" dirty="0"/>
              <a:t>过程</a:t>
            </a:r>
            <a:r>
              <a:rPr lang="en-US" altLang="zh-CN" sz="3200" dirty="0"/>
              <a:t>/</a:t>
            </a:r>
            <a:r>
              <a:rPr lang="zh-CN" altLang="en-US" sz="3200" dirty="0"/>
              <a:t>质量工程师</a:t>
            </a:r>
            <a:r>
              <a:rPr lang="en-US" altLang="zh-CN" sz="3200" dirty="0"/>
              <a:t>)</a:t>
            </a:r>
            <a:endParaRPr lang="zh-CN" altLang="en-US" sz="3200" dirty="0"/>
          </a:p>
        </p:txBody>
      </p:sp>
      <p:sp>
        <p:nvSpPr>
          <p:cNvPr id="3" name="内容占位符 2"/>
          <p:cNvSpPr>
            <a:spLocks noGrp="1"/>
          </p:cNvSpPr>
          <p:nvPr>
            <p:ph idx="1"/>
          </p:nvPr>
        </p:nvSpPr>
        <p:spPr/>
        <p:txBody>
          <a:bodyPr/>
          <a:lstStyle/>
          <a:p>
            <a:r>
              <a:rPr lang="zh-CN" altLang="en-US" dirty="0" smtClean="0"/>
              <a:t>这个</a:t>
            </a:r>
            <a:r>
              <a:rPr lang="zh-CN" altLang="en-US" dirty="0"/>
              <a:t>职位</a:t>
            </a:r>
            <a:r>
              <a:rPr lang="zh-CN" altLang="en-US" dirty="0" smtClean="0"/>
              <a:t>要</a:t>
            </a:r>
            <a:r>
              <a:rPr lang="zh-CN" altLang="en-US" dirty="0"/>
              <a:t>识别、领导和支持过程改进活动以提高性能并满足客户需求</a:t>
            </a:r>
            <a:r>
              <a:rPr lang="zh-CN" altLang="en-US" dirty="0" smtClean="0"/>
              <a:t>。需要关注的内容包括控制</a:t>
            </a:r>
            <a:r>
              <a:rPr lang="zh-CN" altLang="en-US" dirty="0"/>
              <a:t>过程计划的执行、质量系统在开发过程改进方法、结构化问题解决和统计分析技术的</a:t>
            </a:r>
            <a:r>
              <a:rPr lang="zh-CN" altLang="en-US" dirty="0" smtClean="0"/>
              <a:t>有效性</a:t>
            </a:r>
            <a:r>
              <a:rPr lang="zh-CN" altLang="en-US" dirty="0"/>
              <a:t>等等</a:t>
            </a:r>
            <a:r>
              <a:rPr lang="zh-CN" altLang="en-US" dirty="0" smtClean="0"/>
              <a:t>。</a:t>
            </a:r>
            <a:endParaRPr lang="en-US" altLang="zh-CN" dirty="0" smtClean="0"/>
          </a:p>
          <a:p>
            <a:r>
              <a:rPr lang="zh-CN" altLang="en-US" dirty="0"/>
              <a:t>这个职位</a:t>
            </a:r>
            <a:r>
              <a:rPr lang="zh-CN" altLang="en-US" dirty="0" smtClean="0"/>
              <a:t>会</a:t>
            </a:r>
            <a:r>
              <a:rPr lang="zh-CN" altLang="en-US" dirty="0"/>
              <a:t>在应客户演化的业务及其他需求从</a:t>
            </a:r>
            <a:r>
              <a:rPr lang="en-US" altLang="zh-CN" dirty="0"/>
              <a:t>ISO9001</a:t>
            </a:r>
            <a:r>
              <a:rPr lang="zh-CN" altLang="en-US" dirty="0"/>
              <a:t>转变到其他质量模型的过程中扮演重要的角色</a:t>
            </a:r>
            <a:r>
              <a:rPr lang="zh-CN" altLang="en-US" dirty="0" smtClean="0"/>
              <a:t>。</a:t>
            </a:r>
            <a:endParaRPr lang="en-US" altLang="zh-CN" dirty="0" smtClean="0"/>
          </a:p>
          <a:p>
            <a:r>
              <a:rPr lang="zh-CN" altLang="en-US" dirty="0" smtClean="0"/>
              <a:t>需要对</a:t>
            </a:r>
            <a:r>
              <a:rPr lang="zh-CN" altLang="en-US" dirty="0"/>
              <a:t>团队合作的信任</a:t>
            </a:r>
            <a:r>
              <a:rPr lang="zh-CN" altLang="en-US" dirty="0" smtClean="0"/>
              <a:t>、质量</a:t>
            </a:r>
            <a:r>
              <a:rPr lang="zh-CN" altLang="en-US" dirty="0"/>
              <a:t>系统的以往经验和相关的技能</a:t>
            </a:r>
            <a:r>
              <a:rPr lang="zh-CN" altLang="en-US" dirty="0" smtClean="0"/>
              <a:t>教育</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Quality Control Analyst</a:t>
            </a:r>
            <a:r>
              <a:rPr lang="zh-CN" altLang="en-US" sz="3200" dirty="0"/>
              <a:t>（质量控制分析师）</a:t>
            </a:r>
            <a:endParaRPr lang="zh-CN" altLang="en-US" sz="3200" dirty="0"/>
          </a:p>
        </p:txBody>
      </p:sp>
      <p:sp>
        <p:nvSpPr>
          <p:cNvPr id="3" name="内容占位符 2"/>
          <p:cNvSpPr>
            <a:spLocks noGrp="1"/>
          </p:cNvSpPr>
          <p:nvPr>
            <p:ph idx="1"/>
          </p:nvPr>
        </p:nvSpPr>
        <p:spPr/>
        <p:txBody>
          <a:bodyPr>
            <a:normAutofit/>
          </a:bodyPr>
          <a:lstStyle/>
          <a:p>
            <a:r>
              <a:rPr lang="zh-CN" altLang="en-US" dirty="0" smtClean="0"/>
              <a:t>质量控制</a:t>
            </a:r>
            <a:r>
              <a:rPr lang="zh-CN" altLang="en-US" dirty="0"/>
              <a:t>分析</a:t>
            </a:r>
            <a:r>
              <a:rPr lang="zh-CN" altLang="en-US" dirty="0" smtClean="0"/>
              <a:t>师要</a:t>
            </a:r>
            <a:r>
              <a:rPr lang="zh-CN" altLang="en-US" dirty="0"/>
              <a:t>通过测试产品的安全属性及其与各种安全提供者之间的互操作性来确保产品的质量</a:t>
            </a:r>
            <a:r>
              <a:rPr lang="zh-CN" altLang="en-US" dirty="0" smtClean="0"/>
              <a:t>。</a:t>
            </a:r>
            <a:endParaRPr lang="en-US" altLang="zh-CN" dirty="0" smtClean="0"/>
          </a:p>
          <a:p>
            <a:r>
              <a:rPr lang="zh-CN" altLang="en-US" dirty="0" smtClean="0"/>
              <a:t>主要工作包括要</a:t>
            </a:r>
            <a:r>
              <a:rPr lang="zh-CN" altLang="en-US" dirty="0"/>
              <a:t>和开发人员和产品经理</a:t>
            </a:r>
            <a:r>
              <a:rPr lang="zh-CN" altLang="en-US" dirty="0" smtClean="0"/>
              <a:t>一起</a:t>
            </a:r>
            <a:r>
              <a:rPr lang="zh-CN" altLang="en-US" dirty="0"/>
              <a:t>工作</a:t>
            </a:r>
            <a:r>
              <a:rPr lang="zh-CN" altLang="en-US" dirty="0" smtClean="0"/>
              <a:t>以</a:t>
            </a:r>
            <a:r>
              <a:rPr lang="zh-CN" altLang="en-US" dirty="0"/>
              <a:t>理解测试</a:t>
            </a:r>
            <a:r>
              <a:rPr lang="zh-CN" altLang="en-US" dirty="0" smtClean="0"/>
              <a:t>需求，要</a:t>
            </a:r>
            <a:r>
              <a:rPr lang="zh-CN" altLang="en-US" dirty="0"/>
              <a:t>开发并且执行手工和自动化测试</a:t>
            </a:r>
            <a:r>
              <a:rPr lang="zh-CN" altLang="en-US" dirty="0" smtClean="0"/>
              <a:t>包。还</a:t>
            </a:r>
            <a:r>
              <a:rPr lang="zh-CN" altLang="en-US" dirty="0"/>
              <a:t>有一些额外的职责，如报告和跟踪产品问题，协助开发测试活动</a:t>
            </a:r>
            <a:r>
              <a:rPr lang="zh-CN" altLang="en-US" dirty="0" smtClean="0"/>
              <a:t>。</a:t>
            </a:r>
            <a:endParaRPr lang="en-US" altLang="zh-CN" dirty="0" smtClean="0"/>
          </a:p>
          <a:p>
            <a:r>
              <a:rPr lang="zh-CN" altLang="en-US" dirty="0"/>
              <a:t>这个职位需要高超的技术和安全技术方面的知识，并且喜欢与开发团队一起工作以生产高质量的产品</a:t>
            </a:r>
            <a:r>
              <a:rPr lang="zh-CN" altLang="en-US" dirty="0" smtClean="0"/>
              <a:t>。</a:t>
            </a:r>
            <a:endParaRPr lang="en-US" altLang="zh-CN" dirty="0" smtClean="0"/>
          </a:p>
          <a:p>
            <a:r>
              <a:rPr lang="zh-CN" altLang="en-US" dirty="0" smtClean="0"/>
              <a:t>这个</a:t>
            </a:r>
            <a:r>
              <a:rPr lang="zh-CN" altLang="en-US" dirty="0"/>
              <a:t>职位的技能要求包括具有计算机或者相关专业的大学文凭，至少</a:t>
            </a:r>
            <a:r>
              <a:rPr lang="en-US" altLang="zh-CN" dirty="0"/>
              <a:t>2</a:t>
            </a:r>
            <a:r>
              <a:rPr lang="zh-CN" altLang="en-US" dirty="0"/>
              <a:t>年的测试经验，测试产品安全的经验和出色的交流能力。</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Quality Assurance Compliance Associate</a:t>
            </a:r>
            <a:br>
              <a:rPr lang="en-US" altLang="zh-CN" sz="3200" dirty="0"/>
            </a:br>
            <a:r>
              <a:rPr lang="zh-CN" altLang="en-US" sz="3200" dirty="0"/>
              <a:t>（质量符合保证助理师）</a:t>
            </a:r>
            <a:endParaRPr lang="zh-CN" altLang="en-US" sz="3200" dirty="0"/>
          </a:p>
        </p:txBody>
      </p:sp>
      <p:sp>
        <p:nvSpPr>
          <p:cNvPr id="3" name="内容占位符 2"/>
          <p:cNvSpPr>
            <a:spLocks noGrp="1"/>
          </p:cNvSpPr>
          <p:nvPr>
            <p:ph idx="1"/>
          </p:nvPr>
        </p:nvSpPr>
        <p:spPr/>
        <p:txBody>
          <a:bodyPr/>
          <a:lstStyle/>
          <a:p>
            <a:r>
              <a:rPr lang="zh-CN" altLang="en-US" dirty="0"/>
              <a:t> 这个角色的职责包括确保开发过程、规约、产品包装和产品发布程序与当地的产品注册规程保持一致</a:t>
            </a:r>
            <a:r>
              <a:rPr lang="zh-CN" altLang="en-US" dirty="0" smtClean="0"/>
              <a:t>。</a:t>
            </a:r>
            <a:endParaRPr lang="en-US" altLang="zh-CN" dirty="0" smtClean="0"/>
          </a:p>
          <a:p>
            <a:r>
              <a:rPr lang="zh-CN" altLang="en-US" dirty="0" smtClean="0"/>
              <a:t>应该</a:t>
            </a:r>
            <a:r>
              <a:rPr lang="zh-CN" altLang="en-US" dirty="0"/>
              <a:t>能够在所期望的验证和协助解决产品相关的过程问题方面向产品开发组织提出建议</a:t>
            </a:r>
            <a:r>
              <a:rPr lang="zh-CN" altLang="en-US" dirty="0" smtClean="0"/>
              <a:t>。</a:t>
            </a:r>
            <a:endParaRPr lang="en-US" altLang="zh-CN" dirty="0" smtClean="0"/>
          </a:p>
          <a:p>
            <a:r>
              <a:rPr lang="zh-CN" altLang="en-US" dirty="0" smtClean="0"/>
              <a:t>附加</a:t>
            </a:r>
            <a:r>
              <a:rPr lang="zh-CN" altLang="en-US" dirty="0"/>
              <a:t>的职责还包括参与审计并提供所需的状态报告，为产品开发组织维护质量度量，鼓励不断的改进，协助变更控制程序的管理，确保产品投诉的及时调查，参与新产品的介绍。   </a:t>
            </a:r>
            <a:endParaRPr lang="en-US" altLang="zh-CN" dirty="0" smtClean="0"/>
          </a:p>
          <a:p>
            <a:r>
              <a:rPr lang="zh-CN" altLang="en-US" dirty="0"/>
              <a:t> 这个职位的人要求有相关学科的大学文凭，良好的英语交流能力，业界至少</a:t>
            </a:r>
            <a:r>
              <a:rPr lang="en-US" altLang="zh-CN" dirty="0"/>
              <a:t>5</a:t>
            </a:r>
            <a:r>
              <a:rPr lang="zh-CN" altLang="en-US" dirty="0"/>
              <a:t>年标准开发实践的工作经验，与管理代理、技术和非技术人员有效合作的能力以提供高质量的产品。</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Quality Assurance Auditor</a:t>
            </a:r>
            <a:r>
              <a:rPr lang="zh-CN" altLang="en-US" sz="3200" dirty="0"/>
              <a:t>（质量保障审计师）</a:t>
            </a:r>
            <a:endParaRPr lang="zh-CN" altLang="en-US" sz="3200" dirty="0"/>
          </a:p>
        </p:txBody>
      </p:sp>
      <p:sp>
        <p:nvSpPr>
          <p:cNvPr id="3" name="内容占位符 2"/>
          <p:cNvSpPr>
            <a:spLocks noGrp="1"/>
          </p:cNvSpPr>
          <p:nvPr>
            <p:ph idx="1"/>
          </p:nvPr>
        </p:nvSpPr>
        <p:spPr/>
        <p:txBody>
          <a:bodyPr/>
          <a:lstStyle/>
          <a:p>
            <a:r>
              <a:rPr lang="zh-CN" altLang="en-US" dirty="0"/>
              <a:t>应该熟悉一个或多个质量保障标准程序，如</a:t>
            </a:r>
            <a:r>
              <a:rPr lang="en-US" altLang="zh-CN" dirty="0" smtClean="0"/>
              <a:t>ISO9000</a:t>
            </a:r>
            <a:r>
              <a:rPr lang="zh-CN" altLang="en-US" dirty="0" smtClean="0"/>
              <a:t>。</a:t>
            </a:r>
            <a:endParaRPr lang="en-US" altLang="zh-CN" dirty="0" smtClean="0"/>
          </a:p>
          <a:p>
            <a:r>
              <a:rPr lang="zh-CN" altLang="en-US" dirty="0"/>
              <a:t>需要</a:t>
            </a:r>
            <a:r>
              <a:rPr lang="zh-CN" altLang="en-US" dirty="0" smtClean="0"/>
              <a:t>处理</a:t>
            </a:r>
            <a:r>
              <a:rPr lang="zh-CN" altLang="en-US" dirty="0"/>
              <a:t>高层管理事务的人际关系技巧和判断</a:t>
            </a:r>
            <a:r>
              <a:rPr lang="zh-CN" altLang="en-US" dirty="0" smtClean="0"/>
              <a:t>能力</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Quality Control Manager</a:t>
            </a:r>
            <a:r>
              <a:rPr lang="zh-CN" altLang="en-US" sz="3200" dirty="0"/>
              <a:t>（质量控制经理）</a:t>
            </a:r>
            <a:endParaRPr lang="zh-CN" altLang="en-US" sz="3200" dirty="0"/>
          </a:p>
        </p:txBody>
      </p:sp>
      <p:sp>
        <p:nvSpPr>
          <p:cNvPr id="3" name="内容占位符 2"/>
          <p:cNvSpPr>
            <a:spLocks noGrp="1"/>
          </p:cNvSpPr>
          <p:nvPr>
            <p:ph idx="1"/>
          </p:nvPr>
        </p:nvSpPr>
        <p:spPr/>
        <p:txBody>
          <a:bodyPr/>
          <a:lstStyle/>
          <a:p>
            <a:r>
              <a:rPr lang="zh-CN" altLang="en-US" dirty="0"/>
              <a:t>这个角色的职责包括向质量主管报告，通过质量控制的有效性和经济性确保符合产品的性能参数和管理及合约需求</a:t>
            </a:r>
            <a:r>
              <a:rPr lang="zh-CN" altLang="en-US" dirty="0" smtClean="0"/>
              <a:t>来组织</a:t>
            </a:r>
            <a:r>
              <a:rPr lang="zh-CN" altLang="en-US" dirty="0"/>
              <a:t>完成既定目标</a:t>
            </a:r>
            <a:r>
              <a:rPr lang="zh-CN" altLang="en-US" dirty="0" smtClean="0"/>
              <a:t>。</a:t>
            </a:r>
            <a:endParaRPr lang="en-US" altLang="zh-CN" dirty="0" smtClean="0"/>
          </a:p>
          <a:p>
            <a:r>
              <a:rPr lang="zh-CN" altLang="en-US" dirty="0" smtClean="0"/>
              <a:t>通过</a:t>
            </a:r>
            <a:r>
              <a:rPr lang="zh-CN" altLang="en-US" dirty="0"/>
              <a:t>驱动可应用系统在多个</a:t>
            </a:r>
            <a:r>
              <a:rPr lang="en-US" altLang="zh-CN" dirty="0"/>
              <a:t>ISO9001</a:t>
            </a:r>
            <a:r>
              <a:rPr lang="zh-CN" altLang="en-US" dirty="0"/>
              <a:t>环境中的进化，确保产品质量需求的定义和控制，训练跨职能的人们如何确保产品质量。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Senior Product Verification Specialist</a:t>
            </a:r>
            <a:br>
              <a:rPr lang="en-US" altLang="zh-CN" sz="3200" dirty="0"/>
            </a:br>
            <a:r>
              <a:rPr lang="zh-CN" altLang="en-US" sz="3200" dirty="0"/>
              <a:t>（高级产品验证专家）</a:t>
            </a:r>
            <a:endParaRPr lang="zh-CN" altLang="en-US" sz="3200" dirty="0"/>
          </a:p>
        </p:txBody>
      </p:sp>
      <p:sp>
        <p:nvSpPr>
          <p:cNvPr id="3" name="内容占位符 2"/>
          <p:cNvSpPr>
            <a:spLocks noGrp="1"/>
          </p:cNvSpPr>
          <p:nvPr>
            <p:ph idx="1"/>
          </p:nvPr>
        </p:nvSpPr>
        <p:spPr/>
        <p:txBody>
          <a:bodyPr>
            <a:normAutofit/>
          </a:bodyPr>
          <a:lstStyle/>
          <a:p>
            <a:r>
              <a:rPr lang="zh-CN" altLang="en-US" dirty="0" smtClean="0"/>
              <a:t>职责</a:t>
            </a:r>
            <a:r>
              <a:rPr lang="zh-CN" altLang="en-US" dirty="0"/>
              <a:t>包括设计测试计划和执行测试用例以及为整个产品测试策略献计献策，同时应该是报告小组的智囊。这包括培训和教导新人，为小组成员提供支持，协助经理计划安排所有资源和追踪项目</a:t>
            </a:r>
            <a:r>
              <a:rPr lang="zh-CN" altLang="en-US" dirty="0" smtClean="0"/>
              <a:t>。</a:t>
            </a:r>
            <a:endParaRPr lang="en-US" altLang="zh-CN" dirty="0" smtClean="0"/>
          </a:p>
          <a:p>
            <a:r>
              <a:rPr lang="zh-CN" altLang="en-US" dirty="0" smtClean="0"/>
              <a:t>作为</a:t>
            </a:r>
            <a:r>
              <a:rPr lang="zh-CN" altLang="en-US" dirty="0"/>
              <a:t>产品验证小组的核心人物</a:t>
            </a:r>
            <a:r>
              <a:rPr lang="zh-CN" altLang="en-US" dirty="0" smtClean="0"/>
              <a:t>，需要</a:t>
            </a:r>
            <a:r>
              <a:rPr lang="zh-CN" altLang="en-US" dirty="0"/>
              <a:t>有自我引导和同时执行多项任务的能力，良好的解决纠纷能力和报告技能。 </a:t>
            </a:r>
            <a:endParaRPr lang="en-US" altLang="zh-CN" dirty="0" smtClean="0"/>
          </a:p>
          <a:p>
            <a:r>
              <a:rPr lang="zh-CN" altLang="en-US" dirty="0" smtClean="0"/>
              <a:t>至少</a:t>
            </a:r>
            <a:r>
              <a:rPr lang="zh-CN" altLang="en-US" dirty="0"/>
              <a:t>要有</a:t>
            </a:r>
            <a:r>
              <a:rPr lang="en-US" altLang="zh-CN" dirty="0"/>
              <a:t>5</a:t>
            </a:r>
            <a:r>
              <a:rPr lang="zh-CN" altLang="en-US" dirty="0"/>
              <a:t>年软件验证方面的工作经验，应该拥有设计生命周期方面的深厚知识和软件验证实践方面的丰富经验。</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Senior Product Verification Specialist</a:t>
            </a:r>
            <a:br>
              <a:rPr lang="en-US" altLang="zh-CN" sz="3200" dirty="0"/>
            </a:br>
            <a:r>
              <a:rPr lang="zh-CN" altLang="en-US" sz="3200" dirty="0"/>
              <a:t>（高级产品验证专家）</a:t>
            </a:r>
            <a:endParaRPr lang="zh-CN" altLang="en-US" sz="3200" dirty="0"/>
          </a:p>
        </p:txBody>
      </p:sp>
      <p:sp>
        <p:nvSpPr>
          <p:cNvPr id="3" name="内容占位符 2"/>
          <p:cNvSpPr>
            <a:spLocks noGrp="1"/>
          </p:cNvSpPr>
          <p:nvPr>
            <p:ph idx="1"/>
          </p:nvPr>
        </p:nvSpPr>
        <p:spPr/>
        <p:txBody>
          <a:bodyPr/>
          <a:lstStyle/>
          <a:p>
            <a:r>
              <a:rPr lang="zh-CN" altLang="en-US" dirty="0"/>
              <a:t>独立工作的能力，适应新环境的能力，出色的交流</a:t>
            </a:r>
            <a:r>
              <a:rPr lang="zh-CN" altLang="en-US" dirty="0" smtClean="0"/>
              <a:t>能力，团队</a:t>
            </a:r>
            <a:r>
              <a:rPr lang="zh-CN" altLang="en-US" dirty="0"/>
              <a:t>合作的能力，积极行动的能力、快速学习的</a:t>
            </a:r>
            <a:r>
              <a:rPr lang="zh-CN" altLang="en-US" dirty="0" smtClean="0"/>
              <a:t>能力</a:t>
            </a:r>
            <a:endParaRPr lang="en-US" altLang="zh-CN" dirty="0" smtClean="0"/>
          </a:p>
          <a:p>
            <a:r>
              <a:rPr lang="zh-CN" altLang="en-US" dirty="0" smtClean="0"/>
              <a:t>同时</a:t>
            </a:r>
            <a:r>
              <a:rPr lang="zh-CN" altLang="en-US" dirty="0"/>
              <a:t>还应该具备产品验证方法学</a:t>
            </a:r>
            <a:r>
              <a:rPr lang="en-US" altLang="zh-CN" dirty="0"/>
              <a:t>(</a:t>
            </a:r>
            <a:r>
              <a:rPr lang="zh-CN" altLang="en-US" dirty="0"/>
              <a:t>策略、测试计划、测试用例的设计和执行、问题报告</a:t>
            </a:r>
            <a:r>
              <a:rPr lang="en-US" altLang="zh-CN" dirty="0" smtClean="0"/>
              <a:t>)</a:t>
            </a:r>
            <a:r>
              <a:rPr lang="zh-CN" altLang="en-US" dirty="0"/>
              <a:t>。</a:t>
            </a:r>
            <a:r>
              <a:rPr lang="zh-CN" altLang="en-US" dirty="0" smtClean="0"/>
              <a:t>此外</a:t>
            </a:r>
            <a:r>
              <a:rPr lang="zh-CN" altLang="en-US" dirty="0"/>
              <a:t>，黑盒、负载、安装和性能测试的能力也是这个职位所必需的技能。</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Software Quality Assurance Manager</a:t>
            </a:r>
            <a:br>
              <a:rPr lang="en-US" altLang="zh-CN" sz="3200" dirty="0"/>
            </a:br>
            <a:r>
              <a:rPr lang="zh-CN" altLang="en-US" sz="3200" dirty="0"/>
              <a:t>（软件质量保障经理）</a:t>
            </a:r>
            <a:endParaRPr lang="zh-CN" altLang="en-US" sz="3200" dirty="0"/>
          </a:p>
        </p:txBody>
      </p:sp>
      <p:sp>
        <p:nvSpPr>
          <p:cNvPr id="3" name="内容占位符 2"/>
          <p:cNvSpPr>
            <a:spLocks noGrp="1"/>
          </p:cNvSpPr>
          <p:nvPr>
            <p:ph idx="1"/>
          </p:nvPr>
        </p:nvSpPr>
        <p:spPr/>
        <p:txBody>
          <a:bodyPr/>
          <a:lstStyle/>
          <a:p>
            <a:r>
              <a:rPr lang="zh-CN" altLang="en-US" dirty="0"/>
              <a:t>质量保障经理的任务是评估软件的性能、可操作性和可靠性，确保满足产品规约和客户需求</a:t>
            </a:r>
            <a:r>
              <a:rPr lang="zh-CN" altLang="en-US" dirty="0" smtClean="0"/>
              <a:t>。</a:t>
            </a:r>
            <a:endParaRPr lang="en-US" altLang="zh-CN" dirty="0"/>
          </a:p>
          <a:p>
            <a:r>
              <a:rPr lang="zh-CN" altLang="en-US" dirty="0" smtClean="0"/>
              <a:t>要</a:t>
            </a:r>
            <a:r>
              <a:rPr lang="zh-CN" altLang="en-US" dirty="0"/>
              <a:t>领导进行中的自动化测试工作的计划和开发，管理测试计划和测试用例的开发和执行，制定</a:t>
            </a:r>
            <a:r>
              <a:rPr lang="en-US" altLang="zh-CN" dirty="0"/>
              <a:t>SQA</a:t>
            </a:r>
            <a:r>
              <a:rPr lang="zh-CN" altLang="en-US" dirty="0"/>
              <a:t>计划、过程和规程以及为开发小组提供质量问题方面的</a:t>
            </a:r>
            <a:r>
              <a:rPr lang="zh-CN" altLang="en-US" dirty="0" smtClean="0"/>
              <a:t>建议。</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Software Quality Assurance Manager</a:t>
            </a:r>
            <a:br>
              <a:rPr lang="en-US" altLang="zh-CN" sz="3200" dirty="0"/>
            </a:br>
            <a:r>
              <a:rPr lang="zh-CN" altLang="en-US" sz="3200" dirty="0"/>
              <a:t>（软件质量保障经理）</a:t>
            </a:r>
            <a:endParaRPr lang="zh-CN" altLang="en-US" sz="3200" dirty="0"/>
          </a:p>
        </p:txBody>
      </p:sp>
      <p:sp>
        <p:nvSpPr>
          <p:cNvPr id="3" name="内容占位符 2"/>
          <p:cNvSpPr>
            <a:spLocks noGrp="1"/>
          </p:cNvSpPr>
          <p:nvPr>
            <p:ph idx="1"/>
          </p:nvPr>
        </p:nvSpPr>
        <p:spPr/>
        <p:txBody>
          <a:bodyPr/>
          <a:lstStyle/>
          <a:p>
            <a:r>
              <a:rPr lang="zh-CN" altLang="en-US" dirty="0" smtClean="0"/>
              <a:t> 在</a:t>
            </a:r>
            <a:r>
              <a:rPr lang="zh-CN" altLang="en-US" dirty="0"/>
              <a:t>软件行业至少</a:t>
            </a:r>
            <a:r>
              <a:rPr lang="en-US" altLang="zh-CN" dirty="0"/>
              <a:t>4</a:t>
            </a:r>
            <a:r>
              <a:rPr lang="zh-CN" altLang="en-US" dirty="0"/>
              <a:t>年的质量保障管理经验 </a:t>
            </a:r>
            <a:endParaRPr lang="en-US" altLang="zh-CN" dirty="0" smtClean="0"/>
          </a:p>
          <a:p>
            <a:r>
              <a:rPr lang="zh-CN" altLang="en-US" dirty="0"/>
              <a:t> 计算机科学、数学、工程学或者相关学科的大学文凭 </a:t>
            </a:r>
            <a:endParaRPr lang="en-US" altLang="zh-CN" dirty="0" smtClean="0"/>
          </a:p>
          <a:p>
            <a:r>
              <a:rPr lang="zh-CN" altLang="en-US" dirty="0"/>
              <a:t> 软件质量保障工具、方法、自动化测试和性能测试方面的经验 </a:t>
            </a:r>
            <a:endParaRPr lang="en-US" altLang="zh-CN" dirty="0" smtClean="0"/>
          </a:p>
          <a:p>
            <a:r>
              <a:rPr lang="zh-CN" altLang="en-US" dirty="0"/>
              <a:t> 了解知名的</a:t>
            </a:r>
            <a:r>
              <a:rPr lang="zh-CN" altLang="en-US" dirty="0" smtClean="0"/>
              <a:t>工具</a:t>
            </a:r>
            <a:r>
              <a:rPr lang="zh-CN" altLang="en-US" dirty="0"/>
              <a:t> </a:t>
            </a:r>
            <a:endParaRPr lang="en-US" altLang="zh-CN" dirty="0" smtClean="0"/>
          </a:p>
          <a:p>
            <a:r>
              <a:rPr lang="zh-CN" altLang="en-US" dirty="0" smtClean="0"/>
              <a:t> 出色</a:t>
            </a:r>
            <a:r>
              <a:rPr lang="zh-CN" altLang="en-US" dirty="0"/>
              <a:t>的书面表达和口头交流能力</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SEI CMM Lead Assessor</a:t>
            </a:r>
            <a:r>
              <a:rPr lang="zh-CN" altLang="en-US" sz="2800" dirty="0"/>
              <a:t>（</a:t>
            </a:r>
            <a:r>
              <a:rPr lang="en-US" altLang="zh-CN" sz="2800" dirty="0"/>
              <a:t>SEI CMM</a:t>
            </a:r>
            <a:r>
              <a:rPr lang="zh-CN" altLang="en-US" sz="2800" dirty="0"/>
              <a:t>首席评估师）</a:t>
            </a:r>
            <a:endParaRPr lang="zh-CN" altLang="en-US" sz="2800" dirty="0"/>
          </a:p>
        </p:txBody>
      </p:sp>
      <p:sp>
        <p:nvSpPr>
          <p:cNvPr id="3" name="内容占位符 2"/>
          <p:cNvSpPr>
            <a:spLocks noGrp="1"/>
          </p:cNvSpPr>
          <p:nvPr>
            <p:ph idx="1"/>
          </p:nvPr>
        </p:nvSpPr>
        <p:spPr/>
        <p:txBody>
          <a:bodyPr/>
          <a:lstStyle/>
          <a:p>
            <a:r>
              <a:rPr lang="zh-CN" altLang="en-US" dirty="0" smtClean="0"/>
              <a:t>需要领导</a:t>
            </a:r>
            <a:r>
              <a:rPr lang="zh-CN" altLang="en-US" dirty="0"/>
              <a:t>小组进行过程改进</a:t>
            </a:r>
            <a:r>
              <a:rPr lang="en-US" altLang="zh-CN" dirty="0"/>
              <a:t>/</a:t>
            </a:r>
            <a:r>
              <a:rPr lang="zh-CN" altLang="en-US" dirty="0"/>
              <a:t>成熟活动，担当顾问和领导的角色促使组织主动与</a:t>
            </a:r>
            <a:r>
              <a:rPr lang="en-US" altLang="zh-CN" dirty="0"/>
              <a:t>SEPG/</a:t>
            </a:r>
            <a:r>
              <a:rPr lang="zh-CN" altLang="en-US" dirty="0"/>
              <a:t>软件过程执行改进小组密切合作</a:t>
            </a:r>
            <a:r>
              <a:rPr lang="zh-CN" altLang="en-US" dirty="0" smtClean="0"/>
              <a:t>。</a:t>
            </a:r>
            <a:endParaRPr lang="en-US" altLang="zh-CN" dirty="0" smtClean="0"/>
          </a:p>
          <a:p>
            <a:r>
              <a:rPr lang="zh-CN" altLang="en-US" dirty="0" smtClean="0"/>
              <a:t>其</a:t>
            </a:r>
            <a:r>
              <a:rPr lang="zh-CN" altLang="en-US" dirty="0"/>
              <a:t>责任主要包括准备详细的包含相关风险和基于的软件过程改进计划，直到目前成熟度的有组织的评估，通过</a:t>
            </a:r>
            <a:r>
              <a:rPr lang="en-US" altLang="zh-CN" dirty="0"/>
              <a:t>SPI</a:t>
            </a:r>
            <a:r>
              <a:rPr lang="zh-CN" altLang="en-US" dirty="0"/>
              <a:t>促进组织的变更管理，定义和驱动组织的</a:t>
            </a:r>
            <a:r>
              <a:rPr lang="en-US" altLang="zh-CN" dirty="0"/>
              <a:t>SEI CMM</a:t>
            </a:r>
            <a:r>
              <a:rPr lang="zh-CN" altLang="en-US" dirty="0"/>
              <a:t>评估计划使得</a:t>
            </a:r>
            <a:r>
              <a:rPr lang="en-US" altLang="zh-CN" dirty="0"/>
              <a:t>SEI CMM2~5</a:t>
            </a:r>
            <a:r>
              <a:rPr lang="zh-CN" altLang="en-US" dirty="0"/>
              <a:t>级能够和</a:t>
            </a:r>
            <a:r>
              <a:rPr lang="en-US" altLang="zh-CN" dirty="0"/>
              <a:t>SEI</a:t>
            </a:r>
            <a:r>
              <a:rPr lang="zh-CN" altLang="en-US" dirty="0"/>
              <a:t>模型的要求级别一致，定义度量组织是否符合</a:t>
            </a:r>
            <a:r>
              <a:rPr lang="en-US" altLang="zh-CN" dirty="0"/>
              <a:t>SEI CMM</a:t>
            </a:r>
            <a:r>
              <a:rPr lang="zh-CN" altLang="en-US" dirty="0"/>
              <a:t>标准所需的测量和过程，为</a:t>
            </a:r>
            <a:r>
              <a:rPr lang="en-US" altLang="zh-CN" dirty="0"/>
              <a:t>IT</a:t>
            </a:r>
            <a:r>
              <a:rPr lang="zh-CN" altLang="en-US" dirty="0"/>
              <a:t>组织执行所需级别的</a:t>
            </a:r>
            <a:r>
              <a:rPr lang="en-US" altLang="zh-CN" dirty="0"/>
              <a:t>SEI CMM</a:t>
            </a:r>
            <a:r>
              <a:rPr lang="zh-CN" altLang="en-US" dirty="0"/>
              <a:t>评估，执行</a:t>
            </a:r>
            <a:r>
              <a:rPr lang="en-US" altLang="zh-CN" dirty="0"/>
              <a:t>SEI CMM</a:t>
            </a:r>
            <a:r>
              <a:rPr lang="zh-CN" altLang="en-US" dirty="0"/>
              <a:t>审计功能以保证其持续一致。</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SEI CMM Lead Assessor</a:t>
            </a:r>
            <a:r>
              <a:rPr lang="zh-CN" altLang="en-US" sz="2800" dirty="0"/>
              <a:t>（</a:t>
            </a:r>
            <a:r>
              <a:rPr lang="en-US" altLang="zh-CN" sz="2800" dirty="0"/>
              <a:t>SEI CMM</a:t>
            </a:r>
            <a:r>
              <a:rPr lang="zh-CN" altLang="en-US" sz="2800" dirty="0"/>
              <a:t>首席评估师）</a:t>
            </a:r>
            <a:endParaRPr lang="zh-CN" altLang="en-US" sz="2800" dirty="0"/>
          </a:p>
        </p:txBody>
      </p:sp>
      <p:sp>
        <p:nvSpPr>
          <p:cNvPr id="3" name="内容占位符 2"/>
          <p:cNvSpPr>
            <a:spLocks noGrp="1"/>
          </p:cNvSpPr>
          <p:nvPr>
            <p:ph idx="1"/>
          </p:nvPr>
        </p:nvSpPr>
        <p:spPr/>
        <p:txBody>
          <a:bodyPr/>
          <a:lstStyle/>
          <a:p>
            <a:r>
              <a:rPr lang="zh-CN" altLang="en-US" dirty="0"/>
              <a:t>应该是</a:t>
            </a:r>
            <a:r>
              <a:rPr lang="en-US" altLang="zh-CN" dirty="0"/>
              <a:t>SEI</a:t>
            </a:r>
            <a:r>
              <a:rPr lang="zh-CN" altLang="en-US" dirty="0"/>
              <a:t>认证的</a:t>
            </a:r>
            <a:r>
              <a:rPr lang="en-US" altLang="zh-CN" dirty="0"/>
              <a:t>CMM</a:t>
            </a:r>
            <a:r>
              <a:rPr lang="zh-CN" altLang="en-US" dirty="0"/>
              <a:t>首席评估师，同时</a:t>
            </a:r>
            <a:r>
              <a:rPr lang="zh-CN" altLang="en-US" dirty="0" smtClean="0"/>
              <a:t>拥有评估</a:t>
            </a:r>
            <a:r>
              <a:rPr lang="zh-CN" altLang="en-US" dirty="0"/>
              <a:t>大型和小型组织是否符合</a:t>
            </a:r>
            <a:r>
              <a:rPr lang="en-US" altLang="zh-CN" dirty="0"/>
              <a:t>SEI CMM</a:t>
            </a:r>
            <a:r>
              <a:rPr lang="zh-CN" altLang="en-US" dirty="0"/>
              <a:t>的经验</a:t>
            </a:r>
            <a:r>
              <a:rPr lang="zh-CN" altLang="en-US" dirty="0" smtClean="0"/>
              <a:t>。</a:t>
            </a:r>
            <a:endParaRPr lang="en-US" altLang="zh-CN" dirty="0"/>
          </a:p>
          <a:p>
            <a:r>
              <a:rPr lang="zh-CN" altLang="en-US" dirty="0" smtClean="0"/>
              <a:t>要</a:t>
            </a:r>
            <a:r>
              <a:rPr lang="zh-CN" altLang="en-US" dirty="0"/>
              <a:t>有能力成熟度模型方面的扎实</a:t>
            </a:r>
            <a:r>
              <a:rPr lang="zh-CN" altLang="en-US" dirty="0" smtClean="0"/>
              <a:t>基础</a:t>
            </a:r>
            <a:endParaRPr lang="en-US" altLang="zh-CN" dirty="0" smtClean="0"/>
          </a:p>
          <a:p>
            <a:r>
              <a:rPr lang="zh-CN" altLang="en-US" dirty="0" smtClean="0"/>
              <a:t>要有在</a:t>
            </a:r>
            <a:r>
              <a:rPr lang="en-US" altLang="zh-CN" dirty="0"/>
              <a:t>IT</a:t>
            </a:r>
            <a:r>
              <a:rPr lang="zh-CN" altLang="en-US" dirty="0"/>
              <a:t>组织中项目领导经验和软件开发方法方面的</a:t>
            </a:r>
            <a:r>
              <a:rPr lang="zh-CN" altLang="en-US" dirty="0" smtClean="0"/>
              <a:t>经验</a:t>
            </a:r>
            <a:endParaRPr lang="en-US" altLang="zh-CN" dirty="0" smtClean="0"/>
          </a:p>
          <a:p>
            <a:r>
              <a:rPr lang="zh-CN" altLang="en-US" dirty="0" smtClean="0"/>
              <a:t>因为</a:t>
            </a:r>
            <a:r>
              <a:rPr lang="zh-CN" altLang="en-US" dirty="0"/>
              <a:t>量化管理软件过程是</a:t>
            </a:r>
            <a:r>
              <a:rPr lang="en-US" altLang="zh-CN" dirty="0"/>
              <a:t>SEI CMM</a:t>
            </a:r>
            <a:r>
              <a:rPr lang="zh-CN" altLang="en-US" dirty="0"/>
              <a:t>模型需求的关键，所以你必须拥有为</a:t>
            </a:r>
            <a:r>
              <a:rPr lang="en-US" altLang="zh-CN" dirty="0"/>
              <a:t>SEI CMM</a:t>
            </a:r>
            <a:r>
              <a:rPr lang="zh-CN" altLang="en-US" dirty="0"/>
              <a:t>组织测量制定规约的经验</a:t>
            </a:r>
            <a:r>
              <a:rPr lang="zh-CN" altLang="en-US" dirty="0" smtClean="0"/>
              <a:t>。</a:t>
            </a:r>
            <a:endParaRPr lang="en-US" altLang="zh-CN" dirty="0"/>
          </a:p>
          <a:p>
            <a:r>
              <a:rPr lang="zh-CN" altLang="en-US" dirty="0" smtClean="0"/>
              <a:t>还</a:t>
            </a:r>
            <a:r>
              <a:rPr lang="zh-CN" altLang="en-US" dirty="0"/>
              <a:t>必须拥有出色的交流能力和处理人际关系的能力</a:t>
            </a:r>
            <a:r>
              <a:rPr lang="zh-CN" altLang="en-US" dirty="0" smtClean="0"/>
              <a:t>。</a:t>
            </a:r>
            <a:endParaRPr lang="en-US" altLang="zh-CN" dirty="0" smtClean="0"/>
          </a:p>
          <a:p>
            <a:r>
              <a:rPr lang="zh-CN" altLang="en-US" dirty="0"/>
              <a:t>必须有成功的执行和评估经验</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Director, Software Quality Assurance</a:t>
            </a:r>
            <a:br>
              <a:rPr lang="en-US" altLang="zh-CN" sz="3200" dirty="0"/>
            </a:br>
            <a:r>
              <a:rPr lang="zh-CN" altLang="en-US" sz="3200" dirty="0"/>
              <a:t>（软件质量保障主管）</a:t>
            </a:r>
            <a:endParaRPr lang="zh-CN" altLang="en-US" sz="3200" dirty="0"/>
          </a:p>
        </p:txBody>
      </p:sp>
      <p:sp>
        <p:nvSpPr>
          <p:cNvPr id="3" name="内容占位符 2"/>
          <p:cNvSpPr>
            <a:spLocks noGrp="1"/>
          </p:cNvSpPr>
          <p:nvPr>
            <p:ph idx="1"/>
          </p:nvPr>
        </p:nvSpPr>
        <p:spPr/>
        <p:txBody>
          <a:bodyPr>
            <a:normAutofit lnSpcReduction="10000"/>
          </a:bodyPr>
          <a:lstStyle/>
          <a:p>
            <a:r>
              <a:rPr lang="zh-CN" altLang="en-US" dirty="0"/>
              <a:t>软件</a:t>
            </a:r>
            <a:r>
              <a:rPr lang="zh-CN" altLang="en-US" dirty="0" smtClean="0"/>
              <a:t>质量</a:t>
            </a:r>
            <a:r>
              <a:rPr lang="zh-CN" altLang="en-US" dirty="0"/>
              <a:t>保障主管要领导一个质量保障小组或部门</a:t>
            </a:r>
            <a:r>
              <a:rPr lang="zh-CN" altLang="en-US" dirty="0" smtClean="0"/>
              <a:t>。</a:t>
            </a:r>
            <a:endParaRPr lang="en-US" altLang="zh-CN" dirty="0" smtClean="0"/>
          </a:p>
          <a:p>
            <a:r>
              <a:rPr lang="zh-CN" altLang="en-US" dirty="0" smtClean="0"/>
              <a:t>在</a:t>
            </a:r>
            <a:r>
              <a:rPr lang="zh-CN" altLang="en-US" dirty="0"/>
              <a:t>处理电子商务应用的组织中，质量保障主管应该是一个亲身实践的大型网站的软件质量保障管理者</a:t>
            </a:r>
            <a:r>
              <a:rPr lang="zh-CN" altLang="en-US" dirty="0" smtClean="0"/>
              <a:t>。</a:t>
            </a:r>
            <a:endParaRPr lang="en-US" altLang="zh-CN" dirty="0"/>
          </a:p>
          <a:p>
            <a:r>
              <a:rPr lang="zh-CN" altLang="en-US" dirty="0" smtClean="0"/>
              <a:t>应该</a:t>
            </a:r>
            <a:r>
              <a:rPr lang="zh-CN" altLang="en-US" dirty="0"/>
              <a:t>有一个可查的建立软件质量保障小组的</a:t>
            </a:r>
            <a:r>
              <a:rPr lang="zh-CN" altLang="en-US" dirty="0" smtClean="0"/>
              <a:t>记录，还需要业界</a:t>
            </a:r>
            <a:r>
              <a:rPr lang="zh-CN" altLang="en-US" dirty="0"/>
              <a:t>领导工具方面的经验以及制定和执行测试计划的</a:t>
            </a:r>
            <a:r>
              <a:rPr lang="zh-CN" altLang="en-US" dirty="0" smtClean="0"/>
              <a:t>经验。</a:t>
            </a:r>
            <a:endParaRPr lang="en-US" altLang="zh-CN" dirty="0" smtClean="0"/>
          </a:p>
          <a:p>
            <a:r>
              <a:rPr lang="zh-CN" altLang="en-US" dirty="0" smtClean="0"/>
              <a:t>这个</a:t>
            </a:r>
            <a:r>
              <a:rPr lang="zh-CN" altLang="en-US" dirty="0"/>
              <a:t>职位通常需要</a:t>
            </a:r>
            <a:r>
              <a:rPr lang="zh-CN" altLang="en-US" dirty="0" smtClean="0"/>
              <a:t>向软件开发</a:t>
            </a:r>
            <a:r>
              <a:rPr lang="zh-CN" altLang="en-US" dirty="0"/>
              <a:t>部门做报告</a:t>
            </a:r>
            <a:r>
              <a:rPr lang="zh-CN" altLang="en-US" dirty="0" smtClean="0"/>
              <a:t>。</a:t>
            </a:r>
            <a:endParaRPr lang="en-US" altLang="zh-CN" dirty="0" smtClean="0"/>
          </a:p>
          <a:p>
            <a:r>
              <a:rPr lang="zh-CN" altLang="en-US" dirty="0" smtClean="0"/>
              <a:t>这个</a:t>
            </a:r>
            <a:r>
              <a:rPr lang="zh-CN" altLang="en-US" dirty="0"/>
              <a:t>职位所要求的的技能包括在建立和管理软件质量保障部门至少</a:t>
            </a:r>
            <a:r>
              <a:rPr lang="en-US" altLang="zh-CN" dirty="0"/>
              <a:t>2</a:t>
            </a:r>
            <a:r>
              <a:rPr lang="zh-CN" altLang="en-US" dirty="0"/>
              <a:t>年的经验，至少</a:t>
            </a:r>
            <a:r>
              <a:rPr lang="en-US" altLang="zh-CN" dirty="0"/>
              <a:t>5</a:t>
            </a:r>
            <a:r>
              <a:rPr lang="zh-CN" altLang="en-US" dirty="0"/>
              <a:t>年的从事软件质量保障工作的经验，使用业界标准工具的经验，因特网中压力测试的经验和软件技术方面的文凭。</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5361709" y="2868930"/>
            <a:ext cx="6615979" cy="1775805"/>
          </a:xfrm>
        </p:spPr>
        <p:txBody>
          <a:bodyPr>
            <a:normAutofit/>
          </a:bodyPr>
          <a:lstStyle/>
          <a:p>
            <a:r>
              <a:rPr lang="en-US" altLang="zh-CN" sz="4400" dirty="0" smtClean="0"/>
              <a:t>Thanks for listening</a:t>
            </a:r>
            <a:r>
              <a:rPr lang="en-US" altLang="zh-CN" dirty="0" smtClean="0"/>
              <a:t>.</a:t>
            </a:r>
            <a:br>
              <a:rPr lang="en-US" altLang="zh-CN" dirty="0"/>
            </a:b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ISLIDE.DIAGRAM" val="1daeb538-ba05-44f8-84fd-3560b95d1044"/>
</p:tagLst>
</file>

<file path=ppt/tags/tag2.xml><?xml version="1.0" encoding="utf-8"?>
<p:tagLst xmlns:p="http://schemas.openxmlformats.org/presentationml/2006/main">
  <p:tag name="ISLIDE.DIAGRAM" val="7f2cec5c-68b9-4fc5-84cb-b9660b255b64"/>
</p:tagLst>
</file>

<file path=ppt/tags/tag3.xml><?xml version="1.0" encoding="utf-8"?>
<p:tagLst xmlns:p="http://schemas.openxmlformats.org/presentationml/2006/main">
  <p:tag name="ISLIDE.DIAGRAM" val="e2d29d2e-171c-4aac-b558-834483b5a6d2"/>
</p:tagLst>
</file>

<file path=ppt/tags/tag4.xml><?xml version="1.0" encoding="utf-8"?>
<p:tagLst xmlns:p="http://schemas.openxmlformats.org/presentationml/2006/main">
  <p:tag name="ISLIDE.DIAGRAM" val="2bcaa655-4bf1-4528-975f-347ebaf8bcb2"/>
</p:tagLst>
</file>

<file path=ppt/tags/tag5.xml><?xml version="1.0" encoding="utf-8"?>
<p:tagLst xmlns:p="http://schemas.openxmlformats.org/presentationml/2006/main">
  <p:tag name="ISLIDE.DIAGRAM" val="4d5c9446-e71a-41fc-9605-be1165a4b6e2"/>
</p:tagLst>
</file>

<file path=ppt/tags/tag6.xml><?xml version="1.0" encoding="utf-8"?>
<p:tagLst xmlns:p="http://schemas.openxmlformats.org/presentationml/2006/main">
  <p:tag name="ISLIDE.DIAGRAM" val="0c4a813d-60a8-4902-b80f-953723768250"/>
</p:tagLst>
</file>

<file path=ppt/tags/tag7.xml><?xml version="1.0" encoding="utf-8"?>
<p:tagLst xmlns:p="http://schemas.openxmlformats.org/presentationml/2006/main">
  <p:tag name="ISLIDE.DIAGRAM" val="461e5350-8c2e-495f-b5d4-fc92c7f2a4f9"/>
</p:tagLst>
</file>

<file path=ppt/tags/tag8.xml><?xml version="1.0" encoding="utf-8"?>
<p:tagLst xmlns:p="http://schemas.openxmlformats.org/presentationml/2006/main">
  <p:tag name="ISLIDE.DIAGRAM" val="ab79155e-c2f8-4994-9dfd-9db7d75783dd"/>
</p:tagLst>
</file>

<file path=ppt/tags/tag9.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e4e26dd2-5c36-48fa-ab1b-f0df2a8d4850"/>
</p:tagLst>
</file>

<file path=ppt/theme/theme1.xml><?xml version="1.0" encoding="utf-8"?>
<a:theme xmlns:a="http://schemas.openxmlformats.org/drawingml/2006/main" name="主题5">
  <a:themeElements>
    <a:clrScheme name="埃克森美孚">
      <a:dk1>
        <a:srgbClr val="000000"/>
      </a:dk1>
      <a:lt1>
        <a:srgbClr val="FFFFFF"/>
      </a:lt1>
      <a:dk2>
        <a:srgbClr val="778495"/>
      </a:dk2>
      <a:lt2>
        <a:srgbClr val="F0F0F0"/>
      </a:lt2>
      <a:accent1>
        <a:srgbClr val="235787"/>
      </a:accent1>
      <a:accent2>
        <a:srgbClr val="EDB159"/>
      </a:accent2>
      <a:accent3>
        <a:srgbClr val="085093"/>
      </a:accent3>
      <a:accent4>
        <a:srgbClr val="2767A4"/>
      </a:accent4>
      <a:accent5>
        <a:srgbClr val="CE9C52"/>
      </a:accent5>
      <a:accent6>
        <a:srgbClr val="497CAD"/>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Digital Blue Tunnel">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90000"/>
          </a:lnSpc>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埃克森美孚">
    <a:dk1>
      <a:srgbClr val="000000"/>
    </a:dk1>
    <a:lt1>
      <a:srgbClr val="FFFFFF"/>
    </a:lt1>
    <a:dk2>
      <a:srgbClr val="778495"/>
    </a:dk2>
    <a:lt2>
      <a:srgbClr val="F0F0F0"/>
    </a:lt2>
    <a:accent1>
      <a:srgbClr val="235787"/>
    </a:accent1>
    <a:accent2>
      <a:srgbClr val="EDB159"/>
    </a:accent2>
    <a:accent3>
      <a:srgbClr val="085093"/>
    </a:accent3>
    <a:accent4>
      <a:srgbClr val="2767A4"/>
    </a:accent4>
    <a:accent5>
      <a:srgbClr val="CE9C52"/>
    </a:accent5>
    <a:accent6>
      <a:srgbClr val="497CAD"/>
    </a:accent6>
    <a:hlink>
      <a:srgbClr val="4276AA"/>
    </a:hlink>
    <a:folHlink>
      <a:srgbClr val="BFBFBF"/>
    </a:folHlink>
  </a:clrScheme>
</a:themeOverride>
</file>

<file path=ppt/theme/themeOverride2.xml><?xml version="1.0" encoding="utf-8"?>
<a:themeOverride xmlns:a="http://schemas.openxmlformats.org/drawingml/2006/main">
  <a:clrScheme name="埃克森美孚">
    <a:dk1>
      <a:srgbClr val="000000"/>
    </a:dk1>
    <a:lt1>
      <a:srgbClr val="FFFFFF"/>
    </a:lt1>
    <a:dk2>
      <a:srgbClr val="778495"/>
    </a:dk2>
    <a:lt2>
      <a:srgbClr val="F0F0F0"/>
    </a:lt2>
    <a:accent1>
      <a:srgbClr val="235787"/>
    </a:accent1>
    <a:accent2>
      <a:srgbClr val="EDB159"/>
    </a:accent2>
    <a:accent3>
      <a:srgbClr val="085093"/>
    </a:accent3>
    <a:accent4>
      <a:srgbClr val="2767A4"/>
    </a:accent4>
    <a:accent5>
      <a:srgbClr val="CE9C52"/>
    </a:accent5>
    <a:accent6>
      <a:srgbClr val="497CAD"/>
    </a:accent6>
    <a:hlink>
      <a:srgbClr val="4276AA"/>
    </a:hlink>
    <a:folHlink>
      <a:srgbClr val="BFBFBF"/>
    </a:folHlink>
  </a:clrScheme>
</a:themeOverride>
</file>

<file path=ppt/theme/themeOverride3.xml><?xml version="1.0" encoding="utf-8"?>
<a:themeOverride xmlns:a="http://schemas.openxmlformats.org/drawingml/2006/main">
  <a:clrScheme name="埃克森美孚">
    <a:dk1>
      <a:srgbClr val="000000"/>
    </a:dk1>
    <a:lt1>
      <a:srgbClr val="FFFFFF"/>
    </a:lt1>
    <a:dk2>
      <a:srgbClr val="778495"/>
    </a:dk2>
    <a:lt2>
      <a:srgbClr val="F0F0F0"/>
    </a:lt2>
    <a:accent1>
      <a:srgbClr val="235787"/>
    </a:accent1>
    <a:accent2>
      <a:srgbClr val="EDB159"/>
    </a:accent2>
    <a:accent3>
      <a:srgbClr val="085093"/>
    </a:accent3>
    <a:accent4>
      <a:srgbClr val="2767A4"/>
    </a:accent4>
    <a:accent5>
      <a:srgbClr val="CE9C52"/>
    </a:accent5>
    <a:accent6>
      <a:srgbClr val="497CAD"/>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0</TotalTime>
  <Words>8151</Words>
  <Application>WPS 演示</Application>
  <PresentationFormat>宽屏</PresentationFormat>
  <Paragraphs>577</Paragraphs>
  <Slides>57</Slides>
  <Notes>24</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57</vt:i4>
      </vt:variant>
    </vt:vector>
  </HeadingPairs>
  <TitlesOfParts>
    <vt:vector size="68" baseType="lpstr">
      <vt:lpstr>Arial</vt:lpstr>
      <vt:lpstr>宋体</vt:lpstr>
      <vt:lpstr>Wingdings</vt:lpstr>
      <vt:lpstr>Segoe UI Light</vt:lpstr>
      <vt:lpstr>微软雅黑</vt:lpstr>
      <vt:lpstr>Impact</vt:lpstr>
      <vt:lpstr>Arial Unicode MS</vt:lpstr>
      <vt:lpstr>Calibri</vt:lpstr>
      <vt:lpstr>主题5</vt:lpstr>
      <vt:lpstr>OfficePLUS</vt:lpstr>
      <vt:lpstr>Digital Blue Tunnel 16x9</vt:lpstr>
      <vt:lpstr>与软件质量相关的职业</vt:lpstr>
      <vt:lpstr>PowerPoint 演示文稿</vt:lpstr>
      <vt:lpstr>什么是软件质量</vt:lpstr>
      <vt:lpstr>什么是软件质量</vt:lpstr>
      <vt:lpstr>软件开发的流程</vt:lpstr>
      <vt:lpstr>软件开发的流程——瀑布模型（Waterfall model）</vt:lpstr>
      <vt:lpstr>需求定义有关的职业</vt:lpstr>
      <vt:lpstr>产品经理（Product Manager）</vt:lpstr>
      <vt:lpstr>产品经理的五个关键词</vt:lpstr>
      <vt:lpstr>优秀的产品经理是软件质量的第一道保障</vt:lpstr>
      <vt:lpstr>需求分析师（Business Analyst）</vt:lpstr>
      <vt:lpstr>以ThoughtWorks为例分析需求分析师</vt:lpstr>
      <vt:lpstr>BA做什么？为什么需要BA?</vt:lpstr>
      <vt:lpstr>如果没有需求分析师</vt:lpstr>
      <vt:lpstr>如果有需求分析师</vt:lpstr>
      <vt:lpstr>需求分析师的技能图谱</vt:lpstr>
      <vt:lpstr>二者的比较（Differences）</vt:lpstr>
      <vt:lpstr>设计与实现有关的职业</vt:lpstr>
      <vt:lpstr>软件架构师（Software Architect）</vt:lpstr>
      <vt:lpstr>软件架构师的任务</vt:lpstr>
      <vt:lpstr>架构师的能力要求</vt:lpstr>
      <vt:lpstr>集成与测试有关的职业</vt:lpstr>
      <vt:lpstr>软件测试工程师（Software Testing Engineer）</vt:lpstr>
      <vt:lpstr>系统bug无处不在，好的测试很重要</vt:lpstr>
      <vt:lpstr>软件测试工程师的分类</vt:lpstr>
      <vt:lpstr>常见网页输入框测试</vt:lpstr>
      <vt:lpstr>白帽黑客（white hat hacker）</vt:lpstr>
      <vt:lpstr>白帽黑客（white hat hacker）</vt:lpstr>
      <vt:lpstr>移交与维护有关的职业</vt:lpstr>
      <vt:lpstr>运维工程师（Operations）</vt:lpstr>
      <vt:lpstr>运维工程师的职责</vt:lpstr>
      <vt:lpstr>维运贯穿于产品的生命周期</vt:lpstr>
      <vt:lpstr>总结</vt:lpstr>
      <vt:lpstr>与软件质量相关的职业</vt:lpstr>
      <vt:lpstr>与软件质量相关的职业</vt:lpstr>
      <vt:lpstr>System Tester ( 系统测试员  )</vt:lpstr>
      <vt:lpstr>System Tester ( 系统测试员  )</vt:lpstr>
      <vt:lpstr>System Tester ( 系统测试员  )</vt:lpstr>
      <vt:lpstr>System Tester ( 系统测试员  )</vt:lpstr>
      <vt:lpstr>System Tester ( 系统测试员  )</vt:lpstr>
      <vt:lpstr>Software Quality Tester（软件质量测试员）</vt:lpstr>
      <vt:lpstr>Software Quality Tester（软件质量测试员）</vt:lpstr>
      <vt:lpstr>Quality Assurance Engineer ( 质量保障工程师 )</vt:lpstr>
      <vt:lpstr>Senior Quality Assurance Engineer ( 高级质量保障工程师 )</vt:lpstr>
      <vt:lpstr>Process/Quality Engineer ( 过程/质量工程师)</vt:lpstr>
      <vt:lpstr>Quality Control Analyst（质量控制分析师）</vt:lpstr>
      <vt:lpstr>Quality Assurance Compliance Associate （质量符合保证助理师）</vt:lpstr>
      <vt:lpstr>Quality Assurance Auditor（质量保障审计师）</vt:lpstr>
      <vt:lpstr>Quality Control Manager（质量控制经理）</vt:lpstr>
      <vt:lpstr>Senior Product Verification Specialist （高级产品验证专家）</vt:lpstr>
      <vt:lpstr>Senior Product Verification Specialist （高级产品验证专家）</vt:lpstr>
      <vt:lpstr>Software Quality Assurance Manager （软件质量保障经理）</vt:lpstr>
      <vt:lpstr>Software Quality Assurance Manager （软件质量保障经理）</vt:lpstr>
      <vt:lpstr>SEI CMM Lead Assessor（SEI CMM首席评估师）</vt:lpstr>
      <vt:lpstr>SEI CMM Lead Assessor（SEI CMM首席评估师）</vt:lpstr>
      <vt:lpstr>Director, Software Quality Assurance （软件质量保障主管）</vt:lpstr>
      <vt:lpstr>Thanks for listening. </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Mr Nie</cp:lastModifiedBy>
  <cp:revision>98</cp:revision>
  <cp:lastPrinted>2017-11-07T16:00:00Z</cp:lastPrinted>
  <dcterms:created xsi:type="dcterms:W3CDTF">2017-11-07T16:00:00Z</dcterms:created>
  <dcterms:modified xsi:type="dcterms:W3CDTF">2020-11-19T05:32:22Z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v-yunxl@microsoft.com</vt:lpwstr>
  </property>
  <property fmtid="{D5CDD505-2E9C-101B-9397-08002B2CF9AE}" pid="6" name="MSIP_Label_f42aa342-8706-4288-bd11-ebb85995028c_SetDate">
    <vt:lpwstr>2018-10-31T09:09:32.2372908Z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2052-11.1.0.10132</vt:lpwstr>
  </property>
</Properties>
</file>