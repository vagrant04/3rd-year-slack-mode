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69" r:id="rId4"/>
  </p:sldMasterIdLst>
  <p:notesMasterIdLst>
    <p:notesMasterId r:id="rId6"/>
  </p:notesMasterIdLst>
  <p:sldIdLst>
    <p:sldId id="256" r:id="rId5"/>
    <p:sldId id="450" r:id="rId7"/>
    <p:sldId id="426" r:id="rId8"/>
    <p:sldId id="371" r:id="rId9"/>
    <p:sldId id="372" r:id="rId10"/>
    <p:sldId id="374" r:id="rId11"/>
    <p:sldId id="413" r:id="rId12"/>
    <p:sldId id="414" r:id="rId13"/>
    <p:sldId id="415" r:id="rId14"/>
    <p:sldId id="416" r:id="rId15"/>
    <p:sldId id="417" r:id="rId16"/>
    <p:sldId id="427" r:id="rId17"/>
    <p:sldId id="418" r:id="rId18"/>
    <p:sldId id="419" r:id="rId19"/>
    <p:sldId id="420" r:id="rId20"/>
    <p:sldId id="421" r:id="rId21"/>
    <p:sldId id="422" r:id="rId22"/>
    <p:sldId id="423" r:id="rId23"/>
    <p:sldId id="424" r:id="rId24"/>
    <p:sldId id="407" r:id="rId25"/>
    <p:sldId id="408" r:id="rId26"/>
    <p:sldId id="412" r:id="rId27"/>
    <p:sldId id="400" r:id="rId28"/>
    <p:sldId id="448" r:id="rId29"/>
    <p:sldId id="406" r:id="rId30"/>
  </p:sldIdLst>
  <p:sldSz cx="9144000" cy="6858000" type="screen4x3"/>
  <p:notesSz cx="6797675" cy="9874250"/>
  <p:defaultTextStyle>
    <a:defPPr>
      <a:defRPr lang="zh-CN"/>
    </a:defPPr>
    <a:lvl1pPr algn="ctr" rtl="0" fontAlgn="base">
      <a:spcBef>
        <a:spcPct val="0"/>
      </a:spcBef>
      <a:spcAft>
        <a:spcPct val="0"/>
      </a:spcAft>
      <a:defRPr kern="12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457200" algn="ctr" rtl="0" fontAlgn="base">
      <a:spcBef>
        <a:spcPct val="0"/>
      </a:spcBef>
      <a:spcAft>
        <a:spcPct val="0"/>
      </a:spcAft>
      <a:defRPr kern="1200">
        <a:solidFill>
          <a:schemeClr val="tx1"/>
        </a:solidFill>
        <a:latin typeface="Times New Roman" panose="02020603050405020304" charset="0"/>
        <a:ea typeface="宋体" panose="02010600030101010101" pitchFamily="2" charset="-122"/>
        <a:cs typeface="宋体" panose="02010600030101010101" pitchFamily="2" charset="-122"/>
      </a:defRPr>
    </a:lvl2pPr>
    <a:lvl3pPr marL="914400" algn="ctr" rtl="0" fontAlgn="base">
      <a:spcBef>
        <a:spcPct val="0"/>
      </a:spcBef>
      <a:spcAft>
        <a:spcPct val="0"/>
      </a:spcAft>
      <a:defRPr kern="1200">
        <a:solidFill>
          <a:schemeClr val="tx1"/>
        </a:solidFill>
        <a:latin typeface="Times New Roman" panose="02020603050405020304" charset="0"/>
        <a:ea typeface="宋体" panose="02010600030101010101" pitchFamily="2" charset="-122"/>
        <a:cs typeface="宋体" panose="02010600030101010101" pitchFamily="2" charset="-122"/>
      </a:defRPr>
    </a:lvl3pPr>
    <a:lvl4pPr marL="1371600" algn="ctr" rtl="0" fontAlgn="base">
      <a:spcBef>
        <a:spcPct val="0"/>
      </a:spcBef>
      <a:spcAft>
        <a:spcPct val="0"/>
      </a:spcAft>
      <a:defRPr kern="1200">
        <a:solidFill>
          <a:schemeClr val="tx1"/>
        </a:solidFill>
        <a:latin typeface="Times New Roman" panose="02020603050405020304" charset="0"/>
        <a:ea typeface="宋体" panose="02010600030101010101" pitchFamily="2" charset="-122"/>
        <a:cs typeface="宋体" panose="02010600030101010101" pitchFamily="2" charset="-122"/>
      </a:defRPr>
    </a:lvl4pPr>
    <a:lvl5pPr marL="1828800" algn="ctr" rtl="0" fontAlgn="base">
      <a:spcBef>
        <a:spcPct val="0"/>
      </a:spcBef>
      <a:spcAft>
        <a:spcPct val="0"/>
      </a:spcAft>
      <a:defRPr kern="1200">
        <a:solidFill>
          <a:schemeClr val="tx1"/>
        </a:solidFill>
        <a:latin typeface="Times New Roman" panose="0202060305040502030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Times New Roman" panose="0202060305040502030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Times New Roman" panose="0202060305040502030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Times New Roman" panose="0202060305040502030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Times New Roman" panose="02020603050405020304" charset="0"/>
        <a:ea typeface="宋体" panose="02010600030101010101" pitchFamily="2" charset="-122"/>
        <a:cs typeface="宋体" panose="02010600030101010101" pitchFamily="2" charset="-122"/>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233"/>
    <a:srgbClr val="BFBC3E"/>
    <a:srgbClr val="CCFFCC"/>
    <a:srgbClr val="FFFFCC"/>
    <a:srgbClr val="3366FF"/>
    <a:srgbClr val="FF0000"/>
    <a:srgbClr val="00FF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10"/>
    <p:restoredTop sz="78101"/>
  </p:normalViewPr>
  <p:slideViewPr>
    <p:cSldViewPr>
      <p:cViewPr varScale="1">
        <p:scale>
          <a:sx n="66" d="100"/>
          <a:sy n="66" d="100"/>
        </p:scale>
        <p:origin x="516"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package" Target="../embeddings/Workbook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tx>
            <c:strRef>
              <c:f>工作表1!$B$1</c:f>
              <c:strCache>
                <c:ptCount val="1"/>
                <c:pt idx="0">
                  <c:v>销售额</c:v>
                </c:pt>
              </c:strCache>
            </c:strRef>
          </c:tx>
          <c:spPr>
            <a:ln w="19050">
              <a:noFill/>
            </a:ln>
          </c:spPr>
          <c:explosion val="0"/>
          <c:dPt>
            <c:idx val="0"/>
            <c:bubble3D val="0"/>
            <c:spPr>
              <a:solidFill>
                <a:schemeClr val="accent1">
                  <a:shade val="58000"/>
                </a:schemeClr>
              </a:solidFill>
              <a:ln w="19050">
                <a:noFill/>
              </a:ln>
              <a:effectLst/>
            </c:spPr>
          </c:dPt>
          <c:dPt>
            <c:idx val="1"/>
            <c:bubble3D val="0"/>
            <c:spPr>
              <a:solidFill>
                <a:schemeClr val="accent1">
                  <a:shade val="86000"/>
                </a:schemeClr>
              </a:solidFill>
              <a:ln w="19050">
                <a:noFill/>
              </a:ln>
              <a:effectLst/>
            </c:spPr>
          </c:dPt>
          <c:dPt>
            <c:idx val="2"/>
            <c:bubble3D val="0"/>
            <c:spPr>
              <a:solidFill>
                <a:schemeClr val="accent1">
                  <a:tint val="86000"/>
                </a:schemeClr>
              </a:solidFill>
              <a:ln w="19050">
                <a:noFill/>
              </a:ln>
              <a:effectLst/>
            </c:spPr>
          </c:dPt>
          <c:dPt>
            <c:idx val="3"/>
            <c:bubble3D val="0"/>
            <c:spPr>
              <a:solidFill>
                <a:schemeClr val="accent1">
                  <a:tint val="58000"/>
                </a:schemeClr>
              </a:solidFill>
              <a:ln w="19050">
                <a:noFill/>
              </a:ln>
              <a:effectLst/>
            </c:spPr>
          </c:dPt>
          <c:dLbls>
            <c:delete val="1"/>
          </c:dLbls>
          <c:cat>
            <c:strRef>
              <c:f>工作表1!$A$2:$A$5</c:f>
              <c:strCache>
                <c:ptCount val="4"/>
                <c:pt idx="0">
                  <c:v>第一季度</c:v>
                </c:pt>
                <c:pt idx="1">
                  <c:v>第二季度</c:v>
                </c:pt>
                <c:pt idx="2">
                  <c:v>第三季度</c:v>
                </c:pt>
                <c:pt idx="3">
                  <c:v>第四季度</c:v>
                </c:pt>
              </c:strCache>
            </c:strRef>
          </c:cat>
          <c:val>
            <c:numRef>
              <c:f>工作表1!$B$2:$B$5</c:f>
              <c:numCache>
                <c:formatCode>General</c:formatCode>
                <c:ptCount val="4"/>
                <c:pt idx="0">
                  <c:v>8.2</c:v>
                </c:pt>
                <c:pt idx="1">
                  <c:v>3.2</c:v>
                </c:pt>
                <c:pt idx="2">
                  <c:v>1.4</c:v>
                </c:pt>
                <c:pt idx="3">
                  <c:v>1.2</c:v>
                </c:pt>
              </c:numCache>
            </c:numRef>
          </c:val>
        </c:ser>
        <c:dLbls>
          <c:showLegendKey val="0"/>
          <c:showVal val="0"/>
          <c:showCatName val="0"/>
          <c:showSerName val="0"/>
          <c:showPercent val="0"/>
          <c:showBubbleSize val="0"/>
          <c:showLeaderLines val="1"/>
        </c:dLbls>
        <c:firstSliceAng val="0"/>
        <c:holeSize val="43"/>
      </c:doughnut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doughnutChart>
        <c:varyColors val="1"/>
        <c:ser>
          <c:idx val="0"/>
          <c:order val="0"/>
          <c:tx>
            <c:strRef>
              <c:f>工作表1!$B$1</c:f>
              <c:strCache>
                <c:ptCount val="1"/>
                <c:pt idx="0">
                  <c:v>销售额</c:v>
                </c:pt>
              </c:strCache>
            </c:strRef>
          </c:tx>
          <c:spPr>
            <a:ln w="19050">
              <a:noFill/>
            </a:ln>
          </c:spPr>
          <c:explosion val="0"/>
          <c:dPt>
            <c:idx val="0"/>
            <c:bubble3D val="0"/>
            <c:spPr>
              <a:solidFill>
                <a:schemeClr val="accent2">
                  <a:shade val="58000"/>
                </a:schemeClr>
              </a:solidFill>
              <a:ln w="19050">
                <a:noFill/>
              </a:ln>
              <a:effectLst/>
            </c:spPr>
          </c:dPt>
          <c:dPt>
            <c:idx val="1"/>
            <c:bubble3D val="0"/>
            <c:spPr>
              <a:solidFill>
                <a:schemeClr val="accent2">
                  <a:shade val="86000"/>
                </a:schemeClr>
              </a:solidFill>
              <a:ln w="19050">
                <a:noFill/>
              </a:ln>
              <a:effectLst/>
            </c:spPr>
          </c:dPt>
          <c:dPt>
            <c:idx val="2"/>
            <c:bubble3D val="0"/>
            <c:spPr>
              <a:solidFill>
                <a:schemeClr val="accent2">
                  <a:tint val="86000"/>
                </a:schemeClr>
              </a:solidFill>
              <a:ln w="19050">
                <a:noFill/>
              </a:ln>
              <a:effectLst/>
            </c:spPr>
          </c:dPt>
          <c:dPt>
            <c:idx val="3"/>
            <c:bubble3D val="0"/>
            <c:spPr>
              <a:solidFill>
                <a:schemeClr val="accent2">
                  <a:tint val="58000"/>
                </a:schemeClr>
              </a:solidFill>
              <a:ln w="19050">
                <a:noFill/>
              </a:ln>
              <a:effectLst/>
            </c:spPr>
          </c:dPt>
          <c:dLbls>
            <c:delete val="1"/>
          </c:dLbls>
          <c:cat>
            <c:strRef>
              <c:f>工作表1!$A$2:$A$5</c:f>
              <c:strCache>
                <c:ptCount val="4"/>
                <c:pt idx="0">
                  <c:v>第一季度</c:v>
                </c:pt>
                <c:pt idx="1">
                  <c:v>第二季度</c:v>
                </c:pt>
                <c:pt idx="2">
                  <c:v>第三季度</c:v>
                </c:pt>
                <c:pt idx="3">
                  <c:v>第四季度</c:v>
                </c:pt>
              </c:strCache>
            </c:strRef>
          </c:cat>
          <c:val>
            <c:numRef>
              <c:f>工作表1!$B$2:$B$5</c:f>
              <c:numCache>
                <c:formatCode>General</c:formatCode>
                <c:ptCount val="4"/>
                <c:pt idx="0">
                  <c:v>8.2</c:v>
                </c:pt>
                <c:pt idx="1">
                  <c:v>3.2</c:v>
                </c:pt>
                <c:pt idx="2">
                  <c:v>1.4</c:v>
                </c:pt>
                <c:pt idx="3">
                  <c:v>1.2</c:v>
                </c:pt>
              </c:numCache>
            </c:numRef>
          </c:val>
        </c:ser>
        <c:dLbls>
          <c:showLegendKey val="0"/>
          <c:showVal val="0"/>
          <c:showCatName val="0"/>
          <c:showSerName val="0"/>
          <c:showPercent val="0"/>
          <c:showBubbleSize val="0"/>
          <c:showLeaderLines val="1"/>
        </c:dLbls>
        <c:firstSliceAng val="0"/>
        <c:holeSize val="43"/>
      </c:doughnut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doughnutChart>
        <c:varyColors val="1"/>
        <c:ser>
          <c:idx val="0"/>
          <c:order val="0"/>
          <c:tx>
            <c:strRef>
              <c:f>工作表1!$B$1</c:f>
              <c:strCache>
                <c:ptCount val="1"/>
                <c:pt idx="0">
                  <c:v>销售额</c:v>
                </c:pt>
              </c:strCache>
            </c:strRef>
          </c:tx>
          <c:spPr>
            <a:ln w="19050">
              <a:noFill/>
            </a:ln>
          </c:spPr>
          <c:explosion val="0"/>
          <c:dPt>
            <c:idx val="0"/>
            <c:bubble3D val="0"/>
            <c:spPr>
              <a:solidFill>
                <a:schemeClr val="accent3">
                  <a:shade val="58000"/>
                </a:schemeClr>
              </a:solidFill>
              <a:ln w="19050">
                <a:noFill/>
              </a:ln>
              <a:effectLst/>
            </c:spPr>
          </c:dPt>
          <c:dPt>
            <c:idx val="1"/>
            <c:bubble3D val="0"/>
            <c:spPr>
              <a:solidFill>
                <a:schemeClr val="accent3">
                  <a:shade val="86000"/>
                </a:schemeClr>
              </a:solidFill>
              <a:ln w="19050">
                <a:noFill/>
              </a:ln>
              <a:effectLst/>
            </c:spPr>
          </c:dPt>
          <c:dPt>
            <c:idx val="2"/>
            <c:bubble3D val="0"/>
            <c:spPr>
              <a:solidFill>
                <a:schemeClr val="accent3">
                  <a:tint val="86000"/>
                </a:schemeClr>
              </a:solidFill>
              <a:ln w="19050">
                <a:noFill/>
              </a:ln>
              <a:effectLst/>
            </c:spPr>
          </c:dPt>
          <c:dPt>
            <c:idx val="3"/>
            <c:bubble3D val="0"/>
            <c:spPr>
              <a:solidFill>
                <a:schemeClr val="accent3">
                  <a:tint val="58000"/>
                </a:schemeClr>
              </a:solidFill>
              <a:ln w="19050">
                <a:noFill/>
              </a:ln>
              <a:effectLst/>
            </c:spPr>
          </c:dPt>
          <c:dLbls>
            <c:delete val="1"/>
          </c:dLbls>
          <c:cat>
            <c:strRef>
              <c:f>工作表1!$A$2:$A$5</c:f>
              <c:strCache>
                <c:ptCount val="4"/>
                <c:pt idx="0">
                  <c:v>第一季度</c:v>
                </c:pt>
                <c:pt idx="1">
                  <c:v>第二季度</c:v>
                </c:pt>
                <c:pt idx="2">
                  <c:v>第三季度</c:v>
                </c:pt>
                <c:pt idx="3">
                  <c:v>第四季度</c:v>
                </c:pt>
              </c:strCache>
            </c:strRef>
          </c:cat>
          <c:val>
            <c:numRef>
              <c:f>工作表1!$B$2:$B$5</c:f>
              <c:numCache>
                <c:formatCode>General</c:formatCode>
                <c:ptCount val="4"/>
                <c:pt idx="0">
                  <c:v>8.2</c:v>
                </c:pt>
                <c:pt idx="1">
                  <c:v>3.2</c:v>
                </c:pt>
                <c:pt idx="2">
                  <c:v>1.4</c:v>
                </c:pt>
                <c:pt idx="3">
                  <c:v>1.2</c:v>
                </c:pt>
              </c:numCache>
            </c:numRef>
          </c:val>
        </c:ser>
        <c:dLbls>
          <c:showLegendKey val="0"/>
          <c:showVal val="0"/>
          <c:showCatName val="0"/>
          <c:showSerName val="0"/>
          <c:showPercent val="0"/>
          <c:showBubbleSize val="0"/>
          <c:showLeaderLines val="1"/>
        </c:dLbls>
        <c:firstSliceAng val="0"/>
        <c:holeSize val="43"/>
      </c:doughnut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withinLinear" id="15">
  <a:schemeClr val="accent2"/>
</cs:colorStyle>
</file>

<file path=ppt/charts/colors3.xml><?xml version="1.0" encoding="utf-8"?>
<cs:colorStyle xmlns:cs="http://schemas.microsoft.com/office/drawing/2012/chartStyle" xmlns:a="http://schemas.openxmlformats.org/drawingml/2006/main" meth="withinLinear" id="16">
  <a:schemeClr val="accent3"/>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22" name="Rectangle 2"/>
          <p:cNvSpPr>
            <a:spLocks noGrp="1" noChangeArrowheads="1"/>
          </p:cNvSpPr>
          <p:nvPr>
            <p:ph type="hdr" sz="quarter"/>
          </p:nvPr>
        </p:nvSpPr>
        <p:spPr bwMode="auto">
          <a:xfrm>
            <a:off x="0" y="0"/>
            <a:ext cx="2946400" cy="493713"/>
          </a:xfrm>
          <a:prstGeom prst="rect">
            <a:avLst/>
          </a:prstGeom>
          <a:noFill/>
          <a:ln w="9525">
            <a:noFill/>
            <a:miter lim="800000"/>
          </a:ln>
          <a:effectLst/>
        </p:spPr>
        <p:txBody>
          <a:bodyPr vert="horz" wrap="square" lIns="91440" tIns="45720" rIns="91440" bIns="45720" numCol="1" anchor="t" anchorCtr="0" compatLnSpc="1"/>
          <a:lstStyle>
            <a:lvl1pPr algn="l">
              <a:defRPr sz="1200" smtClean="0">
                <a:latin typeface="Arial" panose="020B0604020202020204" pitchFamily="34" charset="0"/>
              </a:defRPr>
            </a:lvl1pPr>
          </a:lstStyle>
          <a:p>
            <a:pPr>
              <a:defRPr/>
            </a:pPr>
            <a:endParaRPr lang="en-US" altLang="zh-CN"/>
          </a:p>
        </p:txBody>
      </p:sp>
      <p:sp>
        <p:nvSpPr>
          <p:cNvPr id="209923" name="Rectangle 3"/>
          <p:cNvSpPr>
            <a:spLocks noGrp="1" noChangeArrowheads="1"/>
          </p:cNvSpPr>
          <p:nvPr>
            <p:ph type="dt" idx="1"/>
          </p:nvPr>
        </p:nvSpPr>
        <p:spPr bwMode="auto">
          <a:xfrm>
            <a:off x="3849688" y="0"/>
            <a:ext cx="2946400" cy="493713"/>
          </a:xfrm>
          <a:prstGeom prst="rect">
            <a:avLst/>
          </a:prstGeom>
          <a:noFill/>
          <a:ln w="9525">
            <a:noFill/>
            <a:miter lim="800000"/>
          </a:ln>
          <a:effectLst/>
        </p:spPr>
        <p:txBody>
          <a:bodyPr vert="horz" wrap="square" lIns="91440" tIns="45720" rIns="91440" bIns="45720" numCol="1" anchor="t" anchorCtr="0" compatLnSpc="1"/>
          <a:lstStyle>
            <a:lvl1pPr algn="r">
              <a:defRPr sz="1200" smtClean="0">
                <a:latin typeface="Arial" panose="020B0604020202020204" pitchFamily="34" charset="0"/>
              </a:defRPr>
            </a:lvl1pPr>
          </a:lstStyle>
          <a:p>
            <a:pPr>
              <a:defRPr/>
            </a:pPr>
            <a:endParaRPr lang="en-US" altLang="zh-CN"/>
          </a:p>
        </p:txBody>
      </p:sp>
      <p:sp>
        <p:nvSpPr>
          <p:cNvPr id="13316" name="Rectangle 4"/>
          <p:cNvSpPr>
            <a:spLocks noGrp="1" noRot="1" noChangeAspect="1" noChangeArrowheads="1" noTextEdit="1"/>
          </p:cNvSpPr>
          <p:nvPr>
            <p:ph type="sldImg" idx="2"/>
          </p:nvPr>
        </p:nvSpPr>
        <p:spPr bwMode="auto">
          <a:xfrm>
            <a:off x="931863" y="741363"/>
            <a:ext cx="4935537" cy="3702050"/>
          </a:xfrm>
          <a:prstGeom prst="rect">
            <a:avLst/>
          </a:prstGeom>
          <a:noFill/>
          <a:ln w="9525">
            <a:solidFill>
              <a:srgbClr val="000000"/>
            </a:solidFill>
            <a:miter lim="800000"/>
          </a:ln>
        </p:spPr>
      </p:sp>
      <p:sp>
        <p:nvSpPr>
          <p:cNvPr id="209925" name="Rectangle 5"/>
          <p:cNvSpPr>
            <a:spLocks noGrp="1" noChangeArrowheads="1"/>
          </p:cNvSpPr>
          <p:nvPr>
            <p:ph type="body" sz="quarter" idx="3"/>
          </p:nvPr>
        </p:nvSpPr>
        <p:spPr bwMode="auto">
          <a:xfrm>
            <a:off x="679450" y="4691063"/>
            <a:ext cx="5438775" cy="4443412"/>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09926" name="Rectangle 6"/>
          <p:cNvSpPr>
            <a:spLocks noGrp="1" noChangeArrowheads="1"/>
          </p:cNvSpPr>
          <p:nvPr>
            <p:ph type="ftr" sz="quarter" idx="4"/>
          </p:nvPr>
        </p:nvSpPr>
        <p:spPr bwMode="auto">
          <a:xfrm>
            <a:off x="0" y="9378950"/>
            <a:ext cx="2946400" cy="493713"/>
          </a:xfrm>
          <a:prstGeom prst="rect">
            <a:avLst/>
          </a:prstGeom>
          <a:noFill/>
          <a:ln w="9525">
            <a:noFill/>
            <a:miter lim="800000"/>
          </a:ln>
          <a:effectLst/>
        </p:spPr>
        <p:txBody>
          <a:bodyPr vert="horz" wrap="square" lIns="91440" tIns="45720" rIns="91440" bIns="45720" numCol="1" anchor="b" anchorCtr="0" compatLnSpc="1"/>
          <a:lstStyle>
            <a:lvl1pPr algn="l">
              <a:defRPr sz="1200" smtClean="0">
                <a:latin typeface="Arial" panose="020B0604020202020204" pitchFamily="34" charset="0"/>
              </a:defRPr>
            </a:lvl1pPr>
          </a:lstStyle>
          <a:p>
            <a:pPr>
              <a:defRPr/>
            </a:pPr>
            <a:endParaRPr lang="en-US" altLang="zh-CN"/>
          </a:p>
        </p:txBody>
      </p:sp>
      <p:sp>
        <p:nvSpPr>
          <p:cNvPr id="209927" name="Rectangle 7"/>
          <p:cNvSpPr>
            <a:spLocks noGrp="1" noChangeArrowheads="1"/>
          </p:cNvSpPr>
          <p:nvPr>
            <p:ph type="sldNum" sz="quarter" idx="5"/>
          </p:nvPr>
        </p:nvSpPr>
        <p:spPr bwMode="auto">
          <a:xfrm>
            <a:off x="3849688" y="9378950"/>
            <a:ext cx="2946400" cy="493713"/>
          </a:xfrm>
          <a:prstGeom prst="rect">
            <a:avLst/>
          </a:prstGeom>
          <a:noFill/>
          <a:ln w="9525">
            <a:noFill/>
            <a:miter lim="800000"/>
          </a:ln>
          <a:effectLst/>
        </p:spPr>
        <p:txBody>
          <a:bodyPr vert="horz" wrap="square" lIns="91440" tIns="45720" rIns="91440" bIns="45720" numCol="1" anchor="b" anchorCtr="0" compatLnSpc="1"/>
          <a:lstStyle>
            <a:lvl1pPr algn="r">
              <a:defRPr sz="1200">
                <a:latin typeface="Arial" panose="020B0604020202020204" pitchFamily="34" charset="0"/>
              </a:defRPr>
            </a:lvl1pPr>
          </a:lstStyle>
          <a:p>
            <a:pPr>
              <a:defRPr/>
            </a:pPr>
            <a:fld id="{5B0C0944-B132-EC49-AFA3-CE6EAA48DD42}"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4572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9144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3716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18288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7"/>
          <p:cNvSpPr>
            <a:spLocks noGrp="1" noChangeArrowheads="1"/>
          </p:cNvSpPr>
          <p:nvPr>
            <p:ph type="sldNum" sz="quarter" idx="5"/>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5040C8C5-FF60-0940-9A32-6676D8855FE2}" type="slidenum">
              <a:rPr kumimoji="0" lang="en-US" altLang="zh-CN" sz="1200">
                <a:latin typeface="Arial" panose="020B0604020202020204" pitchFamily="34" charset="0"/>
              </a:rPr>
            </a:fld>
            <a:endParaRPr kumimoji="0" lang="en-US" altLang="zh-CN" sz="1200">
              <a:latin typeface="Arial" panose="020B0604020202020204" pitchFamily="34" charset="0"/>
            </a:endParaRPr>
          </a:p>
        </p:txBody>
      </p:sp>
      <p:sp>
        <p:nvSpPr>
          <p:cNvPr id="15362" name="Rectangle 2"/>
          <p:cNvSpPr>
            <a:spLocks noGrp="1" noRot="1" noChangeAspect="1" noChangeArrowheads="1" noTextEdit="1"/>
          </p:cNvSpPr>
          <p:nvPr>
            <p:ph type="sldImg"/>
          </p:nvPr>
        </p:nvSpPr>
        <p:spPr/>
      </p:sp>
      <p:sp>
        <p:nvSpPr>
          <p:cNvPr id="15363" name="Rectangle 3"/>
          <p:cNvSpPr>
            <a:spLocks noGrp="1" noChangeArrowheads="1"/>
          </p:cNvSpPr>
          <p:nvPr>
            <p:ph type="body" idx="1"/>
          </p:nvPr>
        </p:nvSpPr>
        <p:spPr>
          <a:noFill/>
        </p:spPr>
        <p:txBody>
          <a:bodyPr/>
          <a:lstStyle/>
          <a:p>
            <a:pPr eaLnBrk="1" hangingPunct="1"/>
            <a:endParaRPr kumimoji="0" lang="zh-CN" altLang="en-US"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F4A715F5-9532-4023-8409-0693AFB5150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6FE4F49-4C4C-4094-B578-6FFBF965BFD5}" type="slidenum">
              <a:rPr lang="en-US" altLang="zh-CN"/>
            </a:fld>
            <a:endParaRPr lang="en-US" altLang="zh-CN"/>
          </a:p>
        </p:txBody>
      </p:sp>
      <p:sp>
        <p:nvSpPr>
          <p:cNvPr id="250882" name="Rectangle 1026"/>
          <p:cNvSpPr>
            <a:spLocks noGrp="1" noRot="1" noChangeAspect="1" noChangeArrowheads="1" noTextEdit="1"/>
          </p:cNvSpPr>
          <p:nvPr>
            <p:ph type="sldImg"/>
          </p:nvPr>
        </p:nvSpPr>
        <p:spPr>
          <a:xfrm>
            <a:off x="1150938" y="682625"/>
            <a:ext cx="4554537" cy="3416300"/>
          </a:xfrm>
        </p:spPr>
      </p:sp>
      <p:sp>
        <p:nvSpPr>
          <p:cNvPr id="250883" name="Rectangle 1027"/>
          <p:cNvSpPr>
            <a:spLocks noGrp="1" noChangeArrowheads="1"/>
          </p:cNvSpPr>
          <p:nvPr>
            <p:ph type="body" idx="1"/>
          </p:nvPr>
        </p:nvSpPr>
        <p:spPr/>
        <p:txBody>
          <a:bodyPr/>
          <a:lstStyle/>
          <a:p>
            <a:endParaRPr lang="en-US"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6FE4F49-4C4C-4094-B578-6FFBF965BFD5}" type="slidenum">
              <a:rPr lang="en-US" altLang="zh-CN"/>
            </a:fld>
            <a:endParaRPr lang="en-US" altLang="zh-CN"/>
          </a:p>
        </p:txBody>
      </p:sp>
      <p:sp>
        <p:nvSpPr>
          <p:cNvPr id="250882" name="Rectangle 1026"/>
          <p:cNvSpPr>
            <a:spLocks noGrp="1" noRot="1" noChangeAspect="1" noChangeArrowheads="1" noTextEdit="1"/>
          </p:cNvSpPr>
          <p:nvPr>
            <p:ph type="sldImg"/>
          </p:nvPr>
        </p:nvSpPr>
        <p:spPr>
          <a:xfrm>
            <a:off x="1150938" y="682625"/>
            <a:ext cx="4554537" cy="3416300"/>
          </a:xfrm>
        </p:spPr>
      </p:sp>
      <p:sp>
        <p:nvSpPr>
          <p:cNvPr id="250883" name="Rectangle 1027"/>
          <p:cNvSpPr>
            <a:spLocks noGrp="1" noChangeArrowheads="1"/>
          </p:cNvSpPr>
          <p:nvPr>
            <p:ph type="body" idx="1"/>
          </p:nvPr>
        </p:nvSpPr>
        <p:spPr/>
        <p:txBody>
          <a:bodyPr/>
          <a:lstStyle/>
          <a:p>
            <a:endParaRPr lang="en-US"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6FE4F49-4C4C-4094-B578-6FFBF965BFD5}" type="slidenum">
              <a:rPr lang="en-US" altLang="zh-CN"/>
            </a:fld>
            <a:endParaRPr lang="en-US" altLang="zh-CN"/>
          </a:p>
        </p:txBody>
      </p:sp>
      <p:sp>
        <p:nvSpPr>
          <p:cNvPr id="250882" name="Rectangle 1026"/>
          <p:cNvSpPr>
            <a:spLocks noGrp="1" noRot="1" noChangeAspect="1" noChangeArrowheads="1" noTextEdit="1"/>
          </p:cNvSpPr>
          <p:nvPr>
            <p:ph type="sldImg"/>
          </p:nvPr>
        </p:nvSpPr>
        <p:spPr>
          <a:xfrm>
            <a:off x="1150938" y="682625"/>
            <a:ext cx="4554537" cy="3416300"/>
          </a:xfrm>
        </p:spPr>
      </p:sp>
      <p:sp>
        <p:nvSpPr>
          <p:cNvPr id="250883" name="Rectangle 1027"/>
          <p:cNvSpPr>
            <a:spLocks noGrp="1" noChangeArrowheads="1"/>
          </p:cNvSpPr>
          <p:nvPr>
            <p:ph type="body" idx="1"/>
          </p:nvPr>
        </p:nvSpPr>
        <p:spPr/>
        <p:txBody>
          <a:bodyPr/>
          <a:lstStyle/>
          <a:p>
            <a:endParaRPr lang="en-US"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6FE4F49-4C4C-4094-B578-6FFBF965BFD5}" type="slidenum">
              <a:rPr lang="en-US" altLang="zh-CN"/>
            </a:fld>
            <a:endParaRPr lang="en-US" altLang="zh-CN"/>
          </a:p>
        </p:txBody>
      </p:sp>
      <p:sp>
        <p:nvSpPr>
          <p:cNvPr id="250882" name="Rectangle 1026"/>
          <p:cNvSpPr>
            <a:spLocks noGrp="1" noRot="1" noChangeAspect="1" noChangeArrowheads="1" noTextEdit="1"/>
          </p:cNvSpPr>
          <p:nvPr>
            <p:ph type="sldImg"/>
          </p:nvPr>
        </p:nvSpPr>
        <p:spPr>
          <a:xfrm>
            <a:off x="1150938" y="682625"/>
            <a:ext cx="4554537" cy="3416300"/>
          </a:xfrm>
        </p:spPr>
      </p:sp>
      <p:sp>
        <p:nvSpPr>
          <p:cNvPr id="250883" name="Rectangle 1027"/>
          <p:cNvSpPr>
            <a:spLocks noGrp="1" noChangeArrowheads="1"/>
          </p:cNvSpPr>
          <p:nvPr>
            <p:ph type="body" idx="1"/>
          </p:nvPr>
        </p:nvSpPr>
        <p:spPr/>
        <p:txBody>
          <a:bodyPr/>
          <a:lstStyle/>
          <a:p>
            <a:endParaRPr lang="en-US"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6FE4F49-4C4C-4094-B578-6FFBF965BFD5}" type="slidenum">
              <a:rPr lang="en-US" altLang="zh-CN"/>
            </a:fld>
            <a:endParaRPr lang="en-US" altLang="zh-CN"/>
          </a:p>
        </p:txBody>
      </p:sp>
      <p:sp>
        <p:nvSpPr>
          <p:cNvPr id="250882" name="Rectangle 1026"/>
          <p:cNvSpPr>
            <a:spLocks noGrp="1" noRot="1" noChangeAspect="1" noChangeArrowheads="1" noTextEdit="1"/>
          </p:cNvSpPr>
          <p:nvPr>
            <p:ph type="sldImg"/>
          </p:nvPr>
        </p:nvSpPr>
        <p:spPr>
          <a:xfrm>
            <a:off x="1150938" y="682625"/>
            <a:ext cx="4554537" cy="3416300"/>
          </a:xfrm>
        </p:spPr>
      </p:sp>
      <p:sp>
        <p:nvSpPr>
          <p:cNvPr id="250883" name="Rectangle 1027"/>
          <p:cNvSpPr>
            <a:spLocks noGrp="1" noChangeArrowheads="1"/>
          </p:cNvSpPr>
          <p:nvPr>
            <p:ph type="body" idx="1"/>
          </p:nvPr>
        </p:nvSpPr>
        <p:spPr/>
        <p:txBody>
          <a:bodyPr/>
          <a:lstStyle/>
          <a:p>
            <a:endParaRPr lang="en-US"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A7EA511-84E0-4AE0-9842-AB0E10994BF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B0C0944-B132-EC49-AFA3-CE6EAA48DD42}"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F4A715F5-9532-4023-8409-0693AFB5150D}"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F4A715F5-9532-4023-8409-0693AFB5150D}"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F4A715F5-9532-4023-8409-0693AFB5150D}"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6FE4F49-4C4C-4094-B578-6FFBF965BFD5}" type="slidenum">
              <a:rPr lang="en-US" altLang="zh-CN"/>
            </a:fld>
            <a:endParaRPr lang="en-US" altLang="zh-CN"/>
          </a:p>
        </p:txBody>
      </p:sp>
      <p:sp>
        <p:nvSpPr>
          <p:cNvPr id="250882" name="Rectangle 1026"/>
          <p:cNvSpPr>
            <a:spLocks noGrp="1" noRot="1" noChangeAspect="1" noChangeArrowheads="1" noTextEdit="1"/>
          </p:cNvSpPr>
          <p:nvPr>
            <p:ph type="sldImg"/>
          </p:nvPr>
        </p:nvSpPr>
        <p:spPr>
          <a:xfrm>
            <a:off x="1150938" y="682625"/>
            <a:ext cx="4554537" cy="3416300"/>
          </a:xfrm>
        </p:spPr>
      </p:sp>
      <p:sp>
        <p:nvSpPr>
          <p:cNvPr id="250883" name="Rectangle 1027"/>
          <p:cNvSpPr>
            <a:spLocks noGrp="1" noChangeArrowheads="1"/>
          </p:cNvSpPr>
          <p:nvPr>
            <p:ph type="body" idx="1"/>
          </p:nvPr>
        </p:nvSpPr>
        <p:spPr/>
        <p:txBody>
          <a:bodyPr/>
          <a:lstStyle/>
          <a:p>
            <a:endParaRPr lang="en-US"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algn="just">
              <a:buFont typeface="Wingdings" panose="05000000000000000000" pitchFamily="2" charset="2"/>
              <a:buNone/>
            </a:pPr>
            <a:endParaRPr lang="zh-CN" altLang="en-US" sz="1200" dirty="0" smtClean="0"/>
          </a:p>
        </p:txBody>
      </p:sp>
      <p:sp>
        <p:nvSpPr>
          <p:cNvPr id="4" name="灯片编号占位符 3"/>
          <p:cNvSpPr>
            <a:spLocks noGrp="1"/>
          </p:cNvSpPr>
          <p:nvPr>
            <p:ph type="sldNum" sz="quarter" idx="10"/>
          </p:nvPr>
        </p:nvSpPr>
        <p:spPr/>
        <p:txBody>
          <a:bodyPr/>
          <a:lstStyle/>
          <a:p>
            <a:fld id="{F4A715F5-9532-4023-8409-0693AFB5150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Oval 6"/>
          <p:cNvSpPr>
            <a:spLocks noChangeArrowheads="1"/>
          </p:cNvSpPr>
          <p:nvPr/>
        </p:nvSpPr>
        <p:spPr bwMode="auto">
          <a:xfrm>
            <a:off x="228600" y="1635125"/>
            <a:ext cx="2514600" cy="2514600"/>
          </a:xfrm>
          <a:prstGeom prst="ellipse">
            <a:avLst/>
          </a:prstGeom>
          <a:noFill/>
          <a:ln w="12700">
            <a:solidFill>
              <a:schemeClr val="accent1"/>
            </a:solidFill>
            <a:round/>
          </a:ln>
        </p:spPr>
        <p:txBody>
          <a:bodyPr wrap="none" anchor="ctr"/>
          <a:lstStyle/>
          <a:p>
            <a:endParaRPr lang="zh-CN" altLang="en-US">
              <a:latin typeface="Arial" panose="020B0604020202020204" pitchFamily="34" charset="0"/>
            </a:endParaRPr>
          </a:p>
        </p:txBody>
      </p:sp>
      <p:sp>
        <p:nvSpPr>
          <p:cNvPr id="5" name="Rectangle 7"/>
          <p:cNvSpPr>
            <a:spLocks noChangeArrowheads="1"/>
          </p:cNvSpPr>
          <p:nvPr/>
        </p:nvSpPr>
        <p:spPr bwMode="hidden">
          <a:xfrm>
            <a:off x="0" y="2397125"/>
            <a:ext cx="4724400" cy="1143000"/>
          </a:xfrm>
          <a:prstGeom prst="rect">
            <a:avLst/>
          </a:prstGeom>
          <a:solidFill>
            <a:schemeClr val="accent2"/>
          </a:solidFill>
          <a:ln>
            <a:noFill/>
          </a:ln>
        </p:spPr>
        <p:txBody>
          <a:bodyPr wrap="none" anchor="ctr"/>
          <a:lstStyle/>
          <a:p>
            <a:endParaRPr lang="zh-CN" altLang="en-US" sz="2400"/>
          </a:p>
        </p:txBody>
      </p:sp>
      <p:sp>
        <p:nvSpPr>
          <p:cNvPr id="6" name="Rectangle 8"/>
          <p:cNvSpPr>
            <a:spLocks noChangeArrowheads="1"/>
          </p:cNvSpPr>
          <p:nvPr/>
        </p:nvSpPr>
        <p:spPr bwMode="hidden">
          <a:xfrm>
            <a:off x="3962400" y="2397125"/>
            <a:ext cx="4724400" cy="1143000"/>
          </a:xfrm>
          <a:prstGeom prst="rect">
            <a:avLst/>
          </a:prstGeom>
          <a:gradFill rotWithShape="0">
            <a:gsLst>
              <a:gs pos="0">
                <a:schemeClr val="accent2"/>
              </a:gs>
              <a:gs pos="100000">
                <a:schemeClr val="bg1"/>
              </a:gs>
            </a:gsLst>
            <a:lin ang="0" scaled="1"/>
          </a:gradFill>
          <a:ln>
            <a:noFill/>
          </a:ln>
        </p:spPr>
        <p:txBody>
          <a:bodyPr wrap="none" anchor="ctr"/>
          <a:lstStyle/>
          <a:p>
            <a:endParaRPr lang="zh-CN" altLang="en-US" sz="2400"/>
          </a:p>
        </p:txBody>
      </p:sp>
      <p:pic>
        <p:nvPicPr>
          <p:cNvPr id="7" name="Picture 10" descr="tow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2088" y="188913"/>
            <a:ext cx="1990725" cy="1095375"/>
          </a:xfrm>
          <a:prstGeom prst="rect">
            <a:avLst/>
          </a:prstGeom>
          <a:noFill/>
          <a:ln>
            <a:noFill/>
          </a:ln>
        </p:spPr>
      </p:pic>
      <p:pic>
        <p:nvPicPr>
          <p:cNvPr id="8" name="Picture 11" descr="NJU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2413" y="260350"/>
            <a:ext cx="2303462" cy="904875"/>
          </a:xfrm>
          <a:prstGeom prst="rect">
            <a:avLst/>
          </a:prstGeom>
          <a:noFill/>
          <a:ln>
            <a:noFill/>
          </a:ln>
        </p:spPr>
      </p:pic>
      <p:pic>
        <p:nvPicPr>
          <p:cNvPr id="9"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88" y="6092825"/>
            <a:ext cx="9117012" cy="28575"/>
          </a:xfrm>
          <a:prstGeom prst="rect">
            <a:avLst/>
          </a:prstGeom>
          <a:noFill/>
          <a:ln>
            <a:noFill/>
          </a:ln>
        </p:spPr>
      </p:pic>
      <p:pic>
        <p:nvPicPr>
          <p:cNvPr id="10"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68413"/>
            <a:ext cx="9117013" cy="28575"/>
          </a:xfrm>
          <a:prstGeom prst="rect">
            <a:avLst/>
          </a:prstGeom>
          <a:noFill/>
          <a:ln>
            <a:noFill/>
          </a:ln>
        </p:spPr>
      </p:pic>
      <p:sp>
        <p:nvSpPr>
          <p:cNvPr id="189442" name="Rectangle 2"/>
          <p:cNvSpPr>
            <a:spLocks noGrp="1" noChangeArrowheads="1"/>
          </p:cNvSpPr>
          <p:nvPr>
            <p:ph type="subTitle" idx="1"/>
          </p:nvPr>
        </p:nvSpPr>
        <p:spPr>
          <a:xfrm>
            <a:off x="3059113" y="4149725"/>
            <a:ext cx="5184775" cy="1336675"/>
          </a:xfrm>
        </p:spPr>
        <p:txBody>
          <a:bodyPr/>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189449" name="Rectangle 9"/>
          <p:cNvSpPr>
            <a:spLocks noGrp="1" noChangeArrowheads="1"/>
          </p:cNvSpPr>
          <p:nvPr>
            <p:ph type="ctrTitle"/>
          </p:nvPr>
        </p:nvSpPr>
        <p:spPr>
          <a:xfrm>
            <a:off x="838200" y="2163763"/>
            <a:ext cx="7405688" cy="1600200"/>
          </a:xfrm>
        </p:spPr>
        <p:txBody>
          <a:bodyPr anchor="ctr"/>
          <a:lstStyle>
            <a:lvl1pPr>
              <a:defRPr/>
            </a:lvl1pPr>
          </a:lstStyle>
          <a:p>
            <a:r>
              <a:rPr lang="zh-CN" altLang="en-US"/>
              <a:t>单击此处编辑母版标题样式</a:t>
            </a:r>
            <a:endParaRPr lang="zh-CN" altLang="en-US"/>
          </a:p>
        </p:txBody>
      </p:sp>
      <p:sp>
        <p:nvSpPr>
          <p:cNvPr id="11" name="Rectangle 3"/>
          <p:cNvSpPr>
            <a:spLocks noGrp="1" noChangeArrowheads="1"/>
          </p:cNvSpPr>
          <p:nvPr>
            <p:ph type="dt" sz="half" idx="10"/>
          </p:nvPr>
        </p:nvSpPr>
        <p:spPr>
          <a:xfrm>
            <a:off x="685800" y="6284913"/>
            <a:ext cx="1293813" cy="457200"/>
          </a:xfrm>
        </p:spPr>
        <p:txBody>
          <a:bodyPr/>
          <a:lstStyle>
            <a:lvl1pPr>
              <a:defRPr/>
            </a:lvl1pPr>
          </a:lstStyle>
          <a:p>
            <a:pPr>
              <a:defRPr/>
            </a:pPr>
            <a:fld id="{0D6A5A5D-C0AB-9240-955F-F620E950634B}" type="datetime1">
              <a:rPr lang="zh-CN" altLang="en-US"/>
            </a:fld>
            <a:endParaRPr lang="en-US" altLang="zh-CN"/>
          </a:p>
        </p:txBody>
      </p:sp>
      <p:sp>
        <p:nvSpPr>
          <p:cNvPr id="12" name="Rectangle 4"/>
          <p:cNvSpPr>
            <a:spLocks noGrp="1" noChangeArrowheads="1"/>
          </p:cNvSpPr>
          <p:nvPr>
            <p:ph type="ftr" sz="quarter" idx="11"/>
          </p:nvPr>
        </p:nvSpPr>
        <p:spPr>
          <a:xfrm>
            <a:off x="2195513" y="6202363"/>
            <a:ext cx="5113337" cy="539750"/>
          </a:xfrm>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13" name="Rectangle 5"/>
          <p:cNvSpPr>
            <a:spLocks noGrp="1" noChangeArrowheads="1"/>
          </p:cNvSpPr>
          <p:nvPr>
            <p:ph type="sldNum" sz="quarter" idx="12"/>
          </p:nvPr>
        </p:nvSpPr>
        <p:spPr/>
        <p:txBody>
          <a:bodyPr/>
          <a:lstStyle>
            <a:lvl1pPr>
              <a:defRPr/>
            </a:lvl1pPr>
          </a:lstStyle>
          <a:p>
            <a:pPr>
              <a:defRPr/>
            </a:pPr>
            <a:fld id="{FF2D067A-F845-9D47-B75C-B79758830B91}"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077F30FB-1D90-1E40-92FD-7816B07D6DDC}" type="datetime1">
              <a:rPr lang="zh-CN" altLang="en-US"/>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fld id="{50AC0454-A414-F04C-824A-79602E160F30}"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7"/>
          <p:cNvSpPr>
            <a:spLocks noGrp="1" noChangeArrowheads="1"/>
          </p:cNvSpPr>
          <p:nvPr>
            <p:ph type="dt" sz="half" idx="10"/>
          </p:nvPr>
        </p:nvSpPr>
        <p:spPr/>
        <p:txBody>
          <a:bodyPr/>
          <a:lstStyle>
            <a:lvl1pPr>
              <a:defRPr/>
            </a:lvl1pPr>
          </a:lstStyle>
          <a:p>
            <a:pPr>
              <a:defRPr/>
            </a:pPr>
            <a:fld id="{4C4D4937-3AAC-2F43-8620-ACFE49DEF568}" type="datetime1">
              <a:rPr lang="zh-CN" altLang="en-US"/>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fld id="{66269295-C29F-3149-9360-87688FDF403F}"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68313" y="1484313"/>
            <a:ext cx="3994150"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14863" y="1484313"/>
            <a:ext cx="3995737"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7"/>
          <p:cNvSpPr>
            <a:spLocks noGrp="1" noChangeArrowheads="1"/>
          </p:cNvSpPr>
          <p:nvPr>
            <p:ph type="dt" sz="half" idx="10"/>
          </p:nvPr>
        </p:nvSpPr>
        <p:spPr/>
        <p:txBody>
          <a:bodyPr/>
          <a:lstStyle>
            <a:lvl1pPr>
              <a:defRPr/>
            </a:lvl1pPr>
          </a:lstStyle>
          <a:p>
            <a:pPr>
              <a:defRPr/>
            </a:pPr>
            <a:fld id="{283EEF00-B08F-3B4D-A7CE-56D6CC17061A}" type="datetime1">
              <a:rPr lang="zh-CN" altLang="en-US"/>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7" name="Rectangle 9"/>
          <p:cNvSpPr>
            <a:spLocks noGrp="1" noChangeArrowheads="1"/>
          </p:cNvSpPr>
          <p:nvPr>
            <p:ph type="sldNum" sz="quarter" idx="12"/>
          </p:nvPr>
        </p:nvSpPr>
        <p:spPr/>
        <p:txBody>
          <a:bodyPr/>
          <a:lstStyle>
            <a:lvl1pPr>
              <a:defRPr/>
            </a:lvl1pPr>
          </a:lstStyle>
          <a:p>
            <a:pPr>
              <a:defRPr/>
            </a:pPr>
            <a:fld id="{E63DF638-F973-D149-899D-B82E6CEBC740}"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7"/>
          <p:cNvSpPr>
            <a:spLocks noGrp="1" noChangeArrowheads="1"/>
          </p:cNvSpPr>
          <p:nvPr>
            <p:ph type="dt" sz="half" idx="10"/>
          </p:nvPr>
        </p:nvSpPr>
        <p:spPr/>
        <p:txBody>
          <a:bodyPr/>
          <a:lstStyle>
            <a:lvl1pPr>
              <a:defRPr/>
            </a:lvl1pPr>
          </a:lstStyle>
          <a:p>
            <a:pPr>
              <a:defRPr/>
            </a:pPr>
            <a:fld id="{695508D3-CDD3-E542-BE08-6C1FCC6D6164}" type="datetime1">
              <a:rPr lang="zh-CN" altLang="en-US"/>
            </a:fld>
            <a:endParaRPr lang="en-US" altLang="zh-CN"/>
          </a:p>
        </p:txBody>
      </p:sp>
      <p:sp>
        <p:nvSpPr>
          <p:cNvPr id="8"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9" name="Rectangle 9"/>
          <p:cNvSpPr>
            <a:spLocks noGrp="1" noChangeArrowheads="1"/>
          </p:cNvSpPr>
          <p:nvPr>
            <p:ph type="sldNum" sz="quarter" idx="12"/>
          </p:nvPr>
        </p:nvSpPr>
        <p:spPr/>
        <p:txBody>
          <a:bodyPr/>
          <a:lstStyle>
            <a:lvl1pPr>
              <a:defRPr/>
            </a:lvl1pPr>
          </a:lstStyle>
          <a:p>
            <a:pPr>
              <a:defRPr/>
            </a:pPr>
            <a:fld id="{2C9172C2-BDF7-0E44-B517-1E11CE0887B6}"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7"/>
          <p:cNvSpPr>
            <a:spLocks noGrp="1" noChangeArrowheads="1"/>
          </p:cNvSpPr>
          <p:nvPr>
            <p:ph type="dt" sz="half" idx="10"/>
          </p:nvPr>
        </p:nvSpPr>
        <p:spPr/>
        <p:txBody>
          <a:bodyPr/>
          <a:lstStyle>
            <a:lvl1pPr>
              <a:defRPr/>
            </a:lvl1pPr>
          </a:lstStyle>
          <a:p>
            <a:pPr>
              <a:defRPr/>
            </a:pPr>
            <a:fld id="{6A3C62C2-65F9-4A4E-ACC0-2EE28D40ECC3}" type="datetime1">
              <a:rPr lang="zh-CN" altLang="en-US"/>
            </a:fld>
            <a:endParaRPr lang="en-US" altLang="zh-CN"/>
          </a:p>
        </p:txBody>
      </p:sp>
      <p:sp>
        <p:nvSpPr>
          <p:cNvPr id="4"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5" name="Rectangle 9"/>
          <p:cNvSpPr>
            <a:spLocks noGrp="1" noChangeArrowheads="1"/>
          </p:cNvSpPr>
          <p:nvPr>
            <p:ph type="sldNum" sz="quarter" idx="12"/>
          </p:nvPr>
        </p:nvSpPr>
        <p:spPr/>
        <p:txBody>
          <a:bodyPr/>
          <a:lstStyle>
            <a:lvl1pPr>
              <a:defRPr/>
            </a:lvl1pPr>
          </a:lstStyle>
          <a:p>
            <a:pPr>
              <a:defRPr/>
            </a:pPr>
            <a:fld id="{3E440166-6CE3-F044-BBAE-2F06EF89DFF3}"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7"/>
          <p:cNvSpPr>
            <a:spLocks noGrp="1" noChangeArrowheads="1"/>
          </p:cNvSpPr>
          <p:nvPr>
            <p:ph type="dt" sz="half" idx="10"/>
          </p:nvPr>
        </p:nvSpPr>
        <p:spPr/>
        <p:txBody>
          <a:bodyPr/>
          <a:lstStyle>
            <a:lvl1pPr>
              <a:defRPr/>
            </a:lvl1pPr>
          </a:lstStyle>
          <a:p>
            <a:pPr>
              <a:defRPr/>
            </a:pPr>
            <a:fld id="{E0C7EA1E-2C4C-2645-A209-C97C0E2EC17C}" type="datetime1">
              <a:rPr lang="zh-CN" altLang="en-US"/>
            </a:fld>
            <a:endParaRPr lang="en-US" altLang="zh-CN"/>
          </a:p>
        </p:txBody>
      </p:sp>
      <p:sp>
        <p:nvSpPr>
          <p:cNvPr id="3"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4" name="Rectangle 9"/>
          <p:cNvSpPr>
            <a:spLocks noGrp="1" noChangeArrowheads="1"/>
          </p:cNvSpPr>
          <p:nvPr>
            <p:ph type="sldNum" sz="quarter" idx="12"/>
          </p:nvPr>
        </p:nvSpPr>
        <p:spPr/>
        <p:txBody>
          <a:bodyPr/>
          <a:lstStyle>
            <a:lvl1pPr>
              <a:defRPr/>
            </a:lvl1pPr>
          </a:lstStyle>
          <a:p>
            <a:pPr>
              <a:defRPr/>
            </a:pPr>
            <a:fld id="{CDB26990-C4F0-764F-9A2D-023468D73A56}"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7"/>
          <p:cNvSpPr>
            <a:spLocks noGrp="1" noChangeArrowheads="1"/>
          </p:cNvSpPr>
          <p:nvPr>
            <p:ph type="dt" sz="half" idx="10"/>
          </p:nvPr>
        </p:nvSpPr>
        <p:spPr/>
        <p:txBody>
          <a:bodyPr/>
          <a:lstStyle>
            <a:lvl1pPr>
              <a:defRPr/>
            </a:lvl1pPr>
          </a:lstStyle>
          <a:p>
            <a:pPr>
              <a:defRPr/>
            </a:pPr>
            <a:fld id="{A5AC86A3-CDD1-2747-AC1B-4C53F4BBAEEB}" type="datetime1">
              <a:rPr lang="zh-CN" altLang="en-US"/>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7" name="Rectangle 9"/>
          <p:cNvSpPr>
            <a:spLocks noGrp="1" noChangeArrowheads="1"/>
          </p:cNvSpPr>
          <p:nvPr>
            <p:ph type="sldNum" sz="quarter" idx="12"/>
          </p:nvPr>
        </p:nvSpPr>
        <p:spPr/>
        <p:txBody>
          <a:bodyPr/>
          <a:lstStyle>
            <a:lvl1pPr>
              <a:defRPr/>
            </a:lvl1pPr>
          </a:lstStyle>
          <a:p>
            <a:pPr>
              <a:defRPr/>
            </a:pPr>
            <a:fld id="{1563E623-5935-2245-A7E5-583BD36AF976}"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7"/>
          <p:cNvSpPr>
            <a:spLocks noGrp="1" noChangeArrowheads="1"/>
          </p:cNvSpPr>
          <p:nvPr>
            <p:ph type="dt" sz="half" idx="10"/>
          </p:nvPr>
        </p:nvSpPr>
        <p:spPr/>
        <p:txBody>
          <a:bodyPr/>
          <a:lstStyle>
            <a:lvl1pPr>
              <a:defRPr/>
            </a:lvl1pPr>
          </a:lstStyle>
          <a:p>
            <a:pPr>
              <a:defRPr/>
            </a:pPr>
            <a:fld id="{7912DB9A-73EB-2948-9683-158113B6707A}" type="datetime1">
              <a:rPr lang="zh-CN" altLang="en-US"/>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7" name="Rectangle 9"/>
          <p:cNvSpPr>
            <a:spLocks noGrp="1" noChangeArrowheads="1"/>
          </p:cNvSpPr>
          <p:nvPr>
            <p:ph type="sldNum" sz="quarter" idx="12"/>
          </p:nvPr>
        </p:nvSpPr>
        <p:spPr/>
        <p:txBody>
          <a:bodyPr/>
          <a:lstStyle>
            <a:lvl1pPr>
              <a:defRPr/>
            </a:lvl1pPr>
          </a:lstStyle>
          <a:p>
            <a:pPr>
              <a:defRPr/>
            </a:pPr>
            <a:fld id="{28D912F3-F979-3D4B-8A3A-5A312B3AEED3}"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DE212855-A84D-8640-AF7F-74B205D91AAA}" type="datetime1">
              <a:rPr lang="zh-CN" altLang="en-US"/>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fld id="{1DBA8F70-1237-3346-A9ED-CCB248B552AD}"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5425" y="404813"/>
            <a:ext cx="2035175" cy="5472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68313" y="404813"/>
            <a:ext cx="5954712" cy="5472112"/>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EC215E04-8BE3-CD41-8C4D-B3B1467F6703}" type="datetime1">
              <a:rPr lang="zh-CN" altLang="en-US"/>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fld id="{2C0DC5BE-D905-9B4A-A5F8-C3A933EEDA72}"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封面页">
    <p:bg>
      <p:bgPr>
        <a:gradFill flip="none" rotWithShape="1">
          <a:gsLst>
            <a:gs pos="0">
              <a:schemeClr val="bg1"/>
            </a:gs>
            <a:gs pos="67000">
              <a:schemeClr val="bg1">
                <a:lumMod val="95000"/>
              </a:schemeClr>
            </a:gs>
            <a:gs pos="100000">
              <a:schemeClr val="bg1">
                <a:lumMod val="95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18" name="椭圆 17"/>
          <p:cNvSpPr/>
          <p:nvPr userDrawn="1"/>
        </p:nvSpPr>
        <p:spPr>
          <a:xfrm>
            <a:off x="637335" y="5172301"/>
            <a:ext cx="3862755" cy="5150340"/>
          </a:xfrm>
          <a:prstGeom prst="ellips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椭圆 1"/>
          <p:cNvSpPr/>
          <p:nvPr userDrawn="1"/>
        </p:nvSpPr>
        <p:spPr>
          <a:xfrm>
            <a:off x="-574221" y="4401374"/>
            <a:ext cx="2261570" cy="3015427"/>
          </a:xfrm>
          <a:prstGeom prst="ellipse">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椭圆 2"/>
          <p:cNvSpPr/>
          <p:nvPr userDrawn="1"/>
        </p:nvSpPr>
        <p:spPr>
          <a:xfrm>
            <a:off x="637335" y="3973883"/>
            <a:ext cx="1477507" cy="1970009"/>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椭圆 4"/>
          <p:cNvSpPr/>
          <p:nvPr userDrawn="1"/>
        </p:nvSpPr>
        <p:spPr>
          <a:xfrm>
            <a:off x="316717" y="3889828"/>
            <a:ext cx="641237" cy="854982"/>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椭圆 8"/>
          <p:cNvSpPr/>
          <p:nvPr userDrawn="1"/>
        </p:nvSpPr>
        <p:spPr>
          <a:xfrm>
            <a:off x="1173178" y="6339862"/>
            <a:ext cx="807704" cy="1076939"/>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椭圆 9"/>
          <p:cNvSpPr/>
          <p:nvPr userDrawn="1"/>
        </p:nvSpPr>
        <p:spPr>
          <a:xfrm>
            <a:off x="1863668" y="6027945"/>
            <a:ext cx="251174" cy="334899"/>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椭圆 11"/>
          <p:cNvSpPr/>
          <p:nvPr userDrawn="1"/>
        </p:nvSpPr>
        <p:spPr>
          <a:xfrm>
            <a:off x="1848892" y="4744811"/>
            <a:ext cx="655112" cy="873483"/>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椭圆 6"/>
          <p:cNvSpPr/>
          <p:nvPr userDrawn="1"/>
        </p:nvSpPr>
        <p:spPr>
          <a:xfrm>
            <a:off x="5315161" y="-900967"/>
            <a:ext cx="1665633" cy="2220844"/>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椭圆 3"/>
          <p:cNvSpPr/>
          <p:nvPr userDrawn="1"/>
        </p:nvSpPr>
        <p:spPr>
          <a:xfrm>
            <a:off x="7090936" y="-549383"/>
            <a:ext cx="2555581" cy="3407441"/>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p:cNvSpPr/>
          <p:nvPr userDrawn="1"/>
        </p:nvSpPr>
        <p:spPr>
          <a:xfrm>
            <a:off x="6680572" y="-334768"/>
            <a:ext cx="1104743" cy="1472991"/>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椭圆 7"/>
          <p:cNvSpPr/>
          <p:nvPr userDrawn="1"/>
        </p:nvSpPr>
        <p:spPr>
          <a:xfrm>
            <a:off x="5296473" y="625398"/>
            <a:ext cx="769238" cy="1025650"/>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p:cNvSpPr/>
          <p:nvPr userDrawn="1"/>
        </p:nvSpPr>
        <p:spPr>
          <a:xfrm>
            <a:off x="8563654" y="1911283"/>
            <a:ext cx="1193006" cy="1590674"/>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椭圆 13"/>
          <p:cNvSpPr/>
          <p:nvPr userDrawn="1"/>
        </p:nvSpPr>
        <p:spPr>
          <a:xfrm>
            <a:off x="4700393" y="1326869"/>
            <a:ext cx="340092" cy="453456"/>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椭圆 15"/>
          <p:cNvSpPr/>
          <p:nvPr userDrawn="1"/>
        </p:nvSpPr>
        <p:spPr>
          <a:xfrm>
            <a:off x="8748353" y="3298513"/>
            <a:ext cx="549351" cy="732468"/>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椭圆 16"/>
          <p:cNvSpPr/>
          <p:nvPr userDrawn="1"/>
        </p:nvSpPr>
        <p:spPr>
          <a:xfrm>
            <a:off x="8159422" y="3134662"/>
            <a:ext cx="259953" cy="346604"/>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占位符 19"/>
          <p:cNvSpPr>
            <a:spLocks noGrp="1"/>
          </p:cNvSpPr>
          <p:nvPr>
            <p:ph type="body" sz="quarter" idx="10" hasCustomPrompt="1"/>
          </p:nvPr>
        </p:nvSpPr>
        <p:spPr>
          <a:xfrm>
            <a:off x="2349230" y="2498576"/>
            <a:ext cx="4445541" cy="1357674"/>
          </a:xfrm>
          <a:prstGeom prst="rect">
            <a:avLst/>
          </a:prstGeom>
        </p:spPr>
        <p:txBody>
          <a:bodyPr anchor="t"/>
          <a:lstStyle>
            <a:lvl1pPr marL="0" indent="0" algn="ctr">
              <a:buNone/>
              <a:defRPr sz="3600" b="1"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21" name="文本占位符 19"/>
          <p:cNvSpPr>
            <a:spLocks noGrp="1"/>
          </p:cNvSpPr>
          <p:nvPr>
            <p:ph type="body" sz="quarter" idx="11" hasCustomPrompt="1"/>
          </p:nvPr>
        </p:nvSpPr>
        <p:spPr>
          <a:xfrm>
            <a:off x="2349230" y="4578972"/>
            <a:ext cx="4445541" cy="339658"/>
          </a:xfrm>
          <a:prstGeom prst="rect">
            <a:avLst/>
          </a:prstGeom>
        </p:spPr>
        <p:txBody>
          <a:bodyPr anchor="t"/>
          <a:lstStyle>
            <a:lvl1pPr marL="0" indent="0" algn="ctr">
              <a:lnSpc>
                <a:spcPct val="130000"/>
              </a:lnSpc>
              <a:buNone/>
              <a:defRPr sz="90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22" name="椭圆 21"/>
          <p:cNvSpPr/>
          <p:nvPr userDrawn="1"/>
        </p:nvSpPr>
        <p:spPr>
          <a:xfrm>
            <a:off x="676120" y="3145270"/>
            <a:ext cx="351266" cy="468355"/>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椭圆 22"/>
          <p:cNvSpPr/>
          <p:nvPr userDrawn="1"/>
        </p:nvSpPr>
        <p:spPr>
          <a:xfrm>
            <a:off x="360705" y="2631758"/>
            <a:ext cx="543176" cy="724235"/>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椭圆 23"/>
          <p:cNvSpPr/>
          <p:nvPr userDrawn="1"/>
        </p:nvSpPr>
        <p:spPr>
          <a:xfrm>
            <a:off x="7988120" y="2926584"/>
            <a:ext cx="170197" cy="226929"/>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目录页">
    <p:bg>
      <p:bgPr>
        <a:gradFill>
          <a:gsLst>
            <a:gs pos="0">
              <a:schemeClr val="bg1"/>
            </a:gs>
            <a:gs pos="67000">
              <a:schemeClr val="bg1">
                <a:lumMod val="95000"/>
              </a:schemeClr>
            </a:gs>
            <a:gs pos="100000">
              <a:schemeClr val="bg1">
                <a:lumMod val="9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14" name="椭圆 13"/>
          <p:cNvSpPr/>
          <p:nvPr userDrawn="1"/>
        </p:nvSpPr>
        <p:spPr>
          <a:xfrm>
            <a:off x="4070558" y="-1921057"/>
            <a:ext cx="2394065" cy="3192086"/>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椭圆 1"/>
          <p:cNvSpPr/>
          <p:nvPr userDrawn="1"/>
        </p:nvSpPr>
        <p:spPr>
          <a:xfrm rot="20564813">
            <a:off x="2149273" y="-275747"/>
            <a:ext cx="894703" cy="1192937"/>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椭圆 2"/>
          <p:cNvSpPr/>
          <p:nvPr userDrawn="1"/>
        </p:nvSpPr>
        <p:spPr>
          <a:xfrm rot="20564813">
            <a:off x="3142724" y="-592061"/>
            <a:ext cx="1372743" cy="1830324"/>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椭圆 3"/>
          <p:cNvSpPr/>
          <p:nvPr userDrawn="1"/>
        </p:nvSpPr>
        <p:spPr>
          <a:xfrm rot="20564813">
            <a:off x="2859819" y="-217323"/>
            <a:ext cx="593418" cy="791224"/>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椭圆 4"/>
          <p:cNvSpPr/>
          <p:nvPr userDrawn="1"/>
        </p:nvSpPr>
        <p:spPr>
          <a:xfrm rot="20564813">
            <a:off x="2241854" y="610282"/>
            <a:ext cx="413200" cy="550933"/>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p:cNvSpPr/>
          <p:nvPr userDrawn="1"/>
        </p:nvSpPr>
        <p:spPr>
          <a:xfrm rot="20564813">
            <a:off x="4100151" y="524062"/>
            <a:ext cx="640829" cy="854438"/>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椭圆 6"/>
          <p:cNvSpPr/>
          <p:nvPr userDrawn="1"/>
        </p:nvSpPr>
        <p:spPr>
          <a:xfrm rot="20564813">
            <a:off x="1990892" y="1149241"/>
            <a:ext cx="182682" cy="243576"/>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椭圆 7"/>
          <p:cNvSpPr/>
          <p:nvPr userDrawn="1"/>
        </p:nvSpPr>
        <p:spPr>
          <a:xfrm rot="20564813">
            <a:off x="4317162" y="1275191"/>
            <a:ext cx="295087" cy="393449"/>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椭圆 8"/>
          <p:cNvSpPr/>
          <p:nvPr userDrawn="1"/>
        </p:nvSpPr>
        <p:spPr>
          <a:xfrm rot="20564813">
            <a:off x="3975915" y="1351640"/>
            <a:ext cx="139635" cy="186180"/>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椭圆 9"/>
          <p:cNvSpPr/>
          <p:nvPr userDrawn="1"/>
        </p:nvSpPr>
        <p:spPr>
          <a:xfrm rot="20564813">
            <a:off x="3857111" y="1292266"/>
            <a:ext cx="91422" cy="121896"/>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椭圆 11"/>
          <p:cNvSpPr/>
          <p:nvPr userDrawn="1"/>
        </p:nvSpPr>
        <p:spPr>
          <a:xfrm rot="20564813">
            <a:off x="4946263" y="1097850"/>
            <a:ext cx="582206" cy="776274"/>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p:cNvSpPr/>
          <p:nvPr userDrawn="1"/>
        </p:nvSpPr>
        <p:spPr>
          <a:xfrm rot="20564813">
            <a:off x="785217" y="1043113"/>
            <a:ext cx="299764" cy="399685"/>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p:cNvSpPr/>
          <p:nvPr userDrawn="1"/>
        </p:nvSpPr>
        <p:spPr>
          <a:xfrm>
            <a:off x="6515646" y="147823"/>
            <a:ext cx="341079" cy="454772"/>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椭圆 15"/>
          <p:cNvSpPr/>
          <p:nvPr userDrawn="1"/>
        </p:nvSpPr>
        <p:spPr>
          <a:xfrm>
            <a:off x="6218938" y="702131"/>
            <a:ext cx="426674" cy="568899"/>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椭圆 16"/>
          <p:cNvSpPr/>
          <p:nvPr userDrawn="1"/>
        </p:nvSpPr>
        <p:spPr>
          <a:xfrm>
            <a:off x="6701148" y="466000"/>
            <a:ext cx="155577" cy="207436"/>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椭圆 17"/>
          <p:cNvSpPr/>
          <p:nvPr userDrawn="1"/>
        </p:nvSpPr>
        <p:spPr>
          <a:xfrm>
            <a:off x="6944234" y="326538"/>
            <a:ext cx="126117" cy="168156"/>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文本占位符 19"/>
          <p:cNvSpPr>
            <a:spLocks noGrp="1"/>
          </p:cNvSpPr>
          <p:nvPr>
            <p:ph type="body" sz="quarter" idx="10" hasCustomPrompt="1"/>
          </p:nvPr>
        </p:nvSpPr>
        <p:spPr>
          <a:xfrm>
            <a:off x="1140801" y="3546359"/>
            <a:ext cx="2353523" cy="732453"/>
          </a:xfrm>
          <a:prstGeom prst="rect">
            <a:avLst/>
          </a:prstGeom>
        </p:spPr>
        <p:txBody>
          <a:bodyPr anchor="t"/>
          <a:lstStyle>
            <a:lvl1pPr marL="0" indent="0" algn="l">
              <a:buNone/>
              <a:defRPr sz="3600" b="1" baseline="0">
                <a:solidFill>
                  <a:schemeClr val="tx1">
                    <a:lumMod val="75000"/>
                    <a:lumOff val="25000"/>
                  </a:schemeClr>
                </a:solidFill>
                <a:latin typeface="+mj-lt"/>
              </a:defRPr>
            </a:lvl1pPr>
          </a:lstStyle>
          <a:p>
            <a:pPr lvl="0"/>
            <a:r>
              <a:rPr kumimoji="1" lang="en-US" altLang="zh-CN" dirty="0"/>
              <a:t>TITLE</a:t>
            </a:r>
            <a:r>
              <a:rPr kumimoji="1" lang="zh-CN" altLang="en-US" dirty="0"/>
              <a:t> </a:t>
            </a:r>
            <a:r>
              <a:rPr kumimoji="1" lang="en-US" altLang="zh-CN" dirty="0"/>
              <a:t>HERE</a:t>
            </a:r>
            <a:endParaRPr kumimoji="1" lang="zh-CN" altLang="en-US" dirty="0"/>
          </a:p>
        </p:txBody>
      </p:sp>
      <p:sp>
        <p:nvSpPr>
          <p:cNvPr id="20" name="文本占位符 19"/>
          <p:cNvSpPr>
            <a:spLocks noGrp="1"/>
          </p:cNvSpPr>
          <p:nvPr>
            <p:ph type="body" sz="quarter" idx="11" hasCustomPrompt="1"/>
          </p:nvPr>
        </p:nvSpPr>
        <p:spPr>
          <a:xfrm>
            <a:off x="5156541" y="2701840"/>
            <a:ext cx="2353523" cy="337452"/>
          </a:xfrm>
          <a:prstGeom prst="rect">
            <a:avLst/>
          </a:prstGeom>
        </p:spPr>
        <p:txBody>
          <a:bodyPr anchor="t"/>
          <a:lstStyle>
            <a:lvl1pPr marL="0" indent="0" algn="l">
              <a:lnSpc>
                <a:spcPct val="130000"/>
              </a:lnSpc>
              <a:buNone/>
              <a:defRPr sz="135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21" name="文本占位符 19"/>
          <p:cNvSpPr>
            <a:spLocks noGrp="1"/>
          </p:cNvSpPr>
          <p:nvPr>
            <p:ph type="body" sz="quarter" idx="12" hasCustomPrompt="1"/>
          </p:nvPr>
        </p:nvSpPr>
        <p:spPr>
          <a:xfrm>
            <a:off x="5156541" y="3742373"/>
            <a:ext cx="2353523" cy="337452"/>
          </a:xfrm>
          <a:prstGeom prst="rect">
            <a:avLst/>
          </a:prstGeom>
        </p:spPr>
        <p:txBody>
          <a:bodyPr anchor="t"/>
          <a:lstStyle>
            <a:lvl1pPr marL="0" indent="0" algn="l">
              <a:lnSpc>
                <a:spcPct val="130000"/>
              </a:lnSpc>
              <a:buNone/>
              <a:defRPr sz="135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22" name="文本占位符 19"/>
          <p:cNvSpPr>
            <a:spLocks noGrp="1"/>
          </p:cNvSpPr>
          <p:nvPr>
            <p:ph type="body" sz="quarter" idx="13" hasCustomPrompt="1"/>
          </p:nvPr>
        </p:nvSpPr>
        <p:spPr>
          <a:xfrm>
            <a:off x="5156541" y="4782906"/>
            <a:ext cx="2353523" cy="337452"/>
          </a:xfrm>
          <a:prstGeom prst="rect">
            <a:avLst/>
          </a:prstGeom>
        </p:spPr>
        <p:txBody>
          <a:bodyPr anchor="t"/>
          <a:lstStyle>
            <a:lvl1pPr marL="0" indent="0" algn="l">
              <a:lnSpc>
                <a:spcPct val="130000"/>
              </a:lnSpc>
              <a:buNone/>
              <a:defRPr sz="135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23" name="椭圆 22"/>
          <p:cNvSpPr/>
          <p:nvPr userDrawn="1"/>
        </p:nvSpPr>
        <p:spPr>
          <a:xfrm rot="10664813">
            <a:off x="1204869" y="6429043"/>
            <a:ext cx="894703" cy="1192937"/>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椭圆 23"/>
          <p:cNvSpPr/>
          <p:nvPr userDrawn="1"/>
        </p:nvSpPr>
        <p:spPr>
          <a:xfrm rot="10664813">
            <a:off x="-224165" y="5682735"/>
            <a:ext cx="1372743" cy="1830324"/>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椭圆 24"/>
          <p:cNvSpPr/>
          <p:nvPr userDrawn="1"/>
        </p:nvSpPr>
        <p:spPr>
          <a:xfrm rot="10664813">
            <a:off x="787037" y="6574260"/>
            <a:ext cx="593418" cy="791224"/>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椭圆 25"/>
          <p:cNvSpPr/>
          <p:nvPr userDrawn="1"/>
        </p:nvSpPr>
        <p:spPr>
          <a:xfrm rot="10664813">
            <a:off x="1698422" y="6255405"/>
            <a:ext cx="413200" cy="550933"/>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椭圆 26"/>
          <p:cNvSpPr/>
          <p:nvPr userDrawn="1"/>
        </p:nvSpPr>
        <p:spPr>
          <a:xfrm rot="10664813">
            <a:off x="-307586" y="5359791"/>
            <a:ext cx="640829" cy="854438"/>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椭圆 27"/>
          <p:cNvSpPr/>
          <p:nvPr userDrawn="1"/>
        </p:nvSpPr>
        <p:spPr>
          <a:xfrm rot="10664813">
            <a:off x="2242211" y="6163309"/>
            <a:ext cx="182682" cy="243576"/>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椭圆 28"/>
          <p:cNvSpPr/>
          <p:nvPr userDrawn="1"/>
        </p:nvSpPr>
        <p:spPr>
          <a:xfrm rot="10664813">
            <a:off x="-76288" y="5072160"/>
            <a:ext cx="295087" cy="393449"/>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椭圆 29"/>
          <p:cNvSpPr/>
          <p:nvPr userDrawn="1"/>
        </p:nvSpPr>
        <p:spPr>
          <a:xfrm rot="10664813">
            <a:off x="400857" y="5346636"/>
            <a:ext cx="139635" cy="186180"/>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椭圆 30"/>
          <p:cNvSpPr/>
          <p:nvPr userDrawn="1"/>
        </p:nvSpPr>
        <p:spPr>
          <a:xfrm rot="10664813">
            <a:off x="545240" y="5516493"/>
            <a:ext cx="91422" cy="121896"/>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椭圆 31"/>
          <p:cNvSpPr/>
          <p:nvPr userDrawn="1"/>
        </p:nvSpPr>
        <p:spPr>
          <a:xfrm rot="10664813">
            <a:off x="3286268" y="6508240"/>
            <a:ext cx="299764" cy="399685"/>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目录页">
    <p:bg>
      <p:bgPr>
        <a:gradFill>
          <a:gsLst>
            <a:gs pos="0">
              <a:schemeClr val="bg1"/>
            </a:gs>
            <a:gs pos="67000">
              <a:schemeClr val="bg1">
                <a:lumMod val="95000"/>
              </a:schemeClr>
            </a:gs>
            <a:gs pos="100000">
              <a:schemeClr val="bg1">
                <a:lumMod val="9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14" name="椭圆 13"/>
          <p:cNvSpPr/>
          <p:nvPr userDrawn="1"/>
        </p:nvSpPr>
        <p:spPr>
          <a:xfrm>
            <a:off x="4070558" y="-1921057"/>
            <a:ext cx="2394065" cy="3192086"/>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椭圆 1"/>
          <p:cNvSpPr/>
          <p:nvPr userDrawn="1"/>
        </p:nvSpPr>
        <p:spPr>
          <a:xfrm rot="20564813">
            <a:off x="2149273" y="-275747"/>
            <a:ext cx="894703" cy="1192937"/>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椭圆 2"/>
          <p:cNvSpPr/>
          <p:nvPr userDrawn="1"/>
        </p:nvSpPr>
        <p:spPr>
          <a:xfrm rot="20564813">
            <a:off x="3142724" y="-592061"/>
            <a:ext cx="1372743" cy="1830324"/>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椭圆 3"/>
          <p:cNvSpPr/>
          <p:nvPr userDrawn="1"/>
        </p:nvSpPr>
        <p:spPr>
          <a:xfrm rot="20564813">
            <a:off x="2859819" y="-217323"/>
            <a:ext cx="593418" cy="791224"/>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椭圆 4"/>
          <p:cNvSpPr/>
          <p:nvPr userDrawn="1"/>
        </p:nvSpPr>
        <p:spPr>
          <a:xfrm rot="20564813">
            <a:off x="2241854" y="610282"/>
            <a:ext cx="413200" cy="550933"/>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p:cNvSpPr/>
          <p:nvPr userDrawn="1"/>
        </p:nvSpPr>
        <p:spPr>
          <a:xfrm rot="20564813">
            <a:off x="4100151" y="524062"/>
            <a:ext cx="640829" cy="854438"/>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椭圆 6"/>
          <p:cNvSpPr/>
          <p:nvPr userDrawn="1"/>
        </p:nvSpPr>
        <p:spPr>
          <a:xfrm rot="20564813">
            <a:off x="1990892" y="1149241"/>
            <a:ext cx="182682" cy="243576"/>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椭圆 7"/>
          <p:cNvSpPr/>
          <p:nvPr userDrawn="1"/>
        </p:nvSpPr>
        <p:spPr>
          <a:xfrm rot="20564813">
            <a:off x="4317162" y="1275191"/>
            <a:ext cx="295087" cy="393449"/>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椭圆 8"/>
          <p:cNvSpPr/>
          <p:nvPr userDrawn="1"/>
        </p:nvSpPr>
        <p:spPr>
          <a:xfrm rot="20564813">
            <a:off x="3975915" y="1351640"/>
            <a:ext cx="139635" cy="186180"/>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椭圆 9"/>
          <p:cNvSpPr/>
          <p:nvPr userDrawn="1"/>
        </p:nvSpPr>
        <p:spPr>
          <a:xfrm rot="20564813">
            <a:off x="3857111" y="1292266"/>
            <a:ext cx="91422" cy="121896"/>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椭圆 11"/>
          <p:cNvSpPr/>
          <p:nvPr userDrawn="1"/>
        </p:nvSpPr>
        <p:spPr>
          <a:xfrm rot="20564813">
            <a:off x="4946263" y="1097850"/>
            <a:ext cx="582206" cy="776274"/>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p:cNvSpPr/>
          <p:nvPr userDrawn="1"/>
        </p:nvSpPr>
        <p:spPr>
          <a:xfrm rot="20564813">
            <a:off x="785217" y="1043113"/>
            <a:ext cx="299764" cy="399685"/>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p:cNvSpPr/>
          <p:nvPr userDrawn="1"/>
        </p:nvSpPr>
        <p:spPr>
          <a:xfrm>
            <a:off x="6515646" y="147823"/>
            <a:ext cx="341079" cy="454772"/>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椭圆 15"/>
          <p:cNvSpPr/>
          <p:nvPr userDrawn="1"/>
        </p:nvSpPr>
        <p:spPr>
          <a:xfrm>
            <a:off x="6218938" y="702131"/>
            <a:ext cx="426674" cy="568899"/>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椭圆 16"/>
          <p:cNvSpPr/>
          <p:nvPr userDrawn="1"/>
        </p:nvSpPr>
        <p:spPr>
          <a:xfrm>
            <a:off x="6701148" y="466000"/>
            <a:ext cx="155577" cy="207436"/>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椭圆 17"/>
          <p:cNvSpPr/>
          <p:nvPr userDrawn="1"/>
        </p:nvSpPr>
        <p:spPr>
          <a:xfrm>
            <a:off x="6944234" y="326538"/>
            <a:ext cx="126117" cy="168156"/>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文本占位符 19"/>
          <p:cNvSpPr>
            <a:spLocks noGrp="1"/>
          </p:cNvSpPr>
          <p:nvPr>
            <p:ph type="body" sz="quarter" idx="10" hasCustomPrompt="1"/>
          </p:nvPr>
        </p:nvSpPr>
        <p:spPr>
          <a:xfrm>
            <a:off x="1140801" y="3546359"/>
            <a:ext cx="2353523" cy="732453"/>
          </a:xfrm>
          <a:prstGeom prst="rect">
            <a:avLst/>
          </a:prstGeom>
        </p:spPr>
        <p:txBody>
          <a:bodyPr anchor="t"/>
          <a:lstStyle>
            <a:lvl1pPr marL="0" indent="0" algn="l">
              <a:buNone/>
              <a:defRPr sz="3600" b="1" baseline="0">
                <a:solidFill>
                  <a:schemeClr val="tx1">
                    <a:lumMod val="75000"/>
                    <a:lumOff val="25000"/>
                  </a:schemeClr>
                </a:solidFill>
                <a:latin typeface="+mj-lt"/>
              </a:defRPr>
            </a:lvl1pPr>
          </a:lstStyle>
          <a:p>
            <a:pPr lvl="0"/>
            <a:r>
              <a:rPr kumimoji="1" lang="en-US" altLang="zh-CN" dirty="0"/>
              <a:t>TITLE</a:t>
            </a:r>
            <a:r>
              <a:rPr kumimoji="1" lang="zh-CN" altLang="en-US" dirty="0"/>
              <a:t> </a:t>
            </a:r>
            <a:r>
              <a:rPr kumimoji="1" lang="en-US" altLang="zh-CN" dirty="0"/>
              <a:t>HERE</a:t>
            </a:r>
            <a:endParaRPr kumimoji="1" lang="zh-CN" altLang="en-US" dirty="0"/>
          </a:p>
        </p:txBody>
      </p:sp>
      <p:sp>
        <p:nvSpPr>
          <p:cNvPr id="20" name="文本占位符 19"/>
          <p:cNvSpPr>
            <a:spLocks noGrp="1"/>
          </p:cNvSpPr>
          <p:nvPr>
            <p:ph type="body" sz="quarter" idx="11" hasCustomPrompt="1"/>
          </p:nvPr>
        </p:nvSpPr>
        <p:spPr>
          <a:xfrm>
            <a:off x="5156541" y="2701840"/>
            <a:ext cx="2353523" cy="337452"/>
          </a:xfrm>
          <a:prstGeom prst="rect">
            <a:avLst/>
          </a:prstGeom>
        </p:spPr>
        <p:txBody>
          <a:bodyPr anchor="t"/>
          <a:lstStyle>
            <a:lvl1pPr marL="0" indent="0" algn="l">
              <a:lnSpc>
                <a:spcPct val="130000"/>
              </a:lnSpc>
              <a:buNone/>
              <a:defRPr sz="135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21" name="文本占位符 19"/>
          <p:cNvSpPr>
            <a:spLocks noGrp="1"/>
          </p:cNvSpPr>
          <p:nvPr>
            <p:ph type="body" sz="quarter" idx="12" hasCustomPrompt="1"/>
          </p:nvPr>
        </p:nvSpPr>
        <p:spPr>
          <a:xfrm>
            <a:off x="5156541" y="3478175"/>
            <a:ext cx="2353523" cy="337452"/>
          </a:xfrm>
          <a:prstGeom prst="rect">
            <a:avLst/>
          </a:prstGeom>
        </p:spPr>
        <p:txBody>
          <a:bodyPr anchor="t"/>
          <a:lstStyle>
            <a:lvl1pPr marL="0" indent="0" algn="l">
              <a:lnSpc>
                <a:spcPct val="130000"/>
              </a:lnSpc>
              <a:buNone/>
              <a:defRPr sz="135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23" name="椭圆 22"/>
          <p:cNvSpPr/>
          <p:nvPr userDrawn="1"/>
        </p:nvSpPr>
        <p:spPr>
          <a:xfrm rot="10664813">
            <a:off x="1204869" y="6429043"/>
            <a:ext cx="894703" cy="1192937"/>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椭圆 23"/>
          <p:cNvSpPr/>
          <p:nvPr userDrawn="1"/>
        </p:nvSpPr>
        <p:spPr>
          <a:xfrm rot="10664813">
            <a:off x="-224165" y="5682735"/>
            <a:ext cx="1372743" cy="1830324"/>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椭圆 24"/>
          <p:cNvSpPr/>
          <p:nvPr userDrawn="1"/>
        </p:nvSpPr>
        <p:spPr>
          <a:xfrm rot="10664813">
            <a:off x="787037" y="6574260"/>
            <a:ext cx="593418" cy="791224"/>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椭圆 25"/>
          <p:cNvSpPr/>
          <p:nvPr userDrawn="1"/>
        </p:nvSpPr>
        <p:spPr>
          <a:xfrm rot="10664813">
            <a:off x="1698422" y="6255405"/>
            <a:ext cx="413200" cy="550933"/>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椭圆 26"/>
          <p:cNvSpPr/>
          <p:nvPr userDrawn="1"/>
        </p:nvSpPr>
        <p:spPr>
          <a:xfrm rot="10664813">
            <a:off x="-307586" y="5359791"/>
            <a:ext cx="640829" cy="854438"/>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椭圆 27"/>
          <p:cNvSpPr/>
          <p:nvPr userDrawn="1"/>
        </p:nvSpPr>
        <p:spPr>
          <a:xfrm rot="10664813">
            <a:off x="2242211" y="6163309"/>
            <a:ext cx="182682" cy="243576"/>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椭圆 28"/>
          <p:cNvSpPr/>
          <p:nvPr userDrawn="1"/>
        </p:nvSpPr>
        <p:spPr>
          <a:xfrm rot="10664813">
            <a:off x="-76288" y="5072160"/>
            <a:ext cx="295087" cy="393449"/>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椭圆 29"/>
          <p:cNvSpPr/>
          <p:nvPr userDrawn="1"/>
        </p:nvSpPr>
        <p:spPr>
          <a:xfrm rot="10664813">
            <a:off x="400857" y="5346636"/>
            <a:ext cx="139635" cy="186180"/>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椭圆 30"/>
          <p:cNvSpPr/>
          <p:nvPr userDrawn="1"/>
        </p:nvSpPr>
        <p:spPr>
          <a:xfrm rot="10664813">
            <a:off x="545240" y="5516493"/>
            <a:ext cx="91422" cy="121896"/>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椭圆 31"/>
          <p:cNvSpPr/>
          <p:nvPr userDrawn="1"/>
        </p:nvSpPr>
        <p:spPr>
          <a:xfrm rot="10664813">
            <a:off x="3286268" y="6508240"/>
            <a:ext cx="299764" cy="399685"/>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文本占位符 19"/>
          <p:cNvSpPr>
            <a:spLocks noGrp="1"/>
          </p:cNvSpPr>
          <p:nvPr>
            <p:ph type="body" sz="quarter" idx="13" hasCustomPrompt="1"/>
          </p:nvPr>
        </p:nvSpPr>
        <p:spPr>
          <a:xfrm>
            <a:off x="5156541" y="4254510"/>
            <a:ext cx="2353523" cy="337452"/>
          </a:xfrm>
          <a:prstGeom prst="rect">
            <a:avLst/>
          </a:prstGeom>
        </p:spPr>
        <p:txBody>
          <a:bodyPr anchor="t"/>
          <a:lstStyle>
            <a:lvl1pPr marL="0" indent="0" algn="l">
              <a:lnSpc>
                <a:spcPct val="130000"/>
              </a:lnSpc>
              <a:buNone/>
              <a:defRPr sz="135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34" name="文本占位符 19"/>
          <p:cNvSpPr>
            <a:spLocks noGrp="1"/>
          </p:cNvSpPr>
          <p:nvPr>
            <p:ph type="body" sz="quarter" idx="14" hasCustomPrompt="1"/>
          </p:nvPr>
        </p:nvSpPr>
        <p:spPr>
          <a:xfrm>
            <a:off x="5156541" y="5030845"/>
            <a:ext cx="2353523" cy="337452"/>
          </a:xfrm>
          <a:prstGeom prst="rect">
            <a:avLst/>
          </a:prstGeom>
        </p:spPr>
        <p:txBody>
          <a:bodyPr anchor="t"/>
          <a:lstStyle>
            <a:lvl1pPr marL="0" indent="0" algn="l">
              <a:lnSpc>
                <a:spcPct val="130000"/>
              </a:lnSpc>
              <a:buNone/>
              <a:defRPr sz="135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目录页">
    <p:bg>
      <p:bgPr>
        <a:gradFill>
          <a:gsLst>
            <a:gs pos="0">
              <a:schemeClr val="bg1"/>
            </a:gs>
            <a:gs pos="67000">
              <a:schemeClr val="bg1">
                <a:lumMod val="95000"/>
              </a:schemeClr>
            </a:gs>
            <a:gs pos="100000">
              <a:schemeClr val="bg1">
                <a:lumMod val="9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14" name="椭圆 13"/>
          <p:cNvSpPr/>
          <p:nvPr userDrawn="1"/>
        </p:nvSpPr>
        <p:spPr>
          <a:xfrm>
            <a:off x="4070558" y="-1921057"/>
            <a:ext cx="2394065" cy="3192086"/>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椭圆 1"/>
          <p:cNvSpPr/>
          <p:nvPr userDrawn="1"/>
        </p:nvSpPr>
        <p:spPr>
          <a:xfrm rot="20564813">
            <a:off x="2149273" y="-275747"/>
            <a:ext cx="894703" cy="1192937"/>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椭圆 2"/>
          <p:cNvSpPr/>
          <p:nvPr userDrawn="1"/>
        </p:nvSpPr>
        <p:spPr>
          <a:xfrm rot="20564813">
            <a:off x="3142724" y="-592061"/>
            <a:ext cx="1372743" cy="1830324"/>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椭圆 3"/>
          <p:cNvSpPr/>
          <p:nvPr userDrawn="1"/>
        </p:nvSpPr>
        <p:spPr>
          <a:xfrm rot="20564813">
            <a:off x="2859819" y="-217323"/>
            <a:ext cx="593418" cy="791224"/>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椭圆 4"/>
          <p:cNvSpPr/>
          <p:nvPr userDrawn="1"/>
        </p:nvSpPr>
        <p:spPr>
          <a:xfrm rot="20564813">
            <a:off x="2241854" y="610282"/>
            <a:ext cx="413200" cy="550933"/>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p:cNvSpPr/>
          <p:nvPr userDrawn="1"/>
        </p:nvSpPr>
        <p:spPr>
          <a:xfrm rot="20564813">
            <a:off x="4100151" y="524062"/>
            <a:ext cx="640829" cy="854438"/>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椭圆 6"/>
          <p:cNvSpPr/>
          <p:nvPr userDrawn="1"/>
        </p:nvSpPr>
        <p:spPr>
          <a:xfrm rot="20564813">
            <a:off x="1990892" y="1149241"/>
            <a:ext cx="182682" cy="243576"/>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椭圆 7"/>
          <p:cNvSpPr/>
          <p:nvPr userDrawn="1"/>
        </p:nvSpPr>
        <p:spPr>
          <a:xfrm rot="20564813">
            <a:off x="4317162" y="1275191"/>
            <a:ext cx="295087" cy="393449"/>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椭圆 8"/>
          <p:cNvSpPr/>
          <p:nvPr userDrawn="1"/>
        </p:nvSpPr>
        <p:spPr>
          <a:xfrm rot="20564813">
            <a:off x="3975915" y="1351640"/>
            <a:ext cx="139635" cy="186180"/>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椭圆 9"/>
          <p:cNvSpPr/>
          <p:nvPr userDrawn="1"/>
        </p:nvSpPr>
        <p:spPr>
          <a:xfrm rot="20564813">
            <a:off x="3857111" y="1292266"/>
            <a:ext cx="91422" cy="121896"/>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椭圆 11"/>
          <p:cNvSpPr/>
          <p:nvPr userDrawn="1"/>
        </p:nvSpPr>
        <p:spPr>
          <a:xfrm rot="20564813">
            <a:off x="4946263" y="1097850"/>
            <a:ext cx="582206" cy="776274"/>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p:cNvSpPr/>
          <p:nvPr userDrawn="1"/>
        </p:nvSpPr>
        <p:spPr>
          <a:xfrm rot="20564813">
            <a:off x="785217" y="1043113"/>
            <a:ext cx="299764" cy="399685"/>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p:cNvSpPr/>
          <p:nvPr userDrawn="1"/>
        </p:nvSpPr>
        <p:spPr>
          <a:xfrm>
            <a:off x="6515646" y="147823"/>
            <a:ext cx="341079" cy="454772"/>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椭圆 15"/>
          <p:cNvSpPr/>
          <p:nvPr userDrawn="1"/>
        </p:nvSpPr>
        <p:spPr>
          <a:xfrm>
            <a:off x="6218938" y="702131"/>
            <a:ext cx="426674" cy="568899"/>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椭圆 16"/>
          <p:cNvSpPr/>
          <p:nvPr userDrawn="1"/>
        </p:nvSpPr>
        <p:spPr>
          <a:xfrm>
            <a:off x="6701148" y="466000"/>
            <a:ext cx="155577" cy="207436"/>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椭圆 17"/>
          <p:cNvSpPr/>
          <p:nvPr userDrawn="1"/>
        </p:nvSpPr>
        <p:spPr>
          <a:xfrm>
            <a:off x="6944234" y="326538"/>
            <a:ext cx="126117" cy="168156"/>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文本占位符 19"/>
          <p:cNvSpPr>
            <a:spLocks noGrp="1"/>
          </p:cNvSpPr>
          <p:nvPr>
            <p:ph type="body" sz="quarter" idx="10" hasCustomPrompt="1"/>
          </p:nvPr>
        </p:nvSpPr>
        <p:spPr>
          <a:xfrm>
            <a:off x="1140801" y="3546359"/>
            <a:ext cx="2353523" cy="732453"/>
          </a:xfrm>
          <a:prstGeom prst="rect">
            <a:avLst/>
          </a:prstGeom>
        </p:spPr>
        <p:txBody>
          <a:bodyPr anchor="t"/>
          <a:lstStyle>
            <a:lvl1pPr marL="0" indent="0" algn="l">
              <a:buNone/>
              <a:defRPr sz="3600" b="1" baseline="0">
                <a:solidFill>
                  <a:schemeClr val="tx1">
                    <a:lumMod val="75000"/>
                    <a:lumOff val="25000"/>
                  </a:schemeClr>
                </a:solidFill>
                <a:latin typeface="+mj-lt"/>
              </a:defRPr>
            </a:lvl1pPr>
          </a:lstStyle>
          <a:p>
            <a:pPr lvl="0"/>
            <a:r>
              <a:rPr kumimoji="1" lang="en-US" altLang="zh-CN" dirty="0"/>
              <a:t>TITLE</a:t>
            </a:r>
            <a:r>
              <a:rPr kumimoji="1" lang="zh-CN" altLang="en-US" dirty="0"/>
              <a:t> </a:t>
            </a:r>
            <a:r>
              <a:rPr kumimoji="1" lang="en-US" altLang="zh-CN" dirty="0"/>
              <a:t>HERE</a:t>
            </a:r>
            <a:endParaRPr kumimoji="1" lang="zh-CN" altLang="en-US" dirty="0"/>
          </a:p>
        </p:txBody>
      </p:sp>
      <p:sp>
        <p:nvSpPr>
          <p:cNvPr id="20" name="文本占位符 19"/>
          <p:cNvSpPr>
            <a:spLocks noGrp="1"/>
          </p:cNvSpPr>
          <p:nvPr>
            <p:ph type="body" sz="quarter" idx="11" hasCustomPrompt="1"/>
          </p:nvPr>
        </p:nvSpPr>
        <p:spPr>
          <a:xfrm>
            <a:off x="5156541" y="2197947"/>
            <a:ext cx="2353523" cy="337452"/>
          </a:xfrm>
          <a:prstGeom prst="rect">
            <a:avLst/>
          </a:prstGeom>
        </p:spPr>
        <p:txBody>
          <a:bodyPr anchor="t"/>
          <a:lstStyle>
            <a:lvl1pPr marL="0" indent="0" algn="l">
              <a:lnSpc>
                <a:spcPct val="130000"/>
              </a:lnSpc>
              <a:buNone/>
              <a:defRPr sz="135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21" name="文本占位符 19"/>
          <p:cNvSpPr>
            <a:spLocks noGrp="1"/>
          </p:cNvSpPr>
          <p:nvPr>
            <p:ph type="body" sz="quarter" idx="12" hasCustomPrompt="1"/>
          </p:nvPr>
        </p:nvSpPr>
        <p:spPr>
          <a:xfrm>
            <a:off x="5156541" y="2974282"/>
            <a:ext cx="2353523" cy="337452"/>
          </a:xfrm>
          <a:prstGeom prst="rect">
            <a:avLst/>
          </a:prstGeom>
        </p:spPr>
        <p:txBody>
          <a:bodyPr anchor="t"/>
          <a:lstStyle>
            <a:lvl1pPr marL="0" indent="0" algn="l">
              <a:lnSpc>
                <a:spcPct val="130000"/>
              </a:lnSpc>
              <a:buNone/>
              <a:defRPr sz="135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23" name="椭圆 22"/>
          <p:cNvSpPr/>
          <p:nvPr userDrawn="1"/>
        </p:nvSpPr>
        <p:spPr>
          <a:xfrm rot="10664813">
            <a:off x="1204869" y="6429043"/>
            <a:ext cx="894703" cy="1192937"/>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椭圆 23"/>
          <p:cNvSpPr/>
          <p:nvPr userDrawn="1"/>
        </p:nvSpPr>
        <p:spPr>
          <a:xfrm rot="10664813">
            <a:off x="-224165" y="5682735"/>
            <a:ext cx="1372743" cy="1830324"/>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椭圆 24"/>
          <p:cNvSpPr/>
          <p:nvPr userDrawn="1"/>
        </p:nvSpPr>
        <p:spPr>
          <a:xfrm rot="10664813">
            <a:off x="787037" y="6574260"/>
            <a:ext cx="593418" cy="791224"/>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椭圆 25"/>
          <p:cNvSpPr/>
          <p:nvPr userDrawn="1"/>
        </p:nvSpPr>
        <p:spPr>
          <a:xfrm rot="10664813">
            <a:off x="1698422" y="6255405"/>
            <a:ext cx="413200" cy="550933"/>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椭圆 26"/>
          <p:cNvSpPr/>
          <p:nvPr userDrawn="1"/>
        </p:nvSpPr>
        <p:spPr>
          <a:xfrm rot="10664813">
            <a:off x="-307586" y="5359791"/>
            <a:ext cx="640829" cy="854438"/>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椭圆 27"/>
          <p:cNvSpPr/>
          <p:nvPr userDrawn="1"/>
        </p:nvSpPr>
        <p:spPr>
          <a:xfrm rot="10664813">
            <a:off x="2242211" y="6163309"/>
            <a:ext cx="182682" cy="243576"/>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椭圆 28"/>
          <p:cNvSpPr/>
          <p:nvPr userDrawn="1"/>
        </p:nvSpPr>
        <p:spPr>
          <a:xfrm rot="10664813">
            <a:off x="-76288" y="5072160"/>
            <a:ext cx="295087" cy="393449"/>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椭圆 29"/>
          <p:cNvSpPr/>
          <p:nvPr userDrawn="1"/>
        </p:nvSpPr>
        <p:spPr>
          <a:xfrm rot="10664813">
            <a:off x="400857" y="5346636"/>
            <a:ext cx="139635" cy="186180"/>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椭圆 30"/>
          <p:cNvSpPr/>
          <p:nvPr userDrawn="1"/>
        </p:nvSpPr>
        <p:spPr>
          <a:xfrm rot="10664813">
            <a:off x="545240" y="5516493"/>
            <a:ext cx="91422" cy="121896"/>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椭圆 31"/>
          <p:cNvSpPr/>
          <p:nvPr userDrawn="1"/>
        </p:nvSpPr>
        <p:spPr>
          <a:xfrm rot="10664813">
            <a:off x="3286268" y="6508240"/>
            <a:ext cx="299764" cy="399685"/>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文本占位符 19"/>
          <p:cNvSpPr>
            <a:spLocks noGrp="1"/>
          </p:cNvSpPr>
          <p:nvPr>
            <p:ph type="body" sz="quarter" idx="13" hasCustomPrompt="1"/>
          </p:nvPr>
        </p:nvSpPr>
        <p:spPr>
          <a:xfrm>
            <a:off x="5156541" y="3750617"/>
            <a:ext cx="2353523" cy="337452"/>
          </a:xfrm>
          <a:prstGeom prst="rect">
            <a:avLst/>
          </a:prstGeom>
        </p:spPr>
        <p:txBody>
          <a:bodyPr anchor="t"/>
          <a:lstStyle>
            <a:lvl1pPr marL="0" indent="0" algn="l">
              <a:lnSpc>
                <a:spcPct val="130000"/>
              </a:lnSpc>
              <a:buNone/>
              <a:defRPr sz="135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34" name="文本占位符 19"/>
          <p:cNvSpPr>
            <a:spLocks noGrp="1"/>
          </p:cNvSpPr>
          <p:nvPr>
            <p:ph type="body" sz="quarter" idx="14" hasCustomPrompt="1"/>
          </p:nvPr>
        </p:nvSpPr>
        <p:spPr>
          <a:xfrm>
            <a:off x="5156541" y="4526952"/>
            <a:ext cx="2353523" cy="337452"/>
          </a:xfrm>
          <a:prstGeom prst="rect">
            <a:avLst/>
          </a:prstGeom>
        </p:spPr>
        <p:txBody>
          <a:bodyPr anchor="t"/>
          <a:lstStyle>
            <a:lvl1pPr marL="0" indent="0" algn="l">
              <a:lnSpc>
                <a:spcPct val="130000"/>
              </a:lnSpc>
              <a:buNone/>
              <a:defRPr sz="135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35" name="文本占位符 19"/>
          <p:cNvSpPr>
            <a:spLocks noGrp="1"/>
          </p:cNvSpPr>
          <p:nvPr>
            <p:ph type="body" sz="quarter" idx="15" hasCustomPrompt="1"/>
          </p:nvPr>
        </p:nvSpPr>
        <p:spPr>
          <a:xfrm>
            <a:off x="5156541" y="5303287"/>
            <a:ext cx="2353523" cy="337452"/>
          </a:xfrm>
          <a:prstGeom prst="rect">
            <a:avLst/>
          </a:prstGeom>
        </p:spPr>
        <p:txBody>
          <a:bodyPr anchor="t"/>
          <a:lstStyle>
            <a:lvl1pPr marL="0" indent="0" algn="l">
              <a:lnSpc>
                <a:spcPct val="130000"/>
              </a:lnSpc>
              <a:buNone/>
              <a:defRPr sz="135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目录页">
    <p:bg>
      <p:bgPr>
        <a:gradFill>
          <a:gsLst>
            <a:gs pos="0">
              <a:schemeClr val="bg1"/>
            </a:gs>
            <a:gs pos="67000">
              <a:schemeClr val="bg1">
                <a:lumMod val="95000"/>
              </a:schemeClr>
            </a:gs>
            <a:gs pos="100000">
              <a:schemeClr val="bg1">
                <a:lumMod val="9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14" name="椭圆 13"/>
          <p:cNvSpPr/>
          <p:nvPr userDrawn="1"/>
        </p:nvSpPr>
        <p:spPr>
          <a:xfrm>
            <a:off x="4070558" y="-1921057"/>
            <a:ext cx="2394065" cy="3192086"/>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椭圆 1"/>
          <p:cNvSpPr/>
          <p:nvPr userDrawn="1"/>
        </p:nvSpPr>
        <p:spPr>
          <a:xfrm rot="20564813">
            <a:off x="2149273" y="-275747"/>
            <a:ext cx="894703" cy="1192937"/>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椭圆 2"/>
          <p:cNvSpPr/>
          <p:nvPr userDrawn="1"/>
        </p:nvSpPr>
        <p:spPr>
          <a:xfrm rot="20564813">
            <a:off x="3142724" y="-592061"/>
            <a:ext cx="1372743" cy="1830324"/>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椭圆 3"/>
          <p:cNvSpPr/>
          <p:nvPr userDrawn="1"/>
        </p:nvSpPr>
        <p:spPr>
          <a:xfrm rot="20564813">
            <a:off x="2859819" y="-217323"/>
            <a:ext cx="593418" cy="791224"/>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椭圆 4"/>
          <p:cNvSpPr/>
          <p:nvPr userDrawn="1"/>
        </p:nvSpPr>
        <p:spPr>
          <a:xfrm rot="20564813">
            <a:off x="2241854" y="610282"/>
            <a:ext cx="413200" cy="550933"/>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p:cNvSpPr/>
          <p:nvPr userDrawn="1"/>
        </p:nvSpPr>
        <p:spPr>
          <a:xfrm rot="20564813">
            <a:off x="4100151" y="524062"/>
            <a:ext cx="640829" cy="854438"/>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椭圆 6"/>
          <p:cNvSpPr/>
          <p:nvPr userDrawn="1"/>
        </p:nvSpPr>
        <p:spPr>
          <a:xfrm rot="20564813">
            <a:off x="1990892" y="1149241"/>
            <a:ext cx="182682" cy="243576"/>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椭圆 7"/>
          <p:cNvSpPr/>
          <p:nvPr userDrawn="1"/>
        </p:nvSpPr>
        <p:spPr>
          <a:xfrm rot="20564813">
            <a:off x="4317162" y="1275191"/>
            <a:ext cx="295087" cy="393449"/>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椭圆 8"/>
          <p:cNvSpPr/>
          <p:nvPr userDrawn="1"/>
        </p:nvSpPr>
        <p:spPr>
          <a:xfrm rot="20564813">
            <a:off x="3975915" y="1351640"/>
            <a:ext cx="139635" cy="186180"/>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椭圆 9"/>
          <p:cNvSpPr/>
          <p:nvPr userDrawn="1"/>
        </p:nvSpPr>
        <p:spPr>
          <a:xfrm rot="20564813">
            <a:off x="3857111" y="1292266"/>
            <a:ext cx="91422" cy="121896"/>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椭圆 11"/>
          <p:cNvSpPr/>
          <p:nvPr userDrawn="1"/>
        </p:nvSpPr>
        <p:spPr>
          <a:xfrm rot="20564813">
            <a:off x="4946263" y="1097850"/>
            <a:ext cx="582206" cy="776274"/>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p:cNvSpPr/>
          <p:nvPr userDrawn="1"/>
        </p:nvSpPr>
        <p:spPr>
          <a:xfrm rot="20564813">
            <a:off x="785217" y="1043113"/>
            <a:ext cx="299764" cy="399685"/>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p:cNvSpPr/>
          <p:nvPr userDrawn="1"/>
        </p:nvSpPr>
        <p:spPr>
          <a:xfrm>
            <a:off x="6515646" y="147823"/>
            <a:ext cx="341079" cy="454772"/>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椭圆 15"/>
          <p:cNvSpPr/>
          <p:nvPr userDrawn="1"/>
        </p:nvSpPr>
        <p:spPr>
          <a:xfrm>
            <a:off x="6218938" y="702131"/>
            <a:ext cx="426674" cy="568899"/>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椭圆 16"/>
          <p:cNvSpPr/>
          <p:nvPr userDrawn="1"/>
        </p:nvSpPr>
        <p:spPr>
          <a:xfrm>
            <a:off x="6701148" y="466000"/>
            <a:ext cx="155577" cy="207436"/>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椭圆 17"/>
          <p:cNvSpPr/>
          <p:nvPr userDrawn="1"/>
        </p:nvSpPr>
        <p:spPr>
          <a:xfrm>
            <a:off x="6944234" y="326538"/>
            <a:ext cx="126117" cy="168156"/>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文本占位符 19"/>
          <p:cNvSpPr>
            <a:spLocks noGrp="1"/>
          </p:cNvSpPr>
          <p:nvPr>
            <p:ph type="body" sz="quarter" idx="10" hasCustomPrompt="1"/>
          </p:nvPr>
        </p:nvSpPr>
        <p:spPr>
          <a:xfrm>
            <a:off x="1140801" y="3546359"/>
            <a:ext cx="2353523" cy="732453"/>
          </a:xfrm>
          <a:prstGeom prst="rect">
            <a:avLst/>
          </a:prstGeom>
        </p:spPr>
        <p:txBody>
          <a:bodyPr anchor="t"/>
          <a:lstStyle>
            <a:lvl1pPr marL="0" indent="0" algn="l">
              <a:buNone/>
              <a:defRPr sz="3600" b="1" baseline="0">
                <a:solidFill>
                  <a:schemeClr val="tx1">
                    <a:lumMod val="75000"/>
                    <a:lumOff val="25000"/>
                  </a:schemeClr>
                </a:solidFill>
                <a:latin typeface="+mj-lt"/>
              </a:defRPr>
            </a:lvl1pPr>
          </a:lstStyle>
          <a:p>
            <a:pPr lvl="0"/>
            <a:r>
              <a:rPr kumimoji="1" lang="en-US" altLang="zh-CN" dirty="0"/>
              <a:t>TITLE</a:t>
            </a:r>
            <a:r>
              <a:rPr kumimoji="1" lang="zh-CN" altLang="en-US" dirty="0"/>
              <a:t> </a:t>
            </a:r>
            <a:r>
              <a:rPr kumimoji="1" lang="en-US" altLang="zh-CN" dirty="0"/>
              <a:t>HERE</a:t>
            </a:r>
            <a:endParaRPr kumimoji="1" lang="zh-CN" altLang="en-US" dirty="0"/>
          </a:p>
        </p:txBody>
      </p:sp>
      <p:sp>
        <p:nvSpPr>
          <p:cNvPr id="20" name="文本占位符 19"/>
          <p:cNvSpPr>
            <a:spLocks noGrp="1"/>
          </p:cNvSpPr>
          <p:nvPr>
            <p:ph type="body" sz="quarter" idx="11" hasCustomPrompt="1"/>
          </p:nvPr>
        </p:nvSpPr>
        <p:spPr>
          <a:xfrm>
            <a:off x="5156541" y="2197947"/>
            <a:ext cx="2353523" cy="337452"/>
          </a:xfrm>
          <a:prstGeom prst="rect">
            <a:avLst/>
          </a:prstGeom>
        </p:spPr>
        <p:txBody>
          <a:bodyPr anchor="t"/>
          <a:lstStyle>
            <a:lvl1pPr marL="0" indent="0" algn="l">
              <a:lnSpc>
                <a:spcPct val="130000"/>
              </a:lnSpc>
              <a:buNone/>
              <a:defRPr sz="135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21" name="文本占位符 19"/>
          <p:cNvSpPr>
            <a:spLocks noGrp="1"/>
          </p:cNvSpPr>
          <p:nvPr>
            <p:ph type="body" sz="quarter" idx="12" hasCustomPrompt="1"/>
          </p:nvPr>
        </p:nvSpPr>
        <p:spPr>
          <a:xfrm>
            <a:off x="5156541" y="2805556"/>
            <a:ext cx="2353523" cy="337452"/>
          </a:xfrm>
          <a:prstGeom prst="rect">
            <a:avLst/>
          </a:prstGeom>
        </p:spPr>
        <p:txBody>
          <a:bodyPr anchor="t"/>
          <a:lstStyle>
            <a:lvl1pPr marL="0" indent="0" algn="l">
              <a:lnSpc>
                <a:spcPct val="130000"/>
              </a:lnSpc>
              <a:buNone/>
              <a:defRPr sz="135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23" name="椭圆 22"/>
          <p:cNvSpPr/>
          <p:nvPr userDrawn="1"/>
        </p:nvSpPr>
        <p:spPr>
          <a:xfrm rot="10664813">
            <a:off x="1204869" y="6429043"/>
            <a:ext cx="894703" cy="1192937"/>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椭圆 23"/>
          <p:cNvSpPr/>
          <p:nvPr userDrawn="1"/>
        </p:nvSpPr>
        <p:spPr>
          <a:xfrm rot="10664813">
            <a:off x="-224165" y="5682735"/>
            <a:ext cx="1372743" cy="1830324"/>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椭圆 24"/>
          <p:cNvSpPr/>
          <p:nvPr userDrawn="1"/>
        </p:nvSpPr>
        <p:spPr>
          <a:xfrm rot="10664813">
            <a:off x="787037" y="6574260"/>
            <a:ext cx="593418" cy="791224"/>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椭圆 25"/>
          <p:cNvSpPr/>
          <p:nvPr userDrawn="1"/>
        </p:nvSpPr>
        <p:spPr>
          <a:xfrm rot="10664813">
            <a:off x="1698422" y="6255405"/>
            <a:ext cx="413200" cy="550933"/>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椭圆 26"/>
          <p:cNvSpPr/>
          <p:nvPr userDrawn="1"/>
        </p:nvSpPr>
        <p:spPr>
          <a:xfrm rot="10664813">
            <a:off x="-307586" y="5359791"/>
            <a:ext cx="640829" cy="854438"/>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椭圆 27"/>
          <p:cNvSpPr/>
          <p:nvPr userDrawn="1"/>
        </p:nvSpPr>
        <p:spPr>
          <a:xfrm rot="10664813">
            <a:off x="2242211" y="6163309"/>
            <a:ext cx="182682" cy="243576"/>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椭圆 28"/>
          <p:cNvSpPr/>
          <p:nvPr userDrawn="1"/>
        </p:nvSpPr>
        <p:spPr>
          <a:xfrm rot="10664813">
            <a:off x="-76288" y="5072160"/>
            <a:ext cx="295087" cy="393449"/>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椭圆 29"/>
          <p:cNvSpPr/>
          <p:nvPr userDrawn="1"/>
        </p:nvSpPr>
        <p:spPr>
          <a:xfrm rot="10664813">
            <a:off x="400857" y="5346636"/>
            <a:ext cx="139635" cy="186180"/>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椭圆 30"/>
          <p:cNvSpPr/>
          <p:nvPr userDrawn="1"/>
        </p:nvSpPr>
        <p:spPr>
          <a:xfrm rot="10664813">
            <a:off x="545240" y="5516493"/>
            <a:ext cx="91422" cy="121896"/>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椭圆 31"/>
          <p:cNvSpPr/>
          <p:nvPr userDrawn="1"/>
        </p:nvSpPr>
        <p:spPr>
          <a:xfrm rot="10664813">
            <a:off x="3286268" y="6508240"/>
            <a:ext cx="299764" cy="399685"/>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占位符 19"/>
          <p:cNvSpPr>
            <a:spLocks noGrp="1"/>
          </p:cNvSpPr>
          <p:nvPr>
            <p:ph type="body" sz="quarter" idx="13" hasCustomPrompt="1"/>
          </p:nvPr>
        </p:nvSpPr>
        <p:spPr>
          <a:xfrm>
            <a:off x="5156541" y="3413165"/>
            <a:ext cx="2353523" cy="337452"/>
          </a:xfrm>
          <a:prstGeom prst="rect">
            <a:avLst/>
          </a:prstGeom>
        </p:spPr>
        <p:txBody>
          <a:bodyPr anchor="t"/>
          <a:lstStyle>
            <a:lvl1pPr marL="0" indent="0" algn="l">
              <a:lnSpc>
                <a:spcPct val="130000"/>
              </a:lnSpc>
              <a:buNone/>
              <a:defRPr sz="135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37" name="文本占位符 19"/>
          <p:cNvSpPr>
            <a:spLocks noGrp="1"/>
          </p:cNvSpPr>
          <p:nvPr>
            <p:ph type="body" sz="quarter" idx="14" hasCustomPrompt="1"/>
          </p:nvPr>
        </p:nvSpPr>
        <p:spPr>
          <a:xfrm>
            <a:off x="5156541" y="4020774"/>
            <a:ext cx="2353523" cy="337452"/>
          </a:xfrm>
          <a:prstGeom prst="rect">
            <a:avLst/>
          </a:prstGeom>
        </p:spPr>
        <p:txBody>
          <a:bodyPr anchor="t"/>
          <a:lstStyle>
            <a:lvl1pPr marL="0" indent="0" algn="l">
              <a:lnSpc>
                <a:spcPct val="130000"/>
              </a:lnSpc>
              <a:buNone/>
              <a:defRPr sz="135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38" name="文本占位符 19"/>
          <p:cNvSpPr>
            <a:spLocks noGrp="1"/>
          </p:cNvSpPr>
          <p:nvPr>
            <p:ph type="body" sz="quarter" idx="15" hasCustomPrompt="1"/>
          </p:nvPr>
        </p:nvSpPr>
        <p:spPr>
          <a:xfrm>
            <a:off x="5156541" y="4628383"/>
            <a:ext cx="2353523" cy="337452"/>
          </a:xfrm>
          <a:prstGeom prst="rect">
            <a:avLst/>
          </a:prstGeom>
        </p:spPr>
        <p:txBody>
          <a:bodyPr anchor="t"/>
          <a:lstStyle>
            <a:lvl1pPr marL="0" indent="0" algn="l">
              <a:lnSpc>
                <a:spcPct val="130000"/>
              </a:lnSpc>
              <a:buNone/>
              <a:defRPr sz="135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39" name="文本占位符 19"/>
          <p:cNvSpPr>
            <a:spLocks noGrp="1"/>
          </p:cNvSpPr>
          <p:nvPr>
            <p:ph type="body" sz="quarter" idx="16" hasCustomPrompt="1"/>
          </p:nvPr>
        </p:nvSpPr>
        <p:spPr>
          <a:xfrm>
            <a:off x="5156541" y="5235992"/>
            <a:ext cx="2353523" cy="337452"/>
          </a:xfrm>
          <a:prstGeom prst="rect">
            <a:avLst/>
          </a:prstGeom>
        </p:spPr>
        <p:txBody>
          <a:bodyPr anchor="t"/>
          <a:lstStyle>
            <a:lvl1pPr marL="0" indent="0" algn="l">
              <a:lnSpc>
                <a:spcPct val="130000"/>
              </a:lnSpc>
              <a:buNone/>
              <a:defRPr sz="1350" b="0"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副标题页">
    <p:bg>
      <p:bgPr>
        <a:gradFill>
          <a:gsLst>
            <a:gs pos="0">
              <a:schemeClr val="bg1"/>
            </a:gs>
            <a:gs pos="67000">
              <a:schemeClr val="bg1">
                <a:lumMod val="95000"/>
              </a:schemeClr>
            </a:gs>
            <a:gs pos="100000">
              <a:schemeClr val="bg1">
                <a:lumMod val="9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椭圆 1"/>
          <p:cNvSpPr/>
          <p:nvPr userDrawn="1"/>
        </p:nvSpPr>
        <p:spPr>
          <a:xfrm>
            <a:off x="4275166" y="4382258"/>
            <a:ext cx="347474" cy="463298"/>
          </a:xfrm>
          <a:prstGeom prst="ellips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椭圆 2"/>
          <p:cNvSpPr/>
          <p:nvPr userDrawn="1"/>
        </p:nvSpPr>
        <p:spPr>
          <a:xfrm>
            <a:off x="1796262" y="1393933"/>
            <a:ext cx="2261570" cy="3015427"/>
          </a:xfrm>
          <a:prstGeom prst="ellipse">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椭圆 3"/>
          <p:cNvSpPr/>
          <p:nvPr userDrawn="1"/>
        </p:nvSpPr>
        <p:spPr>
          <a:xfrm>
            <a:off x="3007818" y="966442"/>
            <a:ext cx="1477507" cy="1970009"/>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椭圆 4"/>
          <p:cNvSpPr/>
          <p:nvPr userDrawn="1"/>
        </p:nvSpPr>
        <p:spPr>
          <a:xfrm>
            <a:off x="2687199" y="882387"/>
            <a:ext cx="641237" cy="854982"/>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p:cNvSpPr/>
          <p:nvPr userDrawn="1"/>
        </p:nvSpPr>
        <p:spPr>
          <a:xfrm>
            <a:off x="3543660" y="3332421"/>
            <a:ext cx="807704" cy="1076939"/>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椭圆 6"/>
          <p:cNvSpPr/>
          <p:nvPr userDrawn="1"/>
        </p:nvSpPr>
        <p:spPr>
          <a:xfrm>
            <a:off x="4234150" y="3020504"/>
            <a:ext cx="251174" cy="334899"/>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椭圆 7"/>
          <p:cNvSpPr/>
          <p:nvPr userDrawn="1"/>
        </p:nvSpPr>
        <p:spPr>
          <a:xfrm>
            <a:off x="4219374" y="1737370"/>
            <a:ext cx="655112" cy="873483"/>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椭圆 8"/>
          <p:cNvSpPr/>
          <p:nvPr userDrawn="1"/>
        </p:nvSpPr>
        <p:spPr>
          <a:xfrm>
            <a:off x="3046603" y="137829"/>
            <a:ext cx="351266" cy="468355"/>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椭圆 9"/>
          <p:cNvSpPr/>
          <p:nvPr userDrawn="1"/>
        </p:nvSpPr>
        <p:spPr>
          <a:xfrm>
            <a:off x="2731187" y="-375684"/>
            <a:ext cx="543176" cy="724235"/>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19"/>
          <p:cNvSpPr>
            <a:spLocks noGrp="1"/>
          </p:cNvSpPr>
          <p:nvPr>
            <p:ph type="body" sz="quarter" idx="10" hasCustomPrompt="1"/>
          </p:nvPr>
        </p:nvSpPr>
        <p:spPr>
          <a:xfrm>
            <a:off x="5036027" y="3056072"/>
            <a:ext cx="2353523" cy="732453"/>
          </a:xfrm>
          <a:prstGeom prst="rect">
            <a:avLst/>
          </a:prstGeom>
        </p:spPr>
        <p:txBody>
          <a:bodyPr anchor="t"/>
          <a:lstStyle>
            <a:lvl1pPr marL="0" indent="0" algn="l">
              <a:buNone/>
              <a:defRPr sz="3600" b="1" baseline="0">
                <a:solidFill>
                  <a:schemeClr val="tx1">
                    <a:lumMod val="75000"/>
                    <a:lumOff val="25000"/>
                  </a:schemeClr>
                </a:solidFill>
                <a:latin typeface="+mj-lt"/>
              </a:defRPr>
            </a:lvl1pPr>
          </a:lstStyle>
          <a:p>
            <a:pPr lvl="0"/>
            <a:r>
              <a:rPr kumimoji="1" lang="en-US" altLang="zh-CN" dirty="0"/>
              <a:t>TITLE</a:t>
            </a:r>
            <a:r>
              <a:rPr kumimoji="1" lang="zh-CN" altLang="en-US" dirty="0"/>
              <a:t> </a:t>
            </a:r>
            <a:r>
              <a:rPr kumimoji="1" lang="en-US" altLang="zh-CN" dirty="0"/>
              <a:t>HERE</a:t>
            </a:r>
            <a:endParaRPr kumimoji="1" lang="zh-CN" altLang="en-US" dirty="0"/>
          </a:p>
        </p:txBody>
      </p:sp>
      <p:sp>
        <p:nvSpPr>
          <p:cNvPr id="12" name="文本占位符 19"/>
          <p:cNvSpPr>
            <a:spLocks noGrp="1"/>
          </p:cNvSpPr>
          <p:nvPr>
            <p:ph type="body" sz="quarter" idx="11" hasCustomPrompt="1"/>
          </p:nvPr>
        </p:nvSpPr>
        <p:spPr>
          <a:xfrm>
            <a:off x="5036027" y="3878563"/>
            <a:ext cx="2353523" cy="337452"/>
          </a:xfrm>
          <a:prstGeom prst="rect">
            <a:avLst/>
          </a:prstGeom>
        </p:spPr>
        <p:txBody>
          <a:bodyPr anchor="t"/>
          <a:lstStyle>
            <a:lvl1pPr marL="0" indent="0" algn="l">
              <a:lnSpc>
                <a:spcPct val="130000"/>
              </a:lnSpc>
              <a:buNone/>
              <a:defRPr sz="900" b="0" baseline="0">
                <a:solidFill>
                  <a:schemeClr val="bg1">
                    <a:lumMod val="50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13" name="椭圆 12"/>
          <p:cNvSpPr/>
          <p:nvPr userDrawn="1"/>
        </p:nvSpPr>
        <p:spPr>
          <a:xfrm>
            <a:off x="4261911" y="4938494"/>
            <a:ext cx="141236" cy="188314"/>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页">
    <p:bg>
      <p:bgPr>
        <a:gradFill>
          <a:gsLst>
            <a:gs pos="0">
              <a:schemeClr val="bg1"/>
            </a:gs>
            <a:gs pos="67000">
              <a:schemeClr val="bg1">
                <a:lumMod val="95000"/>
              </a:schemeClr>
            </a:gs>
            <a:gs pos="100000">
              <a:schemeClr val="bg1">
                <a:lumMod val="95000"/>
              </a:schemeClr>
            </a:gs>
          </a:gsLst>
          <a:path path="circle">
            <a:fillToRect l="50000" t="50000" r="50000" b="50000"/>
          </a:path>
        </a:gradFill>
        <a:effectLst/>
      </p:bgPr>
    </p:bg>
    <p:spTree>
      <p:nvGrpSpPr>
        <p:cNvPr id="1" name=""/>
        <p:cNvGrpSpPr/>
        <p:nvPr/>
      </p:nvGrpSpPr>
      <p:grpSpPr>
        <a:xfrm>
          <a:off x="0" y="0"/>
          <a:ext cx="0" cy="0"/>
          <a:chOff x="0" y="0"/>
          <a:chExt cx="0" cy="0"/>
        </a:xfrm>
      </p:grpSpPr>
      <p:grpSp>
        <p:nvGrpSpPr>
          <p:cNvPr id="12" name="组 11"/>
          <p:cNvGrpSpPr/>
          <p:nvPr userDrawn="1"/>
        </p:nvGrpSpPr>
        <p:grpSpPr>
          <a:xfrm rot="10800000">
            <a:off x="5640984" y="-553388"/>
            <a:ext cx="3893617" cy="2549820"/>
            <a:chOff x="-410114" y="5072159"/>
            <a:chExt cx="5191489" cy="2549820"/>
          </a:xfrm>
        </p:grpSpPr>
        <p:sp>
          <p:nvSpPr>
            <p:cNvPr id="2" name="椭圆 1"/>
            <p:cNvSpPr/>
            <p:nvPr userDrawn="1"/>
          </p:nvSpPr>
          <p:spPr>
            <a:xfrm rot="10664813">
              <a:off x="1606491" y="6429042"/>
              <a:ext cx="1192937" cy="1192937"/>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椭圆 2"/>
            <p:cNvSpPr/>
            <p:nvPr userDrawn="1"/>
          </p:nvSpPr>
          <p:spPr>
            <a:xfrm rot="10664813">
              <a:off x="-298887" y="5682735"/>
              <a:ext cx="1830324" cy="1830324"/>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椭圆 3"/>
            <p:cNvSpPr/>
            <p:nvPr userDrawn="1"/>
          </p:nvSpPr>
          <p:spPr>
            <a:xfrm rot="10664813">
              <a:off x="1049383" y="6574260"/>
              <a:ext cx="791224" cy="791224"/>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椭圆 4"/>
            <p:cNvSpPr/>
            <p:nvPr userDrawn="1"/>
          </p:nvSpPr>
          <p:spPr>
            <a:xfrm rot="10664813">
              <a:off x="2264562" y="6255404"/>
              <a:ext cx="550933" cy="550933"/>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p:cNvSpPr/>
            <p:nvPr userDrawn="1"/>
          </p:nvSpPr>
          <p:spPr>
            <a:xfrm rot="10664813">
              <a:off x="-410114" y="5359791"/>
              <a:ext cx="854438" cy="854438"/>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椭圆 6"/>
            <p:cNvSpPr/>
            <p:nvPr userDrawn="1"/>
          </p:nvSpPr>
          <p:spPr>
            <a:xfrm rot="10664813">
              <a:off x="2989615" y="6163309"/>
              <a:ext cx="243576" cy="243576"/>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椭圆 7"/>
            <p:cNvSpPr/>
            <p:nvPr userDrawn="1"/>
          </p:nvSpPr>
          <p:spPr>
            <a:xfrm rot="10664813">
              <a:off x="-101718" y="5072159"/>
              <a:ext cx="393449" cy="393449"/>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椭圆 8"/>
            <p:cNvSpPr/>
            <p:nvPr userDrawn="1"/>
          </p:nvSpPr>
          <p:spPr>
            <a:xfrm rot="10664813">
              <a:off x="534476" y="5346636"/>
              <a:ext cx="186180" cy="186180"/>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椭圆 9"/>
            <p:cNvSpPr/>
            <p:nvPr userDrawn="1"/>
          </p:nvSpPr>
          <p:spPr>
            <a:xfrm rot="10664813">
              <a:off x="726986" y="5516493"/>
              <a:ext cx="121896" cy="121896"/>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椭圆 10"/>
            <p:cNvSpPr/>
            <p:nvPr userDrawn="1"/>
          </p:nvSpPr>
          <p:spPr>
            <a:xfrm rot="10664813">
              <a:off x="4381690" y="6508239"/>
              <a:ext cx="399685" cy="399685"/>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3" name="椭圆 12"/>
          <p:cNvSpPr/>
          <p:nvPr userDrawn="1"/>
        </p:nvSpPr>
        <p:spPr>
          <a:xfrm rot="10664813">
            <a:off x="1055781" y="6689146"/>
            <a:ext cx="894703" cy="1192937"/>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椭圆 13"/>
          <p:cNvSpPr/>
          <p:nvPr userDrawn="1"/>
        </p:nvSpPr>
        <p:spPr>
          <a:xfrm rot="10664813">
            <a:off x="-373253" y="5942838"/>
            <a:ext cx="1372743" cy="1830324"/>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p:cNvSpPr/>
          <p:nvPr userDrawn="1"/>
        </p:nvSpPr>
        <p:spPr>
          <a:xfrm rot="10664813">
            <a:off x="637949" y="6834363"/>
            <a:ext cx="593418" cy="791224"/>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椭圆 15"/>
          <p:cNvSpPr/>
          <p:nvPr userDrawn="1"/>
        </p:nvSpPr>
        <p:spPr>
          <a:xfrm rot="10664813">
            <a:off x="1549334" y="6515508"/>
            <a:ext cx="413200" cy="550933"/>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椭圆 16"/>
          <p:cNvSpPr/>
          <p:nvPr userDrawn="1"/>
        </p:nvSpPr>
        <p:spPr>
          <a:xfrm rot="10664813">
            <a:off x="-456674" y="5619894"/>
            <a:ext cx="640829" cy="854438"/>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椭圆 17"/>
          <p:cNvSpPr/>
          <p:nvPr userDrawn="1"/>
        </p:nvSpPr>
        <p:spPr>
          <a:xfrm rot="10664813">
            <a:off x="2093123" y="6423412"/>
            <a:ext cx="182682" cy="243576"/>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椭圆 18"/>
          <p:cNvSpPr/>
          <p:nvPr userDrawn="1"/>
        </p:nvSpPr>
        <p:spPr>
          <a:xfrm rot="10664813">
            <a:off x="-225376" y="5332263"/>
            <a:ext cx="295087" cy="393449"/>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椭圆 19"/>
          <p:cNvSpPr/>
          <p:nvPr userDrawn="1"/>
        </p:nvSpPr>
        <p:spPr>
          <a:xfrm rot="10664813">
            <a:off x="251769" y="5606739"/>
            <a:ext cx="139635" cy="186180"/>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椭圆 20"/>
          <p:cNvSpPr/>
          <p:nvPr userDrawn="1"/>
        </p:nvSpPr>
        <p:spPr>
          <a:xfrm rot="10664813">
            <a:off x="396152" y="5776596"/>
            <a:ext cx="91422" cy="121896"/>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椭圆 21"/>
          <p:cNvSpPr/>
          <p:nvPr userDrawn="1"/>
        </p:nvSpPr>
        <p:spPr>
          <a:xfrm rot="10664813">
            <a:off x="3137180" y="6768343"/>
            <a:ext cx="299764" cy="399685"/>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文本占位符 19"/>
          <p:cNvSpPr>
            <a:spLocks noGrp="1"/>
          </p:cNvSpPr>
          <p:nvPr>
            <p:ph type="body" sz="quarter" idx="11" hasCustomPrompt="1"/>
          </p:nvPr>
        </p:nvSpPr>
        <p:spPr>
          <a:xfrm>
            <a:off x="326370" y="251636"/>
            <a:ext cx="2551008" cy="405376"/>
          </a:xfrm>
          <a:prstGeom prst="rect">
            <a:avLst/>
          </a:prstGeom>
        </p:spPr>
        <p:txBody>
          <a:bodyPr anchor="t"/>
          <a:lstStyle>
            <a:lvl1pPr marL="0" indent="0" algn="l">
              <a:lnSpc>
                <a:spcPct val="130000"/>
              </a:lnSpc>
              <a:buNone/>
              <a:defRPr sz="1350" b="1" baseline="0">
                <a:solidFill>
                  <a:schemeClr val="tx1">
                    <a:lumMod val="75000"/>
                    <a:lumOff val="25000"/>
                  </a:schemeClr>
                </a:solidFill>
                <a:latin typeface="+mj-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pic>
        <p:nvPicPr>
          <p:cNvPr id="1102" name="图片 1101"/>
          <p:cNvPicPr>
            <a:picLocks noChangeAspect="1"/>
          </p:cNvPicPr>
          <p:nvPr userDrawn="1"/>
        </p:nvPicPr>
        <p:blipFill>
          <a:blip r:embed="rId2"/>
          <a:stretch>
            <a:fillRect/>
          </a:stretch>
        </p:blipFill>
        <p:spPr>
          <a:xfrm>
            <a:off x="0" y="3037351"/>
            <a:ext cx="5948127" cy="3820649"/>
          </a:xfrm>
          <a:prstGeom prst="rect">
            <a:avLst/>
          </a:prstGeom>
        </p:spPr>
      </p:pic>
      <p:sp>
        <p:nvSpPr>
          <p:cNvPr id="9801" name="副标题 2"/>
          <p:cNvSpPr>
            <a:spLocks noGrp="1"/>
          </p:cNvSpPr>
          <p:nvPr userDrawn="1">
            <p:ph type="subTitle" idx="1"/>
          </p:nvPr>
        </p:nvSpPr>
        <p:spPr>
          <a:xfrm>
            <a:off x="502444" y="3079043"/>
            <a:ext cx="8137922" cy="475132"/>
          </a:xfrm>
        </p:spPr>
        <p:txBody>
          <a:bodyPr anchor="ctr">
            <a:normAutofit/>
          </a:bodyPr>
          <a:lstStyle>
            <a:lvl1pPr marL="0" marR="0" indent="0" algn="r" defTabSz="685800" rtl="0" eaLnBrk="1" fontAlgn="auto" latinLnBrk="0" hangingPunct="1">
              <a:lnSpc>
                <a:spcPct val="90000"/>
              </a:lnSpc>
              <a:spcBef>
                <a:spcPts val="750"/>
              </a:spcBef>
              <a:spcAft>
                <a:spcPts val="0"/>
              </a:spcAft>
              <a:buClrTx/>
              <a:buSzTx/>
              <a:buFont typeface="Arial" panose="020B0604020202020204" pitchFamily="34" charset="0"/>
              <a:buNone/>
              <a:defRPr sz="12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marL="0" marR="0" lvl="0" indent="0" algn="r" defTabSz="685800" rtl="0" eaLnBrk="1" fontAlgn="auto" latinLnBrk="0" hangingPunct="1">
              <a:lnSpc>
                <a:spcPct val="90000"/>
              </a:lnSpc>
              <a:spcBef>
                <a:spcPts val="750"/>
              </a:spcBef>
              <a:spcAft>
                <a:spcPts val="0"/>
              </a:spcAft>
              <a:buClrTx/>
              <a:buSzTx/>
              <a:buFont typeface="Arial" panose="020B0604020202020204" pitchFamily="34" charset="0"/>
              <a:buNone/>
              <a:defRPr/>
            </a:pPr>
            <a:r>
              <a:rPr lang="en-US" altLang="zh-CN" dirty="0"/>
              <a:t>Click to edit Master subtitle style</a:t>
            </a:r>
            <a:endParaRPr lang="en-US" altLang="zh-CN" dirty="0"/>
          </a:p>
        </p:txBody>
      </p:sp>
      <p:sp>
        <p:nvSpPr>
          <p:cNvPr id="9802" name="标题 1"/>
          <p:cNvSpPr>
            <a:spLocks noGrp="1"/>
          </p:cNvSpPr>
          <p:nvPr userDrawn="1">
            <p:ph type="ctrTitle"/>
          </p:nvPr>
        </p:nvSpPr>
        <p:spPr>
          <a:xfrm>
            <a:off x="502444" y="2321170"/>
            <a:ext cx="8137922" cy="749082"/>
          </a:xfrm>
        </p:spPr>
        <p:txBody>
          <a:bodyPr anchor="ctr">
            <a:normAutofit/>
          </a:bodyPr>
          <a:lstStyle>
            <a:lvl1pPr algn="r">
              <a:defRPr sz="2700" b="1">
                <a:solidFill>
                  <a:schemeClr val="tx1"/>
                </a:solidFill>
              </a:defRPr>
            </a:lvl1pPr>
          </a:lstStyle>
          <a:p>
            <a:r>
              <a:rPr lang="en-US" altLang="zh-CN" dirty="0"/>
              <a:t>Click to edit Master title style</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34871" y="1"/>
            <a:ext cx="8605494" cy="2693989"/>
          </a:xfrm>
          <a:prstGeom prst="rect">
            <a:avLst/>
          </a:prstGeom>
        </p:spPr>
      </p:pic>
      <p:sp>
        <p:nvSpPr>
          <p:cNvPr id="20" name="标题 1"/>
          <p:cNvSpPr>
            <a:spLocks noGrp="1"/>
          </p:cNvSpPr>
          <p:nvPr userDrawn="1">
            <p:ph type="title"/>
          </p:nvPr>
        </p:nvSpPr>
        <p:spPr>
          <a:xfrm>
            <a:off x="502443" y="2927838"/>
            <a:ext cx="8137923" cy="501162"/>
          </a:xfrm>
          <a:noFill/>
        </p:spPr>
        <p:txBody>
          <a:bodyPr anchor="ctr">
            <a:normAutofit/>
          </a:bodyPr>
          <a:lstStyle>
            <a:lvl1pPr>
              <a:defRPr sz="1800" b="1">
                <a:solidFill>
                  <a:schemeClr val="tx1"/>
                </a:solidFill>
              </a:defRPr>
            </a:lvl1pPr>
          </a:lstStyle>
          <a:p>
            <a:r>
              <a:rPr lang="en-US" altLang="zh-CN" dirty="0"/>
              <a:t>Click to edit Master title style</a:t>
            </a:r>
            <a:endParaRPr lang="zh-CN" altLang="en-US" dirty="0"/>
          </a:p>
        </p:txBody>
      </p:sp>
      <p:sp>
        <p:nvSpPr>
          <p:cNvPr id="21" name="文本占位符 2"/>
          <p:cNvSpPr>
            <a:spLocks noGrp="1"/>
          </p:cNvSpPr>
          <p:nvPr userDrawn="1">
            <p:ph type="body" idx="1"/>
          </p:nvPr>
        </p:nvSpPr>
        <p:spPr>
          <a:xfrm>
            <a:off x="502443" y="3472000"/>
            <a:ext cx="8137923" cy="1082874"/>
          </a:xfrm>
          <a:noFill/>
        </p:spPr>
        <p:txBody>
          <a:bodyPr anchor="t">
            <a:normAutofit/>
          </a:bodyPr>
          <a:lstStyle>
            <a:lvl1pPr marL="0" indent="0">
              <a:lnSpc>
                <a:spcPct val="150000"/>
              </a:lnSpc>
              <a:spcBef>
                <a:spcPts val="0"/>
              </a:spcBef>
              <a:buNone/>
              <a:defRPr sz="9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ltLang="zh-CN" dirty="0"/>
              <a:t>Edit Master text styles</a:t>
            </a:r>
            <a:endParaRPr lang="en-US" altLang="zh-CN" dirty="0"/>
          </a:p>
        </p:txBody>
      </p:sp>
      <p:cxnSp>
        <p:nvCxnSpPr>
          <p:cNvPr id="3" name="直接连接符 2"/>
          <p:cNvCxnSpPr/>
          <p:nvPr userDrawn="1"/>
        </p:nvCxnSpPr>
        <p:spPr>
          <a:xfrm>
            <a:off x="502444" y="3471306"/>
            <a:ext cx="8137922"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 name="日期占位符 6"/>
          <p:cNvSpPr>
            <a:spLocks noGrp="1"/>
          </p:cNvSpPr>
          <p:nvPr>
            <p:ph type="dt" sz="half" idx="10"/>
          </p:nvPr>
        </p:nvSpPr>
        <p:spPr/>
        <p:txBody>
          <a:bodyPr/>
          <a:lstStyle/>
          <a:p>
            <a:fld id="{6489D9C7-5DC6-4263-87FF-7C99F6FB63C3}" type="datetime1">
              <a:rPr lang="zh-CN" altLang="en-US" smtClean="0"/>
            </a:fld>
            <a:endParaRPr lang="zh-CN" altLang="en-US"/>
          </a:p>
        </p:txBody>
      </p:sp>
      <p:sp>
        <p:nvSpPr>
          <p:cNvPr id="8" name="页脚占位符 7"/>
          <p:cNvSpPr>
            <a:spLocks noGrp="1"/>
          </p:cNvSpPr>
          <p:nvPr>
            <p:ph type="ftr" sz="quarter" idx="11"/>
          </p:nvPr>
        </p:nvSpPr>
        <p:spPr/>
        <p:txBody>
          <a:bodyPr/>
          <a:lstStyle/>
          <a:p>
            <a:r>
              <a:rPr lang="en-US" altLang="zh-CN"/>
              <a:t>www.islide.cc</a:t>
            </a:r>
            <a:endParaRPr lang="zh-CN" altLang="en-US" dirty="0"/>
          </a:p>
        </p:txBody>
      </p:sp>
      <p:sp>
        <p:nvSpPr>
          <p:cNvPr id="9" name="灯片编号占位符 8"/>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Click to edit Master title style</a:t>
            </a:r>
            <a:endParaRPr lang="zh-CN" altLang="en-US" dirty="0"/>
          </a:p>
        </p:txBody>
      </p:sp>
      <p:sp>
        <p:nvSpPr>
          <p:cNvPr id="3" name="内容占位符 2"/>
          <p:cNvSpPr>
            <a:spLocks noGrp="1"/>
          </p:cNvSpPr>
          <p:nvPr>
            <p:ph idx="1"/>
          </p:nvPr>
        </p:nvSpPr>
        <p:spPr/>
        <p:txBody>
          <a:bodyPr/>
          <a:lstStyle/>
          <a:p>
            <a:pPr lvl="0"/>
            <a:r>
              <a:rPr lang="en-US" altLang="zh-CN" dirty="0"/>
              <a:t>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zh-CN" altLang="en-US" dirty="0"/>
          </a:p>
        </p:txBody>
      </p:sp>
      <p:sp>
        <p:nvSpPr>
          <p:cNvPr id="7" name="日期占位符 6"/>
          <p:cNvSpPr>
            <a:spLocks noGrp="1"/>
          </p:cNvSpPr>
          <p:nvPr>
            <p:ph type="dt" sz="half" idx="10"/>
          </p:nvPr>
        </p:nvSpPr>
        <p:spPr/>
        <p:txBody>
          <a:bodyPr/>
          <a:lstStyle/>
          <a:p>
            <a:fld id="{6489D9C7-5DC6-4263-87FF-7C99F6FB63C3}" type="datetime1">
              <a:rPr lang="zh-CN" altLang="en-US" smtClean="0"/>
            </a:fld>
            <a:endParaRPr lang="zh-CN" altLang="en-US"/>
          </a:p>
        </p:txBody>
      </p:sp>
      <p:sp>
        <p:nvSpPr>
          <p:cNvPr id="8" name="页脚占位符 7"/>
          <p:cNvSpPr>
            <a:spLocks noGrp="1"/>
          </p:cNvSpPr>
          <p:nvPr>
            <p:ph type="ftr" sz="quarter" idx="11"/>
          </p:nvPr>
        </p:nvSpPr>
        <p:spPr/>
        <p:txBody>
          <a:bodyPr/>
          <a:lstStyle/>
          <a:p>
            <a:r>
              <a:rPr lang="en-US" altLang="zh-CN"/>
              <a:t>www.islide.cc</a:t>
            </a:r>
            <a:endParaRPr lang="zh-CN" altLang="en-US" dirty="0"/>
          </a:p>
        </p:txBody>
      </p:sp>
      <p:sp>
        <p:nvSpPr>
          <p:cNvPr id="9" name="灯片编号占位符 8"/>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showMasterSp="0">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502444" y="2"/>
            <a:ext cx="8137922" cy="1028699"/>
          </a:xfrm>
        </p:spPr>
        <p:txBody>
          <a:bodyPr/>
          <a:lstStyle/>
          <a:p>
            <a:r>
              <a:rPr lang="en-US" altLang="zh-CN" dirty="0"/>
              <a:t>Click to edit Master title style</a:t>
            </a:r>
            <a:endParaRPr lang="zh-CN" altLang="en-US" dirty="0"/>
          </a:p>
        </p:txBody>
      </p:sp>
      <p:sp>
        <p:nvSpPr>
          <p:cNvPr id="6" name="日期占位符 5"/>
          <p:cNvSpPr>
            <a:spLocks noGrp="1"/>
          </p:cNvSpPr>
          <p:nvPr>
            <p:ph type="dt" sz="half" idx="10"/>
          </p:nvPr>
        </p:nvSpPr>
        <p:spPr/>
        <p:txBody>
          <a:bodyPr/>
          <a:lstStyle/>
          <a:p>
            <a:fld id="{6489D9C7-5DC6-4263-87FF-7C99F6FB63C3}" type="datetime1">
              <a:rPr lang="zh-CN" altLang="en-US" smtClean="0"/>
            </a:fld>
            <a:endParaRPr lang="zh-CN" altLang="en-US"/>
          </a:p>
        </p:txBody>
      </p:sp>
      <p:sp>
        <p:nvSpPr>
          <p:cNvPr id="7" name="页脚占位符 6"/>
          <p:cNvSpPr>
            <a:spLocks noGrp="1"/>
          </p:cNvSpPr>
          <p:nvPr>
            <p:ph type="ftr" sz="quarter" idx="11"/>
          </p:nvPr>
        </p:nvSpPr>
        <p:spPr/>
        <p:txBody>
          <a:bodyPr/>
          <a:lstStyle/>
          <a:p>
            <a:r>
              <a:rPr lang="en-US" altLang="zh-CN"/>
              <a:t>www.islide.cc</a:t>
            </a:r>
            <a:endParaRPr lang="zh-CN" altLang="en-US" dirty="0"/>
          </a:p>
        </p:txBody>
      </p:sp>
      <p:sp>
        <p:nvSpPr>
          <p:cNvPr id="8" name="灯片编号占位符 7"/>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pic>
        <p:nvPicPr>
          <p:cNvPr id="1129" name="图片 1128"/>
          <p:cNvPicPr>
            <a:picLocks noChangeAspect="1"/>
          </p:cNvPicPr>
          <p:nvPr userDrawn="1"/>
        </p:nvPicPr>
        <p:blipFill>
          <a:blip r:embed="rId2"/>
          <a:stretch>
            <a:fillRect/>
          </a:stretch>
        </p:blipFill>
        <p:spPr>
          <a:xfrm>
            <a:off x="0" y="3037351"/>
            <a:ext cx="5948127" cy="3820649"/>
          </a:xfrm>
          <a:prstGeom prst="rect">
            <a:avLst/>
          </a:prstGeom>
        </p:spPr>
      </p:pic>
      <p:sp>
        <p:nvSpPr>
          <p:cNvPr id="13" name="标题 1"/>
          <p:cNvSpPr>
            <a:spLocks noGrp="1"/>
          </p:cNvSpPr>
          <p:nvPr userDrawn="1">
            <p:ph type="ctrTitle" hasCustomPrompt="1"/>
          </p:nvPr>
        </p:nvSpPr>
        <p:spPr>
          <a:xfrm>
            <a:off x="4655345" y="2235084"/>
            <a:ext cx="3361984" cy="973538"/>
          </a:xfrm>
        </p:spPr>
        <p:txBody>
          <a:bodyPr anchor="b">
            <a:normAutofit/>
          </a:bodyPr>
          <a:lstStyle>
            <a:lvl1pPr marL="0" indent="0" algn="l">
              <a:buFont typeface="Arial" panose="020B0604020202020204" pitchFamily="34" charset="0"/>
              <a:buNone/>
              <a:defRPr sz="2400">
                <a:solidFill>
                  <a:schemeClr val="tx1"/>
                </a:solidFill>
              </a:defRPr>
            </a:lvl1pPr>
          </a:lstStyle>
          <a:p>
            <a:r>
              <a:rPr lang="en-US" altLang="zh-CN" dirty="0"/>
              <a:t>Conclusion</a:t>
            </a:r>
            <a:endParaRPr lang="zh-CN" altLang="en-US" dirty="0"/>
          </a:p>
        </p:txBody>
      </p:sp>
      <p:sp>
        <p:nvSpPr>
          <p:cNvPr id="14" name="文本占位符 62"/>
          <p:cNvSpPr>
            <a:spLocks noGrp="1"/>
          </p:cNvSpPr>
          <p:nvPr>
            <p:ph type="body" sz="quarter" idx="17" hasCustomPrompt="1"/>
          </p:nvPr>
        </p:nvSpPr>
        <p:spPr>
          <a:xfrm>
            <a:off x="4655345" y="3486126"/>
            <a:ext cx="3361984" cy="310871"/>
          </a:xfrm>
        </p:spPr>
        <p:txBody>
          <a:bodyPr vert="horz" lIns="91440" tIns="45720" rIns="91440" bIns="45720" rtlCol="0" anchor="b">
            <a:normAutofit/>
          </a:bodyPr>
          <a:lstStyle>
            <a:lvl1pPr marL="0" indent="0" algn="l">
              <a:buNone/>
              <a:defRPr lang="zh-CN" altLang="en-US" sz="1050" smtClean="0">
                <a:solidFill>
                  <a:schemeClr val="tx1"/>
                </a:solidFill>
              </a:defRPr>
            </a:lvl1pPr>
            <a:lvl2pPr>
              <a:defRPr lang="zh-CN" altLang="en-US" sz="1500" smtClean="0"/>
            </a:lvl2pPr>
            <a:lvl3pPr>
              <a:defRPr lang="zh-CN" altLang="en-US" sz="1350" smtClean="0"/>
            </a:lvl3pPr>
            <a:lvl4pPr>
              <a:defRPr lang="zh-CN" altLang="en-US" sz="1200" smtClean="0"/>
            </a:lvl4pPr>
            <a:lvl5pPr>
              <a:defRPr lang="zh-CN" altLang="en-US" sz="1200"/>
            </a:lvl5pPr>
          </a:lstStyle>
          <a:p>
            <a:pPr lvl="0"/>
            <a:r>
              <a:rPr lang="en-US" altLang="zh-CN" dirty="0"/>
              <a:t>Signature</a:t>
            </a:r>
            <a:endParaRPr lang="en-US" altLang="zh-CN" dirty="0"/>
          </a:p>
        </p:txBody>
      </p:sp>
      <p:sp>
        <p:nvSpPr>
          <p:cNvPr id="15" name="文本占位符 62"/>
          <p:cNvSpPr>
            <a:spLocks noGrp="1"/>
          </p:cNvSpPr>
          <p:nvPr>
            <p:ph type="body" sz="quarter" idx="18" hasCustomPrompt="1"/>
          </p:nvPr>
        </p:nvSpPr>
        <p:spPr>
          <a:xfrm>
            <a:off x="4655345" y="3801759"/>
            <a:ext cx="3361984" cy="310871"/>
          </a:xfrm>
        </p:spPr>
        <p:txBody>
          <a:bodyPr vert="horz" lIns="91440" tIns="45720" rIns="91440" bIns="45720" rtlCol="0">
            <a:normAutofit/>
          </a:bodyPr>
          <a:lstStyle>
            <a:lvl1pPr marL="0" indent="0" algn="l">
              <a:buNone/>
              <a:defRPr lang="zh-CN" altLang="en-US" sz="1050" smtClean="0">
                <a:solidFill>
                  <a:schemeClr val="tx1"/>
                </a:solidFill>
              </a:defRPr>
            </a:lvl1pPr>
            <a:lvl2pPr>
              <a:defRPr lang="zh-CN" altLang="en-US" sz="1500" smtClean="0"/>
            </a:lvl2pPr>
            <a:lvl3pPr>
              <a:defRPr lang="zh-CN" altLang="en-US" sz="1350" smtClean="0"/>
            </a:lvl3pPr>
            <a:lvl4pPr>
              <a:defRPr lang="zh-CN" altLang="en-US" sz="1200" smtClean="0"/>
            </a:lvl4pPr>
            <a:lvl5pPr>
              <a:defRPr lang="zh-CN" altLang="en-US" sz="1200"/>
            </a:lvl5pPr>
          </a:lstStyle>
          <a:p>
            <a:pPr lvl="0"/>
            <a:r>
              <a:rPr lang="en-US" altLang="zh-CN" dirty="0"/>
              <a:t>Date</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4.png"/><Relationship Id="rId13" Type="http://schemas.openxmlformats.org/officeDocument/2006/relationships/image" Target="../media/image3.pn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heme" Target="../theme/theme2.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7" Type="http://schemas.openxmlformats.org/officeDocument/2006/relationships/theme" Target="../theme/theme3.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 Id="rId3" Type="http://schemas.openxmlformats.org/officeDocument/2006/relationships/slideLayout" Target="../slideLayouts/slideLayout22.xml"/><Relationship Id="rId2" Type="http://schemas.openxmlformats.org/officeDocument/2006/relationships/slideLayout" Target="../slideLayouts/slideLayout21.xml"/><Relationship Id="rId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1125538"/>
            <a:ext cx="2133600" cy="101600"/>
          </a:xfrm>
          <a:prstGeom prst="rect">
            <a:avLst/>
          </a:prstGeom>
          <a:solidFill>
            <a:schemeClr val="accent2"/>
          </a:solidFill>
          <a:ln>
            <a:noFill/>
          </a:ln>
        </p:spPr>
        <p:txBody>
          <a:bodyPr wrap="none" anchor="ctr"/>
          <a:lstStyle/>
          <a:p>
            <a:endParaRPr lang="zh-CN" altLang="en-US" sz="2400"/>
          </a:p>
        </p:txBody>
      </p:sp>
      <p:sp>
        <p:nvSpPr>
          <p:cNvPr id="1027" name="Rectangle 3"/>
          <p:cNvSpPr>
            <a:spLocks noChangeArrowheads="1"/>
          </p:cNvSpPr>
          <p:nvPr/>
        </p:nvSpPr>
        <p:spPr bwMode="auto">
          <a:xfrm>
            <a:off x="1447800" y="1125538"/>
            <a:ext cx="7239000" cy="101600"/>
          </a:xfrm>
          <a:prstGeom prst="rect">
            <a:avLst/>
          </a:prstGeom>
          <a:gradFill rotWithShape="0">
            <a:gsLst>
              <a:gs pos="0">
                <a:schemeClr val="accent2"/>
              </a:gs>
              <a:gs pos="100000">
                <a:schemeClr val="bg1"/>
              </a:gs>
            </a:gsLst>
            <a:lin ang="0" scaled="1"/>
          </a:gradFill>
          <a:ln>
            <a:noFill/>
          </a:ln>
        </p:spPr>
        <p:txBody>
          <a:bodyPr wrap="none" anchor="ctr"/>
          <a:lstStyle/>
          <a:p>
            <a:endParaRPr lang="zh-CN" altLang="en-US" sz="2400"/>
          </a:p>
        </p:txBody>
      </p:sp>
      <p:sp>
        <p:nvSpPr>
          <p:cNvPr id="1028" name="Rectangle 4"/>
          <p:cNvSpPr>
            <a:spLocks noGrp="1" noChangeArrowheads="1"/>
          </p:cNvSpPr>
          <p:nvPr>
            <p:ph type="title"/>
          </p:nvPr>
        </p:nvSpPr>
        <p:spPr bwMode="auto">
          <a:xfrm>
            <a:off x="1042988" y="404813"/>
            <a:ext cx="5616575" cy="576262"/>
          </a:xfrm>
          <a:prstGeom prst="rect">
            <a:avLst/>
          </a:prstGeom>
          <a:noFill/>
          <a:ln>
            <a:noFill/>
          </a:ln>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1029" name="Rectangle 5"/>
          <p:cNvSpPr>
            <a:spLocks noGrp="1" noChangeArrowheads="1"/>
          </p:cNvSpPr>
          <p:nvPr>
            <p:ph type="body" idx="1"/>
          </p:nvPr>
        </p:nvSpPr>
        <p:spPr bwMode="auto">
          <a:xfrm>
            <a:off x="468313" y="1484313"/>
            <a:ext cx="8142287" cy="4392612"/>
          </a:xfrm>
          <a:prstGeom prst="rect">
            <a:avLst/>
          </a:prstGeom>
          <a:noFill/>
          <a:ln>
            <a:noFill/>
          </a:ln>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pic>
        <p:nvPicPr>
          <p:cNvPr id="1030" name="Picture 6" descr="towe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42088" y="188913"/>
            <a:ext cx="1990725" cy="1095375"/>
          </a:xfrm>
          <a:prstGeom prst="rect">
            <a:avLst/>
          </a:prstGeom>
          <a:noFill/>
          <a:ln>
            <a:noFill/>
          </a:ln>
        </p:spPr>
      </p:pic>
      <p:sp>
        <p:nvSpPr>
          <p:cNvPr id="188423" name="Rectangle 7"/>
          <p:cNvSpPr>
            <a:spLocks noGrp="1" noChangeArrowheads="1"/>
          </p:cNvSpPr>
          <p:nvPr>
            <p:ph type="dt" sz="half" idx="2"/>
          </p:nvPr>
        </p:nvSpPr>
        <p:spPr bwMode="auto">
          <a:xfrm>
            <a:off x="611188" y="6284913"/>
            <a:ext cx="1293812" cy="457200"/>
          </a:xfrm>
          <a:prstGeom prst="rect">
            <a:avLst/>
          </a:prstGeom>
          <a:noFill/>
          <a:ln w="9525">
            <a:noFill/>
            <a:miter lim="800000"/>
          </a:ln>
          <a:effectLst/>
        </p:spPr>
        <p:txBody>
          <a:bodyPr vert="horz" wrap="square" lIns="91440" tIns="45720" rIns="91440" bIns="45720" numCol="1" anchor="t" anchorCtr="0" compatLnSpc="1"/>
          <a:lstStyle>
            <a:lvl1pPr algn="l">
              <a:defRPr sz="1600">
                <a:latin typeface="Arial" panose="020B0604020202020204" pitchFamily="34" charset="0"/>
              </a:defRPr>
            </a:lvl1pPr>
          </a:lstStyle>
          <a:p>
            <a:pPr>
              <a:defRPr/>
            </a:pPr>
            <a:fld id="{96A7C1D7-DA4D-0D47-8A9D-20C501704407}" type="datetime1">
              <a:rPr lang="zh-CN" altLang="en-US"/>
            </a:fld>
            <a:endParaRPr lang="en-US" altLang="zh-CN"/>
          </a:p>
        </p:txBody>
      </p:sp>
      <p:sp>
        <p:nvSpPr>
          <p:cNvPr id="188424" name="Rectangle 8"/>
          <p:cNvSpPr>
            <a:spLocks noGrp="1" noChangeArrowheads="1"/>
          </p:cNvSpPr>
          <p:nvPr>
            <p:ph type="ftr" sz="quarter" idx="3"/>
          </p:nvPr>
        </p:nvSpPr>
        <p:spPr bwMode="auto">
          <a:xfrm>
            <a:off x="2051050" y="6202363"/>
            <a:ext cx="5257800" cy="539750"/>
          </a:xfrm>
          <a:prstGeom prst="rect">
            <a:avLst/>
          </a:prstGeom>
          <a:noFill/>
          <a:ln w="9525">
            <a:noFill/>
            <a:miter lim="800000"/>
          </a:ln>
          <a:effectLst/>
        </p:spPr>
        <p:txBody>
          <a:bodyPr vert="horz" wrap="square" lIns="91440" tIns="45720" rIns="91440" bIns="45720" numCol="1" anchor="t" anchorCtr="0" compatLnSpc="1"/>
          <a:lstStyle>
            <a:lvl1pPr>
              <a:defRPr sz="1600">
                <a:latin typeface="+mn-lt"/>
                <a:ea typeface="宋体" panose="02010600030101010101" pitchFamily="2" charset="-122"/>
                <a:cs typeface="+mn-cs"/>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188425" name="Rectangle 9"/>
          <p:cNvSpPr>
            <a:spLocks noGrp="1" noChangeArrowheads="1"/>
          </p:cNvSpPr>
          <p:nvPr>
            <p:ph type="sldNum" sz="quarter" idx="4"/>
          </p:nvPr>
        </p:nvSpPr>
        <p:spPr bwMode="auto">
          <a:xfrm>
            <a:off x="7524750" y="6284913"/>
            <a:ext cx="933450" cy="457200"/>
          </a:xfrm>
          <a:prstGeom prst="rect">
            <a:avLst/>
          </a:prstGeom>
          <a:noFill/>
          <a:ln w="9525">
            <a:noFill/>
            <a:miter lim="800000"/>
          </a:ln>
          <a:effectLst/>
        </p:spPr>
        <p:txBody>
          <a:bodyPr vert="horz" wrap="square" lIns="91440" tIns="45720" rIns="91440" bIns="45720" numCol="1" anchor="t" anchorCtr="0" compatLnSpc="1"/>
          <a:lstStyle>
            <a:lvl1pPr algn="r">
              <a:defRPr sz="1600">
                <a:latin typeface="Arial" panose="020B0604020202020204" pitchFamily="34" charset="0"/>
              </a:defRPr>
            </a:lvl1pPr>
          </a:lstStyle>
          <a:p>
            <a:pPr>
              <a:defRPr/>
            </a:pPr>
            <a:fld id="{7A159C6A-D517-464E-A11D-5E3698E05D4A}" type="slidenum">
              <a:rPr lang="en-US" altLang="zh-CN"/>
            </a:fld>
            <a:endParaRPr lang="en-US" altLang="zh-CN"/>
          </a:p>
        </p:txBody>
      </p:sp>
      <p:pic>
        <p:nvPicPr>
          <p:cNvPr id="1034" name="Picture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288" y="6092825"/>
            <a:ext cx="9117012" cy="28575"/>
          </a:xfrm>
          <a:prstGeom prst="rect">
            <a:avLst/>
          </a:prstGeom>
          <a:noFill/>
          <a:ln>
            <a:noFill/>
          </a:ln>
        </p:spPr>
      </p:pic>
      <p:pic>
        <p:nvPicPr>
          <p:cNvPr id="1035" name="Picture 11" descr="校徽"/>
          <p:cNvPicPr>
            <a:picLocks noChangeAspect="1" noChangeArrowheads="1"/>
          </p:cNvPicPr>
          <p:nvPr/>
        </p:nvPicPr>
        <p:blipFill>
          <a:blip r:embed="rId14" cstate="email">
            <a:extLst>
              <a:ext uri="{28A0092B-C50C-407E-A947-70E740481C1C}">
                <a14:useLocalDpi xmlns:a14="http://schemas.microsoft.com/office/drawing/2010/main" val="0"/>
              </a:ext>
            </a:extLst>
          </a:blip>
          <a:srcRect/>
          <a:stretch>
            <a:fillRect/>
          </a:stretch>
        </p:blipFill>
        <p:spPr bwMode="auto">
          <a:xfrm>
            <a:off x="306388" y="261938"/>
            <a:ext cx="665162" cy="790575"/>
          </a:xfrm>
          <a:prstGeom prst="rect">
            <a:avLst/>
          </a:prstGeom>
          <a:noFill/>
          <a:ln>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p:titleStyle>
    <p:bodyStyle>
      <a:lvl1pPr marL="447675" indent="-447675" algn="l" rtl="0" eaLnBrk="0" fontAlgn="base" hangingPunct="0">
        <a:spcBef>
          <a:spcPct val="20000"/>
        </a:spcBef>
        <a:spcAft>
          <a:spcPct val="0"/>
        </a:spcAft>
        <a:buClr>
          <a:schemeClr val="accent1"/>
        </a:buClr>
        <a:buSzPct val="70000"/>
        <a:buFont typeface="Wingdings" panose="05000000000000000000" charset="0"/>
        <a:buChar char="n"/>
        <a:defRPr kumimoji="1" sz="2800">
          <a:solidFill>
            <a:schemeClr val="tx1"/>
          </a:solidFill>
          <a:latin typeface="+mn-lt"/>
          <a:ea typeface="+mn-ea"/>
          <a:cs typeface="宋体" panose="02010600030101010101" pitchFamily="2" charset="-122"/>
        </a:defRPr>
      </a:lvl1pPr>
      <a:lvl2pPr marL="889000" indent="-440055" algn="l" rtl="0" eaLnBrk="0" fontAlgn="base" hangingPunct="0">
        <a:spcBef>
          <a:spcPct val="20000"/>
        </a:spcBef>
        <a:spcAft>
          <a:spcPct val="0"/>
        </a:spcAft>
        <a:buClr>
          <a:schemeClr val="hlink"/>
        </a:buClr>
        <a:buSzPct val="65000"/>
        <a:buFont typeface="Wingdings" panose="05000000000000000000" charset="0"/>
        <a:buChar char="¡"/>
        <a:defRPr kumimoji="1" sz="2400">
          <a:solidFill>
            <a:schemeClr val="tx1"/>
          </a:solidFill>
          <a:latin typeface="+mn-lt"/>
          <a:ea typeface="+mn-ea"/>
          <a:cs typeface="宋体" panose="02010600030101010101" pitchFamily="2" charset="-122"/>
        </a:defRPr>
      </a:lvl2pPr>
      <a:lvl3pPr marL="1294130" indent="-403225" algn="l" rtl="0" eaLnBrk="0" fontAlgn="base" hangingPunct="0">
        <a:spcBef>
          <a:spcPct val="20000"/>
        </a:spcBef>
        <a:spcAft>
          <a:spcPct val="0"/>
        </a:spcAft>
        <a:buClr>
          <a:schemeClr val="accent1"/>
        </a:buClr>
        <a:buSzPct val="70000"/>
        <a:buFont typeface="Wingdings" panose="05000000000000000000" charset="0"/>
        <a:buChar char="n"/>
        <a:defRPr kumimoji="1" sz="2000">
          <a:solidFill>
            <a:schemeClr val="tx1"/>
          </a:solidFill>
          <a:latin typeface="+mn-lt"/>
          <a:ea typeface="+mn-ea"/>
          <a:cs typeface="宋体" panose="02010600030101010101" pitchFamily="2" charset="-122"/>
        </a:defRPr>
      </a:lvl3pPr>
      <a:lvl4pPr marL="1681480" indent="-386080" algn="l" rtl="0" eaLnBrk="0" fontAlgn="base" hangingPunct="0">
        <a:spcBef>
          <a:spcPct val="20000"/>
        </a:spcBef>
        <a:spcAft>
          <a:spcPct val="0"/>
        </a:spcAft>
        <a:buClr>
          <a:schemeClr val="hlink"/>
        </a:buClr>
        <a:buSzPct val="75000"/>
        <a:buFont typeface="Wingdings" panose="05000000000000000000" charset="0"/>
        <a:buChar char="¡"/>
        <a:defRPr kumimoji="1">
          <a:solidFill>
            <a:schemeClr val="tx1"/>
          </a:solidFill>
          <a:latin typeface="+mn-lt"/>
          <a:ea typeface="+mn-ea"/>
          <a:cs typeface="宋体" panose="02010600030101010101" pitchFamily="2" charset="-122"/>
        </a:defRPr>
      </a:lvl4pPr>
      <a:lvl5pPr marL="2070100" indent="-387350" algn="l" rtl="0" eaLnBrk="0" fontAlgn="base" hangingPunct="0">
        <a:spcBef>
          <a:spcPct val="20000"/>
        </a:spcBef>
        <a:spcAft>
          <a:spcPct val="0"/>
        </a:spcAft>
        <a:buClr>
          <a:schemeClr val="accent1"/>
        </a:buClr>
        <a:buSzPct val="70000"/>
        <a:buFont typeface="Wingdings" panose="05000000000000000000" charset="0"/>
        <a:buChar char="n"/>
        <a:defRPr kumimoji="1" sz="1600">
          <a:solidFill>
            <a:schemeClr val="tx1"/>
          </a:solidFill>
          <a:latin typeface="+mn-lt"/>
          <a:ea typeface="+mn-ea"/>
          <a:cs typeface="宋体" panose="02010600030101010101" pitchFamily="2" charset="-122"/>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02444" y="2"/>
            <a:ext cx="8137922" cy="1028699"/>
          </a:xfrm>
          <a:prstGeom prst="rect">
            <a:avLst/>
          </a:prstGeom>
        </p:spPr>
        <p:txBody>
          <a:bodyPr vert="horz" lIns="91440" tIns="45720" rIns="91440" bIns="45720" rtlCol="0" anchor="b">
            <a:normAutofit/>
          </a:bodyPr>
          <a:lstStyle/>
          <a:p>
            <a:r>
              <a:rPr lang="zh-CN" altLang="en-US" smtClean="0"/>
              <a:t>单击此处编辑母版标题样式</a:t>
            </a:r>
            <a:endParaRPr lang="zh-CN" altLang="en-US" dirty="0"/>
          </a:p>
        </p:txBody>
      </p:sp>
      <p:sp>
        <p:nvSpPr>
          <p:cNvPr id="3" name="文本占位符 2"/>
          <p:cNvSpPr>
            <a:spLocks noGrp="1"/>
          </p:cNvSpPr>
          <p:nvPr>
            <p:ph type="body" idx="1"/>
          </p:nvPr>
        </p:nvSpPr>
        <p:spPr>
          <a:xfrm>
            <a:off x="502444" y="1123951"/>
            <a:ext cx="8137922" cy="5019675"/>
          </a:xfrm>
          <a:prstGeom prst="rect">
            <a:avLst/>
          </a:prstGeom>
        </p:spPr>
        <p:txBody>
          <a:bodyPr vert="horz" lIns="91440" tIns="45720" rIns="91440" bIns="45720" rtlCol="0">
            <a:normAutofit/>
          </a:bodyPr>
          <a:lstStyle/>
          <a:p>
            <a:pPr lvl="0"/>
            <a:r>
              <a:rPr lang="en-US" altLang="zh-CN" dirty="0"/>
              <a:t>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zh-CN" altLang="en-US" dirty="0"/>
          </a:p>
        </p:txBody>
      </p:sp>
      <p:sp>
        <p:nvSpPr>
          <p:cNvPr id="4" name="日期占位符 3"/>
          <p:cNvSpPr>
            <a:spLocks noGrp="1"/>
          </p:cNvSpPr>
          <p:nvPr>
            <p:ph type="dt" sz="half" idx="2"/>
          </p:nvPr>
        </p:nvSpPr>
        <p:spPr>
          <a:xfrm>
            <a:off x="4051299" y="6235701"/>
            <a:ext cx="1041402" cy="206381"/>
          </a:xfrm>
          <a:prstGeom prst="rect">
            <a:avLst/>
          </a:prstGeom>
        </p:spPr>
        <p:txBody>
          <a:bodyPr vert="horz" lIns="91440" tIns="45720" rIns="91440" bIns="45720" rtlCol="0" anchor="ctr"/>
          <a:lstStyle>
            <a:lvl1pPr algn="ctr">
              <a:defRPr sz="750">
                <a:solidFill>
                  <a:schemeClr val="tx1">
                    <a:lumMod val="50000"/>
                    <a:lumOff val="50000"/>
                  </a:schemeClr>
                </a:solidFill>
              </a:defRPr>
            </a:lvl1pPr>
          </a:lstStyle>
          <a:p>
            <a:fld id="{6489D9C7-5DC6-4263-87FF-7C99F6FB63C3}" type="datetime1">
              <a:rPr lang="zh-CN" altLang="en-US" smtClean="0"/>
            </a:fld>
            <a:endParaRPr lang="zh-CN" altLang="en-US"/>
          </a:p>
        </p:txBody>
      </p:sp>
      <p:sp>
        <p:nvSpPr>
          <p:cNvPr id="5" name="页脚占位符 4"/>
          <p:cNvSpPr>
            <a:spLocks noGrp="1"/>
          </p:cNvSpPr>
          <p:nvPr>
            <p:ph type="ftr" sz="quarter" idx="3"/>
          </p:nvPr>
        </p:nvSpPr>
        <p:spPr>
          <a:xfrm>
            <a:off x="502443" y="6235701"/>
            <a:ext cx="3105151" cy="206381"/>
          </a:xfrm>
          <a:prstGeom prst="rect">
            <a:avLst/>
          </a:prstGeom>
        </p:spPr>
        <p:txBody>
          <a:bodyPr vert="horz" lIns="91440" tIns="45720" rIns="91440" bIns="45720" rtlCol="0" anchor="ctr"/>
          <a:lstStyle>
            <a:lvl1pPr algn="l">
              <a:defRPr sz="750">
                <a:solidFill>
                  <a:schemeClr val="tx1">
                    <a:lumMod val="50000"/>
                    <a:lumOff val="50000"/>
                  </a:schemeClr>
                </a:solidFill>
              </a:defRPr>
            </a:lvl1pPr>
          </a:lstStyle>
          <a:p>
            <a:r>
              <a:rPr lang="en-US" altLang="zh-CN"/>
              <a:t>www.islide.cc</a:t>
            </a:r>
            <a:endParaRPr lang="zh-CN" altLang="en-US" dirty="0"/>
          </a:p>
        </p:txBody>
      </p:sp>
      <p:sp>
        <p:nvSpPr>
          <p:cNvPr id="6" name="灯片编号占位符 5"/>
          <p:cNvSpPr>
            <a:spLocks noGrp="1"/>
          </p:cNvSpPr>
          <p:nvPr>
            <p:ph type="sldNum" sz="quarter" idx="4"/>
          </p:nvPr>
        </p:nvSpPr>
        <p:spPr>
          <a:xfrm>
            <a:off x="6457949" y="6235701"/>
            <a:ext cx="2182416" cy="206381"/>
          </a:xfrm>
          <a:prstGeom prst="rect">
            <a:avLst/>
          </a:prstGeom>
        </p:spPr>
        <p:txBody>
          <a:bodyPr vert="horz" lIns="91440" tIns="45720" rIns="91440" bIns="45720" rtlCol="0" anchor="ctr"/>
          <a:lstStyle>
            <a:lvl1pPr algn="r">
              <a:defRPr sz="750">
                <a:solidFill>
                  <a:schemeClr val="tx1">
                    <a:lumMod val="50000"/>
                    <a:lumOff val="50000"/>
                  </a:schemeClr>
                </a:solidFill>
              </a:defRPr>
            </a:lvl1pPr>
          </a:lstStyle>
          <a:p>
            <a:fld id="{5DD3DB80-B894-403A-B48E-6FDC1A72010E}" type="slidenum">
              <a:rPr lang="zh-CN" altLang="en-US" smtClean="0"/>
            </a:fld>
            <a:endParaRPr lang="zh-CN" altLang="en-US"/>
          </a:p>
        </p:txBody>
      </p:sp>
      <p:cxnSp>
        <p:nvCxnSpPr>
          <p:cNvPr id="8" name="直接连接符 7"/>
          <p:cNvCxnSpPr/>
          <p:nvPr userDrawn="1"/>
        </p:nvCxnSpPr>
        <p:spPr>
          <a:xfrm>
            <a:off x="502443" y="6240463"/>
            <a:ext cx="813792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 name="矩形 11"/>
          <p:cNvSpPr/>
          <p:nvPr userDrawn="1"/>
        </p:nvSpPr>
        <p:spPr>
          <a:xfrm>
            <a:off x="502443" y="1028700"/>
            <a:ext cx="8137922" cy="720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Lst>
  <p:hf hdr="0" dt="0"/>
  <p:txStyles>
    <p:titleStyle>
      <a:lvl1pPr algn="l" defTabSz="685800" rtl="0" eaLnBrk="1" latinLnBrk="0" hangingPunct="1">
        <a:lnSpc>
          <a:spcPct val="90000"/>
        </a:lnSpc>
        <a:spcBef>
          <a:spcPct val="0"/>
        </a:spcBef>
        <a:buNone/>
        <a:defRPr sz="2100" b="1"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5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hyperlink" Target="http://www.google.cn/imgres?imgurl=http://64.202.120.86/upload/image/articles/2007/phoenix/mars-pathfinder.jpg&amp;imgrefurl=http://knitinr.blogspot.com/2008_06_01_archive.html&amp;h=532&amp;w=672&amp;sz=90&amp;tbnid=FwOM-QvxoVEwWM:&amp;tbnh=109&amp;tbnw=138&amp;prev=/images?q%3Dmars%2Bpathfinder&amp;hl=zh-CN&amp;usg=__T5zUvhqFAPSJrw3AGrmV9-n91TQ=&amp;ei=ViOGS67EJoH66QOe9Ln3CQ&amp;sa=X&amp;oi=image_result&amp;resnum=6&amp;ct=image&amp;ved=0CCkQ9QEwBQ"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3.xml"/><Relationship Id="rId1" Type="http://schemas.openxmlformats.org/officeDocument/2006/relationships/tags" Target="../tags/tag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0.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11.png"/><Relationship Id="rId1" Type="http://schemas.openxmlformats.org/officeDocument/2006/relationships/hyperlink" Target="http://www.officeplus.cn/" TargetMode="Externa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8.xml"/><Relationship Id="rId1" Type="http://schemas.openxmlformats.org/officeDocument/2006/relationships/chart" Target="../charts/chart1.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chart" Target="../charts/char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chart" Target="../charts/char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noChangeArrowheads="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54C71EA6-E9F2-1D41-A2FD-D604B6FAC840}" type="datetime1">
              <a:rPr kumimoji="0" lang="zh-CN" altLang="en-US" sz="1600">
                <a:latin typeface="Arial" panose="020B0604020202020204" pitchFamily="34" charset="0"/>
              </a:rPr>
            </a:fld>
            <a:endParaRPr kumimoji="0" lang="en-US" altLang="zh-CN" sz="1600">
              <a:latin typeface="Arial" panose="020B0604020202020204" pitchFamily="34" charset="0"/>
            </a:endParaRPr>
          </a:p>
        </p:txBody>
      </p:sp>
      <p:sp>
        <p:nvSpPr>
          <p:cNvPr id="14339" name="Rectangle 5"/>
          <p:cNvSpPr>
            <a:spLocks noGrp="1" noChangeArrowheads="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D14039F7-4B0A-D240-B261-7F859EA311EB}" type="slidenum">
              <a:rPr kumimoji="0" lang="en-US" altLang="zh-CN" sz="1600">
                <a:latin typeface="Arial" panose="020B0604020202020204" pitchFamily="34" charset="0"/>
              </a:rPr>
            </a:fld>
            <a:endParaRPr kumimoji="0" lang="en-US" altLang="zh-CN" sz="1600">
              <a:latin typeface="Arial" panose="020B0604020202020204" pitchFamily="34" charset="0"/>
            </a:endParaRPr>
          </a:p>
        </p:txBody>
      </p:sp>
      <p:sp>
        <p:nvSpPr>
          <p:cNvPr id="14340" name="Rectangle 2"/>
          <p:cNvSpPr>
            <a:spLocks noGrp="1" noChangeArrowheads="1"/>
          </p:cNvSpPr>
          <p:nvPr>
            <p:ph type="ctrTitle"/>
          </p:nvPr>
        </p:nvSpPr>
        <p:spPr>
          <a:xfrm>
            <a:off x="0" y="2132856"/>
            <a:ext cx="9009860" cy="1600200"/>
          </a:xfrm>
        </p:spPr>
        <p:txBody>
          <a:bodyPr/>
          <a:lstStyle/>
          <a:p>
            <a:pPr eaLnBrk="1" hangingPunct="1"/>
            <a:r>
              <a:rPr kumimoji="0" lang="zh-CN" altLang="en-US" sz="4800" b="1" dirty="0">
                <a:latin typeface="Arial" panose="020B0604020202020204" pitchFamily="34" charset="0"/>
                <a:ea typeface="宋体" panose="02010600030101010101" pitchFamily="2" charset="-122"/>
              </a:rPr>
              <a:t>软件安全性</a:t>
            </a:r>
            <a:endParaRPr kumimoji="0" lang="en-US" altLang="zh-CN" sz="4800" b="1" dirty="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一门课</a:t>
            </a:r>
            <a:r>
              <a:rPr lang="en-US" altLang="zh-CN"/>
              <a:t> </a:t>
            </a:r>
            <a:r>
              <a:rPr lang="zh-CN" altLang="en-US"/>
              <a:t>一本</a:t>
            </a:r>
            <a:r>
              <a:rPr lang="zh-CN" altLang="en-US"/>
              <a:t>书</a:t>
            </a:r>
            <a:endParaRPr lang="zh-CN" altLang="en-US"/>
          </a:p>
        </p:txBody>
      </p:sp>
      <p:sp>
        <p:nvSpPr>
          <p:cNvPr id="4" name="日期占位符 3"/>
          <p:cNvSpPr>
            <a:spLocks noGrp="1"/>
          </p:cNvSpPr>
          <p:nvPr>
            <p:ph type="dt" sz="half" idx="10"/>
          </p:nvPr>
        </p:nvSpPr>
        <p:spPr/>
        <p:txBody>
          <a:bodyPr/>
          <a:p>
            <a:pPr>
              <a:defRPr/>
            </a:pPr>
            <a:fld id="{077F30FB-1D90-1E40-92FD-7816B07D6DDC}" type="datetime1">
              <a:rPr lang="zh-CN" altLang="en-US"/>
            </a:fld>
            <a:endParaRPr lang="en-US" altLang="zh-CN"/>
          </a:p>
        </p:txBody>
      </p:sp>
      <p:sp>
        <p:nvSpPr>
          <p:cNvPr id="5" name="灯片编号占位符 4"/>
          <p:cNvSpPr>
            <a:spLocks noGrp="1"/>
          </p:cNvSpPr>
          <p:nvPr>
            <p:ph type="sldNum" sz="quarter" idx="12"/>
          </p:nvPr>
        </p:nvSpPr>
        <p:spPr/>
        <p:txBody>
          <a:bodyPr/>
          <a:p>
            <a:pPr>
              <a:defRPr/>
            </a:pPr>
            <a:fld id="{50AC0454-A414-F04C-824A-79602E160F30}" type="slidenum">
              <a:rPr lang="en-US" altLang="zh-CN"/>
            </a:fld>
            <a:endParaRPr lang="en-US" altLang="zh-CN"/>
          </a:p>
        </p:txBody>
      </p:sp>
      <p:pic>
        <p:nvPicPr>
          <p:cNvPr id="6" name="内容占位符 5" descr="软件安全"/>
          <p:cNvPicPr>
            <a:picLocks noChangeAspect="1"/>
          </p:cNvPicPr>
          <p:nvPr>
            <p:ph idx="1"/>
          </p:nvPr>
        </p:nvPicPr>
        <p:blipFill>
          <a:blip r:embed="rId1"/>
          <a:stretch>
            <a:fillRect/>
          </a:stretch>
        </p:blipFill>
        <p:spPr>
          <a:xfrm>
            <a:off x="2343150" y="1484630"/>
            <a:ext cx="4392295" cy="43922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计算机安全</a:t>
            </a:r>
            <a:endParaRPr lang="zh-CN" altLang="en-US" dirty="0"/>
          </a:p>
        </p:txBody>
      </p:sp>
      <p:sp>
        <p:nvSpPr>
          <p:cNvPr id="4" name="灯片编号占位符 3"/>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750" b="0" i="0" u="none" strike="noStrike" kern="1200" cap="none" spc="0" normalizeH="0" baseline="0" noProof="0">
                <a:ln>
                  <a:noFill/>
                </a:ln>
                <a:solidFill>
                  <a:srgbClr val="000000">
                    <a:lumMod val="50000"/>
                    <a:lumOff val="50000"/>
                  </a:srgbClr>
                </a:solidFill>
                <a:effectLst/>
                <a:uLnTx/>
                <a:uFillTx/>
                <a:latin typeface="Arial" panose="020B0604020202020204"/>
                <a:ea typeface="微软雅黑" panose="020B0503020204020204" charset="-122"/>
                <a:cs typeface="+mn-cs"/>
              </a:rPr>
            </a:fld>
            <a:endParaRPr kumimoji="0" lang="zh-CN" altLang="en-US" sz="750" b="0" i="0" u="none" strike="noStrike" kern="1200" cap="none" spc="0" normalizeH="0" baseline="0" noProof="0">
              <a:ln>
                <a:noFill/>
              </a:ln>
              <a:solidFill>
                <a:srgbClr val="000000">
                  <a:lumMod val="50000"/>
                  <a:lumOff val="50000"/>
                </a:srgbClr>
              </a:solidFill>
              <a:effectLst/>
              <a:uLnTx/>
              <a:uFillTx/>
              <a:latin typeface="Arial" panose="020B0604020202020204"/>
              <a:ea typeface="微软雅黑" panose="020B0503020204020204" charset="-122"/>
              <a:cs typeface="+mn-cs"/>
            </a:endParaRPr>
          </a:p>
        </p:txBody>
      </p:sp>
      <p:grpSp>
        <p:nvGrpSpPr>
          <p:cNvPr id="5" name="1b68381d-8104-4d07-a50f-4bd095a00b1a"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1639489" y="2938595"/>
            <a:ext cx="5865023" cy="1848493"/>
            <a:chOff x="2185985" y="2775126"/>
            <a:chExt cx="7820030" cy="2464657"/>
          </a:xfrm>
        </p:grpSpPr>
        <p:cxnSp>
          <p:nvCxnSpPr>
            <p:cNvPr id="6" name="直接连接符 5"/>
            <p:cNvCxnSpPr/>
            <p:nvPr/>
          </p:nvCxnSpPr>
          <p:spPr>
            <a:xfrm>
              <a:off x="2185985" y="3701692"/>
              <a:ext cx="838200" cy="0"/>
            </a:xfrm>
            <a:prstGeom prst="line">
              <a:avLst/>
            </a:prstGeom>
            <a:ln w="19050">
              <a:solidFill>
                <a:schemeClr val="bg1">
                  <a:lumMod val="65000"/>
                </a:schemeClr>
              </a:solidFill>
              <a:prstDash val="dash"/>
              <a:headEnd w="lg" len="lg"/>
              <a:tailEnd type="oval" w="lg" len="lg"/>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a:off x="9167815" y="3701692"/>
              <a:ext cx="838200" cy="0"/>
            </a:xfrm>
            <a:prstGeom prst="line">
              <a:avLst/>
            </a:prstGeom>
            <a:ln w="19050">
              <a:solidFill>
                <a:schemeClr val="bg1">
                  <a:lumMod val="65000"/>
                </a:schemeClr>
              </a:solidFill>
              <a:prstDash val="dash"/>
              <a:headEnd w="lg" len="lg"/>
              <a:tailEnd type="oval" w="lg" len="lg"/>
            </a:ln>
          </p:spPr>
          <p:style>
            <a:lnRef idx="1">
              <a:schemeClr val="accent1"/>
            </a:lnRef>
            <a:fillRef idx="0">
              <a:schemeClr val="accent1"/>
            </a:fillRef>
            <a:effectRef idx="0">
              <a:schemeClr val="accent1"/>
            </a:effectRef>
            <a:fontRef idx="minor">
              <a:schemeClr val="tx1"/>
            </a:fontRef>
          </p:style>
        </p:cxnSp>
        <p:sp>
          <p:nvSpPr>
            <p:cNvPr id="8" name="íSlíḓè"/>
            <p:cNvSpPr/>
            <p:nvPr/>
          </p:nvSpPr>
          <p:spPr>
            <a:xfrm>
              <a:off x="6777234" y="3193692"/>
              <a:ext cx="1016000" cy="1016000"/>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9" name="ïṥ1îḑe"/>
            <p:cNvSpPr/>
            <p:nvPr/>
          </p:nvSpPr>
          <p:spPr>
            <a:xfrm>
              <a:off x="3209526" y="3193692"/>
              <a:ext cx="1016000" cy="1016000"/>
            </a:xfrm>
            <a:prstGeom prst="ellipse">
              <a:avLst/>
            </a:prstGeom>
            <a:solidFill>
              <a:schemeClr val="accent1">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10" name="îṥľïḍé"/>
            <p:cNvSpPr/>
            <p:nvPr/>
          </p:nvSpPr>
          <p:spPr>
            <a:xfrm>
              <a:off x="7966472" y="3193692"/>
              <a:ext cx="1016000" cy="1016000"/>
            </a:xfrm>
            <a:prstGeom prst="ellipse">
              <a:avLst/>
            </a:prstGeom>
            <a:solidFill>
              <a:schemeClr val="accent5">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11" name="íŝļïḋè"/>
            <p:cNvSpPr/>
            <p:nvPr/>
          </p:nvSpPr>
          <p:spPr>
            <a:xfrm>
              <a:off x="5587998" y="3193692"/>
              <a:ext cx="1016000" cy="1016000"/>
            </a:xfrm>
            <a:prstGeom prst="ellipse">
              <a:avLst/>
            </a:prstGeom>
            <a:solidFill>
              <a:schemeClr val="accent3">
                <a:alpha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12" name="íṧļíďe"/>
            <p:cNvSpPr/>
            <p:nvPr/>
          </p:nvSpPr>
          <p:spPr>
            <a:xfrm>
              <a:off x="4398762" y="3193692"/>
              <a:ext cx="1016000" cy="1016000"/>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13" name="îṣ1ïḍè"/>
            <p:cNvSpPr/>
            <p:nvPr/>
          </p:nvSpPr>
          <p:spPr bwMode="auto">
            <a:xfrm>
              <a:off x="6964576" y="3385090"/>
              <a:ext cx="633204" cy="633204"/>
            </a:xfrm>
            <a:custGeom>
              <a:avLst/>
              <a:gdLst>
                <a:gd name="T0" fmla="*/ 118 w 236"/>
                <a:gd name="T1" fmla="*/ 0 h 236"/>
                <a:gd name="T2" fmla="*/ 0 w 236"/>
                <a:gd name="T3" fmla="*/ 118 h 236"/>
                <a:gd name="T4" fmla="*/ 118 w 236"/>
                <a:gd name="T5" fmla="*/ 236 h 236"/>
                <a:gd name="T6" fmla="*/ 236 w 236"/>
                <a:gd name="T7" fmla="*/ 118 h 236"/>
                <a:gd name="T8" fmla="*/ 118 w 236"/>
                <a:gd name="T9" fmla="*/ 0 h 236"/>
                <a:gd name="T10" fmla="*/ 124 w 236"/>
                <a:gd name="T11" fmla="*/ 56 h 236"/>
                <a:gd name="T12" fmla="*/ 144 w 236"/>
                <a:gd name="T13" fmla="*/ 46 h 236"/>
                <a:gd name="T14" fmla="*/ 137 w 236"/>
                <a:gd name="T15" fmla="*/ 67 h 236"/>
                <a:gd name="T16" fmla="*/ 117 w 236"/>
                <a:gd name="T17" fmla="*/ 77 h 236"/>
                <a:gd name="T18" fmla="*/ 124 w 236"/>
                <a:gd name="T19" fmla="*/ 56 h 236"/>
                <a:gd name="T20" fmla="*/ 162 w 236"/>
                <a:gd name="T21" fmla="*/ 164 h 236"/>
                <a:gd name="T22" fmla="*/ 142 w 236"/>
                <a:gd name="T23" fmla="*/ 181 h 236"/>
                <a:gd name="T24" fmla="*/ 119 w 236"/>
                <a:gd name="T25" fmla="*/ 175 h 236"/>
                <a:gd name="T26" fmla="*/ 97 w 236"/>
                <a:gd name="T27" fmla="*/ 181 h 236"/>
                <a:gd name="T28" fmla="*/ 76 w 236"/>
                <a:gd name="T29" fmla="*/ 164 h 236"/>
                <a:gd name="T30" fmla="*/ 67 w 236"/>
                <a:gd name="T31" fmla="*/ 96 h 236"/>
                <a:gd name="T32" fmla="*/ 95 w 236"/>
                <a:gd name="T33" fmla="*/ 79 h 236"/>
                <a:gd name="T34" fmla="*/ 118 w 236"/>
                <a:gd name="T35" fmla="*/ 85 h 236"/>
                <a:gd name="T36" fmla="*/ 143 w 236"/>
                <a:gd name="T37" fmla="*/ 79 h 236"/>
                <a:gd name="T38" fmla="*/ 168 w 236"/>
                <a:gd name="T39" fmla="*/ 92 h 236"/>
                <a:gd name="T40" fmla="*/ 154 w 236"/>
                <a:gd name="T41" fmla="*/ 118 h 236"/>
                <a:gd name="T42" fmla="*/ 172 w 236"/>
                <a:gd name="T43" fmla="*/ 145 h 236"/>
                <a:gd name="T44" fmla="*/ 162 w 236"/>
                <a:gd name="T45" fmla="*/ 164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6" h="236">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24" y="56"/>
                  </a:moveTo>
                  <a:cubicBezTo>
                    <a:pt x="129" y="50"/>
                    <a:pt x="137" y="46"/>
                    <a:pt x="144" y="46"/>
                  </a:cubicBezTo>
                  <a:cubicBezTo>
                    <a:pt x="144" y="54"/>
                    <a:pt x="141" y="62"/>
                    <a:pt x="137" y="67"/>
                  </a:cubicBezTo>
                  <a:cubicBezTo>
                    <a:pt x="132" y="73"/>
                    <a:pt x="124" y="78"/>
                    <a:pt x="117" y="77"/>
                  </a:cubicBezTo>
                  <a:cubicBezTo>
                    <a:pt x="115" y="69"/>
                    <a:pt x="119" y="61"/>
                    <a:pt x="124" y="56"/>
                  </a:cubicBezTo>
                  <a:close/>
                  <a:moveTo>
                    <a:pt x="162" y="164"/>
                  </a:moveTo>
                  <a:cubicBezTo>
                    <a:pt x="157" y="172"/>
                    <a:pt x="151" y="180"/>
                    <a:pt x="142" y="181"/>
                  </a:cubicBezTo>
                  <a:cubicBezTo>
                    <a:pt x="133" y="181"/>
                    <a:pt x="130" y="175"/>
                    <a:pt x="119" y="175"/>
                  </a:cubicBezTo>
                  <a:cubicBezTo>
                    <a:pt x="109" y="175"/>
                    <a:pt x="106" y="180"/>
                    <a:pt x="97" y="181"/>
                  </a:cubicBezTo>
                  <a:cubicBezTo>
                    <a:pt x="88" y="181"/>
                    <a:pt x="82" y="172"/>
                    <a:pt x="76" y="164"/>
                  </a:cubicBezTo>
                  <a:cubicBezTo>
                    <a:pt x="64" y="147"/>
                    <a:pt x="55" y="116"/>
                    <a:pt x="67" y="96"/>
                  </a:cubicBezTo>
                  <a:cubicBezTo>
                    <a:pt x="73" y="85"/>
                    <a:pt x="84" y="79"/>
                    <a:pt x="95" y="79"/>
                  </a:cubicBezTo>
                  <a:cubicBezTo>
                    <a:pt x="104" y="79"/>
                    <a:pt x="112" y="85"/>
                    <a:pt x="118" y="85"/>
                  </a:cubicBezTo>
                  <a:cubicBezTo>
                    <a:pt x="123" y="85"/>
                    <a:pt x="133" y="77"/>
                    <a:pt x="143" y="79"/>
                  </a:cubicBezTo>
                  <a:cubicBezTo>
                    <a:pt x="148" y="79"/>
                    <a:pt x="160" y="80"/>
                    <a:pt x="168" y="92"/>
                  </a:cubicBezTo>
                  <a:cubicBezTo>
                    <a:pt x="167" y="92"/>
                    <a:pt x="153" y="100"/>
                    <a:pt x="154" y="118"/>
                  </a:cubicBezTo>
                  <a:cubicBezTo>
                    <a:pt x="154" y="138"/>
                    <a:pt x="171" y="145"/>
                    <a:pt x="172" y="145"/>
                  </a:cubicBezTo>
                  <a:cubicBezTo>
                    <a:pt x="171" y="145"/>
                    <a:pt x="169" y="155"/>
                    <a:pt x="162" y="164"/>
                  </a:cubicBezTo>
                  <a:close/>
                </a:path>
              </a:pathLst>
            </a:custGeom>
            <a:solidFill>
              <a:schemeClr val="bg1"/>
            </a:solidFill>
            <a:ln>
              <a:noFill/>
            </a:ln>
          </p:spPr>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14" name="ïṥ1îḋé"/>
            <p:cNvSpPr/>
            <p:nvPr/>
          </p:nvSpPr>
          <p:spPr bwMode="auto">
            <a:xfrm>
              <a:off x="5771281" y="3385090"/>
              <a:ext cx="633204" cy="633204"/>
            </a:xfrm>
            <a:custGeom>
              <a:avLst/>
              <a:gdLst>
                <a:gd name="T0" fmla="*/ 118 w 236"/>
                <a:gd name="T1" fmla="*/ 0 h 236"/>
                <a:gd name="T2" fmla="*/ 0 w 236"/>
                <a:gd name="T3" fmla="*/ 118 h 236"/>
                <a:gd name="T4" fmla="*/ 118 w 236"/>
                <a:gd name="T5" fmla="*/ 236 h 236"/>
                <a:gd name="T6" fmla="*/ 236 w 236"/>
                <a:gd name="T7" fmla="*/ 118 h 236"/>
                <a:gd name="T8" fmla="*/ 118 w 236"/>
                <a:gd name="T9" fmla="*/ 0 h 236"/>
                <a:gd name="T10" fmla="*/ 106 w 236"/>
                <a:gd name="T11" fmla="*/ 171 h 236"/>
                <a:gd name="T12" fmla="*/ 54 w 236"/>
                <a:gd name="T13" fmla="*/ 163 h 236"/>
                <a:gd name="T14" fmla="*/ 54 w 236"/>
                <a:gd name="T15" fmla="*/ 121 h 236"/>
                <a:gd name="T16" fmla="*/ 106 w 236"/>
                <a:gd name="T17" fmla="*/ 121 h 236"/>
                <a:gd name="T18" fmla="*/ 106 w 236"/>
                <a:gd name="T19" fmla="*/ 171 h 236"/>
                <a:gd name="T20" fmla="*/ 106 w 236"/>
                <a:gd name="T21" fmla="*/ 114 h 236"/>
                <a:gd name="T22" fmla="*/ 54 w 236"/>
                <a:gd name="T23" fmla="*/ 114 h 236"/>
                <a:gd name="T24" fmla="*/ 54 w 236"/>
                <a:gd name="T25" fmla="*/ 72 h 236"/>
                <a:gd name="T26" fmla="*/ 106 w 236"/>
                <a:gd name="T27" fmla="*/ 64 h 236"/>
                <a:gd name="T28" fmla="*/ 106 w 236"/>
                <a:gd name="T29" fmla="*/ 114 h 236"/>
                <a:gd name="T30" fmla="*/ 182 w 236"/>
                <a:gd name="T31" fmla="*/ 182 h 236"/>
                <a:gd name="T32" fmla="*/ 113 w 236"/>
                <a:gd name="T33" fmla="*/ 172 h 236"/>
                <a:gd name="T34" fmla="*/ 113 w 236"/>
                <a:gd name="T35" fmla="*/ 121 h 236"/>
                <a:gd name="T36" fmla="*/ 182 w 236"/>
                <a:gd name="T37" fmla="*/ 121 h 236"/>
                <a:gd name="T38" fmla="*/ 182 w 236"/>
                <a:gd name="T39" fmla="*/ 182 h 236"/>
                <a:gd name="T40" fmla="*/ 182 w 236"/>
                <a:gd name="T41" fmla="*/ 114 h 236"/>
                <a:gd name="T42" fmla="*/ 113 w 236"/>
                <a:gd name="T43" fmla="*/ 114 h 236"/>
                <a:gd name="T44" fmla="*/ 113 w 236"/>
                <a:gd name="T45" fmla="*/ 63 h 236"/>
                <a:gd name="T46" fmla="*/ 182 w 236"/>
                <a:gd name="T47" fmla="*/ 53 h 236"/>
                <a:gd name="T48" fmla="*/ 182 w 236"/>
                <a:gd name="T49" fmla="*/ 114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6" h="236">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06" y="171"/>
                  </a:moveTo>
                  <a:cubicBezTo>
                    <a:pt x="54" y="163"/>
                    <a:pt x="54" y="163"/>
                    <a:pt x="54" y="163"/>
                  </a:cubicBezTo>
                  <a:cubicBezTo>
                    <a:pt x="54" y="121"/>
                    <a:pt x="54" y="121"/>
                    <a:pt x="54" y="121"/>
                  </a:cubicBezTo>
                  <a:cubicBezTo>
                    <a:pt x="106" y="121"/>
                    <a:pt x="106" y="121"/>
                    <a:pt x="106" y="121"/>
                  </a:cubicBezTo>
                  <a:lnTo>
                    <a:pt x="106" y="171"/>
                  </a:lnTo>
                  <a:close/>
                  <a:moveTo>
                    <a:pt x="106" y="114"/>
                  </a:moveTo>
                  <a:cubicBezTo>
                    <a:pt x="54" y="114"/>
                    <a:pt x="54" y="114"/>
                    <a:pt x="54" y="114"/>
                  </a:cubicBezTo>
                  <a:cubicBezTo>
                    <a:pt x="54" y="72"/>
                    <a:pt x="54" y="72"/>
                    <a:pt x="54" y="72"/>
                  </a:cubicBezTo>
                  <a:cubicBezTo>
                    <a:pt x="106" y="64"/>
                    <a:pt x="106" y="64"/>
                    <a:pt x="106" y="64"/>
                  </a:cubicBezTo>
                  <a:lnTo>
                    <a:pt x="106" y="114"/>
                  </a:lnTo>
                  <a:close/>
                  <a:moveTo>
                    <a:pt x="182" y="182"/>
                  </a:moveTo>
                  <a:cubicBezTo>
                    <a:pt x="113" y="172"/>
                    <a:pt x="113" y="172"/>
                    <a:pt x="113" y="172"/>
                  </a:cubicBezTo>
                  <a:cubicBezTo>
                    <a:pt x="113" y="121"/>
                    <a:pt x="113" y="121"/>
                    <a:pt x="113" y="121"/>
                  </a:cubicBezTo>
                  <a:cubicBezTo>
                    <a:pt x="182" y="121"/>
                    <a:pt x="182" y="121"/>
                    <a:pt x="182" y="121"/>
                  </a:cubicBezTo>
                  <a:lnTo>
                    <a:pt x="182" y="182"/>
                  </a:lnTo>
                  <a:close/>
                  <a:moveTo>
                    <a:pt x="182" y="114"/>
                  </a:moveTo>
                  <a:cubicBezTo>
                    <a:pt x="113" y="114"/>
                    <a:pt x="113" y="114"/>
                    <a:pt x="113" y="114"/>
                  </a:cubicBezTo>
                  <a:cubicBezTo>
                    <a:pt x="113" y="63"/>
                    <a:pt x="113" y="63"/>
                    <a:pt x="113" y="63"/>
                  </a:cubicBezTo>
                  <a:cubicBezTo>
                    <a:pt x="182" y="53"/>
                    <a:pt x="182" y="53"/>
                    <a:pt x="182" y="53"/>
                  </a:cubicBezTo>
                  <a:lnTo>
                    <a:pt x="182" y="114"/>
                  </a:lnTo>
                  <a:close/>
                </a:path>
              </a:pathLst>
            </a:custGeom>
            <a:solidFill>
              <a:schemeClr val="bg1"/>
            </a:solidFill>
            <a:ln>
              <a:noFill/>
            </a:ln>
          </p:spPr>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15" name="iSḻîḑè"/>
            <p:cNvSpPr/>
            <p:nvPr/>
          </p:nvSpPr>
          <p:spPr bwMode="auto">
            <a:xfrm>
              <a:off x="3384691" y="3385090"/>
              <a:ext cx="633204" cy="633204"/>
            </a:xfrm>
            <a:custGeom>
              <a:avLst/>
              <a:gdLst>
                <a:gd name="T0" fmla="*/ 223 w 228"/>
                <a:gd name="T1" fmla="*/ 95 h 228"/>
                <a:gd name="T2" fmla="*/ 196 w 228"/>
                <a:gd name="T3" fmla="*/ 90 h 228"/>
                <a:gd name="T4" fmla="*/ 189 w 228"/>
                <a:gd name="T5" fmla="*/ 74 h 228"/>
                <a:gd name="T6" fmla="*/ 205 w 228"/>
                <a:gd name="T7" fmla="*/ 50 h 228"/>
                <a:gd name="T8" fmla="*/ 205 w 228"/>
                <a:gd name="T9" fmla="*/ 43 h 228"/>
                <a:gd name="T10" fmla="*/ 185 w 228"/>
                <a:gd name="T11" fmla="*/ 24 h 228"/>
                <a:gd name="T12" fmla="*/ 178 w 228"/>
                <a:gd name="T13" fmla="*/ 23 h 228"/>
                <a:gd name="T14" fmla="*/ 155 w 228"/>
                <a:gd name="T15" fmla="*/ 39 h 228"/>
                <a:gd name="T16" fmla="*/ 138 w 228"/>
                <a:gd name="T17" fmla="*/ 32 h 228"/>
                <a:gd name="T18" fmla="*/ 133 w 228"/>
                <a:gd name="T19" fmla="*/ 5 h 228"/>
                <a:gd name="T20" fmla="*/ 127 w 228"/>
                <a:gd name="T21" fmla="*/ 0 h 228"/>
                <a:gd name="T22" fmla="*/ 100 w 228"/>
                <a:gd name="T23" fmla="*/ 0 h 228"/>
                <a:gd name="T24" fmla="*/ 94 w 228"/>
                <a:gd name="T25" fmla="*/ 5 h 228"/>
                <a:gd name="T26" fmla="*/ 89 w 228"/>
                <a:gd name="T27" fmla="*/ 32 h 228"/>
                <a:gd name="T28" fmla="*/ 73 w 228"/>
                <a:gd name="T29" fmla="*/ 39 h 228"/>
                <a:gd name="T30" fmla="*/ 50 w 228"/>
                <a:gd name="T31" fmla="*/ 23 h 228"/>
                <a:gd name="T32" fmla="*/ 43 w 228"/>
                <a:gd name="T33" fmla="*/ 24 h 228"/>
                <a:gd name="T34" fmla="*/ 23 w 228"/>
                <a:gd name="T35" fmla="*/ 43 h 228"/>
                <a:gd name="T36" fmla="*/ 23 w 228"/>
                <a:gd name="T37" fmla="*/ 51 h 228"/>
                <a:gd name="T38" fmla="*/ 39 w 228"/>
                <a:gd name="T39" fmla="*/ 74 h 228"/>
                <a:gd name="T40" fmla="*/ 32 w 228"/>
                <a:gd name="T41" fmla="*/ 90 h 228"/>
                <a:gd name="T42" fmla="*/ 5 w 228"/>
                <a:gd name="T43" fmla="*/ 95 h 228"/>
                <a:gd name="T44" fmla="*/ 0 w 228"/>
                <a:gd name="T45" fmla="*/ 100 h 228"/>
                <a:gd name="T46" fmla="*/ 0 w 228"/>
                <a:gd name="T47" fmla="*/ 128 h 228"/>
                <a:gd name="T48" fmla="*/ 5 w 228"/>
                <a:gd name="T49" fmla="*/ 134 h 228"/>
                <a:gd name="T50" fmla="*/ 32 w 228"/>
                <a:gd name="T51" fmla="*/ 139 h 228"/>
                <a:gd name="T52" fmla="*/ 39 w 228"/>
                <a:gd name="T53" fmla="*/ 155 h 228"/>
                <a:gd name="T54" fmla="*/ 23 w 228"/>
                <a:gd name="T55" fmla="*/ 178 h 228"/>
                <a:gd name="T56" fmla="*/ 24 w 228"/>
                <a:gd name="T57" fmla="*/ 185 h 228"/>
                <a:gd name="T58" fmla="*/ 43 w 228"/>
                <a:gd name="T59" fmla="*/ 204 h 228"/>
                <a:gd name="T60" fmla="*/ 51 w 228"/>
                <a:gd name="T61" fmla="*/ 205 h 228"/>
                <a:gd name="T62" fmla="*/ 73 w 228"/>
                <a:gd name="T63" fmla="*/ 189 h 228"/>
                <a:gd name="T64" fmla="*/ 89 w 228"/>
                <a:gd name="T65" fmla="*/ 196 h 228"/>
                <a:gd name="T66" fmla="*/ 94 w 228"/>
                <a:gd name="T67" fmla="*/ 223 h 228"/>
                <a:gd name="T68" fmla="*/ 100 w 228"/>
                <a:gd name="T69" fmla="*/ 228 h 228"/>
                <a:gd name="T70" fmla="*/ 127 w 228"/>
                <a:gd name="T71" fmla="*/ 228 h 228"/>
                <a:gd name="T72" fmla="*/ 133 w 228"/>
                <a:gd name="T73" fmla="*/ 223 h 228"/>
                <a:gd name="T74" fmla="*/ 138 w 228"/>
                <a:gd name="T75" fmla="*/ 196 h 228"/>
                <a:gd name="T76" fmla="*/ 154 w 228"/>
                <a:gd name="T77" fmla="*/ 190 h 228"/>
                <a:gd name="T78" fmla="*/ 177 w 228"/>
                <a:gd name="T79" fmla="*/ 205 h 228"/>
                <a:gd name="T80" fmla="*/ 185 w 228"/>
                <a:gd name="T81" fmla="*/ 205 h 228"/>
                <a:gd name="T82" fmla="*/ 204 w 228"/>
                <a:gd name="T83" fmla="*/ 185 h 228"/>
                <a:gd name="T84" fmla="*/ 205 w 228"/>
                <a:gd name="T85" fmla="*/ 178 h 228"/>
                <a:gd name="T86" fmla="*/ 189 w 228"/>
                <a:gd name="T87" fmla="*/ 155 h 228"/>
                <a:gd name="T88" fmla="*/ 196 w 228"/>
                <a:gd name="T89" fmla="*/ 139 h 228"/>
                <a:gd name="T90" fmla="*/ 223 w 228"/>
                <a:gd name="T91" fmla="*/ 134 h 228"/>
                <a:gd name="T92" fmla="*/ 228 w 228"/>
                <a:gd name="T93" fmla="*/ 128 h 228"/>
                <a:gd name="T94" fmla="*/ 228 w 228"/>
                <a:gd name="T95" fmla="*/ 100 h 228"/>
                <a:gd name="T96" fmla="*/ 223 w 228"/>
                <a:gd name="T97" fmla="*/ 95 h 228"/>
                <a:gd name="T98" fmla="*/ 114 w 228"/>
                <a:gd name="T99" fmla="*/ 149 h 228"/>
                <a:gd name="T100" fmla="*/ 79 w 228"/>
                <a:gd name="T101" fmla="*/ 114 h 228"/>
                <a:gd name="T102" fmla="*/ 114 w 228"/>
                <a:gd name="T103" fmla="*/ 79 h 228"/>
                <a:gd name="T104" fmla="*/ 149 w 228"/>
                <a:gd name="T105" fmla="*/ 114 h 228"/>
                <a:gd name="T106" fmla="*/ 114 w 228"/>
                <a:gd name="T107" fmla="*/ 149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8" h="228">
                  <a:moveTo>
                    <a:pt x="223" y="95"/>
                  </a:moveTo>
                  <a:cubicBezTo>
                    <a:pt x="196" y="90"/>
                    <a:pt x="196" y="90"/>
                    <a:pt x="196" y="90"/>
                  </a:cubicBezTo>
                  <a:cubicBezTo>
                    <a:pt x="194" y="84"/>
                    <a:pt x="192" y="79"/>
                    <a:pt x="189" y="74"/>
                  </a:cubicBezTo>
                  <a:cubicBezTo>
                    <a:pt x="205" y="50"/>
                    <a:pt x="205" y="50"/>
                    <a:pt x="205" y="50"/>
                  </a:cubicBezTo>
                  <a:cubicBezTo>
                    <a:pt x="207" y="48"/>
                    <a:pt x="206" y="45"/>
                    <a:pt x="205" y="43"/>
                  </a:cubicBezTo>
                  <a:cubicBezTo>
                    <a:pt x="185" y="24"/>
                    <a:pt x="185" y="24"/>
                    <a:pt x="185" y="24"/>
                  </a:cubicBezTo>
                  <a:cubicBezTo>
                    <a:pt x="183" y="22"/>
                    <a:pt x="180" y="21"/>
                    <a:pt x="178" y="23"/>
                  </a:cubicBezTo>
                  <a:cubicBezTo>
                    <a:pt x="155" y="39"/>
                    <a:pt x="155" y="39"/>
                    <a:pt x="155" y="39"/>
                  </a:cubicBezTo>
                  <a:cubicBezTo>
                    <a:pt x="149" y="36"/>
                    <a:pt x="144" y="34"/>
                    <a:pt x="138" y="32"/>
                  </a:cubicBezTo>
                  <a:cubicBezTo>
                    <a:pt x="133" y="5"/>
                    <a:pt x="133" y="5"/>
                    <a:pt x="133" y="5"/>
                  </a:cubicBezTo>
                  <a:cubicBezTo>
                    <a:pt x="133" y="2"/>
                    <a:pt x="130" y="0"/>
                    <a:pt x="127" y="0"/>
                  </a:cubicBezTo>
                  <a:cubicBezTo>
                    <a:pt x="100" y="0"/>
                    <a:pt x="100" y="0"/>
                    <a:pt x="100" y="0"/>
                  </a:cubicBezTo>
                  <a:cubicBezTo>
                    <a:pt x="97" y="0"/>
                    <a:pt x="95" y="2"/>
                    <a:pt x="94" y="5"/>
                  </a:cubicBezTo>
                  <a:cubicBezTo>
                    <a:pt x="89" y="32"/>
                    <a:pt x="89" y="32"/>
                    <a:pt x="89" y="32"/>
                  </a:cubicBezTo>
                  <a:cubicBezTo>
                    <a:pt x="83" y="34"/>
                    <a:pt x="78" y="36"/>
                    <a:pt x="73" y="39"/>
                  </a:cubicBezTo>
                  <a:cubicBezTo>
                    <a:pt x="50" y="23"/>
                    <a:pt x="50" y="23"/>
                    <a:pt x="50" y="23"/>
                  </a:cubicBezTo>
                  <a:cubicBezTo>
                    <a:pt x="48" y="22"/>
                    <a:pt x="45" y="22"/>
                    <a:pt x="43" y="24"/>
                  </a:cubicBezTo>
                  <a:cubicBezTo>
                    <a:pt x="23" y="43"/>
                    <a:pt x="23" y="43"/>
                    <a:pt x="23" y="43"/>
                  </a:cubicBezTo>
                  <a:cubicBezTo>
                    <a:pt x="22" y="45"/>
                    <a:pt x="21" y="49"/>
                    <a:pt x="23" y="51"/>
                  </a:cubicBezTo>
                  <a:cubicBezTo>
                    <a:pt x="39" y="74"/>
                    <a:pt x="39" y="74"/>
                    <a:pt x="39" y="74"/>
                  </a:cubicBezTo>
                  <a:cubicBezTo>
                    <a:pt x="36" y="79"/>
                    <a:pt x="34" y="84"/>
                    <a:pt x="32" y="90"/>
                  </a:cubicBezTo>
                  <a:cubicBezTo>
                    <a:pt x="5" y="95"/>
                    <a:pt x="5" y="95"/>
                    <a:pt x="5" y="95"/>
                  </a:cubicBezTo>
                  <a:cubicBezTo>
                    <a:pt x="2" y="95"/>
                    <a:pt x="0" y="98"/>
                    <a:pt x="0" y="100"/>
                  </a:cubicBezTo>
                  <a:cubicBezTo>
                    <a:pt x="0" y="128"/>
                    <a:pt x="0" y="128"/>
                    <a:pt x="0" y="128"/>
                  </a:cubicBezTo>
                  <a:cubicBezTo>
                    <a:pt x="0" y="131"/>
                    <a:pt x="2" y="133"/>
                    <a:pt x="5" y="134"/>
                  </a:cubicBezTo>
                  <a:cubicBezTo>
                    <a:pt x="32" y="139"/>
                    <a:pt x="32" y="139"/>
                    <a:pt x="32" y="139"/>
                  </a:cubicBezTo>
                  <a:cubicBezTo>
                    <a:pt x="34" y="144"/>
                    <a:pt x="36" y="150"/>
                    <a:pt x="39" y="155"/>
                  </a:cubicBezTo>
                  <a:cubicBezTo>
                    <a:pt x="23" y="178"/>
                    <a:pt x="23" y="178"/>
                    <a:pt x="23" y="178"/>
                  </a:cubicBezTo>
                  <a:cubicBezTo>
                    <a:pt x="22" y="180"/>
                    <a:pt x="22" y="183"/>
                    <a:pt x="24" y="185"/>
                  </a:cubicBezTo>
                  <a:cubicBezTo>
                    <a:pt x="43" y="204"/>
                    <a:pt x="43" y="204"/>
                    <a:pt x="43" y="204"/>
                  </a:cubicBezTo>
                  <a:cubicBezTo>
                    <a:pt x="45" y="206"/>
                    <a:pt x="48" y="207"/>
                    <a:pt x="51" y="205"/>
                  </a:cubicBezTo>
                  <a:cubicBezTo>
                    <a:pt x="73" y="189"/>
                    <a:pt x="73" y="189"/>
                    <a:pt x="73" y="189"/>
                  </a:cubicBezTo>
                  <a:cubicBezTo>
                    <a:pt x="78" y="192"/>
                    <a:pt x="84" y="194"/>
                    <a:pt x="89" y="196"/>
                  </a:cubicBezTo>
                  <a:cubicBezTo>
                    <a:pt x="94" y="223"/>
                    <a:pt x="94" y="223"/>
                    <a:pt x="94" y="223"/>
                  </a:cubicBezTo>
                  <a:cubicBezTo>
                    <a:pt x="95" y="226"/>
                    <a:pt x="97" y="228"/>
                    <a:pt x="100" y="228"/>
                  </a:cubicBezTo>
                  <a:cubicBezTo>
                    <a:pt x="127" y="228"/>
                    <a:pt x="127" y="228"/>
                    <a:pt x="127" y="228"/>
                  </a:cubicBezTo>
                  <a:cubicBezTo>
                    <a:pt x="130" y="228"/>
                    <a:pt x="133" y="226"/>
                    <a:pt x="133" y="223"/>
                  </a:cubicBezTo>
                  <a:cubicBezTo>
                    <a:pt x="138" y="196"/>
                    <a:pt x="138" y="196"/>
                    <a:pt x="138" y="196"/>
                  </a:cubicBezTo>
                  <a:cubicBezTo>
                    <a:pt x="144" y="194"/>
                    <a:pt x="149" y="192"/>
                    <a:pt x="154" y="190"/>
                  </a:cubicBezTo>
                  <a:cubicBezTo>
                    <a:pt x="177" y="205"/>
                    <a:pt x="177" y="205"/>
                    <a:pt x="177" y="205"/>
                  </a:cubicBezTo>
                  <a:cubicBezTo>
                    <a:pt x="180" y="207"/>
                    <a:pt x="183" y="207"/>
                    <a:pt x="185" y="205"/>
                  </a:cubicBezTo>
                  <a:cubicBezTo>
                    <a:pt x="204" y="185"/>
                    <a:pt x="204" y="185"/>
                    <a:pt x="204" y="185"/>
                  </a:cubicBezTo>
                  <a:cubicBezTo>
                    <a:pt x="206" y="183"/>
                    <a:pt x="206" y="180"/>
                    <a:pt x="205" y="178"/>
                  </a:cubicBezTo>
                  <a:cubicBezTo>
                    <a:pt x="189" y="155"/>
                    <a:pt x="189" y="155"/>
                    <a:pt x="189" y="155"/>
                  </a:cubicBezTo>
                  <a:cubicBezTo>
                    <a:pt x="192" y="150"/>
                    <a:pt x="194" y="144"/>
                    <a:pt x="196" y="139"/>
                  </a:cubicBezTo>
                  <a:cubicBezTo>
                    <a:pt x="223" y="134"/>
                    <a:pt x="223" y="134"/>
                    <a:pt x="223" y="134"/>
                  </a:cubicBezTo>
                  <a:cubicBezTo>
                    <a:pt x="226" y="133"/>
                    <a:pt x="228" y="131"/>
                    <a:pt x="228" y="128"/>
                  </a:cubicBezTo>
                  <a:cubicBezTo>
                    <a:pt x="228" y="100"/>
                    <a:pt x="228" y="100"/>
                    <a:pt x="228" y="100"/>
                  </a:cubicBezTo>
                  <a:cubicBezTo>
                    <a:pt x="228" y="98"/>
                    <a:pt x="226" y="95"/>
                    <a:pt x="223" y="95"/>
                  </a:cubicBezTo>
                  <a:close/>
                  <a:moveTo>
                    <a:pt x="114" y="149"/>
                  </a:moveTo>
                  <a:cubicBezTo>
                    <a:pt x="95" y="149"/>
                    <a:pt x="79" y="133"/>
                    <a:pt x="79" y="114"/>
                  </a:cubicBezTo>
                  <a:cubicBezTo>
                    <a:pt x="79" y="95"/>
                    <a:pt x="95" y="79"/>
                    <a:pt x="114" y="79"/>
                  </a:cubicBezTo>
                  <a:cubicBezTo>
                    <a:pt x="133" y="79"/>
                    <a:pt x="149" y="95"/>
                    <a:pt x="149" y="114"/>
                  </a:cubicBezTo>
                  <a:cubicBezTo>
                    <a:pt x="149" y="133"/>
                    <a:pt x="133" y="149"/>
                    <a:pt x="114" y="149"/>
                  </a:cubicBezTo>
                  <a:close/>
                </a:path>
              </a:pathLst>
            </a:custGeom>
            <a:solidFill>
              <a:schemeClr val="bg1"/>
            </a:solidFill>
            <a:ln>
              <a:noFill/>
            </a:ln>
          </p:spPr>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16" name="ísľiḑe"/>
            <p:cNvSpPr/>
            <p:nvPr/>
          </p:nvSpPr>
          <p:spPr bwMode="auto">
            <a:xfrm>
              <a:off x="4577986" y="3385090"/>
              <a:ext cx="633204" cy="633204"/>
            </a:xfrm>
            <a:custGeom>
              <a:avLst/>
              <a:gdLst>
                <a:gd name="T0" fmla="*/ 130 w 236"/>
                <a:gd name="T1" fmla="*/ 1 h 236"/>
                <a:gd name="T2" fmla="*/ 118 w 236"/>
                <a:gd name="T3" fmla="*/ 0 h 236"/>
                <a:gd name="T4" fmla="*/ 30 w 236"/>
                <a:gd name="T5" fmla="*/ 40 h 236"/>
                <a:gd name="T6" fmla="*/ 68 w 236"/>
                <a:gd name="T7" fmla="*/ 105 h 236"/>
                <a:gd name="T8" fmla="*/ 130 w 236"/>
                <a:gd name="T9" fmla="*/ 1 h 236"/>
                <a:gd name="T10" fmla="*/ 20 w 236"/>
                <a:gd name="T11" fmla="*/ 52 h 236"/>
                <a:gd name="T12" fmla="*/ 0 w 236"/>
                <a:gd name="T13" fmla="*/ 118 h 236"/>
                <a:gd name="T14" fmla="*/ 5 w 236"/>
                <a:gd name="T15" fmla="*/ 153 h 236"/>
                <a:gd name="T16" fmla="*/ 81 w 236"/>
                <a:gd name="T17" fmla="*/ 153 h 236"/>
                <a:gd name="T18" fmla="*/ 20 w 236"/>
                <a:gd name="T19" fmla="*/ 52 h 236"/>
                <a:gd name="T20" fmla="*/ 225 w 236"/>
                <a:gd name="T21" fmla="*/ 68 h 236"/>
                <a:gd name="T22" fmla="*/ 145 w 236"/>
                <a:gd name="T23" fmla="*/ 3 h 236"/>
                <a:gd name="T24" fmla="*/ 106 w 236"/>
                <a:gd name="T25" fmla="*/ 68 h 236"/>
                <a:gd name="T26" fmla="*/ 225 w 236"/>
                <a:gd name="T27" fmla="*/ 68 h 236"/>
                <a:gd name="T28" fmla="*/ 130 w 236"/>
                <a:gd name="T29" fmla="*/ 167 h 236"/>
                <a:gd name="T30" fmla="*/ 11 w 236"/>
                <a:gd name="T31" fmla="*/ 167 h 236"/>
                <a:gd name="T32" fmla="*/ 96 w 236"/>
                <a:gd name="T33" fmla="*/ 234 h 236"/>
                <a:gd name="T34" fmla="*/ 93 w 236"/>
                <a:gd name="T35" fmla="*/ 232 h 236"/>
                <a:gd name="T36" fmla="*/ 130 w 236"/>
                <a:gd name="T37" fmla="*/ 167 h 236"/>
                <a:gd name="T38" fmla="*/ 230 w 236"/>
                <a:gd name="T39" fmla="*/ 82 h 236"/>
                <a:gd name="T40" fmla="*/ 155 w 236"/>
                <a:gd name="T41" fmla="*/ 82 h 236"/>
                <a:gd name="T42" fmla="*/ 215 w 236"/>
                <a:gd name="T43" fmla="*/ 186 h 236"/>
                <a:gd name="T44" fmla="*/ 236 w 236"/>
                <a:gd name="T45" fmla="*/ 118 h 236"/>
                <a:gd name="T46" fmla="*/ 230 w 236"/>
                <a:gd name="T47" fmla="*/ 82 h 236"/>
                <a:gd name="T48" fmla="*/ 108 w 236"/>
                <a:gd name="T49" fmla="*/ 236 h 236"/>
                <a:gd name="T50" fmla="*/ 118 w 236"/>
                <a:gd name="T51" fmla="*/ 236 h 236"/>
                <a:gd name="T52" fmla="*/ 205 w 236"/>
                <a:gd name="T53" fmla="*/ 198 h 236"/>
                <a:gd name="T54" fmla="*/ 167 w 236"/>
                <a:gd name="T55" fmla="*/ 132 h 236"/>
                <a:gd name="T56" fmla="*/ 108 w 236"/>
                <a:gd name="T57"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6" h="236">
                  <a:moveTo>
                    <a:pt x="130" y="1"/>
                  </a:moveTo>
                  <a:cubicBezTo>
                    <a:pt x="126" y="0"/>
                    <a:pt x="122" y="0"/>
                    <a:pt x="118" y="0"/>
                  </a:cubicBezTo>
                  <a:cubicBezTo>
                    <a:pt x="83" y="0"/>
                    <a:pt x="51" y="16"/>
                    <a:pt x="30" y="40"/>
                  </a:cubicBezTo>
                  <a:cubicBezTo>
                    <a:pt x="68" y="105"/>
                    <a:pt x="68" y="105"/>
                    <a:pt x="68" y="105"/>
                  </a:cubicBezTo>
                  <a:lnTo>
                    <a:pt x="130" y="1"/>
                  </a:lnTo>
                  <a:close/>
                  <a:moveTo>
                    <a:pt x="20" y="52"/>
                  </a:moveTo>
                  <a:cubicBezTo>
                    <a:pt x="7" y="71"/>
                    <a:pt x="0" y="94"/>
                    <a:pt x="0" y="118"/>
                  </a:cubicBezTo>
                  <a:cubicBezTo>
                    <a:pt x="0" y="130"/>
                    <a:pt x="2" y="142"/>
                    <a:pt x="5" y="153"/>
                  </a:cubicBezTo>
                  <a:cubicBezTo>
                    <a:pt x="81" y="153"/>
                    <a:pt x="81" y="153"/>
                    <a:pt x="81" y="153"/>
                  </a:cubicBezTo>
                  <a:lnTo>
                    <a:pt x="20" y="52"/>
                  </a:lnTo>
                  <a:close/>
                  <a:moveTo>
                    <a:pt x="225" y="68"/>
                  </a:moveTo>
                  <a:cubicBezTo>
                    <a:pt x="210" y="36"/>
                    <a:pt x="180" y="11"/>
                    <a:pt x="145" y="3"/>
                  </a:cubicBezTo>
                  <a:cubicBezTo>
                    <a:pt x="106" y="68"/>
                    <a:pt x="106" y="68"/>
                    <a:pt x="106" y="68"/>
                  </a:cubicBezTo>
                  <a:lnTo>
                    <a:pt x="225" y="68"/>
                  </a:lnTo>
                  <a:close/>
                  <a:moveTo>
                    <a:pt x="130" y="167"/>
                  </a:moveTo>
                  <a:cubicBezTo>
                    <a:pt x="11" y="167"/>
                    <a:pt x="11" y="167"/>
                    <a:pt x="11" y="167"/>
                  </a:cubicBezTo>
                  <a:cubicBezTo>
                    <a:pt x="26" y="201"/>
                    <a:pt x="58" y="227"/>
                    <a:pt x="96" y="234"/>
                  </a:cubicBezTo>
                  <a:cubicBezTo>
                    <a:pt x="93" y="232"/>
                    <a:pt x="93" y="232"/>
                    <a:pt x="93" y="232"/>
                  </a:cubicBezTo>
                  <a:lnTo>
                    <a:pt x="130" y="167"/>
                  </a:lnTo>
                  <a:close/>
                  <a:moveTo>
                    <a:pt x="230" y="82"/>
                  </a:moveTo>
                  <a:cubicBezTo>
                    <a:pt x="155" y="82"/>
                    <a:pt x="155" y="82"/>
                    <a:pt x="155" y="82"/>
                  </a:cubicBezTo>
                  <a:cubicBezTo>
                    <a:pt x="215" y="186"/>
                    <a:pt x="215" y="186"/>
                    <a:pt x="215" y="186"/>
                  </a:cubicBezTo>
                  <a:cubicBezTo>
                    <a:pt x="228" y="167"/>
                    <a:pt x="236" y="143"/>
                    <a:pt x="236" y="118"/>
                  </a:cubicBezTo>
                  <a:cubicBezTo>
                    <a:pt x="236" y="106"/>
                    <a:pt x="234" y="94"/>
                    <a:pt x="230" y="82"/>
                  </a:cubicBezTo>
                  <a:close/>
                  <a:moveTo>
                    <a:pt x="108" y="236"/>
                  </a:moveTo>
                  <a:cubicBezTo>
                    <a:pt x="111" y="236"/>
                    <a:pt x="115" y="236"/>
                    <a:pt x="118" y="236"/>
                  </a:cubicBezTo>
                  <a:cubicBezTo>
                    <a:pt x="152" y="236"/>
                    <a:pt x="183" y="221"/>
                    <a:pt x="205" y="198"/>
                  </a:cubicBezTo>
                  <a:cubicBezTo>
                    <a:pt x="167" y="132"/>
                    <a:pt x="167" y="132"/>
                    <a:pt x="167" y="132"/>
                  </a:cubicBezTo>
                  <a:lnTo>
                    <a:pt x="108" y="236"/>
                  </a:lnTo>
                  <a:close/>
                </a:path>
              </a:pathLst>
            </a:custGeom>
            <a:solidFill>
              <a:schemeClr val="bg1"/>
            </a:solidFill>
            <a:ln>
              <a:noFill/>
            </a:ln>
          </p:spPr>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17" name="ïṥḷïḋê"/>
            <p:cNvSpPr/>
            <p:nvPr/>
          </p:nvSpPr>
          <p:spPr bwMode="auto">
            <a:xfrm>
              <a:off x="8157870" y="3385090"/>
              <a:ext cx="633204" cy="633204"/>
            </a:xfrm>
            <a:custGeom>
              <a:avLst/>
              <a:gdLst>
                <a:gd name="T0" fmla="*/ 118 w 236"/>
                <a:gd name="T1" fmla="*/ 142 h 236"/>
                <a:gd name="T2" fmla="*/ 142 w 236"/>
                <a:gd name="T3" fmla="*/ 118 h 236"/>
                <a:gd name="T4" fmla="*/ 137 w 236"/>
                <a:gd name="T5" fmla="*/ 105 h 236"/>
                <a:gd name="T6" fmla="*/ 118 w 236"/>
                <a:gd name="T7" fmla="*/ 95 h 236"/>
                <a:gd name="T8" fmla="*/ 99 w 236"/>
                <a:gd name="T9" fmla="*/ 105 h 236"/>
                <a:gd name="T10" fmla="*/ 94 w 236"/>
                <a:gd name="T11" fmla="*/ 118 h 236"/>
                <a:gd name="T12" fmla="*/ 118 w 236"/>
                <a:gd name="T13" fmla="*/ 142 h 236"/>
                <a:gd name="T14" fmla="*/ 170 w 236"/>
                <a:gd name="T15" fmla="*/ 89 h 236"/>
                <a:gd name="T16" fmla="*/ 170 w 236"/>
                <a:gd name="T17" fmla="*/ 70 h 236"/>
                <a:gd name="T18" fmla="*/ 170 w 236"/>
                <a:gd name="T19" fmla="*/ 67 h 236"/>
                <a:gd name="T20" fmla="*/ 167 w 236"/>
                <a:gd name="T21" fmla="*/ 67 h 236"/>
                <a:gd name="T22" fmla="*/ 147 w 236"/>
                <a:gd name="T23" fmla="*/ 67 h 236"/>
                <a:gd name="T24" fmla="*/ 147 w 236"/>
                <a:gd name="T25" fmla="*/ 90 h 236"/>
                <a:gd name="T26" fmla="*/ 170 w 236"/>
                <a:gd name="T27" fmla="*/ 89 h 236"/>
                <a:gd name="T28" fmla="*/ 118 w 236"/>
                <a:gd name="T29" fmla="*/ 0 h 236"/>
                <a:gd name="T30" fmla="*/ 0 w 236"/>
                <a:gd name="T31" fmla="*/ 118 h 236"/>
                <a:gd name="T32" fmla="*/ 118 w 236"/>
                <a:gd name="T33" fmla="*/ 236 h 236"/>
                <a:gd name="T34" fmla="*/ 236 w 236"/>
                <a:gd name="T35" fmla="*/ 118 h 236"/>
                <a:gd name="T36" fmla="*/ 118 w 236"/>
                <a:gd name="T37" fmla="*/ 0 h 236"/>
                <a:gd name="T38" fmla="*/ 185 w 236"/>
                <a:gd name="T39" fmla="*/ 105 h 236"/>
                <a:gd name="T40" fmla="*/ 185 w 236"/>
                <a:gd name="T41" fmla="*/ 160 h 236"/>
                <a:gd name="T42" fmla="*/ 159 w 236"/>
                <a:gd name="T43" fmla="*/ 186 h 236"/>
                <a:gd name="T44" fmla="*/ 77 w 236"/>
                <a:gd name="T45" fmla="*/ 186 h 236"/>
                <a:gd name="T46" fmla="*/ 51 w 236"/>
                <a:gd name="T47" fmla="*/ 160 h 236"/>
                <a:gd name="T48" fmla="*/ 51 w 236"/>
                <a:gd name="T49" fmla="*/ 105 h 236"/>
                <a:gd name="T50" fmla="*/ 51 w 236"/>
                <a:gd name="T51" fmla="*/ 77 h 236"/>
                <a:gd name="T52" fmla="*/ 77 w 236"/>
                <a:gd name="T53" fmla="*/ 51 h 236"/>
                <a:gd name="T54" fmla="*/ 159 w 236"/>
                <a:gd name="T55" fmla="*/ 51 h 236"/>
                <a:gd name="T56" fmla="*/ 185 w 236"/>
                <a:gd name="T57" fmla="*/ 77 h 236"/>
                <a:gd name="T58" fmla="*/ 185 w 236"/>
                <a:gd name="T59" fmla="*/ 105 h 236"/>
                <a:gd name="T60" fmla="*/ 155 w 236"/>
                <a:gd name="T61" fmla="*/ 118 h 236"/>
                <a:gd name="T62" fmla="*/ 118 w 236"/>
                <a:gd name="T63" fmla="*/ 155 h 236"/>
                <a:gd name="T64" fmla="*/ 81 w 236"/>
                <a:gd name="T65" fmla="*/ 118 h 236"/>
                <a:gd name="T66" fmla="*/ 84 w 236"/>
                <a:gd name="T67" fmla="*/ 105 h 236"/>
                <a:gd name="T68" fmla="*/ 64 w 236"/>
                <a:gd name="T69" fmla="*/ 105 h 236"/>
                <a:gd name="T70" fmla="*/ 64 w 236"/>
                <a:gd name="T71" fmla="*/ 160 h 236"/>
                <a:gd name="T72" fmla="*/ 77 w 236"/>
                <a:gd name="T73" fmla="*/ 172 h 236"/>
                <a:gd name="T74" fmla="*/ 159 w 236"/>
                <a:gd name="T75" fmla="*/ 172 h 236"/>
                <a:gd name="T76" fmla="*/ 172 w 236"/>
                <a:gd name="T77" fmla="*/ 160 h 236"/>
                <a:gd name="T78" fmla="*/ 172 w 236"/>
                <a:gd name="T79" fmla="*/ 105 h 236"/>
                <a:gd name="T80" fmla="*/ 152 w 236"/>
                <a:gd name="T81" fmla="*/ 105 h 236"/>
                <a:gd name="T82" fmla="*/ 155 w 236"/>
                <a:gd name="T83" fmla="*/ 118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36" h="236">
                  <a:moveTo>
                    <a:pt x="118" y="142"/>
                  </a:moveTo>
                  <a:cubicBezTo>
                    <a:pt x="131" y="142"/>
                    <a:pt x="142" y="131"/>
                    <a:pt x="142" y="118"/>
                  </a:cubicBezTo>
                  <a:cubicBezTo>
                    <a:pt x="142" y="113"/>
                    <a:pt x="140" y="108"/>
                    <a:pt x="137" y="105"/>
                  </a:cubicBezTo>
                  <a:cubicBezTo>
                    <a:pt x="133" y="99"/>
                    <a:pt x="126" y="95"/>
                    <a:pt x="118" y="95"/>
                  </a:cubicBezTo>
                  <a:cubicBezTo>
                    <a:pt x="110" y="95"/>
                    <a:pt x="103" y="99"/>
                    <a:pt x="99" y="105"/>
                  </a:cubicBezTo>
                  <a:cubicBezTo>
                    <a:pt x="96" y="108"/>
                    <a:pt x="94" y="113"/>
                    <a:pt x="94" y="118"/>
                  </a:cubicBezTo>
                  <a:cubicBezTo>
                    <a:pt x="94" y="131"/>
                    <a:pt x="105" y="142"/>
                    <a:pt x="118" y="142"/>
                  </a:cubicBezTo>
                  <a:close/>
                  <a:moveTo>
                    <a:pt x="170" y="89"/>
                  </a:moveTo>
                  <a:cubicBezTo>
                    <a:pt x="170" y="70"/>
                    <a:pt x="170" y="70"/>
                    <a:pt x="170" y="70"/>
                  </a:cubicBezTo>
                  <a:cubicBezTo>
                    <a:pt x="170" y="67"/>
                    <a:pt x="170" y="67"/>
                    <a:pt x="170" y="67"/>
                  </a:cubicBezTo>
                  <a:cubicBezTo>
                    <a:pt x="167" y="67"/>
                    <a:pt x="167" y="67"/>
                    <a:pt x="167" y="67"/>
                  </a:cubicBezTo>
                  <a:cubicBezTo>
                    <a:pt x="147" y="67"/>
                    <a:pt x="147" y="67"/>
                    <a:pt x="147" y="67"/>
                  </a:cubicBezTo>
                  <a:cubicBezTo>
                    <a:pt x="147" y="90"/>
                    <a:pt x="147" y="90"/>
                    <a:pt x="147" y="90"/>
                  </a:cubicBezTo>
                  <a:lnTo>
                    <a:pt x="170" y="89"/>
                  </a:lnTo>
                  <a:close/>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85" y="105"/>
                  </a:moveTo>
                  <a:cubicBezTo>
                    <a:pt x="185" y="160"/>
                    <a:pt x="185" y="160"/>
                    <a:pt x="185" y="160"/>
                  </a:cubicBezTo>
                  <a:cubicBezTo>
                    <a:pt x="185" y="174"/>
                    <a:pt x="173" y="186"/>
                    <a:pt x="159" y="186"/>
                  </a:cubicBezTo>
                  <a:cubicBezTo>
                    <a:pt x="77" y="186"/>
                    <a:pt x="77" y="186"/>
                    <a:pt x="77" y="186"/>
                  </a:cubicBezTo>
                  <a:cubicBezTo>
                    <a:pt x="62" y="186"/>
                    <a:pt x="51" y="174"/>
                    <a:pt x="51" y="160"/>
                  </a:cubicBezTo>
                  <a:cubicBezTo>
                    <a:pt x="51" y="105"/>
                    <a:pt x="51" y="105"/>
                    <a:pt x="51" y="105"/>
                  </a:cubicBezTo>
                  <a:cubicBezTo>
                    <a:pt x="51" y="77"/>
                    <a:pt x="51" y="77"/>
                    <a:pt x="51" y="77"/>
                  </a:cubicBezTo>
                  <a:cubicBezTo>
                    <a:pt x="51" y="63"/>
                    <a:pt x="62" y="51"/>
                    <a:pt x="77" y="51"/>
                  </a:cubicBezTo>
                  <a:cubicBezTo>
                    <a:pt x="159" y="51"/>
                    <a:pt x="159" y="51"/>
                    <a:pt x="159" y="51"/>
                  </a:cubicBezTo>
                  <a:cubicBezTo>
                    <a:pt x="173" y="51"/>
                    <a:pt x="185" y="63"/>
                    <a:pt x="185" y="77"/>
                  </a:cubicBezTo>
                  <a:lnTo>
                    <a:pt x="185" y="105"/>
                  </a:lnTo>
                  <a:close/>
                  <a:moveTo>
                    <a:pt x="155" y="118"/>
                  </a:moveTo>
                  <a:cubicBezTo>
                    <a:pt x="155" y="139"/>
                    <a:pt x="138" y="155"/>
                    <a:pt x="118" y="155"/>
                  </a:cubicBezTo>
                  <a:cubicBezTo>
                    <a:pt x="98" y="155"/>
                    <a:pt x="81" y="139"/>
                    <a:pt x="81" y="118"/>
                  </a:cubicBezTo>
                  <a:cubicBezTo>
                    <a:pt x="81" y="114"/>
                    <a:pt x="82" y="109"/>
                    <a:pt x="84" y="105"/>
                  </a:cubicBezTo>
                  <a:cubicBezTo>
                    <a:pt x="64" y="105"/>
                    <a:pt x="64" y="105"/>
                    <a:pt x="64" y="105"/>
                  </a:cubicBezTo>
                  <a:cubicBezTo>
                    <a:pt x="64" y="160"/>
                    <a:pt x="64" y="160"/>
                    <a:pt x="64" y="160"/>
                  </a:cubicBezTo>
                  <a:cubicBezTo>
                    <a:pt x="64" y="167"/>
                    <a:pt x="70" y="172"/>
                    <a:pt x="77" y="172"/>
                  </a:cubicBezTo>
                  <a:cubicBezTo>
                    <a:pt x="159" y="172"/>
                    <a:pt x="159" y="172"/>
                    <a:pt x="159" y="172"/>
                  </a:cubicBezTo>
                  <a:cubicBezTo>
                    <a:pt x="166" y="172"/>
                    <a:pt x="172" y="167"/>
                    <a:pt x="172" y="160"/>
                  </a:cubicBezTo>
                  <a:cubicBezTo>
                    <a:pt x="172" y="105"/>
                    <a:pt x="172" y="105"/>
                    <a:pt x="172" y="105"/>
                  </a:cubicBezTo>
                  <a:cubicBezTo>
                    <a:pt x="152" y="105"/>
                    <a:pt x="152" y="105"/>
                    <a:pt x="152" y="105"/>
                  </a:cubicBezTo>
                  <a:cubicBezTo>
                    <a:pt x="154" y="109"/>
                    <a:pt x="155" y="114"/>
                    <a:pt x="155" y="118"/>
                  </a:cubicBezTo>
                  <a:close/>
                </a:path>
              </a:pathLst>
            </a:custGeom>
            <a:solidFill>
              <a:schemeClr val="bg1"/>
            </a:solidFill>
            <a:ln>
              <a:noFill/>
            </a:ln>
          </p:spPr>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31" name="ïṡļiďê"/>
            <p:cNvSpPr txBox="1"/>
            <p:nvPr/>
          </p:nvSpPr>
          <p:spPr bwMode="auto">
            <a:xfrm>
              <a:off x="7344325" y="4292482"/>
              <a:ext cx="2292764" cy="418566"/>
            </a:xfrm>
            <a:prstGeom prst="rect">
              <a:avLst/>
            </a:prstGeom>
            <a:noFill/>
          </p:spPr>
          <p:txBody>
            <a:bodyPr wrap="none" lIns="67500" tIns="35100" rIns="67500" bIns="35100">
              <a:norm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Arial" panose="020B0604020202020204"/>
                  <a:ea typeface="微软雅黑" panose="020B0503020204020204" charset="-122"/>
                  <a:cs typeface="+mn-cs"/>
                </a:rPr>
                <a:t>网络安全</a:t>
              </a:r>
              <a:endParaRPr kumimoji="0" lang="zh-CN" altLang="en-US" sz="1200" b="1" i="0" u="none" strike="noStrike" kern="1200" cap="none" spc="0" normalizeH="0" baseline="0" noProof="0" dirty="0">
                <a:ln>
                  <a:noFill/>
                </a:ln>
                <a:solidFill>
                  <a:srgbClr val="000000"/>
                </a:solidFill>
                <a:effectLst/>
                <a:uLnTx/>
                <a:uFillTx/>
                <a:latin typeface="Arial" panose="020B0604020202020204"/>
                <a:ea typeface="微软雅黑" panose="020B0503020204020204" charset="-122"/>
                <a:cs typeface="+mn-cs"/>
              </a:endParaRPr>
            </a:p>
          </p:txBody>
        </p:sp>
        <p:sp>
          <p:nvSpPr>
            <p:cNvPr id="29" name="îṧļiḑe"/>
            <p:cNvSpPr txBox="1"/>
            <p:nvPr/>
          </p:nvSpPr>
          <p:spPr bwMode="auto">
            <a:xfrm>
              <a:off x="4949618" y="4292482"/>
              <a:ext cx="2292764" cy="418566"/>
            </a:xfrm>
            <a:prstGeom prst="rect">
              <a:avLst/>
            </a:prstGeom>
            <a:noFill/>
          </p:spPr>
          <p:txBody>
            <a:bodyPr wrap="none" lIns="67500" tIns="35100" rIns="67500" bIns="35100">
              <a:norm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Arial" panose="020B0604020202020204"/>
                  <a:ea typeface="微软雅黑" panose="020B0503020204020204" charset="-122"/>
                  <a:cs typeface="+mn-cs"/>
                </a:rPr>
                <a:t>数据安全</a:t>
              </a:r>
              <a:endParaRPr kumimoji="0" lang="zh-CN" altLang="en-US" sz="1200" b="1" i="0" u="none" strike="noStrike" kern="1200" cap="none" spc="0" normalizeH="0" baseline="0" noProof="0" dirty="0">
                <a:ln>
                  <a:noFill/>
                </a:ln>
                <a:solidFill>
                  <a:srgbClr val="000000"/>
                </a:solidFill>
                <a:effectLst/>
                <a:uLnTx/>
                <a:uFillTx/>
                <a:latin typeface="Arial" panose="020B0604020202020204"/>
                <a:ea typeface="微软雅黑" panose="020B0503020204020204" charset="-122"/>
                <a:cs typeface="+mn-cs"/>
              </a:endParaRPr>
            </a:p>
          </p:txBody>
        </p:sp>
        <p:grpSp>
          <p:nvGrpSpPr>
            <p:cNvPr id="20" name="iŝ1íďê"/>
            <p:cNvGrpSpPr/>
            <p:nvPr/>
          </p:nvGrpSpPr>
          <p:grpSpPr>
            <a:xfrm>
              <a:off x="2554911" y="4292482"/>
              <a:ext cx="2292764" cy="947301"/>
              <a:chOff x="2496110" y="4292482"/>
              <a:chExt cx="2292764" cy="947301"/>
            </a:xfrm>
          </p:grpSpPr>
          <p:sp>
            <p:nvSpPr>
              <p:cNvPr id="27" name="îṩḻïdê"/>
              <p:cNvSpPr txBox="1"/>
              <p:nvPr/>
            </p:nvSpPr>
            <p:spPr bwMode="auto">
              <a:xfrm>
                <a:off x="2496110" y="4292482"/>
                <a:ext cx="2292764" cy="418566"/>
              </a:xfrm>
              <a:prstGeom prst="rect">
                <a:avLst/>
              </a:prstGeom>
              <a:noFill/>
            </p:spPr>
            <p:txBody>
              <a:bodyPr wrap="none" lIns="67500" tIns="35100" rIns="67500" bIns="35100">
                <a:norm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Arial" panose="020B0604020202020204"/>
                    <a:ea typeface="微软雅黑" panose="020B0503020204020204" charset="-122"/>
                    <a:cs typeface="+mn-cs"/>
                  </a:rPr>
                  <a:t>硬件安全</a:t>
                </a:r>
                <a:endParaRPr kumimoji="0" lang="zh-CN" altLang="en-US" sz="1200" b="1" i="0" u="none" strike="noStrike" kern="1200" cap="none" spc="0" normalizeH="0" baseline="0" noProof="0" dirty="0">
                  <a:ln>
                    <a:noFill/>
                  </a:ln>
                  <a:solidFill>
                    <a:srgbClr val="000000"/>
                  </a:solidFill>
                  <a:effectLst/>
                  <a:uLnTx/>
                  <a:uFillTx/>
                  <a:latin typeface="Arial" panose="020B0604020202020204"/>
                  <a:ea typeface="微软雅黑" panose="020B0503020204020204" charset="-122"/>
                  <a:cs typeface="+mn-cs"/>
                </a:endParaRPr>
              </a:p>
            </p:txBody>
          </p:sp>
          <p:sp>
            <p:nvSpPr>
              <p:cNvPr id="28" name="íşľiḓê"/>
              <p:cNvSpPr txBox="1"/>
              <p:nvPr/>
            </p:nvSpPr>
            <p:spPr bwMode="auto">
              <a:xfrm>
                <a:off x="2496110" y="4711048"/>
                <a:ext cx="2292764" cy="528735"/>
              </a:xfrm>
              <a:prstGeom prst="rect">
                <a:avLst/>
              </a:prstGeom>
              <a:noFill/>
            </p:spPr>
            <p:txBody>
              <a:bodyPr wrap="square" lIns="67500" tIns="35100" rIns="67500" bIns="35100">
                <a:normAutofit/>
              </a:bodyPr>
              <a:lstStyle/>
              <a:p>
                <a:pPr marL="0" marR="0" lvl="0" indent="0" algn="ctr" defTabSz="685800" rtl="0" eaLnBrk="1" fontAlgn="auto" latinLnBrk="0" hangingPunct="1">
                  <a:lnSpc>
                    <a:spcPct val="120000"/>
                  </a:lnSpc>
                  <a:spcBef>
                    <a:spcPts val="0"/>
                  </a:spcBef>
                  <a:spcAft>
                    <a:spcPts val="0"/>
                  </a:spcAft>
                  <a:buClrTx/>
                  <a:buSzTx/>
                  <a:buFontTx/>
                  <a:buNone/>
                  <a:defRPr/>
                </a:pPr>
                <a:endParaRPr kumimoji="0" lang="en-US" altLang="zh-CN" sz="750" b="0" i="0" u="none" strike="noStrike" kern="1200" cap="none" spc="0" normalizeH="0" baseline="0" noProof="0" dirty="0">
                  <a:ln>
                    <a:noFill/>
                  </a:ln>
                  <a:solidFill>
                    <a:srgbClr val="000000"/>
                  </a:solidFill>
                  <a:effectLst/>
                  <a:uLnTx/>
                  <a:uFillTx/>
                  <a:latin typeface="Arial" panose="020B0604020202020204"/>
                  <a:ea typeface="微软雅黑" panose="020B0503020204020204" charset="-122"/>
                  <a:cs typeface="+mn-cs"/>
                </a:endParaRPr>
              </a:p>
            </p:txBody>
          </p:sp>
        </p:grpSp>
        <p:sp>
          <p:nvSpPr>
            <p:cNvPr id="25" name="ïslïḑê"/>
            <p:cNvSpPr txBox="1"/>
            <p:nvPr/>
          </p:nvSpPr>
          <p:spPr bwMode="auto">
            <a:xfrm>
              <a:off x="6155678" y="2775126"/>
              <a:ext cx="2292764" cy="418566"/>
            </a:xfrm>
            <a:prstGeom prst="rect">
              <a:avLst/>
            </a:prstGeom>
            <a:noFill/>
          </p:spPr>
          <p:txBody>
            <a:bodyPr wrap="none" lIns="67500" tIns="35100" rIns="67500" bIns="35100">
              <a:norm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Arial" panose="020B0604020202020204"/>
                  <a:ea typeface="微软雅黑" panose="020B0503020204020204" charset="-122"/>
                  <a:cs typeface="+mn-cs"/>
                </a:rPr>
                <a:t>运行安全</a:t>
              </a:r>
              <a:endParaRPr kumimoji="0" lang="zh-CN" altLang="en-US" sz="1200" b="1" i="0" u="none" strike="noStrike" kern="1200" cap="none" spc="0" normalizeH="0" baseline="0" noProof="0" dirty="0">
                <a:ln>
                  <a:noFill/>
                </a:ln>
                <a:solidFill>
                  <a:srgbClr val="000000"/>
                </a:solidFill>
                <a:effectLst/>
                <a:uLnTx/>
                <a:uFillTx/>
                <a:latin typeface="Arial" panose="020B0604020202020204"/>
                <a:ea typeface="微软雅黑" panose="020B0503020204020204" charset="-122"/>
                <a:cs typeface="+mn-cs"/>
              </a:endParaRPr>
            </a:p>
          </p:txBody>
        </p:sp>
        <p:sp>
          <p:nvSpPr>
            <p:cNvPr id="23" name="îşḻîḋé"/>
            <p:cNvSpPr txBox="1"/>
            <p:nvPr/>
          </p:nvSpPr>
          <p:spPr bwMode="auto">
            <a:xfrm>
              <a:off x="3748206" y="2775126"/>
              <a:ext cx="2292764" cy="418566"/>
            </a:xfrm>
            <a:prstGeom prst="rect">
              <a:avLst/>
            </a:prstGeom>
            <a:noFill/>
          </p:spPr>
          <p:txBody>
            <a:bodyPr wrap="none" lIns="67500" tIns="35100" rIns="67500" bIns="35100">
              <a:norm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0000"/>
                  </a:solidFill>
                  <a:effectLst/>
                  <a:uLnTx/>
                  <a:uFillTx/>
                  <a:latin typeface="Arial" panose="020B0604020202020204"/>
                  <a:ea typeface="微软雅黑" panose="020B0503020204020204" charset="-122"/>
                  <a:cs typeface="+mn-cs"/>
                </a:rPr>
                <a:t>软件安全</a:t>
              </a:r>
              <a:endParaRPr kumimoji="0" lang="zh-CN" altLang="en-US" sz="1200" b="1" i="0" u="none" strike="noStrike" kern="1200" cap="none" spc="0" normalizeH="0" baseline="0" noProof="0" dirty="0">
                <a:ln>
                  <a:noFill/>
                </a:ln>
                <a:solidFill>
                  <a:srgbClr val="FF0000"/>
                </a:solidFill>
                <a:effectLst/>
                <a:uLnTx/>
                <a:uFillTx/>
                <a:latin typeface="Arial" panose="020B0604020202020204"/>
                <a:ea typeface="微软雅黑" panose="020B0503020204020204" charset="-122"/>
                <a:cs typeface="+mn-cs"/>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type="body" idx="1"/>
          </p:nvPr>
        </p:nvSpPr>
        <p:spPr>
          <a:xfrm>
            <a:off x="0" y="1628800"/>
            <a:ext cx="8244408" cy="1800200"/>
          </a:xfrm>
        </p:spPr>
        <p:txBody>
          <a:bodyPr/>
          <a:lstStyle/>
          <a:p>
            <a:r>
              <a:rPr lang="zh-CN" altLang="en-US" sz="2400" dirty="0"/>
              <a:t>软件安全性（</a:t>
            </a:r>
            <a:r>
              <a:rPr lang="en-US" altLang="zh-CN" sz="2400" dirty="0"/>
              <a:t>software safety</a:t>
            </a:r>
            <a:r>
              <a:rPr lang="zh-CN" altLang="en-US" sz="2400" dirty="0"/>
              <a:t>）指的是确保在系统范围内软件所完成的功能不会引起不可接受的风险，即软件能够使其所控制的系统始终处于不危及人的生命、财产和自然环境的安全状态性质</a:t>
            </a:r>
            <a:r>
              <a:rPr lang="zh-CN" altLang="en-US" sz="2400" dirty="0" smtClean="0"/>
              <a:t>。</a:t>
            </a:r>
            <a:endParaRPr lang="en-US" altLang="zh-CN" sz="2400" dirty="0" smtClean="0"/>
          </a:p>
          <a:p>
            <a:r>
              <a:rPr lang="zh-CN" altLang="en-US" sz="2400" dirty="0" smtClean="0"/>
              <a:t>软件</a:t>
            </a:r>
            <a:r>
              <a:rPr lang="zh-CN" altLang="en-US" sz="2400" dirty="0"/>
              <a:t>安全性也指软件信息安全，指软件在受到恶意攻击的情形下依然能够继续正确运行及确保软件被在授权范围内合法使用。</a:t>
            </a:r>
            <a:endParaRPr lang="en-US" altLang="zh-CN" sz="2400" dirty="0" smtClean="0"/>
          </a:p>
          <a:p>
            <a:pPr marL="0" indent="0">
              <a:buNone/>
            </a:pPr>
            <a:endParaRPr lang="en-US" altLang="zh-CN" sz="2400" dirty="0" smtClean="0"/>
          </a:p>
        </p:txBody>
      </p:sp>
      <p:sp>
        <p:nvSpPr>
          <p:cNvPr id="4" name="Rectangle 2"/>
          <p:cNvSpPr txBox="1">
            <a:spLocks noChangeArrowheads="1"/>
          </p:cNvSpPr>
          <p:nvPr/>
        </p:nvSpPr>
        <p:spPr bwMode="auto">
          <a:xfrm>
            <a:off x="899592" y="404664"/>
            <a:ext cx="5616575" cy="576262"/>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r>
              <a:rPr lang="zh-CN" altLang="en-US" sz="4200" kern="0" dirty="0" smtClean="0"/>
              <a:t>什么</a:t>
            </a:r>
            <a:r>
              <a:rPr lang="zh-CN" altLang="en-US" sz="4200" kern="0" dirty="0"/>
              <a:t>是软件安全性</a:t>
            </a:r>
            <a:endParaRPr lang="zh-CN" altLang="en-US" sz="4200" kern="0" dirty="0"/>
          </a:p>
        </p:txBody>
      </p:sp>
      <p:pic>
        <p:nvPicPr>
          <p:cNvPr id="3" name="图片 2"/>
          <p:cNvPicPr>
            <a:picLocks noChangeAspect="1"/>
          </p:cNvPicPr>
          <p:nvPr/>
        </p:nvPicPr>
        <p:blipFill>
          <a:blip r:embed="rId1"/>
          <a:stretch>
            <a:fillRect/>
          </a:stretch>
        </p:blipFill>
        <p:spPr>
          <a:xfrm>
            <a:off x="6085451" y="4044836"/>
            <a:ext cx="3058549" cy="2208272"/>
          </a:xfrm>
          <a:prstGeom prst="ellipse">
            <a:avLst/>
          </a:prstGeom>
          <a:ln>
            <a:noFill/>
          </a:ln>
          <a:effectLst>
            <a:softEdge rad="11250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 calcmode="lin" valueType="num">
                                      <p:cBhvr additive="base">
                                        <p:cTn id="7" dur="500" fill="hold"/>
                                        <p:tgtEl>
                                          <p:spTgt spid="122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2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291">
                                            <p:txEl>
                                              <p:pRg st="1" end="1"/>
                                            </p:txEl>
                                          </p:spTgt>
                                        </p:tgtEl>
                                        <p:attrNameLst>
                                          <p:attrName>style.visibility</p:attrName>
                                        </p:attrNameLst>
                                      </p:cBhvr>
                                      <p:to>
                                        <p:strVal val="visible"/>
                                      </p:to>
                                    </p:set>
                                    <p:anim calcmode="lin" valueType="num">
                                      <p:cBhvr additive="base">
                                        <p:cTn id="13" dur="500" fill="hold"/>
                                        <p:tgtEl>
                                          <p:spTgt spid="1229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29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zh-CN" altLang="en-US" dirty="0" smtClean="0"/>
              <a:t>软件安全性面临的挑战</a:t>
            </a:r>
            <a:endParaRPr lang="zh-CN" altLang="en-US" dirty="0"/>
          </a:p>
        </p:txBody>
      </p:sp>
      <p:sp>
        <p:nvSpPr>
          <p:cNvPr id="13317" name="AutoShape 5" descr="Z">
            <a:hlinkClick r:id="rId1"/>
          </p:cNvPr>
          <p:cNvSpPr>
            <a:spLocks noChangeAspect="1" noChangeArrowheads="1"/>
          </p:cNvSpPr>
          <p:nvPr/>
        </p:nvSpPr>
        <p:spPr bwMode="auto">
          <a:xfrm>
            <a:off x="4105275" y="3057525"/>
            <a:ext cx="933450" cy="742950"/>
          </a:xfrm>
          <a:prstGeom prst="rect">
            <a:avLst/>
          </a:prstGeom>
          <a:noFill/>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319" name="AutoShape 7" descr="Z">
            <a:hlinkClick r:id="rId1"/>
          </p:cNvPr>
          <p:cNvSpPr>
            <a:spLocks noChangeAspect="1" noChangeArrowheads="1"/>
          </p:cNvSpPr>
          <p:nvPr/>
        </p:nvSpPr>
        <p:spPr bwMode="auto">
          <a:xfrm>
            <a:off x="4105275" y="3057525"/>
            <a:ext cx="933450" cy="742950"/>
          </a:xfrm>
          <a:prstGeom prst="rect">
            <a:avLst/>
          </a:prstGeom>
          <a:noFill/>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321" name="AutoShape 9" descr="Z">
            <a:hlinkClick r:id="rId1"/>
          </p:cNvPr>
          <p:cNvSpPr>
            <a:spLocks noChangeAspect="1" noChangeArrowheads="1"/>
          </p:cNvSpPr>
          <p:nvPr/>
        </p:nvSpPr>
        <p:spPr bwMode="auto">
          <a:xfrm>
            <a:off x="155575" y="46038"/>
            <a:ext cx="933450" cy="742950"/>
          </a:xfrm>
          <a:prstGeom prst="rect">
            <a:avLst/>
          </a:prstGeom>
          <a:noFill/>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 name="Rectangle 3"/>
          <p:cNvSpPr txBox="1">
            <a:spLocks noChangeArrowheads="1"/>
          </p:cNvSpPr>
          <p:nvPr/>
        </p:nvSpPr>
        <p:spPr bwMode="auto">
          <a:xfrm>
            <a:off x="251520" y="1339850"/>
            <a:ext cx="7848872" cy="1800200"/>
          </a:xfrm>
          <a:prstGeom prst="rect">
            <a:avLst/>
          </a:prstGeom>
          <a:noFill/>
          <a:ln>
            <a:noFill/>
          </a:ln>
        </p:spPr>
        <p:txBody>
          <a:bodyPr vert="horz" wrap="square" lIns="91440" tIns="45720" rIns="91440" bIns="45720" numCol="1" anchor="t" anchorCtr="0" compatLnSpc="1"/>
          <a:lstStyle>
            <a:lvl1pPr marL="447675" indent="-447675" algn="l" rtl="0" eaLnBrk="0" fontAlgn="base" hangingPunct="0">
              <a:spcBef>
                <a:spcPct val="20000"/>
              </a:spcBef>
              <a:spcAft>
                <a:spcPct val="0"/>
              </a:spcAft>
              <a:buClr>
                <a:schemeClr val="accent1"/>
              </a:buClr>
              <a:buSzPct val="70000"/>
              <a:buFont typeface="Wingdings" panose="05000000000000000000" charset="0"/>
              <a:buChar char="n"/>
              <a:defRPr kumimoji="1" sz="2800">
                <a:solidFill>
                  <a:schemeClr val="tx1"/>
                </a:solidFill>
                <a:latin typeface="+mn-lt"/>
                <a:ea typeface="+mn-ea"/>
                <a:cs typeface="宋体" panose="02010600030101010101" pitchFamily="2" charset="-122"/>
              </a:defRPr>
            </a:lvl1pPr>
            <a:lvl2pPr marL="889000" indent="-440055" algn="l" rtl="0" eaLnBrk="0" fontAlgn="base" hangingPunct="0">
              <a:spcBef>
                <a:spcPct val="20000"/>
              </a:spcBef>
              <a:spcAft>
                <a:spcPct val="0"/>
              </a:spcAft>
              <a:buClr>
                <a:schemeClr val="hlink"/>
              </a:buClr>
              <a:buSzPct val="65000"/>
              <a:buFont typeface="Wingdings" panose="05000000000000000000" charset="0"/>
              <a:buChar char="¡"/>
              <a:defRPr kumimoji="1" sz="2400">
                <a:solidFill>
                  <a:schemeClr val="tx1"/>
                </a:solidFill>
                <a:latin typeface="+mn-lt"/>
                <a:ea typeface="+mn-ea"/>
                <a:cs typeface="宋体" panose="02010600030101010101" pitchFamily="2" charset="-122"/>
              </a:defRPr>
            </a:lvl2pPr>
            <a:lvl3pPr marL="1294130" indent="-403225" algn="l" rtl="0" eaLnBrk="0" fontAlgn="base" hangingPunct="0">
              <a:spcBef>
                <a:spcPct val="20000"/>
              </a:spcBef>
              <a:spcAft>
                <a:spcPct val="0"/>
              </a:spcAft>
              <a:buClr>
                <a:schemeClr val="accent1"/>
              </a:buClr>
              <a:buSzPct val="70000"/>
              <a:buFont typeface="Wingdings" panose="05000000000000000000" charset="0"/>
              <a:buChar char="n"/>
              <a:defRPr kumimoji="1" sz="2000">
                <a:solidFill>
                  <a:schemeClr val="tx1"/>
                </a:solidFill>
                <a:latin typeface="+mn-lt"/>
                <a:ea typeface="+mn-ea"/>
                <a:cs typeface="宋体" panose="02010600030101010101" pitchFamily="2" charset="-122"/>
              </a:defRPr>
            </a:lvl3pPr>
            <a:lvl4pPr marL="1681480" indent="-386080" algn="l" rtl="0" eaLnBrk="0" fontAlgn="base" hangingPunct="0">
              <a:spcBef>
                <a:spcPct val="20000"/>
              </a:spcBef>
              <a:spcAft>
                <a:spcPct val="0"/>
              </a:spcAft>
              <a:buClr>
                <a:schemeClr val="hlink"/>
              </a:buClr>
              <a:buSzPct val="75000"/>
              <a:buFont typeface="Wingdings" panose="05000000000000000000" charset="0"/>
              <a:buChar char="¡"/>
              <a:defRPr kumimoji="1">
                <a:solidFill>
                  <a:schemeClr val="tx1"/>
                </a:solidFill>
                <a:latin typeface="+mn-lt"/>
                <a:ea typeface="+mn-ea"/>
                <a:cs typeface="宋体" panose="02010600030101010101" pitchFamily="2" charset="-122"/>
              </a:defRPr>
            </a:lvl4pPr>
            <a:lvl5pPr marL="2070100" indent="-387350" algn="l" rtl="0" eaLnBrk="0" fontAlgn="base" hangingPunct="0">
              <a:spcBef>
                <a:spcPct val="20000"/>
              </a:spcBef>
              <a:spcAft>
                <a:spcPct val="0"/>
              </a:spcAft>
              <a:buClr>
                <a:schemeClr val="accent1"/>
              </a:buClr>
              <a:buSzPct val="70000"/>
              <a:buFont typeface="Wingdings" panose="05000000000000000000" charset="0"/>
              <a:buChar char="n"/>
              <a:defRPr kumimoji="1" sz="1600">
                <a:solidFill>
                  <a:schemeClr val="tx1"/>
                </a:solidFill>
                <a:latin typeface="+mn-lt"/>
                <a:ea typeface="+mn-ea"/>
                <a:cs typeface="宋体" panose="02010600030101010101" pitchFamily="2" charset="-122"/>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r>
              <a:rPr lang="zh-CN" altLang="zh-CN" sz="2400" dirty="0"/>
              <a:t>随着网络上每年爆出大量的安全事件，如软件漏洞、蠕虫病毒、木马、黑客攻击、用户信息泄露等，对软件可靠性、安全性提出了更高的要求，人们开始越来越重视软件的</a:t>
            </a:r>
            <a:r>
              <a:rPr lang="zh-CN" altLang="zh-CN" sz="2400" dirty="0" smtClean="0"/>
              <a:t>安全性。</a:t>
            </a:r>
            <a:endParaRPr lang="en-US" altLang="zh-CN" sz="2400" dirty="0" smtClean="0"/>
          </a:p>
          <a:p>
            <a:r>
              <a:rPr lang="zh-CN" altLang="zh-CN" sz="2400" dirty="0" smtClean="0"/>
              <a:t>软件</a:t>
            </a:r>
            <a:r>
              <a:rPr lang="zh-CN" altLang="zh-CN" sz="2400" dirty="0"/>
              <a:t>本身可能不会对生命、财产和环境等造成安全威胁，但是，一旦软件嵌入到一些安全关键系统中，软件失效可能导致控制系统出现问题，从而造成灾难性后果。同时，与目前的硬件安全性快速提升相比，安全关键软件的安全性已经成为制约系统安全性的关键因素，因此，安全关键软件的质量更显得尤为重要</a:t>
            </a:r>
            <a:r>
              <a:rPr lang="zh-CN" altLang="zh-CN" sz="2400" dirty="0" smtClean="0"/>
              <a:t>。</a:t>
            </a:r>
            <a:endParaRPr lang="en-US" altLang="zh-CN" sz="2400" dirty="0" smtClean="0"/>
          </a:p>
        </p:txBody>
      </p:sp>
      <p:pic>
        <p:nvPicPr>
          <p:cNvPr id="2" name="图片 1"/>
          <p:cNvPicPr>
            <a:picLocks noChangeAspect="1"/>
          </p:cNvPicPr>
          <p:nvPr/>
        </p:nvPicPr>
        <p:blipFill>
          <a:blip r:embed="rId2"/>
          <a:stretch>
            <a:fillRect/>
          </a:stretch>
        </p:blipFill>
        <p:spPr>
          <a:xfrm>
            <a:off x="7407696" y="5157192"/>
            <a:ext cx="1700808" cy="17008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87624" y="332656"/>
            <a:ext cx="5412159" cy="691009"/>
          </a:xfrm>
        </p:spPr>
        <p:txBody>
          <a:bodyPr/>
          <a:lstStyle/>
          <a:p>
            <a:pPr>
              <a:defRPr/>
            </a:pPr>
            <a:r>
              <a:rPr lang="zh-CN" altLang="en-US" dirty="0" smtClean="0"/>
              <a:t>软件安全性</a:t>
            </a:r>
            <a:endParaRPr lang="zh-CN" altLang="en-US" dirty="0"/>
          </a:p>
        </p:txBody>
      </p:sp>
      <p:sp>
        <p:nvSpPr>
          <p:cNvPr id="4" name="灯片编号占位符 3"/>
          <p:cNvSpPr>
            <a:spLocks noGrp="1"/>
          </p:cNvSpPr>
          <p:nvPr>
            <p:ph type="sldNum" sz="quarter" idx="12"/>
          </p:nvPr>
        </p:nvSpPr>
        <p:spPr>
          <a:xfrm>
            <a:off x="7668344" y="6309320"/>
            <a:ext cx="933450" cy="457200"/>
          </a:xfrm>
        </p:spPr>
        <p:txBody>
          <a:bodyPr/>
          <a:lstStyle/>
          <a:p>
            <a:pPr>
              <a:defRPr/>
            </a:pPr>
            <a:fld id="{E31D1400-E261-479B-88AF-81668FD39AC2}" type="slidenum">
              <a:rPr lang="zh-CN" altLang="en-US" smtClean="0"/>
            </a:fld>
            <a:endParaRPr lang="zh-CN" altLang="en-US" dirty="0"/>
          </a:p>
        </p:txBody>
      </p:sp>
      <p:sp>
        <p:nvSpPr>
          <p:cNvPr id="5" name="Rectangle 3"/>
          <p:cNvSpPr txBox="1">
            <a:spLocks noChangeArrowheads="1"/>
          </p:cNvSpPr>
          <p:nvPr/>
        </p:nvSpPr>
        <p:spPr bwMode="auto">
          <a:xfrm>
            <a:off x="539130" y="1844824"/>
            <a:ext cx="8062664" cy="1800200"/>
          </a:xfrm>
          <a:prstGeom prst="rect">
            <a:avLst/>
          </a:prstGeom>
          <a:noFill/>
          <a:ln>
            <a:noFill/>
          </a:ln>
        </p:spPr>
        <p:txBody>
          <a:bodyPr vert="horz" wrap="square" lIns="91440" tIns="45720" rIns="91440" bIns="45720" numCol="1" anchor="t" anchorCtr="0" compatLnSpc="1"/>
          <a:lstStyle>
            <a:lvl1pPr marL="447675" indent="-447675" algn="l" rtl="0" eaLnBrk="0" fontAlgn="base" hangingPunct="0">
              <a:spcBef>
                <a:spcPct val="20000"/>
              </a:spcBef>
              <a:spcAft>
                <a:spcPct val="0"/>
              </a:spcAft>
              <a:buClr>
                <a:schemeClr val="accent1"/>
              </a:buClr>
              <a:buSzPct val="70000"/>
              <a:buFont typeface="Wingdings" panose="05000000000000000000" charset="0"/>
              <a:buChar char="n"/>
              <a:defRPr kumimoji="1" sz="2800">
                <a:solidFill>
                  <a:schemeClr val="tx1"/>
                </a:solidFill>
                <a:latin typeface="+mn-lt"/>
                <a:ea typeface="+mn-ea"/>
                <a:cs typeface="宋体" panose="02010600030101010101" pitchFamily="2" charset="-122"/>
              </a:defRPr>
            </a:lvl1pPr>
            <a:lvl2pPr marL="889000" indent="-440055" algn="l" rtl="0" eaLnBrk="0" fontAlgn="base" hangingPunct="0">
              <a:spcBef>
                <a:spcPct val="20000"/>
              </a:spcBef>
              <a:spcAft>
                <a:spcPct val="0"/>
              </a:spcAft>
              <a:buClr>
                <a:schemeClr val="hlink"/>
              </a:buClr>
              <a:buSzPct val="65000"/>
              <a:buFont typeface="Wingdings" panose="05000000000000000000" charset="0"/>
              <a:buChar char="¡"/>
              <a:defRPr kumimoji="1" sz="2400">
                <a:solidFill>
                  <a:schemeClr val="tx1"/>
                </a:solidFill>
                <a:latin typeface="+mn-lt"/>
                <a:ea typeface="+mn-ea"/>
                <a:cs typeface="宋体" panose="02010600030101010101" pitchFamily="2" charset="-122"/>
              </a:defRPr>
            </a:lvl2pPr>
            <a:lvl3pPr marL="1294130" indent="-403225" algn="l" rtl="0" eaLnBrk="0" fontAlgn="base" hangingPunct="0">
              <a:spcBef>
                <a:spcPct val="20000"/>
              </a:spcBef>
              <a:spcAft>
                <a:spcPct val="0"/>
              </a:spcAft>
              <a:buClr>
                <a:schemeClr val="accent1"/>
              </a:buClr>
              <a:buSzPct val="70000"/>
              <a:buFont typeface="Wingdings" panose="05000000000000000000" charset="0"/>
              <a:buChar char="n"/>
              <a:defRPr kumimoji="1" sz="2000">
                <a:solidFill>
                  <a:schemeClr val="tx1"/>
                </a:solidFill>
                <a:latin typeface="+mn-lt"/>
                <a:ea typeface="+mn-ea"/>
                <a:cs typeface="宋体" panose="02010600030101010101" pitchFamily="2" charset="-122"/>
              </a:defRPr>
            </a:lvl3pPr>
            <a:lvl4pPr marL="1681480" indent="-386080" algn="l" rtl="0" eaLnBrk="0" fontAlgn="base" hangingPunct="0">
              <a:spcBef>
                <a:spcPct val="20000"/>
              </a:spcBef>
              <a:spcAft>
                <a:spcPct val="0"/>
              </a:spcAft>
              <a:buClr>
                <a:schemeClr val="hlink"/>
              </a:buClr>
              <a:buSzPct val="75000"/>
              <a:buFont typeface="Wingdings" panose="05000000000000000000" charset="0"/>
              <a:buChar char="¡"/>
              <a:defRPr kumimoji="1">
                <a:solidFill>
                  <a:schemeClr val="tx1"/>
                </a:solidFill>
                <a:latin typeface="+mn-lt"/>
                <a:ea typeface="+mn-ea"/>
                <a:cs typeface="宋体" panose="02010600030101010101" pitchFamily="2" charset="-122"/>
              </a:defRPr>
            </a:lvl4pPr>
            <a:lvl5pPr marL="2070100" indent="-387350" algn="l" rtl="0" eaLnBrk="0" fontAlgn="base" hangingPunct="0">
              <a:spcBef>
                <a:spcPct val="20000"/>
              </a:spcBef>
              <a:spcAft>
                <a:spcPct val="0"/>
              </a:spcAft>
              <a:buClr>
                <a:schemeClr val="accent1"/>
              </a:buClr>
              <a:buSzPct val="70000"/>
              <a:buFont typeface="Wingdings" panose="05000000000000000000" charset="0"/>
              <a:buChar char="n"/>
              <a:defRPr kumimoji="1" sz="1600">
                <a:solidFill>
                  <a:schemeClr val="tx1"/>
                </a:solidFill>
                <a:latin typeface="+mn-lt"/>
                <a:ea typeface="+mn-ea"/>
                <a:cs typeface="宋体" panose="02010600030101010101" pitchFamily="2" charset="-122"/>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pPr marL="0" indent="0">
              <a:buNone/>
            </a:pPr>
            <a:r>
              <a:rPr lang="zh-CN" altLang="zh-CN" sz="2400" dirty="0"/>
              <a:t>引起系统安全的软件问题的原因可分为如下</a:t>
            </a:r>
            <a:r>
              <a:rPr lang="en-US" altLang="zh-CN" sz="2400" dirty="0"/>
              <a:t>4</a:t>
            </a:r>
            <a:r>
              <a:rPr lang="zh-CN" altLang="zh-CN" sz="2400" dirty="0"/>
              <a:t>种：</a:t>
            </a:r>
            <a:endParaRPr lang="zh-CN" altLang="zh-CN" sz="2400" dirty="0"/>
          </a:p>
          <a:p>
            <a:pPr marL="0" indent="0">
              <a:buNone/>
            </a:pPr>
            <a:r>
              <a:rPr lang="en-US" altLang="zh-CN" sz="2400" dirty="0" smtClean="0"/>
              <a:t>1</a:t>
            </a:r>
            <a:r>
              <a:rPr lang="zh-CN" altLang="zh-CN" sz="2400" dirty="0"/>
              <a:t>）软件自身设计</a:t>
            </a:r>
            <a:r>
              <a:rPr lang="en-US" altLang="zh-CN" sz="2400" dirty="0"/>
              <a:t>/</a:t>
            </a:r>
            <a:r>
              <a:rPr lang="zh-CN" altLang="zh-CN" sz="2400" dirty="0"/>
              <a:t>编码没有按照需求正确实现系统要求的功能或是采用了错误的设计参数、运行数据等；</a:t>
            </a:r>
            <a:endParaRPr lang="zh-CN" altLang="zh-CN" sz="2400" dirty="0"/>
          </a:p>
          <a:p>
            <a:pPr marL="0" indent="0">
              <a:buNone/>
            </a:pPr>
            <a:r>
              <a:rPr lang="en-US" altLang="zh-CN" sz="2400" dirty="0" smtClean="0"/>
              <a:t>2</a:t>
            </a:r>
            <a:r>
              <a:rPr lang="zh-CN" altLang="zh-CN" sz="2400" dirty="0"/>
              <a:t>）软件需求错误</a:t>
            </a:r>
            <a:r>
              <a:rPr lang="en-US" altLang="zh-CN" sz="2400" dirty="0"/>
              <a:t>/</a:t>
            </a:r>
            <a:r>
              <a:rPr lang="zh-CN" altLang="zh-CN" sz="2400" dirty="0"/>
              <a:t>遗漏；</a:t>
            </a:r>
            <a:endParaRPr lang="zh-CN" altLang="zh-CN" sz="2400" dirty="0"/>
          </a:p>
          <a:p>
            <a:pPr marL="0" indent="0">
              <a:buNone/>
            </a:pPr>
            <a:r>
              <a:rPr lang="en-US" altLang="zh-CN" sz="2400" dirty="0" smtClean="0"/>
              <a:t>3</a:t>
            </a:r>
            <a:r>
              <a:rPr lang="zh-CN" altLang="zh-CN" sz="2400" dirty="0"/>
              <a:t>）软件运行支撑环境出现故障；</a:t>
            </a:r>
            <a:endParaRPr lang="zh-CN" altLang="zh-CN" sz="2400" dirty="0"/>
          </a:p>
          <a:p>
            <a:pPr marL="0" indent="0">
              <a:buNone/>
            </a:pPr>
            <a:r>
              <a:rPr lang="en-US" altLang="zh-CN" sz="2400" dirty="0" smtClean="0"/>
              <a:t>4</a:t>
            </a:r>
            <a:r>
              <a:rPr lang="zh-CN" altLang="zh-CN" sz="2400" dirty="0"/>
              <a:t>）与软件输入信号相关的传感器、传输线路或硬件输入接口等发生</a:t>
            </a:r>
            <a:r>
              <a:rPr lang="zh-CN" altLang="zh-CN" sz="2400" dirty="0" smtClean="0"/>
              <a:t>故障。</a:t>
            </a:r>
            <a:endParaRPr lang="zh-CN"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a:xfrm>
            <a:off x="1042988" y="404813"/>
            <a:ext cx="6769372" cy="576262"/>
          </a:xfrm>
        </p:spPr>
        <p:txBody>
          <a:bodyPr/>
          <a:lstStyle/>
          <a:p>
            <a:pPr lvl="0"/>
            <a:r>
              <a:rPr lang="zh-CN" altLang="zh-CN" dirty="0"/>
              <a:t>软件安全性</a:t>
            </a:r>
            <a:r>
              <a:rPr lang="zh-CN" altLang="zh-CN" dirty="0" smtClean="0"/>
              <a:t>缺陷</a:t>
            </a:r>
            <a:endParaRPr lang="zh-CN" altLang="zh-CN" dirty="0"/>
          </a:p>
        </p:txBody>
      </p:sp>
      <p:sp>
        <p:nvSpPr>
          <p:cNvPr id="249859" name="Rectangle 3"/>
          <p:cNvSpPr>
            <a:spLocks noChangeArrowheads="1"/>
          </p:cNvSpPr>
          <p:nvPr/>
        </p:nvSpPr>
        <p:spPr bwMode="auto">
          <a:xfrm>
            <a:off x="381000" y="1752600"/>
            <a:ext cx="8077200" cy="1981200"/>
          </a:xfrm>
          <a:prstGeom prst="rect">
            <a:avLst/>
          </a:prstGeom>
          <a:noFill/>
          <a:ln w="9525">
            <a:noFill/>
            <a:miter lim="800000"/>
          </a:ln>
          <a:effectLst/>
        </p:spPr>
        <p:txBody>
          <a:bodyPr lIns="92075" tIns="46038" rIns="92075" bIns="46038"/>
          <a:lstStyle/>
          <a:p>
            <a:pPr marL="342900" indent="-342900">
              <a:spcBef>
                <a:spcPct val="20000"/>
              </a:spcBef>
              <a:buFontTx/>
              <a:buChar char="•"/>
            </a:pPr>
            <a:endParaRPr lang="zh-CN" altLang="zh-CN" sz="2800" b="1"/>
          </a:p>
        </p:txBody>
      </p:sp>
      <p:sp>
        <p:nvSpPr>
          <p:cNvPr id="7" name="灯片编号占位符 3"/>
          <p:cNvSpPr>
            <a:spLocks noGrp="1"/>
          </p:cNvSpPr>
          <p:nvPr>
            <p:ph type="sldNum" sz="quarter" idx="12"/>
          </p:nvPr>
        </p:nvSpPr>
        <p:spPr>
          <a:xfrm>
            <a:off x="7524750" y="6284913"/>
            <a:ext cx="933450" cy="457200"/>
          </a:xfrm>
        </p:spPr>
        <p:txBody>
          <a:bodyPr/>
          <a:lstStyle/>
          <a:p>
            <a:pPr>
              <a:defRPr/>
            </a:pPr>
            <a:r>
              <a:rPr lang="en-US" altLang="zh-CN" dirty="0" smtClean="0"/>
              <a:t>6</a:t>
            </a:r>
            <a:endParaRPr lang="zh-CN" altLang="en-US" dirty="0"/>
          </a:p>
        </p:txBody>
      </p:sp>
      <p:sp>
        <p:nvSpPr>
          <p:cNvPr id="8" name="Rectangle 3"/>
          <p:cNvSpPr txBox="1">
            <a:spLocks noChangeArrowheads="1"/>
          </p:cNvSpPr>
          <p:nvPr/>
        </p:nvSpPr>
        <p:spPr bwMode="auto">
          <a:xfrm>
            <a:off x="395536" y="2228862"/>
            <a:ext cx="7416824" cy="1111300"/>
          </a:xfrm>
          <a:prstGeom prst="rect">
            <a:avLst/>
          </a:prstGeom>
          <a:noFill/>
          <a:ln>
            <a:noFill/>
          </a:ln>
        </p:spPr>
        <p:txBody>
          <a:bodyPr vert="horz" wrap="square" lIns="91440" tIns="45720" rIns="91440" bIns="45720" numCol="1" anchor="t" anchorCtr="0" compatLnSpc="1"/>
          <a:lstStyle>
            <a:lvl1pPr marL="447675" indent="-447675" algn="l" rtl="0" eaLnBrk="0" fontAlgn="base" hangingPunct="0">
              <a:spcBef>
                <a:spcPct val="20000"/>
              </a:spcBef>
              <a:spcAft>
                <a:spcPct val="0"/>
              </a:spcAft>
              <a:buClr>
                <a:schemeClr val="accent1"/>
              </a:buClr>
              <a:buSzPct val="70000"/>
              <a:buFont typeface="Wingdings" panose="05000000000000000000" charset="0"/>
              <a:buChar char="n"/>
              <a:defRPr kumimoji="1" sz="2800">
                <a:solidFill>
                  <a:schemeClr val="tx1"/>
                </a:solidFill>
                <a:latin typeface="+mn-lt"/>
                <a:ea typeface="+mn-ea"/>
                <a:cs typeface="宋体" panose="02010600030101010101" pitchFamily="2" charset="-122"/>
              </a:defRPr>
            </a:lvl1pPr>
            <a:lvl2pPr marL="889000" indent="-440055" algn="l" rtl="0" eaLnBrk="0" fontAlgn="base" hangingPunct="0">
              <a:spcBef>
                <a:spcPct val="20000"/>
              </a:spcBef>
              <a:spcAft>
                <a:spcPct val="0"/>
              </a:spcAft>
              <a:buClr>
                <a:schemeClr val="hlink"/>
              </a:buClr>
              <a:buSzPct val="65000"/>
              <a:buFont typeface="Wingdings" panose="05000000000000000000" charset="0"/>
              <a:buChar char="¡"/>
              <a:defRPr kumimoji="1" sz="2400">
                <a:solidFill>
                  <a:schemeClr val="tx1"/>
                </a:solidFill>
                <a:latin typeface="+mn-lt"/>
                <a:ea typeface="+mn-ea"/>
                <a:cs typeface="宋体" panose="02010600030101010101" pitchFamily="2" charset="-122"/>
              </a:defRPr>
            </a:lvl2pPr>
            <a:lvl3pPr marL="1294130" indent="-403225" algn="l" rtl="0" eaLnBrk="0" fontAlgn="base" hangingPunct="0">
              <a:spcBef>
                <a:spcPct val="20000"/>
              </a:spcBef>
              <a:spcAft>
                <a:spcPct val="0"/>
              </a:spcAft>
              <a:buClr>
                <a:schemeClr val="accent1"/>
              </a:buClr>
              <a:buSzPct val="70000"/>
              <a:buFont typeface="Wingdings" panose="05000000000000000000" charset="0"/>
              <a:buChar char="n"/>
              <a:defRPr kumimoji="1" sz="2000">
                <a:solidFill>
                  <a:schemeClr val="tx1"/>
                </a:solidFill>
                <a:latin typeface="+mn-lt"/>
                <a:ea typeface="+mn-ea"/>
                <a:cs typeface="宋体" panose="02010600030101010101" pitchFamily="2" charset="-122"/>
              </a:defRPr>
            </a:lvl3pPr>
            <a:lvl4pPr marL="1681480" indent="-386080" algn="l" rtl="0" eaLnBrk="0" fontAlgn="base" hangingPunct="0">
              <a:spcBef>
                <a:spcPct val="20000"/>
              </a:spcBef>
              <a:spcAft>
                <a:spcPct val="0"/>
              </a:spcAft>
              <a:buClr>
                <a:schemeClr val="hlink"/>
              </a:buClr>
              <a:buSzPct val="75000"/>
              <a:buFont typeface="Wingdings" panose="05000000000000000000" charset="0"/>
              <a:buChar char="¡"/>
              <a:defRPr kumimoji="1">
                <a:solidFill>
                  <a:schemeClr val="tx1"/>
                </a:solidFill>
                <a:latin typeface="+mn-lt"/>
                <a:ea typeface="+mn-ea"/>
                <a:cs typeface="宋体" panose="02010600030101010101" pitchFamily="2" charset="-122"/>
              </a:defRPr>
            </a:lvl4pPr>
            <a:lvl5pPr marL="2070100" indent="-387350" algn="l" rtl="0" eaLnBrk="0" fontAlgn="base" hangingPunct="0">
              <a:spcBef>
                <a:spcPct val="20000"/>
              </a:spcBef>
              <a:spcAft>
                <a:spcPct val="0"/>
              </a:spcAft>
              <a:buClr>
                <a:schemeClr val="accent1"/>
              </a:buClr>
              <a:buSzPct val="70000"/>
              <a:buFont typeface="Wingdings" panose="05000000000000000000" charset="0"/>
              <a:buChar char="n"/>
              <a:defRPr kumimoji="1" sz="1600">
                <a:solidFill>
                  <a:schemeClr val="tx1"/>
                </a:solidFill>
                <a:latin typeface="+mn-lt"/>
                <a:ea typeface="+mn-ea"/>
                <a:cs typeface="宋体" panose="02010600030101010101" pitchFamily="2" charset="-122"/>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r>
              <a:rPr lang="zh-CN" altLang="zh-CN" sz="2000" dirty="0"/>
              <a:t>软件安全性缺陷的产生主要是由于程序员不正确和不安全编程引起的。大多数程序员在编程初始就没有考虑到安全问题。在后期，由于用户不正确的使用以及不恰当的配置都可能引入安全性缺陷</a:t>
            </a:r>
            <a:r>
              <a:rPr lang="zh-CN" altLang="zh-CN" sz="2000" dirty="0" smtClean="0"/>
              <a:t>。</a:t>
            </a:r>
            <a:endParaRPr lang="zh-CN" altLang="zh-CN" sz="2000" dirty="0"/>
          </a:p>
        </p:txBody>
      </p:sp>
      <p:sp>
        <p:nvSpPr>
          <p:cNvPr id="3" name="矩形 2"/>
          <p:cNvSpPr/>
          <p:nvPr/>
        </p:nvSpPr>
        <p:spPr>
          <a:xfrm>
            <a:off x="107504" y="1428212"/>
            <a:ext cx="4698723" cy="584775"/>
          </a:xfrm>
          <a:prstGeom prst="rect">
            <a:avLst/>
          </a:prstGeom>
        </p:spPr>
        <p:txBody>
          <a:bodyPr wrap="none">
            <a:spAutoFit/>
          </a:bodyPr>
          <a:lstStyle/>
          <a:p>
            <a:r>
              <a:rPr lang="zh-CN" altLang="zh-CN" sz="3200" dirty="0"/>
              <a:t>软件安全性缺陷引入原因</a:t>
            </a:r>
            <a:endParaRPr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a:xfrm>
            <a:off x="1042988" y="404813"/>
            <a:ext cx="6769372" cy="576262"/>
          </a:xfrm>
        </p:spPr>
        <p:txBody>
          <a:bodyPr/>
          <a:lstStyle/>
          <a:p>
            <a:pPr lvl="0"/>
            <a:r>
              <a:rPr lang="zh-CN" altLang="zh-CN" dirty="0"/>
              <a:t>软件安全性缺陷引入原因</a:t>
            </a:r>
            <a:endParaRPr lang="zh-CN" altLang="zh-CN" dirty="0"/>
          </a:p>
        </p:txBody>
      </p:sp>
      <p:sp>
        <p:nvSpPr>
          <p:cNvPr id="249859" name="Rectangle 3"/>
          <p:cNvSpPr>
            <a:spLocks noChangeArrowheads="1"/>
          </p:cNvSpPr>
          <p:nvPr/>
        </p:nvSpPr>
        <p:spPr bwMode="auto">
          <a:xfrm>
            <a:off x="381000" y="1752600"/>
            <a:ext cx="8077200" cy="1981200"/>
          </a:xfrm>
          <a:prstGeom prst="rect">
            <a:avLst/>
          </a:prstGeom>
          <a:noFill/>
          <a:ln w="9525">
            <a:noFill/>
            <a:miter lim="800000"/>
          </a:ln>
          <a:effectLst/>
        </p:spPr>
        <p:txBody>
          <a:bodyPr lIns="92075" tIns="46038" rIns="92075" bIns="46038"/>
          <a:lstStyle/>
          <a:p>
            <a:pPr marL="342900" indent="-342900">
              <a:spcBef>
                <a:spcPct val="20000"/>
              </a:spcBef>
              <a:buFontTx/>
              <a:buChar char="•"/>
            </a:pPr>
            <a:endParaRPr lang="zh-CN" altLang="zh-CN" sz="2800" b="1"/>
          </a:p>
        </p:txBody>
      </p:sp>
      <p:sp>
        <p:nvSpPr>
          <p:cNvPr id="7" name="灯片编号占位符 3"/>
          <p:cNvSpPr>
            <a:spLocks noGrp="1"/>
          </p:cNvSpPr>
          <p:nvPr>
            <p:ph type="sldNum" sz="quarter" idx="12"/>
          </p:nvPr>
        </p:nvSpPr>
        <p:spPr>
          <a:xfrm>
            <a:off x="7524750" y="6284913"/>
            <a:ext cx="933450" cy="457200"/>
          </a:xfrm>
        </p:spPr>
        <p:txBody>
          <a:bodyPr/>
          <a:lstStyle/>
          <a:p>
            <a:pPr>
              <a:defRPr/>
            </a:pPr>
            <a:r>
              <a:rPr lang="en-US" altLang="zh-CN" dirty="0" smtClean="0"/>
              <a:t>6</a:t>
            </a:r>
            <a:endParaRPr lang="zh-CN" altLang="en-US" dirty="0"/>
          </a:p>
        </p:txBody>
      </p:sp>
      <p:sp>
        <p:nvSpPr>
          <p:cNvPr id="6" name="矩形 5"/>
          <p:cNvSpPr/>
          <p:nvPr/>
        </p:nvSpPr>
        <p:spPr>
          <a:xfrm>
            <a:off x="0" y="1348825"/>
            <a:ext cx="5699750" cy="584775"/>
          </a:xfrm>
          <a:prstGeom prst="rect">
            <a:avLst/>
          </a:prstGeom>
        </p:spPr>
        <p:txBody>
          <a:bodyPr wrap="square">
            <a:spAutoFit/>
          </a:bodyPr>
          <a:lstStyle/>
          <a:p>
            <a:pPr lvl="0" algn="l">
              <a:tabLst>
                <a:tab pos="365125" algn="l"/>
              </a:tabLst>
            </a:pPr>
            <a:r>
              <a:rPr lang="zh-CN" altLang="zh-CN" sz="3200" dirty="0"/>
              <a:t>软件安全</a:t>
            </a:r>
            <a:r>
              <a:rPr lang="zh-CN" altLang="zh-CN" sz="3200" dirty="0" smtClean="0"/>
              <a:t>缺陷导致软件误操作</a:t>
            </a:r>
            <a:endParaRPr lang="zh-CN" altLang="zh-CN" sz="3200" dirty="0"/>
          </a:p>
        </p:txBody>
      </p:sp>
      <p:sp>
        <p:nvSpPr>
          <p:cNvPr id="2" name="矩形 1"/>
          <p:cNvSpPr/>
          <p:nvPr/>
        </p:nvSpPr>
        <p:spPr>
          <a:xfrm>
            <a:off x="380980" y="2060848"/>
            <a:ext cx="8540372" cy="2677656"/>
          </a:xfrm>
          <a:prstGeom prst="rect">
            <a:avLst/>
          </a:prstGeom>
        </p:spPr>
        <p:txBody>
          <a:bodyPr wrap="square">
            <a:spAutoFit/>
          </a:bodyPr>
          <a:lstStyle/>
          <a:p>
            <a:pPr marL="447675" indent="-447675" algn="l" eaLnBrk="0" hangingPunct="0">
              <a:spcBef>
                <a:spcPct val="20000"/>
              </a:spcBef>
              <a:buClr>
                <a:schemeClr val="accent1"/>
              </a:buClr>
              <a:buSzPct val="70000"/>
              <a:buFont typeface="Wingdings" panose="05000000000000000000" charset="0"/>
              <a:buChar char="n"/>
              <a:tabLst>
                <a:tab pos="365125" algn="l"/>
              </a:tabLst>
            </a:pPr>
            <a:r>
              <a:rPr kumimoji="1" lang="zh-CN" altLang="zh-CN" sz="2000" dirty="0" smtClean="0">
                <a:solidFill>
                  <a:srgbClr val="FF0000"/>
                </a:solidFill>
                <a:latin typeface="+mn-lt"/>
                <a:ea typeface="+mn-ea"/>
              </a:rPr>
              <a:t>非法</a:t>
            </a:r>
            <a:r>
              <a:rPr kumimoji="1" lang="zh-CN" altLang="zh-CN" sz="2000" dirty="0">
                <a:solidFill>
                  <a:srgbClr val="FF0000"/>
                </a:solidFill>
                <a:latin typeface="+mn-lt"/>
                <a:ea typeface="+mn-ea"/>
              </a:rPr>
              <a:t>删除软件</a:t>
            </a:r>
            <a:r>
              <a:rPr kumimoji="1" lang="zh-CN" altLang="zh-CN" sz="2000" dirty="0" smtClean="0">
                <a:solidFill>
                  <a:srgbClr val="FF0000"/>
                </a:solidFill>
                <a:latin typeface="+mn-lt"/>
                <a:ea typeface="+mn-ea"/>
              </a:rPr>
              <a:t>实体</a:t>
            </a:r>
            <a:r>
              <a:rPr kumimoji="1" lang="zh-CN" altLang="en-US" sz="2000" dirty="0" smtClean="0">
                <a:latin typeface="+mn-lt"/>
                <a:ea typeface="+mn-ea"/>
              </a:rPr>
              <a:t>。</a:t>
            </a:r>
            <a:r>
              <a:rPr kumimoji="1" lang="zh-CN" altLang="zh-CN" sz="2000" dirty="0" smtClean="0">
                <a:latin typeface="+mn-lt"/>
                <a:ea typeface="+mn-ea"/>
              </a:rPr>
              <a:t>这种</a:t>
            </a:r>
            <a:r>
              <a:rPr kumimoji="1" lang="zh-CN" altLang="zh-CN" sz="2000" dirty="0">
                <a:latin typeface="+mn-lt"/>
                <a:ea typeface="+mn-ea"/>
              </a:rPr>
              <a:t>缺陷就是指非法用户通过恶意删除软件系统中的实体，从而达到其相应的非法使用目的。通常这种误操作方式可以不只是针对单一实体，也可能是针对多个实体的删除操作。</a:t>
            </a:r>
            <a:endParaRPr kumimoji="1" lang="zh-CN" altLang="zh-CN" sz="2000" dirty="0">
              <a:latin typeface="+mn-lt"/>
              <a:ea typeface="+mn-ea"/>
            </a:endParaRPr>
          </a:p>
          <a:p>
            <a:pPr marL="447675" indent="-447675" algn="l" eaLnBrk="0" hangingPunct="0">
              <a:spcBef>
                <a:spcPct val="20000"/>
              </a:spcBef>
              <a:buClr>
                <a:schemeClr val="accent1"/>
              </a:buClr>
              <a:buSzPct val="70000"/>
              <a:buFont typeface="Wingdings" panose="05000000000000000000" charset="0"/>
              <a:buChar char="n"/>
              <a:tabLst>
                <a:tab pos="365125" algn="l"/>
              </a:tabLst>
            </a:pPr>
            <a:r>
              <a:rPr kumimoji="1" lang="zh-CN" altLang="zh-CN" sz="2000" dirty="0" smtClean="0">
                <a:solidFill>
                  <a:srgbClr val="FF0000"/>
                </a:solidFill>
                <a:latin typeface="+mn-lt"/>
                <a:ea typeface="+mn-ea"/>
              </a:rPr>
              <a:t>非法</a:t>
            </a:r>
            <a:r>
              <a:rPr kumimoji="1" lang="zh-CN" altLang="zh-CN" sz="2000" dirty="0">
                <a:solidFill>
                  <a:srgbClr val="FF0000"/>
                </a:solidFill>
                <a:latin typeface="+mn-lt"/>
                <a:ea typeface="+mn-ea"/>
              </a:rPr>
              <a:t>增加新</a:t>
            </a:r>
            <a:r>
              <a:rPr kumimoji="1" lang="zh-CN" altLang="zh-CN" sz="2000" dirty="0" smtClean="0">
                <a:solidFill>
                  <a:srgbClr val="FF0000"/>
                </a:solidFill>
                <a:latin typeface="+mn-lt"/>
                <a:ea typeface="+mn-ea"/>
              </a:rPr>
              <a:t>实体</a:t>
            </a:r>
            <a:r>
              <a:rPr kumimoji="1" lang="zh-CN" altLang="en-US" sz="2000" dirty="0" smtClean="0">
                <a:latin typeface="+mn-lt"/>
                <a:ea typeface="+mn-ea"/>
              </a:rPr>
              <a:t>。</a:t>
            </a:r>
            <a:r>
              <a:rPr kumimoji="1" lang="zh-CN" altLang="zh-CN" sz="2000" dirty="0" smtClean="0">
                <a:latin typeface="+mn-lt"/>
                <a:ea typeface="+mn-ea"/>
              </a:rPr>
              <a:t>这种</a:t>
            </a:r>
            <a:r>
              <a:rPr kumimoji="1" lang="zh-CN" altLang="zh-CN" sz="2000" dirty="0">
                <a:latin typeface="+mn-lt"/>
                <a:ea typeface="+mn-ea"/>
              </a:rPr>
              <a:t>缺陷就是指非法用户通过在被测软件中非法的增加新实体，从而达到其相应的非法使用目的。同理在采用不同实现技术的被测软件中，实体的具体形式有所不同。</a:t>
            </a:r>
            <a:endParaRPr kumimoji="1" lang="zh-CN" altLang="zh-CN" sz="2000" dirty="0">
              <a:latin typeface="+mn-lt"/>
              <a:ea typeface="+mn-ea"/>
            </a:endParaRPr>
          </a:p>
          <a:p>
            <a:pPr marL="447675" indent="-447675" algn="l" eaLnBrk="0" hangingPunct="0">
              <a:spcBef>
                <a:spcPct val="20000"/>
              </a:spcBef>
              <a:buClr>
                <a:schemeClr val="accent1"/>
              </a:buClr>
              <a:buSzPct val="70000"/>
              <a:buFont typeface="Wingdings" panose="05000000000000000000" charset="0"/>
              <a:buChar char="n"/>
              <a:tabLst>
                <a:tab pos="365125" algn="l"/>
              </a:tabLst>
            </a:pPr>
            <a:r>
              <a:rPr kumimoji="1" lang="zh-CN" altLang="zh-CN" sz="2000" dirty="0" smtClean="0">
                <a:solidFill>
                  <a:srgbClr val="FF0000"/>
                </a:solidFill>
                <a:latin typeface="+mn-lt"/>
                <a:ea typeface="+mn-ea"/>
              </a:rPr>
              <a:t>非法</a:t>
            </a:r>
            <a:r>
              <a:rPr kumimoji="1" lang="zh-CN" altLang="zh-CN" sz="2000" dirty="0">
                <a:solidFill>
                  <a:srgbClr val="FF0000"/>
                </a:solidFill>
                <a:latin typeface="+mn-lt"/>
                <a:ea typeface="+mn-ea"/>
              </a:rPr>
              <a:t>修改</a:t>
            </a:r>
            <a:r>
              <a:rPr kumimoji="1" lang="zh-CN" altLang="zh-CN" sz="2000" dirty="0" smtClean="0">
                <a:solidFill>
                  <a:srgbClr val="FF0000"/>
                </a:solidFill>
                <a:latin typeface="+mn-lt"/>
                <a:ea typeface="+mn-ea"/>
              </a:rPr>
              <a:t>实体</a:t>
            </a:r>
            <a:r>
              <a:rPr kumimoji="1" lang="zh-CN" altLang="en-US" sz="2000" dirty="0" smtClean="0">
                <a:latin typeface="+mn-lt"/>
                <a:ea typeface="+mn-ea"/>
              </a:rPr>
              <a:t>。</a:t>
            </a:r>
            <a:r>
              <a:rPr kumimoji="1" lang="zh-CN" altLang="zh-CN" sz="2000" dirty="0" smtClean="0">
                <a:latin typeface="+mn-lt"/>
                <a:ea typeface="+mn-ea"/>
              </a:rPr>
              <a:t>相对</a:t>
            </a:r>
            <a:r>
              <a:rPr kumimoji="1" lang="zh-CN" altLang="zh-CN" sz="2000" dirty="0">
                <a:latin typeface="+mn-lt"/>
                <a:ea typeface="+mn-ea"/>
              </a:rPr>
              <a:t>于前两类非法修改方式，通过非法修改实体从而达到非法用户相应目的的方式最为常见。</a:t>
            </a:r>
            <a:endParaRPr kumimoji="1" lang="zh-CN" altLang="zh-CN" sz="2000" dirty="0">
              <a:latin typeface="+mn-lt"/>
              <a:ea typeface="+mn-ea"/>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a:xfrm>
            <a:off x="1042988" y="404813"/>
            <a:ext cx="6769372" cy="576262"/>
          </a:xfrm>
        </p:spPr>
        <p:txBody>
          <a:bodyPr/>
          <a:lstStyle/>
          <a:p>
            <a:pPr lvl="0"/>
            <a:r>
              <a:rPr lang="zh-CN" altLang="zh-CN" dirty="0"/>
              <a:t>软件安全性</a:t>
            </a:r>
            <a:r>
              <a:rPr lang="zh-CN" altLang="zh-CN" dirty="0" smtClean="0"/>
              <a:t>缺陷</a:t>
            </a:r>
            <a:endParaRPr lang="zh-CN" altLang="zh-CN" dirty="0"/>
          </a:p>
        </p:txBody>
      </p:sp>
      <p:sp>
        <p:nvSpPr>
          <p:cNvPr id="249859" name="Rectangle 3"/>
          <p:cNvSpPr>
            <a:spLocks noChangeArrowheads="1"/>
          </p:cNvSpPr>
          <p:nvPr/>
        </p:nvSpPr>
        <p:spPr bwMode="auto">
          <a:xfrm>
            <a:off x="381000" y="1752600"/>
            <a:ext cx="8077200" cy="1981200"/>
          </a:xfrm>
          <a:prstGeom prst="rect">
            <a:avLst/>
          </a:prstGeom>
          <a:noFill/>
          <a:ln w="9525">
            <a:noFill/>
            <a:miter lim="800000"/>
          </a:ln>
          <a:effectLst/>
        </p:spPr>
        <p:txBody>
          <a:bodyPr lIns="92075" tIns="46038" rIns="92075" bIns="46038"/>
          <a:lstStyle/>
          <a:p>
            <a:pPr marL="342900" indent="-342900">
              <a:spcBef>
                <a:spcPct val="20000"/>
              </a:spcBef>
              <a:buFontTx/>
              <a:buChar char="•"/>
            </a:pPr>
            <a:endParaRPr lang="zh-CN" altLang="zh-CN" sz="2800" b="1"/>
          </a:p>
        </p:txBody>
      </p:sp>
      <p:sp>
        <p:nvSpPr>
          <p:cNvPr id="7" name="灯片编号占位符 3"/>
          <p:cNvSpPr>
            <a:spLocks noGrp="1"/>
          </p:cNvSpPr>
          <p:nvPr>
            <p:ph type="sldNum" sz="quarter" idx="12"/>
          </p:nvPr>
        </p:nvSpPr>
        <p:spPr>
          <a:xfrm>
            <a:off x="7524750" y="6284913"/>
            <a:ext cx="933450" cy="457200"/>
          </a:xfrm>
        </p:spPr>
        <p:txBody>
          <a:bodyPr/>
          <a:lstStyle/>
          <a:p>
            <a:pPr>
              <a:defRPr/>
            </a:pPr>
            <a:r>
              <a:rPr lang="en-US" altLang="zh-CN" dirty="0" smtClean="0"/>
              <a:t>6</a:t>
            </a:r>
            <a:endParaRPr lang="zh-CN" altLang="en-US" dirty="0"/>
          </a:p>
        </p:txBody>
      </p:sp>
      <p:sp>
        <p:nvSpPr>
          <p:cNvPr id="8" name="Rectangle 3"/>
          <p:cNvSpPr txBox="1">
            <a:spLocks noChangeArrowheads="1"/>
          </p:cNvSpPr>
          <p:nvPr/>
        </p:nvSpPr>
        <p:spPr bwMode="auto">
          <a:xfrm>
            <a:off x="526996" y="2306048"/>
            <a:ext cx="8132692" cy="1111300"/>
          </a:xfrm>
          <a:prstGeom prst="rect">
            <a:avLst/>
          </a:prstGeom>
          <a:noFill/>
          <a:ln>
            <a:noFill/>
          </a:ln>
        </p:spPr>
        <p:txBody>
          <a:bodyPr vert="horz" wrap="square" lIns="91440" tIns="45720" rIns="91440" bIns="45720" numCol="1" anchor="t" anchorCtr="0" compatLnSpc="1"/>
          <a:lstStyle>
            <a:lvl1pPr marL="447675" indent="-447675" algn="l" rtl="0" eaLnBrk="0" fontAlgn="base" hangingPunct="0">
              <a:spcBef>
                <a:spcPct val="20000"/>
              </a:spcBef>
              <a:spcAft>
                <a:spcPct val="0"/>
              </a:spcAft>
              <a:buClr>
                <a:schemeClr val="accent1"/>
              </a:buClr>
              <a:buSzPct val="70000"/>
              <a:buFont typeface="Wingdings" panose="05000000000000000000" charset="0"/>
              <a:buChar char="n"/>
              <a:defRPr kumimoji="1" sz="2800">
                <a:solidFill>
                  <a:schemeClr val="tx1"/>
                </a:solidFill>
                <a:latin typeface="+mn-lt"/>
                <a:ea typeface="+mn-ea"/>
                <a:cs typeface="宋体" panose="02010600030101010101" pitchFamily="2" charset="-122"/>
              </a:defRPr>
            </a:lvl1pPr>
            <a:lvl2pPr marL="889000" indent="-440055" algn="l" rtl="0" eaLnBrk="0" fontAlgn="base" hangingPunct="0">
              <a:spcBef>
                <a:spcPct val="20000"/>
              </a:spcBef>
              <a:spcAft>
                <a:spcPct val="0"/>
              </a:spcAft>
              <a:buClr>
                <a:schemeClr val="hlink"/>
              </a:buClr>
              <a:buSzPct val="65000"/>
              <a:buFont typeface="Wingdings" panose="05000000000000000000" charset="0"/>
              <a:buChar char="¡"/>
              <a:defRPr kumimoji="1" sz="2400">
                <a:solidFill>
                  <a:schemeClr val="tx1"/>
                </a:solidFill>
                <a:latin typeface="+mn-lt"/>
                <a:ea typeface="+mn-ea"/>
                <a:cs typeface="宋体" panose="02010600030101010101" pitchFamily="2" charset="-122"/>
              </a:defRPr>
            </a:lvl2pPr>
            <a:lvl3pPr marL="1294130" indent="-403225" algn="l" rtl="0" eaLnBrk="0" fontAlgn="base" hangingPunct="0">
              <a:spcBef>
                <a:spcPct val="20000"/>
              </a:spcBef>
              <a:spcAft>
                <a:spcPct val="0"/>
              </a:spcAft>
              <a:buClr>
                <a:schemeClr val="accent1"/>
              </a:buClr>
              <a:buSzPct val="70000"/>
              <a:buFont typeface="Wingdings" panose="05000000000000000000" charset="0"/>
              <a:buChar char="n"/>
              <a:defRPr kumimoji="1" sz="2000">
                <a:solidFill>
                  <a:schemeClr val="tx1"/>
                </a:solidFill>
                <a:latin typeface="+mn-lt"/>
                <a:ea typeface="+mn-ea"/>
                <a:cs typeface="宋体" panose="02010600030101010101" pitchFamily="2" charset="-122"/>
              </a:defRPr>
            </a:lvl3pPr>
            <a:lvl4pPr marL="1681480" indent="-386080" algn="l" rtl="0" eaLnBrk="0" fontAlgn="base" hangingPunct="0">
              <a:spcBef>
                <a:spcPct val="20000"/>
              </a:spcBef>
              <a:spcAft>
                <a:spcPct val="0"/>
              </a:spcAft>
              <a:buClr>
                <a:schemeClr val="hlink"/>
              </a:buClr>
              <a:buSzPct val="75000"/>
              <a:buFont typeface="Wingdings" panose="05000000000000000000" charset="0"/>
              <a:buChar char="¡"/>
              <a:defRPr kumimoji="1">
                <a:solidFill>
                  <a:schemeClr val="tx1"/>
                </a:solidFill>
                <a:latin typeface="+mn-lt"/>
                <a:ea typeface="+mn-ea"/>
                <a:cs typeface="宋体" panose="02010600030101010101" pitchFamily="2" charset="-122"/>
              </a:defRPr>
            </a:lvl4pPr>
            <a:lvl5pPr marL="2070100" indent="-387350" algn="l" rtl="0" eaLnBrk="0" fontAlgn="base" hangingPunct="0">
              <a:spcBef>
                <a:spcPct val="20000"/>
              </a:spcBef>
              <a:spcAft>
                <a:spcPct val="0"/>
              </a:spcAft>
              <a:buClr>
                <a:schemeClr val="accent1"/>
              </a:buClr>
              <a:buSzPct val="70000"/>
              <a:buFont typeface="Wingdings" panose="05000000000000000000" charset="0"/>
              <a:buChar char="n"/>
              <a:defRPr kumimoji="1" sz="1600">
                <a:solidFill>
                  <a:schemeClr val="tx1"/>
                </a:solidFill>
                <a:latin typeface="+mn-lt"/>
                <a:ea typeface="+mn-ea"/>
                <a:cs typeface="宋体" panose="02010600030101010101" pitchFamily="2" charset="-122"/>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pPr marL="0" indent="0">
              <a:buNone/>
            </a:pPr>
            <a:r>
              <a:rPr lang="zh-CN" altLang="en-US" sz="2400" dirty="0" smtClean="0"/>
              <a:t>非法</a:t>
            </a:r>
            <a:r>
              <a:rPr lang="zh-CN" altLang="en-US" sz="2400" dirty="0"/>
              <a:t>执行目标代码</a:t>
            </a:r>
            <a:endParaRPr lang="zh-CN" altLang="en-US" sz="2400" dirty="0"/>
          </a:p>
          <a:p>
            <a:r>
              <a:rPr lang="zh-CN" altLang="en-US" sz="2400" dirty="0"/>
              <a:t>非法用户利用被测软件系统中特定的软件安全性缺陷，可以达到执行目标代码的目的。这可能只是非法用户初步的目的，并不是最终产生的最为危险的后果。如对于缓冲区溢出缺陷，虽然其最终的目的可能是非法访问数据或者修改目标对象，但是对于非法用户最初的目的就是按照其用意非法执行特定目标代码</a:t>
            </a:r>
            <a:r>
              <a:rPr lang="zh-CN" altLang="en-US" sz="2400" dirty="0" smtClean="0"/>
              <a:t>。</a:t>
            </a:r>
            <a:endParaRPr lang="zh-CN" altLang="en-US" sz="2400" dirty="0"/>
          </a:p>
        </p:txBody>
      </p:sp>
      <p:sp>
        <p:nvSpPr>
          <p:cNvPr id="3" name="矩形 2"/>
          <p:cNvSpPr/>
          <p:nvPr/>
        </p:nvSpPr>
        <p:spPr>
          <a:xfrm>
            <a:off x="179512" y="1429933"/>
            <a:ext cx="5519460" cy="584775"/>
          </a:xfrm>
          <a:prstGeom prst="rect">
            <a:avLst/>
          </a:prstGeom>
        </p:spPr>
        <p:txBody>
          <a:bodyPr wrap="none">
            <a:spAutoFit/>
          </a:bodyPr>
          <a:lstStyle/>
          <a:p>
            <a:pPr lvl="0"/>
            <a:r>
              <a:rPr lang="zh-CN" altLang="zh-CN" sz="3200" dirty="0"/>
              <a:t>软件安全性缺陷产生危险后果</a:t>
            </a:r>
            <a:endParaRPr lang="zh-CN" altLang="zh-CN"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1" end="1"/>
                                            </p:txEl>
                                          </p:spTgt>
                                        </p:tgtEl>
                                        <p:attrNameLst>
                                          <p:attrName>style.visibility</p:attrName>
                                        </p:attrNameLst>
                                      </p:cBhvr>
                                      <p:to>
                                        <p:strVal val="visible"/>
                                      </p:to>
                                    </p:set>
                                    <p:animEffect transition="in" filter="fade">
                                      <p:cBhvr>
                                        <p:cTn id="14" dur="1000"/>
                                        <p:tgtEl>
                                          <p:spTgt spid="8">
                                            <p:txEl>
                                              <p:pRg st="1" end="1"/>
                                            </p:txEl>
                                          </p:spTgt>
                                        </p:tgtEl>
                                      </p:cBhvr>
                                    </p:animEffect>
                                    <p:anim calcmode="lin" valueType="num">
                                      <p:cBhvr>
                                        <p:cTn id="15"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a:xfrm>
            <a:off x="1042988" y="404813"/>
            <a:ext cx="6769372" cy="576262"/>
          </a:xfrm>
        </p:spPr>
        <p:txBody>
          <a:bodyPr/>
          <a:lstStyle/>
          <a:p>
            <a:pPr lvl="0"/>
            <a:r>
              <a:rPr lang="zh-CN" altLang="zh-CN" dirty="0"/>
              <a:t>软件安全性</a:t>
            </a:r>
            <a:r>
              <a:rPr lang="zh-CN" altLang="zh-CN" dirty="0" smtClean="0"/>
              <a:t>缺陷</a:t>
            </a:r>
            <a:endParaRPr lang="zh-CN" altLang="zh-CN" dirty="0"/>
          </a:p>
        </p:txBody>
      </p:sp>
      <p:sp>
        <p:nvSpPr>
          <p:cNvPr id="249859" name="Rectangle 3"/>
          <p:cNvSpPr>
            <a:spLocks noChangeArrowheads="1"/>
          </p:cNvSpPr>
          <p:nvPr/>
        </p:nvSpPr>
        <p:spPr bwMode="auto">
          <a:xfrm>
            <a:off x="381000" y="1752600"/>
            <a:ext cx="8077200" cy="1981200"/>
          </a:xfrm>
          <a:prstGeom prst="rect">
            <a:avLst/>
          </a:prstGeom>
          <a:noFill/>
          <a:ln w="9525">
            <a:noFill/>
            <a:miter lim="800000"/>
          </a:ln>
          <a:effectLst/>
        </p:spPr>
        <p:txBody>
          <a:bodyPr lIns="92075" tIns="46038" rIns="92075" bIns="46038"/>
          <a:lstStyle/>
          <a:p>
            <a:pPr marL="342900" indent="-342900">
              <a:spcBef>
                <a:spcPct val="20000"/>
              </a:spcBef>
              <a:buFontTx/>
              <a:buChar char="•"/>
            </a:pPr>
            <a:endParaRPr lang="zh-CN" altLang="zh-CN" sz="2800" b="1"/>
          </a:p>
        </p:txBody>
      </p:sp>
      <p:sp>
        <p:nvSpPr>
          <p:cNvPr id="7" name="灯片编号占位符 3"/>
          <p:cNvSpPr>
            <a:spLocks noGrp="1"/>
          </p:cNvSpPr>
          <p:nvPr>
            <p:ph type="sldNum" sz="quarter" idx="12"/>
          </p:nvPr>
        </p:nvSpPr>
        <p:spPr>
          <a:xfrm>
            <a:off x="7524750" y="6284913"/>
            <a:ext cx="933450" cy="457200"/>
          </a:xfrm>
        </p:spPr>
        <p:txBody>
          <a:bodyPr/>
          <a:lstStyle/>
          <a:p>
            <a:pPr>
              <a:defRPr/>
            </a:pPr>
            <a:r>
              <a:rPr lang="en-US" altLang="zh-CN" dirty="0" smtClean="0"/>
              <a:t>6</a:t>
            </a:r>
            <a:endParaRPr lang="zh-CN" altLang="en-US" dirty="0"/>
          </a:p>
        </p:txBody>
      </p:sp>
      <p:sp>
        <p:nvSpPr>
          <p:cNvPr id="8" name="Rectangle 3"/>
          <p:cNvSpPr txBox="1">
            <a:spLocks noChangeArrowheads="1"/>
          </p:cNvSpPr>
          <p:nvPr/>
        </p:nvSpPr>
        <p:spPr bwMode="auto">
          <a:xfrm>
            <a:off x="521286" y="2178964"/>
            <a:ext cx="7920880" cy="1111300"/>
          </a:xfrm>
          <a:prstGeom prst="rect">
            <a:avLst/>
          </a:prstGeom>
          <a:noFill/>
          <a:ln>
            <a:noFill/>
          </a:ln>
        </p:spPr>
        <p:txBody>
          <a:bodyPr vert="horz" wrap="square" lIns="91440" tIns="45720" rIns="91440" bIns="45720" numCol="1" anchor="t" anchorCtr="0" compatLnSpc="1"/>
          <a:lstStyle>
            <a:lvl1pPr marL="447675" indent="-447675" algn="l" rtl="0" eaLnBrk="0" fontAlgn="base" hangingPunct="0">
              <a:spcBef>
                <a:spcPct val="20000"/>
              </a:spcBef>
              <a:spcAft>
                <a:spcPct val="0"/>
              </a:spcAft>
              <a:buClr>
                <a:schemeClr val="accent1"/>
              </a:buClr>
              <a:buSzPct val="70000"/>
              <a:buFont typeface="Wingdings" panose="05000000000000000000" charset="0"/>
              <a:buChar char="n"/>
              <a:defRPr kumimoji="1" sz="2800">
                <a:solidFill>
                  <a:schemeClr val="tx1"/>
                </a:solidFill>
                <a:latin typeface="+mn-lt"/>
                <a:ea typeface="+mn-ea"/>
                <a:cs typeface="宋体" panose="02010600030101010101" pitchFamily="2" charset="-122"/>
              </a:defRPr>
            </a:lvl1pPr>
            <a:lvl2pPr marL="889000" indent="-440055" algn="l" rtl="0" eaLnBrk="0" fontAlgn="base" hangingPunct="0">
              <a:spcBef>
                <a:spcPct val="20000"/>
              </a:spcBef>
              <a:spcAft>
                <a:spcPct val="0"/>
              </a:spcAft>
              <a:buClr>
                <a:schemeClr val="hlink"/>
              </a:buClr>
              <a:buSzPct val="65000"/>
              <a:buFont typeface="Wingdings" panose="05000000000000000000" charset="0"/>
              <a:buChar char="¡"/>
              <a:defRPr kumimoji="1" sz="2400">
                <a:solidFill>
                  <a:schemeClr val="tx1"/>
                </a:solidFill>
                <a:latin typeface="+mn-lt"/>
                <a:ea typeface="+mn-ea"/>
                <a:cs typeface="宋体" panose="02010600030101010101" pitchFamily="2" charset="-122"/>
              </a:defRPr>
            </a:lvl2pPr>
            <a:lvl3pPr marL="1294130" indent="-403225" algn="l" rtl="0" eaLnBrk="0" fontAlgn="base" hangingPunct="0">
              <a:spcBef>
                <a:spcPct val="20000"/>
              </a:spcBef>
              <a:spcAft>
                <a:spcPct val="0"/>
              </a:spcAft>
              <a:buClr>
                <a:schemeClr val="accent1"/>
              </a:buClr>
              <a:buSzPct val="70000"/>
              <a:buFont typeface="Wingdings" panose="05000000000000000000" charset="0"/>
              <a:buChar char="n"/>
              <a:defRPr kumimoji="1" sz="2000">
                <a:solidFill>
                  <a:schemeClr val="tx1"/>
                </a:solidFill>
                <a:latin typeface="+mn-lt"/>
                <a:ea typeface="+mn-ea"/>
                <a:cs typeface="宋体" panose="02010600030101010101" pitchFamily="2" charset="-122"/>
              </a:defRPr>
            </a:lvl3pPr>
            <a:lvl4pPr marL="1681480" indent="-386080" algn="l" rtl="0" eaLnBrk="0" fontAlgn="base" hangingPunct="0">
              <a:spcBef>
                <a:spcPct val="20000"/>
              </a:spcBef>
              <a:spcAft>
                <a:spcPct val="0"/>
              </a:spcAft>
              <a:buClr>
                <a:schemeClr val="hlink"/>
              </a:buClr>
              <a:buSzPct val="75000"/>
              <a:buFont typeface="Wingdings" panose="05000000000000000000" charset="0"/>
              <a:buChar char="¡"/>
              <a:defRPr kumimoji="1">
                <a:solidFill>
                  <a:schemeClr val="tx1"/>
                </a:solidFill>
                <a:latin typeface="+mn-lt"/>
                <a:ea typeface="+mn-ea"/>
                <a:cs typeface="宋体" panose="02010600030101010101" pitchFamily="2" charset="-122"/>
              </a:defRPr>
            </a:lvl4pPr>
            <a:lvl5pPr marL="2070100" indent="-387350" algn="l" rtl="0" eaLnBrk="0" fontAlgn="base" hangingPunct="0">
              <a:spcBef>
                <a:spcPct val="20000"/>
              </a:spcBef>
              <a:spcAft>
                <a:spcPct val="0"/>
              </a:spcAft>
              <a:buClr>
                <a:schemeClr val="accent1"/>
              </a:buClr>
              <a:buSzPct val="70000"/>
              <a:buFont typeface="Wingdings" panose="05000000000000000000" charset="0"/>
              <a:buChar char="n"/>
              <a:defRPr kumimoji="1" sz="1600">
                <a:solidFill>
                  <a:schemeClr val="tx1"/>
                </a:solidFill>
                <a:latin typeface="+mn-lt"/>
                <a:ea typeface="+mn-ea"/>
                <a:cs typeface="宋体" panose="02010600030101010101" pitchFamily="2" charset="-122"/>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pPr marL="0" indent="0">
              <a:buNone/>
            </a:pPr>
            <a:r>
              <a:rPr lang="zh-CN" altLang="en-US" sz="2400" dirty="0" smtClean="0"/>
              <a:t>非法</a:t>
            </a:r>
            <a:r>
              <a:rPr lang="zh-CN" altLang="en-US" sz="2400" dirty="0"/>
              <a:t>修改目标对象</a:t>
            </a:r>
            <a:endParaRPr lang="zh-CN" altLang="en-US" sz="2400" dirty="0"/>
          </a:p>
          <a:p>
            <a:r>
              <a:rPr lang="zh-CN" altLang="en-US" sz="2400" dirty="0"/>
              <a:t>这里的目标对象也包括不同粒度的对象，但是这并不同于误操作分类方面的修改实体。这里的非法修改目标对象是一种软件特定执行的不可预期的结果，而并不是基于软件安全性缺陷的特定执行方式。如对于缓冲区溢出缺陷，非法用户利用缺陷进行攻击的目的可能就是由溢出造成对内存数据进行修改，而为了达到这种目的，可以通过软件系统中相应的输入构件。这里的修改也包括对目标对象的删除。</a:t>
            </a:r>
            <a:endParaRPr lang="zh-CN" altLang="en-US" sz="2400" dirty="0"/>
          </a:p>
          <a:p>
            <a:pPr marL="0" indent="0">
              <a:buNone/>
            </a:pPr>
            <a:endParaRPr lang="zh-CN" altLang="en-US" sz="2400" dirty="0"/>
          </a:p>
        </p:txBody>
      </p:sp>
      <p:sp>
        <p:nvSpPr>
          <p:cNvPr id="3" name="矩形 2"/>
          <p:cNvSpPr/>
          <p:nvPr/>
        </p:nvSpPr>
        <p:spPr>
          <a:xfrm>
            <a:off x="179512" y="1429933"/>
            <a:ext cx="5519460" cy="584775"/>
          </a:xfrm>
          <a:prstGeom prst="rect">
            <a:avLst/>
          </a:prstGeom>
        </p:spPr>
        <p:txBody>
          <a:bodyPr wrap="none">
            <a:spAutoFit/>
          </a:bodyPr>
          <a:lstStyle/>
          <a:p>
            <a:pPr lvl="0"/>
            <a:r>
              <a:rPr lang="zh-CN" altLang="zh-CN" sz="3200" dirty="0"/>
              <a:t>软件安全性缺陷产生危险后果</a:t>
            </a:r>
            <a:endParaRPr lang="zh-CN" altLang="zh-CN"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1" end="1"/>
                                            </p:txEl>
                                          </p:spTgt>
                                        </p:tgtEl>
                                        <p:attrNameLst>
                                          <p:attrName>style.visibility</p:attrName>
                                        </p:attrNameLst>
                                      </p:cBhvr>
                                      <p:to>
                                        <p:strVal val="visible"/>
                                      </p:to>
                                    </p:set>
                                    <p:animEffect transition="in" filter="fade">
                                      <p:cBhvr>
                                        <p:cTn id="14" dur="1000"/>
                                        <p:tgtEl>
                                          <p:spTgt spid="8">
                                            <p:txEl>
                                              <p:pRg st="1" end="1"/>
                                            </p:txEl>
                                          </p:spTgt>
                                        </p:tgtEl>
                                      </p:cBhvr>
                                    </p:animEffect>
                                    <p:anim calcmode="lin" valueType="num">
                                      <p:cBhvr>
                                        <p:cTn id="15"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a:xfrm>
            <a:off x="1042988" y="404813"/>
            <a:ext cx="6769372" cy="576262"/>
          </a:xfrm>
        </p:spPr>
        <p:txBody>
          <a:bodyPr/>
          <a:lstStyle/>
          <a:p>
            <a:pPr lvl="0"/>
            <a:r>
              <a:rPr lang="zh-CN" altLang="zh-CN" dirty="0"/>
              <a:t>软件安全性</a:t>
            </a:r>
            <a:r>
              <a:rPr lang="zh-CN" altLang="zh-CN" dirty="0" smtClean="0"/>
              <a:t>缺陷</a:t>
            </a:r>
            <a:endParaRPr lang="zh-CN" altLang="zh-CN" dirty="0"/>
          </a:p>
        </p:txBody>
      </p:sp>
      <p:sp>
        <p:nvSpPr>
          <p:cNvPr id="249859" name="Rectangle 3"/>
          <p:cNvSpPr>
            <a:spLocks noChangeArrowheads="1"/>
          </p:cNvSpPr>
          <p:nvPr/>
        </p:nvSpPr>
        <p:spPr bwMode="auto">
          <a:xfrm>
            <a:off x="381000" y="1752600"/>
            <a:ext cx="8077200" cy="1981200"/>
          </a:xfrm>
          <a:prstGeom prst="rect">
            <a:avLst/>
          </a:prstGeom>
          <a:noFill/>
          <a:ln w="9525">
            <a:noFill/>
            <a:miter lim="800000"/>
          </a:ln>
          <a:effectLst/>
        </p:spPr>
        <p:txBody>
          <a:bodyPr lIns="92075" tIns="46038" rIns="92075" bIns="46038"/>
          <a:lstStyle/>
          <a:p>
            <a:pPr marL="342900" indent="-342900">
              <a:spcBef>
                <a:spcPct val="20000"/>
              </a:spcBef>
              <a:buFontTx/>
              <a:buChar char="•"/>
            </a:pPr>
            <a:endParaRPr lang="zh-CN" altLang="zh-CN" sz="2800" b="1"/>
          </a:p>
        </p:txBody>
      </p:sp>
      <p:sp>
        <p:nvSpPr>
          <p:cNvPr id="7" name="灯片编号占位符 3"/>
          <p:cNvSpPr>
            <a:spLocks noGrp="1"/>
          </p:cNvSpPr>
          <p:nvPr>
            <p:ph type="sldNum" sz="quarter" idx="12"/>
          </p:nvPr>
        </p:nvSpPr>
        <p:spPr>
          <a:xfrm>
            <a:off x="7524750" y="6284913"/>
            <a:ext cx="933450" cy="457200"/>
          </a:xfrm>
        </p:spPr>
        <p:txBody>
          <a:bodyPr/>
          <a:lstStyle/>
          <a:p>
            <a:pPr>
              <a:defRPr/>
            </a:pPr>
            <a:r>
              <a:rPr lang="en-US" altLang="zh-CN" dirty="0" smtClean="0"/>
              <a:t>6</a:t>
            </a:r>
            <a:endParaRPr lang="zh-CN" altLang="en-US" dirty="0"/>
          </a:p>
        </p:txBody>
      </p:sp>
      <p:sp>
        <p:nvSpPr>
          <p:cNvPr id="8" name="Rectangle 3"/>
          <p:cNvSpPr txBox="1">
            <a:spLocks noChangeArrowheads="1"/>
          </p:cNvSpPr>
          <p:nvPr/>
        </p:nvSpPr>
        <p:spPr bwMode="auto">
          <a:xfrm>
            <a:off x="526996" y="2187550"/>
            <a:ext cx="7920880" cy="1111300"/>
          </a:xfrm>
          <a:prstGeom prst="rect">
            <a:avLst/>
          </a:prstGeom>
          <a:noFill/>
          <a:ln>
            <a:noFill/>
          </a:ln>
        </p:spPr>
        <p:txBody>
          <a:bodyPr vert="horz" wrap="square" lIns="91440" tIns="45720" rIns="91440" bIns="45720" numCol="1" anchor="t" anchorCtr="0" compatLnSpc="1"/>
          <a:lstStyle>
            <a:lvl1pPr marL="447675" indent="-447675" algn="l" rtl="0" eaLnBrk="0" fontAlgn="base" hangingPunct="0">
              <a:spcBef>
                <a:spcPct val="20000"/>
              </a:spcBef>
              <a:spcAft>
                <a:spcPct val="0"/>
              </a:spcAft>
              <a:buClr>
                <a:schemeClr val="accent1"/>
              </a:buClr>
              <a:buSzPct val="70000"/>
              <a:buFont typeface="Wingdings" panose="05000000000000000000" charset="0"/>
              <a:buChar char="n"/>
              <a:defRPr kumimoji="1" sz="2800">
                <a:solidFill>
                  <a:schemeClr val="tx1"/>
                </a:solidFill>
                <a:latin typeface="+mn-lt"/>
                <a:ea typeface="+mn-ea"/>
                <a:cs typeface="宋体" panose="02010600030101010101" pitchFamily="2" charset="-122"/>
              </a:defRPr>
            </a:lvl1pPr>
            <a:lvl2pPr marL="889000" indent="-440055" algn="l" rtl="0" eaLnBrk="0" fontAlgn="base" hangingPunct="0">
              <a:spcBef>
                <a:spcPct val="20000"/>
              </a:spcBef>
              <a:spcAft>
                <a:spcPct val="0"/>
              </a:spcAft>
              <a:buClr>
                <a:schemeClr val="hlink"/>
              </a:buClr>
              <a:buSzPct val="65000"/>
              <a:buFont typeface="Wingdings" panose="05000000000000000000" charset="0"/>
              <a:buChar char="¡"/>
              <a:defRPr kumimoji="1" sz="2400">
                <a:solidFill>
                  <a:schemeClr val="tx1"/>
                </a:solidFill>
                <a:latin typeface="+mn-lt"/>
                <a:ea typeface="+mn-ea"/>
                <a:cs typeface="宋体" panose="02010600030101010101" pitchFamily="2" charset="-122"/>
              </a:defRPr>
            </a:lvl2pPr>
            <a:lvl3pPr marL="1294130" indent="-403225" algn="l" rtl="0" eaLnBrk="0" fontAlgn="base" hangingPunct="0">
              <a:spcBef>
                <a:spcPct val="20000"/>
              </a:spcBef>
              <a:spcAft>
                <a:spcPct val="0"/>
              </a:spcAft>
              <a:buClr>
                <a:schemeClr val="accent1"/>
              </a:buClr>
              <a:buSzPct val="70000"/>
              <a:buFont typeface="Wingdings" panose="05000000000000000000" charset="0"/>
              <a:buChar char="n"/>
              <a:defRPr kumimoji="1" sz="2000">
                <a:solidFill>
                  <a:schemeClr val="tx1"/>
                </a:solidFill>
                <a:latin typeface="+mn-lt"/>
                <a:ea typeface="+mn-ea"/>
                <a:cs typeface="宋体" panose="02010600030101010101" pitchFamily="2" charset="-122"/>
              </a:defRPr>
            </a:lvl3pPr>
            <a:lvl4pPr marL="1681480" indent="-386080" algn="l" rtl="0" eaLnBrk="0" fontAlgn="base" hangingPunct="0">
              <a:spcBef>
                <a:spcPct val="20000"/>
              </a:spcBef>
              <a:spcAft>
                <a:spcPct val="0"/>
              </a:spcAft>
              <a:buClr>
                <a:schemeClr val="hlink"/>
              </a:buClr>
              <a:buSzPct val="75000"/>
              <a:buFont typeface="Wingdings" panose="05000000000000000000" charset="0"/>
              <a:buChar char="¡"/>
              <a:defRPr kumimoji="1">
                <a:solidFill>
                  <a:schemeClr val="tx1"/>
                </a:solidFill>
                <a:latin typeface="+mn-lt"/>
                <a:ea typeface="+mn-ea"/>
                <a:cs typeface="宋体" panose="02010600030101010101" pitchFamily="2" charset="-122"/>
              </a:defRPr>
            </a:lvl4pPr>
            <a:lvl5pPr marL="2070100" indent="-387350" algn="l" rtl="0" eaLnBrk="0" fontAlgn="base" hangingPunct="0">
              <a:spcBef>
                <a:spcPct val="20000"/>
              </a:spcBef>
              <a:spcAft>
                <a:spcPct val="0"/>
              </a:spcAft>
              <a:buClr>
                <a:schemeClr val="accent1"/>
              </a:buClr>
              <a:buSzPct val="70000"/>
              <a:buFont typeface="Wingdings" panose="05000000000000000000" charset="0"/>
              <a:buChar char="n"/>
              <a:defRPr kumimoji="1" sz="1600">
                <a:solidFill>
                  <a:schemeClr val="tx1"/>
                </a:solidFill>
                <a:latin typeface="+mn-lt"/>
                <a:ea typeface="+mn-ea"/>
                <a:cs typeface="宋体" panose="02010600030101010101" pitchFamily="2" charset="-122"/>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pPr marL="0" indent="0">
              <a:buNone/>
            </a:pPr>
            <a:r>
              <a:rPr lang="zh-CN" altLang="en-US" sz="2400" dirty="0" smtClean="0"/>
              <a:t>非法</a:t>
            </a:r>
            <a:r>
              <a:rPr lang="zh-CN" altLang="en-US" sz="2400" dirty="0"/>
              <a:t>访问数据对象</a:t>
            </a:r>
            <a:endParaRPr lang="zh-CN" altLang="en-US" sz="2400" dirty="0"/>
          </a:p>
          <a:p>
            <a:r>
              <a:rPr lang="zh-CN" altLang="en-US" sz="2400" dirty="0"/>
              <a:t>数据的非法访问是大多数软件安全性缺陷被利用造成的危险后果。对于关键软件系统的安全性，重点就是保护关键数据信息的安全性，而数据信息安全性的首要保证就是</a:t>
            </a:r>
            <a:r>
              <a:rPr lang="zh-CN" altLang="en-US" sz="2400" dirty="0" smtClean="0"/>
              <a:t>防止非法访问。</a:t>
            </a:r>
            <a:endParaRPr lang="zh-CN" altLang="en-US" sz="2400" dirty="0" smtClean="0"/>
          </a:p>
          <a:p>
            <a:pPr marL="0" indent="0">
              <a:buNone/>
            </a:pPr>
            <a:r>
              <a:rPr lang="zh-CN" altLang="en-US" sz="2400" dirty="0" smtClean="0"/>
              <a:t>造成拒绝服务</a:t>
            </a:r>
            <a:endParaRPr lang="zh-CN" altLang="en-US" sz="2400" dirty="0" smtClean="0"/>
          </a:p>
          <a:p>
            <a:r>
              <a:rPr lang="zh-CN" altLang="en-US" sz="2400" dirty="0" smtClean="0"/>
              <a:t>拒绝</a:t>
            </a:r>
            <a:r>
              <a:rPr lang="zh-CN" altLang="en-US" sz="2400" dirty="0"/>
              <a:t>服务主要是针对软件系统结构设计上的缺陷，从而可能造成的拒绝服务的危险后果。</a:t>
            </a:r>
            <a:endParaRPr lang="zh-CN" altLang="en-US" sz="2400" dirty="0"/>
          </a:p>
        </p:txBody>
      </p:sp>
      <p:sp>
        <p:nvSpPr>
          <p:cNvPr id="3" name="矩形 2"/>
          <p:cNvSpPr/>
          <p:nvPr/>
        </p:nvSpPr>
        <p:spPr>
          <a:xfrm>
            <a:off x="179512" y="1429933"/>
            <a:ext cx="5519460" cy="584775"/>
          </a:xfrm>
          <a:prstGeom prst="rect">
            <a:avLst/>
          </a:prstGeom>
        </p:spPr>
        <p:txBody>
          <a:bodyPr wrap="none">
            <a:spAutoFit/>
          </a:bodyPr>
          <a:lstStyle/>
          <a:p>
            <a:pPr lvl="0"/>
            <a:r>
              <a:rPr lang="zh-CN" altLang="zh-CN" sz="3200" dirty="0"/>
              <a:t>软件安全性缺陷产生危险后果</a:t>
            </a:r>
            <a:endParaRPr lang="zh-CN" altLang="zh-CN"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1" end="1"/>
                                            </p:txEl>
                                          </p:spTgt>
                                        </p:tgtEl>
                                        <p:attrNameLst>
                                          <p:attrName>style.visibility</p:attrName>
                                        </p:attrNameLst>
                                      </p:cBhvr>
                                      <p:to>
                                        <p:strVal val="visible"/>
                                      </p:to>
                                    </p:set>
                                    <p:animEffect transition="in" filter="fade">
                                      <p:cBhvr>
                                        <p:cTn id="14" dur="1000"/>
                                        <p:tgtEl>
                                          <p:spTgt spid="8">
                                            <p:txEl>
                                              <p:pRg st="1" end="1"/>
                                            </p:txEl>
                                          </p:spTgt>
                                        </p:tgtEl>
                                      </p:cBhvr>
                                    </p:animEffect>
                                    <p:anim calcmode="lin" valueType="num">
                                      <p:cBhvr>
                                        <p:cTn id="15"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2" end="2"/>
                                            </p:txEl>
                                          </p:spTgt>
                                        </p:tgtEl>
                                        <p:attrNameLst>
                                          <p:attrName>style.visibility</p:attrName>
                                        </p:attrNameLst>
                                      </p:cBhvr>
                                      <p:to>
                                        <p:strVal val="visible"/>
                                      </p:to>
                                    </p:set>
                                    <p:animEffect transition="in" filter="fade">
                                      <p:cBhvr>
                                        <p:cTn id="21" dur="1000"/>
                                        <p:tgtEl>
                                          <p:spTgt spid="8">
                                            <p:txEl>
                                              <p:pRg st="2" end="2"/>
                                            </p:txEl>
                                          </p:spTgt>
                                        </p:tgtEl>
                                      </p:cBhvr>
                                    </p:animEffect>
                                    <p:anim calcmode="lin" valueType="num">
                                      <p:cBhvr>
                                        <p:cTn id="22"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xEl>
                                              <p:pRg st="3" end="3"/>
                                            </p:txEl>
                                          </p:spTgt>
                                        </p:tgtEl>
                                        <p:attrNameLst>
                                          <p:attrName>style.visibility</p:attrName>
                                        </p:attrNameLst>
                                      </p:cBhvr>
                                      <p:to>
                                        <p:strVal val="visible"/>
                                      </p:to>
                                    </p:set>
                                    <p:animEffect transition="in" filter="fade">
                                      <p:cBhvr>
                                        <p:cTn id="28" dur="1000"/>
                                        <p:tgtEl>
                                          <p:spTgt spid="8">
                                            <p:txEl>
                                              <p:pRg st="3" end="3"/>
                                            </p:txEl>
                                          </p:spTgt>
                                        </p:tgtEl>
                                      </p:cBhvr>
                                    </p:animEffect>
                                    <p:anim calcmode="lin" valueType="num">
                                      <p:cBhvr>
                                        <p:cTn id="29"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四大特点</a:t>
            </a:r>
            <a:endParaRPr lang="zh-CN" altLang="en-US" dirty="0"/>
          </a:p>
        </p:txBody>
      </p:sp>
      <p:sp>
        <p:nvSpPr>
          <p:cNvPr id="3" name="页脚占位符 2"/>
          <p:cNvSpPr>
            <a:spLocks noGrp="1"/>
          </p:cNvSpPr>
          <p:nvPr>
            <p:ph type="ftr" sz="quarter" idx="1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750" b="0" i="0" u="none" strike="noStrike" kern="1200" cap="none" spc="0" normalizeH="0" baseline="0" noProof="0" dirty="0">
              <a:ln>
                <a:noFill/>
              </a:ln>
              <a:solidFill>
                <a:srgbClr val="000000">
                  <a:lumMod val="50000"/>
                  <a:lumOff val="50000"/>
                </a:srgbClr>
              </a:solidFill>
              <a:effectLst/>
              <a:uLnTx/>
              <a:uFillTx/>
              <a:latin typeface="Arial" panose="020B0604020202020204"/>
              <a:ea typeface="微软雅黑" panose="020B0503020204020204" charset="-122"/>
              <a:cs typeface="+mn-cs"/>
            </a:endParaRPr>
          </a:p>
        </p:txBody>
      </p:sp>
      <p:sp>
        <p:nvSpPr>
          <p:cNvPr id="4" name="灯片编号占位符 3"/>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750" b="0" i="0" u="none" strike="noStrike" kern="1200" cap="none" spc="0" normalizeH="0" baseline="0" noProof="0">
                <a:ln>
                  <a:noFill/>
                </a:ln>
                <a:solidFill>
                  <a:srgbClr val="000000">
                    <a:lumMod val="50000"/>
                    <a:lumOff val="50000"/>
                  </a:srgbClr>
                </a:solidFill>
                <a:effectLst/>
                <a:uLnTx/>
                <a:uFillTx/>
                <a:latin typeface="Arial" panose="020B0604020202020204"/>
                <a:ea typeface="微软雅黑" panose="020B0503020204020204" charset="-122"/>
                <a:cs typeface="+mn-cs"/>
              </a:rPr>
            </a:fld>
            <a:endParaRPr kumimoji="0" lang="zh-CN" altLang="en-US" sz="750" b="0" i="0" u="none" strike="noStrike" kern="1200" cap="none" spc="0" normalizeH="0" baseline="0" noProof="0">
              <a:ln>
                <a:noFill/>
              </a:ln>
              <a:solidFill>
                <a:srgbClr val="000000">
                  <a:lumMod val="50000"/>
                  <a:lumOff val="50000"/>
                </a:srgbClr>
              </a:solidFill>
              <a:effectLst/>
              <a:uLnTx/>
              <a:uFillTx/>
              <a:latin typeface="Arial" panose="020B0604020202020204"/>
              <a:ea typeface="微软雅黑" panose="020B0503020204020204" charset="-122"/>
              <a:cs typeface="+mn-cs"/>
            </a:endParaRPr>
          </a:p>
        </p:txBody>
      </p:sp>
      <p:grpSp>
        <p:nvGrpSpPr>
          <p:cNvPr id="5" name="fd3f0d05-6222-4a6e-b973-3bbde5f8376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82276" y="2180251"/>
            <a:ext cx="8246633" cy="3185726"/>
            <a:chOff x="509701" y="1764000"/>
            <a:chExt cx="10995510" cy="4247635"/>
          </a:xfrm>
        </p:grpSpPr>
        <p:grpSp>
          <p:nvGrpSpPr>
            <p:cNvPr id="6" name="íşḻïḑè"/>
            <p:cNvGrpSpPr/>
            <p:nvPr/>
          </p:nvGrpSpPr>
          <p:grpSpPr>
            <a:xfrm>
              <a:off x="3470862" y="2013377"/>
              <a:ext cx="5233546" cy="3498424"/>
              <a:chOff x="3470863" y="2013377"/>
              <a:chExt cx="5233546" cy="3498424"/>
            </a:xfrm>
          </p:grpSpPr>
          <p:grpSp>
            <p:nvGrpSpPr>
              <p:cNvPr id="15" name="isḻíďé"/>
              <p:cNvGrpSpPr/>
              <p:nvPr/>
            </p:nvGrpSpPr>
            <p:grpSpPr>
              <a:xfrm>
                <a:off x="8203405" y="3544996"/>
                <a:ext cx="375770" cy="748273"/>
                <a:chOff x="6311900" y="2605088"/>
                <a:chExt cx="547688" cy="1090613"/>
              </a:xfrm>
              <a:solidFill>
                <a:schemeClr val="accent3"/>
              </a:solidFill>
            </p:grpSpPr>
            <p:sp>
              <p:nvSpPr>
                <p:cNvPr id="52" name="ïsļiḍé"/>
                <p:cNvSpPr/>
                <p:nvPr/>
              </p:nvSpPr>
              <p:spPr bwMode="auto">
                <a:xfrm>
                  <a:off x="6484938" y="2701925"/>
                  <a:ext cx="269875" cy="250825"/>
                </a:xfrm>
                <a:custGeom>
                  <a:avLst/>
                  <a:gdLst/>
                  <a:ahLst/>
                  <a:cxnLst>
                    <a:cxn ang="0">
                      <a:pos x="24" y="0"/>
                    </a:cxn>
                    <a:cxn ang="0">
                      <a:pos x="9" y="0"/>
                    </a:cxn>
                    <a:cxn ang="0">
                      <a:pos x="8" y="2"/>
                    </a:cxn>
                    <a:cxn ang="0">
                      <a:pos x="8" y="6"/>
                    </a:cxn>
                    <a:cxn ang="0">
                      <a:pos x="7" y="6"/>
                    </a:cxn>
                    <a:cxn ang="0">
                      <a:pos x="7" y="6"/>
                    </a:cxn>
                    <a:cxn ang="0">
                      <a:pos x="3" y="3"/>
                    </a:cxn>
                    <a:cxn ang="0">
                      <a:pos x="1" y="3"/>
                    </a:cxn>
                    <a:cxn ang="0">
                      <a:pos x="1" y="5"/>
                    </a:cxn>
                    <a:cxn ang="0">
                      <a:pos x="1" y="17"/>
                    </a:cxn>
                    <a:cxn ang="0">
                      <a:pos x="2" y="20"/>
                    </a:cxn>
                    <a:cxn ang="0">
                      <a:pos x="1" y="25"/>
                    </a:cxn>
                    <a:cxn ang="0">
                      <a:pos x="5" y="21"/>
                    </a:cxn>
                    <a:cxn ang="0">
                      <a:pos x="24" y="21"/>
                    </a:cxn>
                    <a:cxn ang="0">
                      <a:pos x="28" y="17"/>
                    </a:cxn>
                    <a:cxn ang="0">
                      <a:pos x="28" y="5"/>
                    </a:cxn>
                    <a:cxn ang="0">
                      <a:pos x="24" y="0"/>
                    </a:cxn>
                    <a:cxn ang="0">
                      <a:pos x="7" y="13"/>
                    </a:cxn>
                    <a:cxn ang="0">
                      <a:pos x="5" y="11"/>
                    </a:cxn>
                    <a:cxn ang="0">
                      <a:pos x="7" y="8"/>
                    </a:cxn>
                    <a:cxn ang="0">
                      <a:pos x="10" y="11"/>
                    </a:cxn>
                    <a:cxn ang="0">
                      <a:pos x="7" y="13"/>
                    </a:cxn>
                    <a:cxn ang="0">
                      <a:pos x="15" y="13"/>
                    </a:cxn>
                    <a:cxn ang="0">
                      <a:pos x="13" y="11"/>
                    </a:cxn>
                    <a:cxn ang="0">
                      <a:pos x="15" y="8"/>
                    </a:cxn>
                    <a:cxn ang="0">
                      <a:pos x="17" y="11"/>
                    </a:cxn>
                    <a:cxn ang="0">
                      <a:pos x="15" y="13"/>
                    </a:cxn>
                    <a:cxn ang="0">
                      <a:pos x="22" y="13"/>
                    </a:cxn>
                    <a:cxn ang="0">
                      <a:pos x="20" y="11"/>
                    </a:cxn>
                    <a:cxn ang="0">
                      <a:pos x="22" y="8"/>
                    </a:cxn>
                    <a:cxn ang="0">
                      <a:pos x="25" y="11"/>
                    </a:cxn>
                    <a:cxn ang="0">
                      <a:pos x="22" y="13"/>
                    </a:cxn>
                  </a:cxnLst>
                  <a:rect l="0" t="0" r="r" b="b"/>
                  <a:pathLst>
                    <a:path w="28" h="26">
                      <a:moveTo>
                        <a:pt x="24" y="0"/>
                      </a:moveTo>
                      <a:cubicBezTo>
                        <a:pt x="9" y="0"/>
                        <a:pt x="9" y="0"/>
                        <a:pt x="9" y="0"/>
                      </a:cubicBezTo>
                      <a:cubicBezTo>
                        <a:pt x="8" y="1"/>
                        <a:pt x="8" y="1"/>
                        <a:pt x="8" y="2"/>
                      </a:cubicBezTo>
                      <a:cubicBezTo>
                        <a:pt x="9" y="4"/>
                        <a:pt x="9" y="5"/>
                        <a:pt x="8" y="6"/>
                      </a:cubicBezTo>
                      <a:cubicBezTo>
                        <a:pt x="7" y="6"/>
                        <a:pt x="7" y="6"/>
                        <a:pt x="7" y="6"/>
                      </a:cubicBezTo>
                      <a:cubicBezTo>
                        <a:pt x="7" y="6"/>
                        <a:pt x="7" y="6"/>
                        <a:pt x="7" y="6"/>
                      </a:cubicBezTo>
                      <a:cubicBezTo>
                        <a:pt x="6" y="6"/>
                        <a:pt x="6" y="6"/>
                        <a:pt x="3" y="3"/>
                      </a:cubicBezTo>
                      <a:cubicBezTo>
                        <a:pt x="1" y="3"/>
                        <a:pt x="1" y="3"/>
                        <a:pt x="1" y="3"/>
                      </a:cubicBezTo>
                      <a:cubicBezTo>
                        <a:pt x="1" y="4"/>
                        <a:pt x="1" y="4"/>
                        <a:pt x="1" y="5"/>
                      </a:cubicBezTo>
                      <a:cubicBezTo>
                        <a:pt x="1" y="17"/>
                        <a:pt x="1" y="17"/>
                        <a:pt x="1" y="17"/>
                      </a:cubicBezTo>
                      <a:cubicBezTo>
                        <a:pt x="1" y="18"/>
                        <a:pt x="1" y="19"/>
                        <a:pt x="2" y="20"/>
                      </a:cubicBezTo>
                      <a:cubicBezTo>
                        <a:pt x="2" y="20"/>
                        <a:pt x="0" y="25"/>
                        <a:pt x="1" y="25"/>
                      </a:cubicBezTo>
                      <a:cubicBezTo>
                        <a:pt x="1" y="26"/>
                        <a:pt x="5" y="21"/>
                        <a:pt x="5" y="21"/>
                      </a:cubicBezTo>
                      <a:cubicBezTo>
                        <a:pt x="24" y="21"/>
                        <a:pt x="24" y="21"/>
                        <a:pt x="24" y="21"/>
                      </a:cubicBezTo>
                      <a:cubicBezTo>
                        <a:pt x="26" y="21"/>
                        <a:pt x="28" y="19"/>
                        <a:pt x="28" y="17"/>
                      </a:cubicBezTo>
                      <a:cubicBezTo>
                        <a:pt x="28" y="5"/>
                        <a:pt x="28" y="5"/>
                        <a:pt x="28" y="5"/>
                      </a:cubicBezTo>
                      <a:cubicBezTo>
                        <a:pt x="28" y="2"/>
                        <a:pt x="26" y="0"/>
                        <a:pt x="24" y="0"/>
                      </a:cubicBezTo>
                      <a:close/>
                      <a:moveTo>
                        <a:pt x="7" y="13"/>
                      </a:moveTo>
                      <a:cubicBezTo>
                        <a:pt x="6" y="13"/>
                        <a:pt x="5" y="12"/>
                        <a:pt x="5" y="11"/>
                      </a:cubicBezTo>
                      <a:cubicBezTo>
                        <a:pt x="5" y="9"/>
                        <a:pt x="6" y="8"/>
                        <a:pt x="7" y="8"/>
                      </a:cubicBezTo>
                      <a:cubicBezTo>
                        <a:pt x="9" y="8"/>
                        <a:pt x="10" y="9"/>
                        <a:pt x="10" y="11"/>
                      </a:cubicBezTo>
                      <a:cubicBezTo>
                        <a:pt x="10" y="12"/>
                        <a:pt x="9" y="13"/>
                        <a:pt x="7" y="13"/>
                      </a:cubicBezTo>
                      <a:close/>
                      <a:moveTo>
                        <a:pt x="15" y="13"/>
                      </a:moveTo>
                      <a:cubicBezTo>
                        <a:pt x="14" y="13"/>
                        <a:pt x="13" y="12"/>
                        <a:pt x="13" y="11"/>
                      </a:cubicBezTo>
                      <a:cubicBezTo>
                        <a:pt x="13" y="9"/>
                        <a:pt x="14" y="8"/>
                        <a:pt x="15" y="8"/>
                      </a:cubicBezTo>
                      <a:cubicBezTo>
                        <a:pt x="16" y="8"/>
                        <a:pt x="17" y="9"/>
                        <a:pt x="17" y="11"/>
                      </a:cubicBezTo>
                      <a:cubicBezTo>
                        <a:pt x="17" y="12"/>
                        <a:pt x="16" y="13"/>
                        <a:pt x="15" y="13"/>
                      </a:cubicBezTo>
                      <a:close/>
                      <a:moveTo>
                        <a:pt x="22" y="13"/>
                      </a:moveTo>
                      <a:cubicBezTo>
                        <a:pt x="21" y="13"/>
                        <a:pt x="20" y="12"/>
                        <a:pt x="20" y="11"/>
                      </a:cubicBezTo>
                      <a:cubicBezTo>
                        <a:pt x="20" y="9"/>
                        <a:pt x="21" y="8"/>
                        <a:pt x="22" y="8"/>
                      </a:cubicBezTo>
                      <a:cubicBezTo>
                        <a:pt x="24" y="8"/>
                        <a:pt x="25" y="9"/>
                        <a:pt x="25" y="11"/>
                      </a:cubicBezTo>
                      <a:cubicBezTo>
                        <a:pt x="25" y="12"/>
                        <a:pt x="24" y="13"/>
                        <a:pt x="22" y="13"/>
                      </a:cubicBezTo>
                      <a:close/>
                    </a:path>
                  </a:pathLst>
                </a:custGeom>
                <a:grpFill/>
                <a:ln w="9525">
                  <a:noFill/>
                  <a:round/>
                </a:ln>
              </p:spPr>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53" name="îṥ1ide"/>
                <p:cNvSpPr/>
                <p:nvPr/>
              </p:nvSpPr>
              <p:spPr bwMode="auto">
                <a:xfrm>
                  <a:off x="6408738" y="2605088"/>
                  <a:ext cx="153988" cy="144463"/>
                </a:xfrm>
                <a:custGeom>
                  <a:avLst/>
                  <a:gdLst/>
                  <a:ahLst/>
                  <a:cxnLst>
                    <a:cxn ang="0">
                      <a:pos x="13" y="0"/>
                    </a:cxn>
                    <a:cxn ang="0">
                      <a:pos x="2" y="0"/>
                    </a:cxn>
                    <a:cxn ang="0">
                      <a:pos x="0" y="2"/>
                    </a:cxn>
                    <a:cxn ang="0">
                      <a:pos x="0" y="9"/>
                    </a:cxn>
                    <a:cxn ang="0">
                      <a:pos x="2" y="12"/>
                    </a:cxn>
                    <a:cxn ang="0">
                      <a:pos x="12" y="12"/>
                    </a:cxn>
                    <a:cxn ang="0">
                      <a:pos x="15" y="15"/>
                    </a:cxn>
                    <a:cxn ang="0">
                      <a:pos x="14" y="11"/>
                    </a:cxn>
                    <a:cxn ang="0">
                      <a:pos x="15" y="9"/>
                    </a:cxn>
                    <a:cxn ang="0">
                      <a:pos x="15" y="2"/>
                    </a:cxn>
                    <a:cxn ang="0">
                      <a:pos x="13" y="0"/>
                    </a:cxn>
                  </a:cxnLst>
                  <a:rect l="0" t="0" r="r" b="b"/>
                  <a:pathLst>
                    <a:path w="16" h="15">
                      <a:moveTo>
                        <a:pt x="13" y="0"/>
                      </a:moveTo>
                      <a:cubicBezTo>
                        <a:pt x="2" y="0"/>
                        <a:pt x="2" y="0"/>
                        <a:pt x="2" y="0"/>
                      </a:cubicBezTo>
                      <a:cubicBezTo>
                        <a:pt x="1" y="0"/>
                        <a:pt x="0" y="1"/>
                        <a:pt x="0" y="2"/>
                      </a:cubicBezTo>
                      <a:cubicBezTo>
                        <a:pt x="0" y="9"/>
                        <a:pt x="0" y="9"/>
                        <a:pt x="0" y="9"/>
                      </a:cubicBezTo>
                      <a:cubicBezTo>
                        <a:pt x="0" y="11"/>
                        <a:pt x="1" y="12"/>
                        <a:pt x="2" y="12"/>
                      </a:cubicBezTo>
                      <a:cubicBezTo>
                        <a:pt x="12" y="12"/>
                        <a:pt x="12" y="12"/>
                        <a:pt x="12" y="12"/>
                      </a:cubicBezTo>
                      <a:cubicBezTo>
                        <a:pt x="12" y="12"/>
                        <a:pt x="14" y="15"/>
                        <a:pt x="15" y="15"/>
                      </a:cubicBezTo>
                      <a:cubicBezTo>
                        <a:pt x="16" y="14"/>
                        <a:pt x="14" y="11"/>
                        <a:pt x="14" y="11"/>
                      </a:cubicBezTo>
                      <a:cubicBezTo>
                        <a:pt x="15" y="11"/>
                        <a:pt x="15" y="10"/>
                        <a:pt x="15" y="9"/>
                      </a:cubicBezTo>
                      <a:cubicBezTo>
                        <a:pt x="15" y="2"/>
                        <a:pt x="15" y="2"/>
                        <a:pt x="15" y="2"/>
                      </a:cubicBezTo>
                      <a:cubicBezTo>
                        <a:pt x="15" y="1"/>
                        <a:pt x="14" y="0"/>
                        <a:pt x="13" y="0"/>
                      </a:cubicBezTo>
                      <a:close/>
                    </a:path>
                  </a:pathLst>
                </a:custGeom>
                <a:grpFill/>
                <a:ln w="9525">
                  <a:noFill/>
                  <a:round/>
                </a:ln>
              </p:spPr>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54" name="ïṣḷïdè"/>
                <p:cNvSpPr/>
                <p:nvPr/>
              </p:nvSpPr>
              <p:spPr bwMode="auto">
                <a:xfrm>
                  <a:off x="6311900" y="2933700"/>
                  <a:ext cx="201613" cy="211138"/>
                </a:xfrm>
                <a:custGeom>
                  <a:avLst/>
                  <a:gdLst/>
                  <a:ahLst/>
                  <a:cxnLst>
                    <a:cxn ang="0">
                      <a:pos x="8" y="22"/>
                    </a:cxn>
                    <a:cxn ang="0">
                      <a:pos x="19" y="18"/>
                    </a:cxn>
                    <a:cxn ang="0">
                      <a:pos x="20" y="16"/>
                    </a:cxn>
                    <a:cxn ang="0">
                      <a:pos x="15" y="1"/>
                    </a:cxn>
                    <a:cxn ang="0">
                      <a:pos x="13" y="0"/>
                    </a:cxn>
                    <a:cxn ang="0">
                      <a:pos x="2" y="4"/>
                    </a:cxn>
                    <a:cxn ang="0">
                      <a:pos x="1" y="6"/>
                    </a:cxn>
                    <a:cxn ang="0">
                      <a:pos x="6" y="21"/>
                    </a:cxn>
                    <a:cxn ang="0">
                      <a:pos x="8" y="22"/>
                    </a:cxn>
                    <a:cxn ang="0">
                      <a:pos x="7" y="20"/>
                    </a:cxn>
                    <a:cxn ang="0">
                      <a:pos x="2" y="6"/>
                    </a:cxn>
                    <a:cxn ang="0">
                      <a:pos x="14" y="2"/>
                    </a:cxn>
                    <a:cxn ang="0">
                      <a:pos x="19" y="16"/>
                    </a:cxn>
                    <a:cxn ang="0">
                      <a:pos x="7" y="20"/>
                    </a:cxn>
                    <a:cxn ang="0">
                      <a:pos x="14" y="19"/>
                    </a:cxn>
                    <a:cxn ang="0">
                      <a:pos x="13" y="19"/>
                    </a:cxn>
                    <a:cxn ang="0">
                      <a:pos x="13" y="18"/>
                    </a:cxn>
                    <a:cxn ang="0">
                      <a:pos x="14" y="19"/>
                    </a:cxn>
                  </a:cxnLst>
                  <a:rect l="0" t="0" r="r" b="b"/>
                  <a:pathLst>
                    <a:path w="21" h="22">
                      <a:moveTo>
                        <a:pt x="8" y="22"/>
                      </a:moveTo>
                      <a:cubicBezTo>
                        <a:pt x="19" y="18"/>
                        <a:pt x="19" y="18"/>
                        <a:pt x="19" y="18"/>
                      </a:cubicBezTo>
                      <a:cubicBezTo>
                        <a:pt x="20" y="17"/>
                        <a:pt x="21" y="17"/>
                        <a:pt x="20" y="16"/>
                      </a:cubicBezTo>
                      <a:cubicBezTo>
                        <a:pt x="15" y="1"/>
                        <a:pt x="15" y="1"/>
                        <a:pt x="15" y="1"/>
                      </a:cubicBezTo>
                      <a:cubicBezTo>
                        <a:pt x="15" y="0"/>
                        <a:pt x="14" y="0"/>
                        <a:pt x="13" y="0"/>
                      </a:cubicBezTo>
                      <a:cubicBezTo>
                        <a:pt x="2" y="4"/>
                        <a:pt x="2" y="4"/>
                        <a:pt x="2" y="4"/>
                      </a:cubicBezTo>
                      <a:cubicBezTo>
                        <a:pt x="1" y="5"/>
                        <a:pt x="0" y="5"/>
                        <a:pt x="1" y="6"/>
                      </a:cubicBezTo>
                      <a:cubicBezTo>
                        <a:pt x="6" y="21"/>
                        <a:pt x="6" y="21"/>
                        <a:pt x="6" y="21"/>
                      </a:cubicBezTo>
                      <a:cubicBezTo>
                        <a:pt x="6" y="22"/>
                        <a:pt x="7" y="22"/>
                        <a:pt x="8" y="22"/>
                      </a:cubicBezTo>
                      <a:close/>
                      <a:moveTo>
                        <a:pt x="7" y="20"/>
                      </a:moveTo>
                      <a:cubicBezTo>
                        <a:pt x="2" y="6"/>
                        <a:pt x="2" y="6"/>
                        <a:pt x="2" y="6"/>
                      </a:cubicBezTo>
                      <a:cubicBezTo>
                        <a:pt x="14" y="2"/>
                        <a:pt x="14" y="2"/>
                        <a:pt x="14" y="2"/>
                      </a:cubicBezTo>
                      <a:cubicBezTo>
                        <a:pt x="19" y="16"/>
                        <a:pt x="19" y="16"/>
                        <a:pt x="19" y="16"/>
                      </a:cubicBezTo>
                      <a:lnTo>
                        <a:pt x="7" y="20"/>
                      </a:lnTo>
                      <a:close/>
                      <a:moveTo>
                        <a:pt x="14" y="19"/>
                      </a:moveTo>
                      <a:cubicBezTo>
                        <a:pt x="13" y="19"/>
                        <a:pt x="13" y="19"/>
                        <a:pt x="13" y="19"/>
                      </a:cubicBezTo>
                      <a:cubicBezTo>
                        <a:pt x="13" y="18"/>
                        <a:pt x="13" y="18"/>
                        <a:pt x="13" y="18"/>
                      </a:cubicBezTo>
                      <a:cubicBezTo>
                        <a:pt x="14" y="19"/>
                        <a:pt x="14" y="19"/>
                        <a:pt x="14" y="19"/>
                      </a:cubicBezTo>
                      <a:close/>
                    </a:path>
                  </a:pathLst>
                </a:custGeom>
                <a:grpFill/>
                <a:ln w="9525">
                  <a:noFill/>
                  <a:round/>
                </a:ln>
              </p:spPr>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55" name="ïśḷíḍè"/>
                <p:cNvSpPr/>
                <p:nvPr/>
              </p:nvSpPr>
              <p:spPr bwMode="auto">
                <a:xfrm>
                  <a:off x="6494463" y="3367088"/>
                  <a:ext cx="365125" cy="241300"/>
                </a:xfrm>
                <a:custGeom>
                  <a:avLst/>
                  <a:gdLst/>
                  <a:ahLst/>
                  <a:cxnLst>
                    <a:cxn ang="0">
                      <a:pos x="1" y="16"/>
                    </a:cxn>
                    <a:cxn ang="0">
                      <a:pos x="1" y="16"/>
                    </a:cxn>
                    <a:cxn ang="0">
                      <a:pos x="2" y="15"/>
                    </a:cxn>
                    <a:cxn ang="0">
                      <a:pos x="5" y="13"/>
                    </a:cxn>
                    <a:cxn ang="0">
                      <a:pos x="6" y="12"/>
                    </a:cxn>
                    <a:cxn ang="0">
                      <a:pos x="16" y="6"/>
                    </a:cxn>
                    <a:cxn ang="0">
                      <a:pos x="18" y="6"/>
                    </a:cxn>
                    <a:cxn ang="0">
                      <a:pos x="21" y="0"/>
                    </a:cxn>
                    <a:cxn ang="0">
                      <a:pos x="22" y="0"/>
                    </a:cxn>
                    <a:cxn ang="0">
                      <a:pos x="33" y="10"/>
                    </a:cxn>
                    <a:cxn ang="0">
                      <a:pos x="38" y="17"/>
                    </a:cxn>
                    <a:cxn ang="0">
                      <a:pos x="37" y="21"/>
                    </a:cxn>
                    <a:cxn ang="0">
                      <a:pos x="35" y="23"/>
                    </a:cxn>
                    <a:cxn ang="0">
                      <a:pos x="31" y="25"/>
                    </a:cxn>
                    <a:cxn ang="0">
                      <a:pos x="30" y="25"/>
                    </a:cxn>
                    <a:cxn ang="0">
                      <a:pos x="6" y="25"/>
                    </a:cxn>
                    <a:cxn ang="0">
                      <a:pos x="1" y="23"/>
                    </a:cxn>
                    <a:cxn ang="0">
                      <a:pos x="0" y="22"/>
                    </a:cxn>
                    <a:cxn ang="0">
                      <a:pos x="0" y="18"/>
                    </a:cxn>
                    <a:cxn ang="0">
                      <a:pos x="1" y="16"/>
                    </a:cxn>
                  </a:cxnLst>
                  <a:rect l="0" t="0" r="r" b="b"/>
                  <a:pathLst>
                    <a:path w="38" h="25">
                      <a:moveTo>
                        <a:pt x="1" y="16"/>
                      </a:moveTo>
                      <a:cubicBezTo>
                        <a:pt x="1" y="16"/>
                        <a:pt x="1" y="16"/>
                        <a:pt x="1" y="16"/>
                      </a:cubicBezTo>
                      <a:cubicBezTo>
                        <a:pt x="2" y="15"/>
                        <a:pt x="2" y="15"/>
                        <a:pt x="2" y="15"/>
                      </a:cubicBezTo>
                      <a:cubicBezTo>
                        <a:pt x="2" y="15"/>
                        <a:pt x="4" y="14"/>
                        <a:pt x="5" y="13"/>
                      </a:cubicBezTo>
                      <a:cubicBezTo>
                        <a:pt x="6" y="12"/>
                        <a:pt x="6" y="12"/>
                        <a:pt x="6" y="12"/>
                      </a:cubicBezTo>
                      <a:cubicBezTo>
                        <a:pt x="7" y="11"/>
                        <a:pt x="13" y="8"/>
                        <a:pt x="16" y="6"/>
                      </a:cubicBezTo>
                      <a:cubicBezTo>
                        <a:pt x="17" y="6"/>
                        <a:pt x="18" y="6"/>
                        <a:pt x="18" y="6"/>
                      </a:cubicBezTo>
                      <a:cubicBezTo>
                        <a:pt x="19" y="5"/>
                        <a:pt x="20" y="3"/>
                        <a:pt x="21" y="0"/>
                      </a:cubicBezTo>
                      <a:cubicBezTo>
                        <a:pt x="21" y="0"/>
                        <a:pt x="22" y="0"/>
                        <a:pt x="22" y="0"/>
                      </a:cubicBezTo>
                      <a:cubicBezTo>
                        <a:pt x="28" y="0"/>
                        <a:pt x="32" y="5"/>
                        <a:pt x="33" y="10"/>
                      </a:cubicBezTo>
                      <a:cubicBezTo>
                        <a:pt x="36" y="11"/>
                        <a:pt x="38" y="14"/>
                        <a:pt x="38" y="17"/>
                      </a:cubicBezTo>
                      <a:cubicBezTo>
                        <a:pt x="38" y="19"/>
                        <a:pt x="37" y="20"/>
                        <a:pt x="37" y="21"/>
                      </a:cubicBezTo>
                      <a:cubicBezTo>
                        <a:pt x="36" y="22"/>
                        <a:pt x="36" y="22"/>
                        <a:pt x="35" y="23"/>
                      </a:cubicBezTo>
                      <a:cubicBezTo>
                        <a:pt x="34" y="24"/>
                        <a:pt x="32" y="25"/>
                        <a:pt x="31" y="25"/>
                      </a:cubicBezTo>
                      <a:cubicBezTo>
                        <a:pt x="30" y="25"/>
                        <a:pt x="30" y="25"/>
                        <a:pt x="30" y="25"/>
                      </a:cubicBezTo>
                      <a:cubicBezTo>
                        <a:pt x="6" y="25"/>
                        <a:pt x="6" y="25"/>
                        <a:pt x="6" y="25"/>
                      </a:cubicBezTo>
                      <a:cubicBezTo>
                        <a:pt x="4" y="25"/>
                        <a:pt x="3" y="24"/>
                        <a:pt x="1" y="23"/>
                      </a:cubicBezTo>
                      <a:cubicBezTo>
                        <a:pt x="1" y="23"/>
                        <a:pt x="0" y="22"/>
                        <a:pt x="0" y="22"/>
                      </a:cubicBezTo>
                      <a:cubicBezTo>
                        <a:pt x="0" y="20"/>
                        <a:pt x="0" y="19"/>
                        <a:pt x="0" y="18"/>
                      </a:cubicBezTo>
                      <a:cubicBezTo>
                        <a:pt x="1" y="18"/>
                        <a:pt x="1" y="17"/>
                        <a:pt x="1" y="16"/>
                      </a:cubicBezTo>
                      <a:close/>
                    </a:path>
                  </a:pathLst>
                </a:custGeom>
                <a:grpFill/>
                <a:ln w="9525">
                  <a:noFill/>
                  <a:round/>
                </a:ln>
              </p:spPr>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56" name="íṡ1íḑê"/>
                <p:cNvSpPr/>
                <p:nvPr/>
              </p:nvSpPr>
              <p:spPr bwMode="auto">
                <a:xfrm>
                  <a:off x="6408738" y="3213100"/>
                  <a:ext cx="142875" cy="96838"/>
                </a:xfrm>
                <a:custGeom>
                  <a:avLst/>
                  <a:gdLst/>
                  <a:ahLst/>
                  <a:cxnLst>
                    <a:cxn ang="0">
                      <a:pos x="3" y="4"/>
                    </a:cxn>
                    <a:cxn ang="0">
                      <a:pos x="3" y="4"/>
                    </a:cxn>
                    <a:cxn ang="0">
                      <a:pos x="5" y="5"/>
                    </a:cxn>
                    <a:cxn ang="0">
                      <a:pos x="9" y="5"/>
                    </a:cxn>
                    <a:cxn ang="0">
                      <a:pos x="11" y="5"/>
                    </a:cxn>
                    <a:cxn ang="0">
                      <a:pos x="11" y="5"/>
                    </a:cxn>
                    <a:cxn ang="0">
                      <a:pos x="11" y="5"/>
                    </a:cxn>
                    <a:cxn ang="0">
                      <a:pos x="13" y="2"/>
                    </a:cxn>
                    <a:cxn ang="0">
                      <a:pos x="15" y="0"/>
                    </a:cxn>
                    <a:cxn ang="0">
                      <a:pos x="14" y="9"/>
                    </a:cxn>
                    <a:cxn ang="0">
                      <a:pos x="14" y="10"/>
                    </a:cxn>
                    <a:cxn ang="0">
                      <a:pos x="13" y="10"/>
                    </a:cxn>
                    <a:cxn ang="0">
                      <a:pos x="11" y="10"/>
                    </a:cxn>
                    <a:cxn ang="0">
                      <a:pos x="9" y="10"/>
                    </a:cxn>
                    <a:cxn ang="0">
                      <a:pos x="7" y="10"/>
                    </a:cxn>
                    <a:cxn ang="0">
                      <a:pos x="4" y="10"/>
                    </a:cxn>
                    <a:cxn ang="0">
                      <a:pos x="3" y="10"/>
                    </a:cxn>
                    <a:cxn ang="0">
                      <a:pos x="0" y="7"/>
                    </a:cxn>
                    <a:cxn ang="0">
                      <a:pos x="3" y="4"/>
                    </a:cxn>
                  </a:cxnLst>
                  <a:rect l="0" t="0" r="r" b="b"/>
                  <a:pathLst>
                    <a:path w="15" h="10">
                      <a:moveTo>
                        <a:pt x="3" y="4"/>
                      </a:moveTo>
                      <a:cubicBezTo>
                        <a:pt x="3" y="4"/>
                        <a:pt x="3" y="4"/>
                        <a:pt x="3" y="4"/>
                      </a:cubicBezTo>
                      <a:cubicBezTo>
                        <a:pt x="3" y="4"/>
                        <a:pt x="4" y="5"/>
                        <a:pt x="5" y="5"/>
                      </a:cubicBezTo>
                      <a:cubicBezTo>
                        <a:pt x="6" y="5"/>
                        <a:pt x="8" y="5"/>
                        <a:pt x="9" y="5"/>
                      </a:cubicBezTo>
                      <a:cubicBezTo>
                        <a:pt x="9" y="5"/>
                        <a:pt x="10" y="5"/>
                        <a:pt x="11" y="5"/>
                      </a:cubicBezTo>
                      <a:cubicBezTo>
                        <a:pt x="11" y="5"/>
                        <a:pt x="11" y="5"/>
                        <a:pt x="11" y="5"/>
                      </a:cubicBezTo>
                      <a:cubicBezTo>
                        <a:pt x="11" y="5"/>
                        <a:pt x="11" y="5"/>
                        <a:pt x="11" y="5"/>
                      </a:cubicBezTo>
                      <a:cubicBezTo>
                        <a:pt x="12" y="4"/>
                        <a:pt x="13" y="3"/>
                        <a:pt x="13" y="2"/>
                      </a:cubicBezTo>
                      <a:cubicBezTo>
                        <a:pt x="14" y="2"/>
                        <a:pt x="14" y="1"/>
                        <a:pt x="15" y="0"/>
                      </a:cubicBezTo>
                      <a:cubicBezTo>
                        <a:pt x="15" y="4"/>
                        <a:pt x="15" y="7"/>
                        <a:pt x="14" y="9"/>
                      </a:cubicBezTo>
                      <a:cubicBezTo>
                        <a:pt x="14" y="10"/>
                        <a:pt x="14" y="10"/>
                        <a:pt x="14" y="10"/>
                      </a:cubicBezTo>
                      <a:cubicBezTo>
                        <a:pt x="13" y="10"/>
                        <a:pt x="13" y="10"/>
                        <a:pt x="13" y="10"/>
                      </a:cubicBezTo>
                      <a:cubicBezTo>
                        <a:pt x="12" y="10"/>
                        <a:pt x="11" y="10"/>
                        <a:pt x="11" y="10"/>
                      </a:cubicBezTo>
                      <a:cubicBezTo>
                        <a:pt x="10" y="10"/>
                        <a:pt x="9" y="10"/>
                        <a:pt x="9" y="10"/>
                      </a:cubicBezTo>
                      <a:cubicBezTo>
                        <a:pt x="8" y="10"/>
                        <a:pt x="7" y="10"/>
                        <a:pt x="7" y="10"/>
                      </a:cubicBezTo>
                      <a:cubicBezTo>
                        <a:pt x="5" y="10"/>
                        <a:pt x="4" y="10"/>
                        <a:pt x="4" y="10"/>
                      </a:cubicBezTo>
                      <a:cubicBezTo>
                        <a:pt x="3" y="10"/>
                        <a:pt x="3" y="10"/>
                        <a:pt x="3" y="10"/>
                      </a:cubicBezTo>
                      <a:cubicBezTo>
                        <a:pt x="1" y="10"/>
                        <a:pt x="0" y="8"/>
                        <a:pt x="0" y="7"/>
                      </a:cubicBezTo>
                      <a:cubicBezTo>
                        <a:pt x="0" y="5"/>
                        <a:pt x="2" y="4"/>
                        <a:pt x="3" y="4"/>
                      </a:cubicBezTo>
                      <a:close/>
                    </a:path>
                  </a:pathLst>
                </a:custGeom>
                <a:grpFill/>
                <a:ln w="9525">
                  <a:noFill/>
                  <a:round/>
                </a:ln>
              </p:spPr>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57" name="îṡļïḋê"/>
                <p:cNvSpPr/>
                <p:nvPr/>
              </p:nvSpPr>
              <p:spPr bwMode="auto">
                <a:xfrm>
                  <a:off x="6513513" y="2943225"/>
                  <a:ext cx="153988" cy="163513"/>
                </a:xfrm>
                <a:custGeom>
                  <a:avLst/>
                  <a:gdLst/>
                  <a:ahLst/>
                  <a:cxnLst>
                    <a:cxn ang="0">
                      <a:pos x="8" y="17"/>
                    </a:cxn>
                    <a:cxn ang="0">
                      <a:pos x="0" y="8"/>
                    </a:cxn>
                    <a:cxn ang="0">
                      <a:pos x="8" y="1"/>
                    </a:cxn>
                    <a:cxn ang="0">
                      <a:pos x="16" y="9"/>
                    </a:cxn>
                    <a:cxn ang="0">
                      <a:pos x="8" y="17"/>
                    </a:cxn>
                  </a:cxnLst>
                  <a:rect l="0" t="0" r="r" b="b"/>
                  <a:pathLst>
                    <a:path w="16" h="17">
                      <a:moveTo>
                        <a:pt x="8" y="17"/>
                      </a:moveTo>
                      <a:cubicBezTo>
                        <a:pt x="3" y="17"/>
                        <a:pt x="0" y="13"/>
                        <a:pt x="0" y="8"/>
                      </a:cubicBezTo>
                      <a:cubicBezTo>
                        <a:pt x="0" y="4"/>
                        <a:pt x="4" y="0"/>
                        <a:pt x="8" y="1"/>
                      </a:cubicBezTo>
                      <a:cubicBezTo>
                        <a:pt x="13" y="1"/>
                        <a:pt x="16" y="4"/>
                        <a:pt x="16" y="9"/>
                      </a:cubicBezTo>
                      <a:cubicBezTo>
                        <a:pt x="16" y="13"/>
                        <a:pt x="12" y="17"/>
                        <a:pt x="8" y="17"/>
                      </a:cubicBezTo>
                      <a:close/>
                    </a:path>
                  </a:pathLst>
                </a:custGeom>
                <a:grpFill/>
                <a:ln w="9525">
                  <a:noFill/>
                  <a:round/>
                </a:ln>
              </p:spPr>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58" name="íš1iḑé"/>
                <p:cNvSpPr/>
                <p:nvPr/>
              </p:nvSpPr>
              <p:spPr bwMode="auto">
                <a:xfrm>
                  <a:off x="6359525" y="3106738"/>
                  <a:ext cx="336550" cy="588963"/>
                </a:xfrm>
                <a:custGeom>
                  <a:avLst/>
                  <a:gdLst/>
                  <a:ahLst/>
                  <a:cxnLst>
                    <a:cxn ang="0">
                      <a:pos x="1" y="7"/>
                    </a:cxn>
                    <a:cxn ang="0">
                      <a:pos x="5" y="6"/>
                    </a:cxn>
                    <a:cxn ang="0">
                      <a:pos x="5" y="6"/>
                    </a:cxn>
                    <a:cxn ang="0">
                      <a:pos x="6" y="7"/>
                    </a:cxn>
                    <a:cxn ang="0">
                      <a:pos x="8" y="7"/>
                    </a:cxn>
                    <a:cxn ang="0">
                      <a:pos x="11" y="9"/>
                    </a:cxn>
                    <a:cxn ang="0">
                      <a:pos x="13" y="9"/>
                    </a:cxn>
                    <a:cxn ang="0">
                      <a:pos x="13" y="9"/>
                    </a:cxn>
                    <a:cxn ang="0">
                      <a:pos x="13" y="9"/>
                    </a:cxn>
                    <a:cxn ang="0">
                      <a:pos x="16" y="8"/>
                    </a:cxn>
                    <a:cxn ang="0">
                      <a:pos x="21" y="5"/>
                    </a:cxn>
                    <a:cxn ang="0">
                      <a:pos x="22" y="4"/>
                    </a:cxn>
                    <a:cxn ang="0">
                      <a:pos x="30" y="3"/>
                    </a:cxn>
                    <a:cxn ang="0">
                      <a:pos x="31" y="31"/>
                    </a:cxn>
                    <a:cxn ang="0">
                      <a:pos x="19" y="38"/>
                    </a:cxn>
                    <a:cxn ang="0">
                      <a:pos x="14" y="41"/>
                    </a:cxn>
                    <a:cxn ang="0">
                      <a:pos x="14" y="42"/>
                    </a:cxn>
                    <a:cxn ang="0">
                      <a:pos x="14" y="42"/>
                    </a:cxn>
                    <a:cxn ang="0">
                      <a:pos x="13" y="44"/>
                    </a:cxn>
                    <a:cxn ang="0">
                      <a:pos x="11" y="56"/>
                    </a:cxn>
                    <a:cxn ang="0">
                      <a:pos x="11" y="57"/>
                    </a:cxn>
                    <a:cxn ang="0">
                      <a:pos x="6" y="60"/>
                    </a:cxn>
                    <a:cxn ang="0">
                      <a:pos x="3" y="55"/>
                    </a:cxn>
                    <a:cxn ang="0">
                      <a:pos x="6" y="40"/>
                    </a:cxn>
                    <a:cxn ang="0">
                      <a:pos x="6" y="38"/>
                    </a:cxn>
                    <a:cxn ang="0">
                      <a:pos x="7" y="37"/>
                    </a:cxn>
                    <a:cxn ang="0">
                      <a:pos x="8" y="36"/>
                    </a:cxn>
                    <a:cxn ang="0">
                      <a:pos x="11" y="33"/>
                    </a:cxn>
                    <a:cxn ang="0">
                      <a:pos x="18" y="28"/>
                    </a:cxn>
                    <a:cxn ang="0">
                      <a:pos x="21" y="13"/>
                    </a:cxn>
                    <a:cxn ang="0">
                      <a:pos x="20" y="13"/>
                    </a:cxn>
                    <a:cxn ang="0">
                      <a:pos x="15" y="16"/>
                    </a:cxn>
                    <a:cxn ang="0">
                      <a:pos x="14" y="16"/>
                    </a:cxn>
                    <a:cxn ang="0">
                      <a:pos x="14" y="16"/>
                    </a:cxn>
                    <a:cxn ang="0">
                      <a:pos x="11" y="16"/>
                    </a:cxn>
                    <a:cxn ang="0">
                      <a:pos x="10" y="15"/>
                    </a:cxn>
                    <a:cxn ang="0">
                      <a:pos x="7" y="14"/>
                    </a:cxn>
                    <a:cxn ang="0">
                      <a:pos x="3" y="12"/>
                    </a:cxn>
                    <a:cxn ang="0">
                      <a:pos x="2" y="12"/>
                    </a:cxn>
                    <a:cxn ang="0">
                      <a:pos x="1" y="7"/>
                    </a:cxn>
                  </a:cxnLst>
                  <a:rect l="0" t="0" r="r" b="b"/>
                  <a:pathLst>
                    <a:path w="35" h="61">
                      <a:moveTo>
                        <a:pt x="1" y="7"/>
                      </a:moveTo>
                      <a:cubicBezTo>
                        <a:pt x="1" y="6"/>
                        <a:pt x="3" y="5"/>
                        <a:pt x="5" y="6"/>
                      </a:cubicBezTo>
                      <a:cubicBezTo>
                        <a:pt x="5" y="6"/>
                        <a:pt x="5" y="6"/>
                        <a:pt x="5" y="6"/>
                      </a:cubicBezTo>
                      <a:cubicBezTo>
                        <a:pt x="5" y="6"/>
                        <a:pt x="5" y="6"/>
                        <a:pt x="6" y="7"/>
                      </a:cubicBezTo>
                      <a:cubicBezTo>
                        <a:pt x="7" y="7"/>
                        <a:pt x="7" y="7"/>
                        <a:pt x="8" y="7"/>
                      </a:cubicBezTo>
                      <a:cubicBezTo>
                        <a:pt x="9" y="8"/>
                        <a:pt x="10" y="9"/>
                        <a:pt x="11" y="9"/>
                      </a:cubicBezTo>
                      <a:cubicBezTo>
                        <a:pt x="12" y="9"/>
                        <a:pt x="12" y="9"/>
                        <a:pt x="13" y="9"/>
                      </a:cubicBezTo>
                      <a:cubicBezTo>
                        <a:pt x="13" y="9"/>
                        <a:pt x="13" y="9"/>
                        <a:pt x="13" y="9"/>
                      </a:cubicBezTo>
                      <a:cubicBezTo>
                        <a:pt x="13" y="9"/>
                        <a:pt x="13" y="9"/>
                        <a:pt x="13" y="9"/>
                      </a:cubicBezTo>
                      <a:cubicBezTo>
                        <a:pt x="14" y="9"/>
                        <a:pt x="15" y="8"/>
                        <a:pt x="16" y="8"/>
                      </a:cubicBezTo>
                      <a:cubicBezTo>
                        <a:pt x="18" y="7"/>
                        <a:pt x="20" y="6"/>
                        <a:pt x="21" y="5"/>
                      </a:cubicBezTo>
                      <a:cubicBezTo>
                        <a:pt x="22" y="4"/>
                        <a:pt x="22" y="4"/>
                        <a:pt x="22" y="4"/>
                      </a:cubicBezTo>
                      <a:cubicBezTo>
                        <a:pt x="23" y="2"/>
                        <a:pt x="26" y="0"/>
                        <a:pt x="30" y="3"/>
                      </a:cubicBezTo>
                      <a:cubicBezTo>
                        <a:pt x="35" y="7"/>
                        <a:pt x="35" y="29"/>
                        <a:pt x="31" y="31"/>
                      </a:cubicBezTo>
                      <a:cubicBezTo>
                        <a:pt x="30" y="32"/>
                        <a:pt x="20" y="37"/>
                        <a:pt x="19" y="38"/>
                      </a:cubicBezTo>
                      <a:cubicBezTo>
                        <a:pt x="17" y="39"/>
                        <a:pt x="15" y="40"/>
                        <a:pt x="14" y="41"/>
                      </a:cubicBezTo>
                      <a:cubicBezTo>
                        <a:pt x="14" y="42"/>
                        <a:pt x="14" y="42"/>
                        <a:pt x="14" y="42"/>
                      </a:cubicBezTo>
                      <a:cubicBezTo>
                        <a:pt x="14" y="42"/>
                        <a:pt x="14" y="42"/>
                        <a:pt x="14" y="42"/>
                      </a:cubicBezTo>
                      <a:cubicBezTo>
                        <a:pt x="13" y="43"/>
                        <a:pt x="13" y="44"/>
                        <a:pt x="13" y="44"/>
                      </a:cubicBezTo>
                      <a:cubicBezTo>
                        <a:pt x="13" y="46"/>
                        <a:pt x="11" y="55"/>
                        <a:pt x="11" y="56"/>
                      </a:cubicBezTo>
                      <a:cubicBezTo>
                        <a:pt x="11" y="57"/>
                        <a:pt x="11" y="57"/>
                        <a:pt x="11" y="57"/>
                      </a:cubicBezTo>
                      <a:cubicBezTo>
                        <a:pt x="10" y="59"/>
                        <a:pt x="8" y="61"/>
                        <a:pt x="6" y="60"/>
                      </a:cubicBezTo>
                      <a:cubicBezTo>
                        <a:pt x="4" y="60"/>
                        <a:pt x="2" y="58"/>
                        <a:pt x="3" y="55"/>
                      </a:cubicBezTo>
                      <a:cubicBezTo>
                        <a:pt x="3" y="55"/>
                        <a:pt x="5" y="41"/>
                        <a:pt x="6" y="40"/>
                      </a:cubicBezTo>
                      <a:cubicBezTo>
                        <a:pt x="6" y="39"/>
                        <a:pt x="6" y="39"/>
                        <a:pt x="6" y="38"/>
                      </a:cubicBezTo>
                      <a:cubicBezTo>
                        <a:pt x="7" y="38"/>
                        <a:pt x="7" y="37"/>
                        <a:pt x="7" y="37"/>
                      </a:cubicBezTo>
                      <a:cubicBezTo>
                        <a:pt x="7" y="36"/>
                        <a:pt x="8" y="36"/>
                        <a:pt x="8" y="36"/>
                      </a:cubicBezTo>
                      <a:cubicBezTo>
                        <a:pt x="9" y="35"/>
                        <a:pt x="11" y="34"/>
                        <a:pt x="11" y="33"/>
                      </a:cubicBezTo>
                      <a:cubicBezTo>
                        <a:pt x="13" y="32"/>
                        <a:pt x="18" y="28"/>
                        <a:pt x="18" y="28"/>
                      </a:cubicBezTo>
                      <a:cubicBezTo>
                        <a:pt x="20" y="24"/>
                        <a:pt x="21" y="21"/>
                        <a:pt x="21" y="13"/>
                      </a:cubicBezTo>
                      <a:cubicBezTo>
                        <a:pt x="20" y="13"/>
                        <a:pt x="20" y="13"/>
                        <a:pt x="20" y="13"/>
                      </a:cubicBezTo>
                      <a:cubicBezTo>
                        <a:pt x="18" y="14"/>
                        <a:pt x="17" y="15"/>
                        <a:pt x="15" y="16"/>
                      </a:cubicBezTo>
                      <a:cubicBezTo>
                        <a:pt x="14" y="16"/>
                        <a:pt x="14" y="16"/>
                        <a:pt x="14" y="16"/>
                      </a:cubicBezTo>
                      <a:cubicBezTo>
                        <a:pt x="14" y="16"/>
                        <a:pt x="14" y="16"/>
                        <a:pt x="14" y="16"/>
                      </a:cubicBezTo>
                      <a:cubicBezTo>
                        <a:pt x="13" y="16"/>
                        <a:pt x="12" y="16"/>
                        <a:pt x="11" y="16"/>
                      </a:cubicBezTo>
                      <a:cubicBezTo>
                        <a:pt x="11" y="16"/>
                        <a:pt x="10" y="15"/>
                        <a:pt x="10" y="15"/>
                      </a:cubicBezTo>
                      <a:cubicBezTo>
                        <a:pt x="9" y="15"/>
                        <a:pt x="8" y="15"/>
                        <a:pt x="7" y="14"/>
                      </a:cubicBezTo>
                      <a:cubicBezTo>
                        <a:pt x="5" y="14"/>
                        <a:pt x="4" y="13"/>
                        <a:pt x="3" y="12"/>
                      </a:cubicBezTo>
                      <a:cubicBezTo>
                        <a:pt x="2" y="12"/>
                        <a:pt x="2" y="12"/>
                        <a:pt x="2" y="12"/>
                      </a:cubicBezTo>
                      <a:cubicBezTo>
                        <a:pt x="0" y="11"/>
                        <a:pt x="0" y="9"/>
                        <a:pt x="1" y="7"/>
                      </a:cubicBezTo>
                      <a:close/>
                    </a:path>
                  </a:pathLst>
                </a:custGeom>
                <a:grpFill/>
                <a:ln w="9525">
                  <a:noFill/>
                  <a:round/>
                </a:ln>
              </p:spPr>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grpSp>
          <p:grpSp>
            <p:nvGrpSpPr>
              <p:cNvPr id="16" name="í$liďê"/>
              <p:cNvGrpSpPr/>
              <p:nvPr/>
            </p:nvGrpSpPr>
            <p:grpSpPr>
              <a:xfrm>
                <a:off x="3565364" y="4297589"/>
                <a:ext cx="310973" cy="708495"/>
                <a:chOff x="2312988" y="2808288"/>
                <a:chExt cx="490538" cy="1117600"/>
              </a:xfrm>
              <a:solidFill>
                <a:schemeClr val="accent4"/>
              </a:solidFill>
            </p:grpSpPr>
            <p:sp>
              <p:nvSpPr>
                <p:cNvPr id="46" name="îSļídê"/>
                <p:cNvSpPr/>
                <p:nvPr/>
              </p:nvSpPr>
              <p:spPr bwMode="auto">
                <a:xfrm>
                  <a:off x="2495550" y="3135313"/>
                  <a:ext cx="163513" cy="163513"/>
                </a:xfrm>
                <a:prstGeom prst="ellipse">
                  <a:avLst/>
                </a:prstGeom>
                <a:grpFill/>
                <a:ln w="9525">
                  <a:noFill/>
                  <a:round/>
                </a:ln>
              </p:spPr>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47" name="íṡḷíḋe"/>
                <p:cNvSpPr/>
                <p:nvPr/>
              </p:nvSpPr>
              <p:spPr bwMode="auto">
                <a:xfrm>
                  <a:off x="2322513" y="3194050"/>
                  <a:ext cx="422275" cy="731838"/>
                </a:xfrm>
                <a:custGeom>
                  <a:avLst/>
                  <a:gdLst/>
                  <a:ahLst/>
                  <a:cxnLst>
                    <a:cxn ang="0">
                      <a:pos x="43" y="34"/>
                    </a:cxn>
                    <a:cxn ang="0">
                      <a:pos x="42" y="25"/>
                    </a:cxn>
                    <a:cxn ang="0">
                      <a:pos x="41" y="20"/>
                    </a:cxn>
                    <a:cxn ang="0">
                      <a:pos x="35" y="14"/>
                    </a:cxn>
                    <a:cxn ang="0">
                      <a:pos x="31" y="13"/>
                    </a:cxn>
                    <a:cxn ang="0">
                      <a:pos x="23" y="13"/>
                    </a:cxn>
                    <a:cxn ang="0">
                      <a:pos x="23" y="13"/>
                    </a:cxn>
                    <a:cxn ang="0">
                      <a:pos x="18" y="13"/>
                    </a:cxn>
                    <a:cxn ang="0">
                      <a:pos x="11" y="13"/>
                    </a:cxn>
                    <a:cxn ang="0">
                      <a:pos x="10" y="12"/>
                    </a:cxn>
                    <a:cxn ang="0">
                      <a:pos x="8" y="9"/>
                    </a:cxn>
                    <a:cxn ang="0">
                      <a:pos x="6" y="3"/>
                    </a:cxn>
                    <a:cxn ang="0">
                      <a:pos x="6" y="3"/>
                    </a:cxn>
                    <a:cxn ang="0">
                      <a:pos x="6" y="3"/>
                    </a:cxn>
                    <a:cxn ang="0">
                      <a:pos x="0" y="5"/>
                    </a:cxn>
                    <a:cxn ang="0">
                      <a:pos x="2" y="10"/>
                    </a:cxn>
                    <a:cxn ang="0">
                      <a:pos x="5" y="15"/>
                    </a:cxn>
                    <a:cxn ang="0">
                      <a:pos x="7" y="17"/>
                    </a:cxn>
                    <a:cxn ang="0">
                      <a:pos x="9" y="19"/>
                    </a:cxn>
                    <a:cxn ang="0">
                      <a:pos x="14" y="19"/>
                    </a:cxn>
                    <a:cxn ang="0">
                      <a:pos x="17" y="39"/>
                    </a:cxn>
                    <a:cxn ang="0">
                      <a:pos x="17" y="40"/>
                    </a:cxn>
                    <a:cxn ang="0">
                      <a:pos x="21" y="76"/>
                    </a:cxn>
                    <a:cxn ang="0">
                      <a:pos x="25" y="45"/>
                    </a:cxn>
                    <a:cxn ang="0">
                      <a:pos x="28" y="72"/>
                    </a:cxn>
                    <a:cxn ang="0">
                      <a:pos x="35" y="72"/>
                    </a:cxn>
                    <a:cxn ang="0">
                      <a:pos x="35" y="40"/>
                    </a:cxn>
                    <a:cxn ang="0">
                      <a:pos x="35" y="23"/>
                    </a:cxn>
                    <a:cxn ang="0">
                      <a:pos x="36" y="26"/>
                    </a:cxn>
                    <a:cxn ang="0">
                      <a:pos x="38" y="37"/>
                    </a:cxn>
                    <a:cxn ang="0">
                      <a:pos x="38" y="40"/>
                    </a:cxn>
                    <a:cxn ang="0">
                      <a:pos x="38" y="40"/>
                    </a:cxn>
                    <a:cxn ang="0">
                      <a:pos x="41" y="43"/>
                    </a:cxn>
                  </a:cxnLst>
                  <a:rect l="0" t="0" r="r" b="b"/>
                  <a:pathLst>
                    <a:path w="44" h="76">
                      <a:moveTo>
                        <a:pt x="44" y="40"/>
                      </a:moveTo>
                      <a:cubicBezTo>
                        <a:pt x="44" y="40"/>
                        <a:pt x="44" y="37"/>
                        <a:pt x="43" y="34"/>
                      </a:cubicBezTo>
                      <a:cubicBezTo>
                        <a:pt x="43" y="32"/>
                        <a:pt x="43" y="30"/>
                        <a:pt x="43" y="28"/>
                      </a:cubicBezTo>
                      <a:cubicBezTo>
                        <a:pt x="43" y="27"/>
                        <a:pt x="42" y="26"/>
                        <a:pt x="42" y="25"/>
                      </a:cubicBezTo>
                      <a:cubicBezTo>
                        <a:pt x="42" y="24"/>
                        <a:pt x="42" y="24"/>
                        <a:pt x="42" y="23"/>
                      </a:cubicBezTo>
                      <a:cubicBezTo>
                        <a:pt x="41" y="22"/>
                        <a:pt x="41" y="20"/>
                        <a:pt x="41" y="20"/>
                      </a:cubicBezTo>
                      <a:cubicBezTo>
                        <a:pt x="40" y="18"/>
                        <a:pt x="38" y="17"/>
                        <a:pt x="37" y="16"/>
                      </a:cubicBezTo>
                      <a:cubicBezTo>
                        <a:pt x="36" y="15"/>
                        <a:pt x="35" y="14"/>
                        <a:pt x="35" y="14"/>
                      </a:cubicBezTo>
                      <a:cubicBezTo>
                        <a:pt x="33" y="13"/>
                        <a:pt x="32" y="13"/>
                        <a:pt x="31" y="13"/>
                      </a:cubicBezTo>
                      <a:cubicBezTo>
                        <a:pt x="31" y="13"/>
                        <a:pt x="31" y="13"/>
                        <a:pt x="31" y="13"/>
                      </a:cubicBezTo>
                      <a:cubicBezTo>
                        <a:pt x="30" y="13"/>
                        <a:pt x="30" y="13"/>
                        <a:pt x="29" y="13"/>
                      </a:cubicBezTo>
                      <a:cubicBezTo>
                        <a:pt x="23" y="13"/>
                        <a:pt x="23" y="13"/>
                        <a:pt x="23" y="13"/>
                      </a:cubicBezTo>
                      <a:cubicBezTo>
                        <a:pt x="23" y="13"/>
                        <a:pt x="23" y="13"/>
                        <a:pt x="23" y="13"/>
                      </a:cubicBezTo>
                      <a:cubicBezTo>
                        <a:pt x="23" y="13"/>
                        <a:pt x="23" y="13"/>
                        <a:pt x="23" y="13"/>
                      </a:cubicBezTo>
                      <a:cubicBezTo>
                        <a:pt x="23" y="13"/>
                        <a:pt x="23" y="13"/>
                        <a:pt x="23" y="13"/>
                      </a:cubicBezTo>
                      <a:cubicBezTo>
                        <a:pt x="22" y="13"/>
                        <a:pt x="20" y="13"/>
                        <a:pt x="18" y="13"/>
                      </a:cubicBezTo>
                      <a:cubicBezTo>
                        <a:pt x="16" y="13"/>
                        <a:pt x="15" y="13"/>
                        <a:pt x="14" y="13"/>
                      </a:cubicBezTo>
                      <a:cubicBezTo>
                        <a:pt x="13" y="13"/>
                        <a:pt x="12" y="13"/>
                        <a:pt x="11" y="13"/>
                      </a:cubicBezTo>
                      <a:cubicBezTo>
                        <a:pt x="11" y="13"/>
                        <a:pt x="11" y="13"/>
                        <a:pt x="11" y="13"/>
                      </a:cubicBezTo>
                      <a:cubicBezTo>
                        <a:pt x="11" y="13"/>
                        <a:pt x="11" y="13"/>
                        <a:pt x="10" y="12"/>
                      </a:cubicBezTo>
                      <a:cubicBezTo>
                        <a:pt x="10" y="12"/>
                        <a:pt x="10" y="12"/>
                        <a:pt x="10" y="11"/>
                      </a:cubicBezTo>
                      <a:cubicBezTo>
                        <a:pt x="9" y="10"/>
                        <a:pt x="9" y="9"/>
                        <a:pt x="8" y="9"/>
                      </a:cubicBezTo>
                      <a:cubicBezTo>
                        <a:pt x="8" y="7"/>
                        <a:pt x="7" y="6"/>
                        <a:pt x="7" y="5"/>
                      </a:cubicBezTo>
                      <a:cubicBezTo>
                        <a:pt x="6" y="4"/>
                        <a:pt x="6" y="4"/>
                        <a:pt x="6" y="3"/>
                      </a:cubicBezTo>
                      <a:cubicBezTo>
                        <a:pt x="6" y="3"/>
                        <a:pt x="6" y="3"/>
                        <a:pt x="6" y="3"/>
                      </a:cubicBezTo>
                      <a:cubicBezTo>
                        <a:pt x="6" y="3"/>
                        <a:pt x="6" y="3"/>
                        <a:pt x="6" y="3"/>
                      </a:cubicBezTo>
                      <a:cubicBezTo>
                        <a:pt x="6" y="3"/>
                        <a:pt x="6" y="3"/>
                        <a:pt x="6" y="3"/>
                      </a:cubicBezTo>
                      <a:cubicBezTo>
                        <a:pt x="6" y="3"/>
                        <a:pt x="6" y="3"/>
                        <a:pt x="6" y="3"/>
                      </a:cubicBezTo>
                      <a:cubicBezTo>
                        <a:pt x="5" y="1"/>
                        <a:pt x="4" y="0"/>
                        <a:pt x="2" y="1"/>
                      </a:cubicBezTo>
                      <a:cubicBezTo>
                        <a:pt x="0" y="2"/>
                        <a:pt x="0" y="3"/>
                        <a:pt x="0" y="5"/>
                      </a:cubicBezTo>
                      <a:cubicBezTo>
                        <a:pt x="0" y="5"/>
                        <a:pt x="0" y="6"/>
                        <a:pt x="1" y="7"/>
                      </a:cubicBezTo>
                      <a:cubicBezTo>
                        <a:pt x="1" y="8"/>
                        <a:pt x="2" y="9"/>
                        <a:pt x="2" y="10"/>
                      </a:cubicBezTo>
                      <a:cubicBezTo>
                        <a:pt x="3" y="11"/>
                        <a:pt x="3" y="12"/>
                        <a:pt x="4" y="13"/>
                      </a:cubicBezTo>
                      <a:cubicBezTo>
                        <a:pt x="4" y="14"/>
                        <a:pt x="4" y="14"/>
                        <a:pt x="5" y="15"/>
                      </a:cubicBezTo>
                      <a:cubicBezTo>
                        <a:pt x="5" y="16"/>
                        <a:pt x="6" y="16"/>
                        <a:pt x="6" y="16"/>
                      </a:cubicBezTo>
                      <a:cubicBezTo>
                        <a:pt x="7" y="17"/>
                        <a:pt x="7" y="17"/>
                        <a:pt x="7" y="17"/>
                      </a:cubicBezTo>
                      <a:cubicBezTo>
                        <a:pt x="7" y="18"/>
                        <a:pt x="8" y="18"/>
                        <a:pt x="8" y="19"/>
                      </a:cubicBezTo>
                      <a:cubicBezTo>
                        <a:pt x="9" y="19"/>
                        <a:pt x="9" y="19"/>
                        <a:pt x="9" y="19"/>
                      </a:cubicBezTo>
                      <a:cubicBezTo>
                        <a:pt x="10" y="19"/>
                        <a:pt x="10" y="19"/>
                        <a:pt x="11" y="19"/>
                      </a:cubicBezTo>
                      <a:cubicBezTo>
                        <a:pt x="12" y="19"/>
                        <a:pt x="13" y="19"/>
                        <a:pt x="14" y="19"/>
                      </a:cubicBezTo>
                      <a:cubicBezTo>
                        <a:pt x="15" y="19"/>
                        <a:pt x="16" y="19"/>
                        <a:pt x="17" y="19"/>
                      </a:cubicBezTo>
                      <a:cubicBezTo>
                        <a:pt x="17" y="39"/>
                        <a:pt x="17" y="39"/>
                        <a:pt x="17" y="39"/>
                      </a:cubicBezTo>
                      <a:cubicBezTo>
                        <a:pt x="17" y="40"/>
                        <a:pt x="17" y="40"/>
                        <a:pt x="17" y="40"/>
                      </a:cubicBezTo>
                      <a:cubicBezTo>
                        <a:pt x="17" y="40"/>
                        <a:pt x="17" y="40"/>
                        <a:pt x="17" y="40"/>
                      </a:cubicBezTo>
                      <a:cubicBezTo>
                        <a:pt x="17" y="72"/>
                        <a:pt x="17" y="72"/>
                        <a:pt x="17" y="72"/>
                      </a:cubicBezTo>
                      <a:cubicBezTo>
                        <a:pt x="17" y="74"/>
                        <a:pt x="19" y="76"/>
                        <a:pt x="21" y="76"/>
                      </a:cubicBezTo>
                      <a:cubicBezTo>
                        <a:pt x="23" y="76"/>
                        <a:pt x="25" y="74"/>
                        <a:pt x="25" y="72"/>
                      </a:cubicBezTo>
                      <a:cubicBezTo>
                        <a:pt x="25" y="45"/>
                        <a:pt x="25" y="45"/>
                        <a:pt x="25" y="45"/>
                      </a:cubicBezTo>
                      <a:cubicBezTo>
                        <a:pt x="28" y="45"/>
                        <a:pt x="28" y="45"/>
                        <a:pt x="28" y="45"/>
                      </a:cubicBezTo>
                      <a:cubicBezTo>
                        <a:pt x="28" y="72"/>
                        <a:pt x="28" y="72"/>
                        <a:pt x="28" y="72"/>
                      </a:cubicBezTo>
                      <a:cubicBezTo>
                        <a:pt x="28" y="74"/>
                        <a:pt x="29" y="76"/>
                        <a:pt x="31" y="76"/>
                      </a:cubicBezTo>
                      <a:cubicBezTo>
                        <a:pt x="34" y="76"/>
                        <a:pt x="35" y="74"/>
                        <a:pt x="35" y="72"/>
                      </a:cubicBezTo>
                      <a:cubicBezTo>
                        <a:pt x="35" y="40"/>
                        <a:pt x="35" y="40"/>
                        <a:pt x="35" y="40"/>
                      </a:cubicBezTo>
                      <a:cubicBezTo>
                        <a:pt x="35" y="40"/>
                        <a:pt x="35" y="40"/>
                        <a:pt x="35" y="40"/>
                      </a:cubicBezTo>
                      <a:cubicBezTo>
                        <a:pt x="35" y="39"/>
                        <a:pt x="35" y="39"/>
                        <a:pt x="35" y="39"/>
                      </a:cubicBezTo>
                      <a:cubicBezTo>
                        <a:pt x="35" y="23"/>
                        <a:pt x="35" y="23"/>
                        <a:pt x="35" y="23"/>
                      </a:cubicBezTo>
                      <a:cubicBezTo>
                        <a:pt x="35" y="23"/>
                        <a:pt x="36" y="24"/>
                        <a:pt x="36" y="24"/>
                      </a:cubicBezTo>
                      <a:cubicBezTo>
                        <a:pt x="36" y="25"/>
                        <a:pt x="36" y="26"/>
                        <a:pt x="36" y="26"/>
                      </a:cubicBezTo>
                      <a:cubicBezTo>
                        <a:pt x="37" y="28"/>
                        <a:pt x="37" y="29"/>
                        <a:pt x="37" y="31"/>
                      </a:cubicBezTo>
                      <a:cubicBezTo>
                        <a:pt x="37" y="33"/>
                        <a:pt x="37" y="36"/>
                        <a:pt x="38" y="37"/>
                      </a:cubicBezTo>
                      <a:cubicBezTo>
                        <a:pt x="38" y="38"/>
                        <a:pt x="38" y="39"/>
                        <a:pt x="38" y="39"/>
                      </a:cubicBezTo>
                      <a:cubicBezTo>
                        <a:pt x="38" y="40"/>
                        <a:pt x="38" y="40"/>
                        <a:pt x="38" y="40"/>
                      </a:cubicBezTo>
                      <a:cubicBezTo>
                        <a:pt x="38" y="40"/>
                        <a:pt x="38" y="40"/>
                        <a:pt x="38" y="40"/>
                      </a:cubicBezTo>
                      <a:cubicBezTo>
                        <a:pt x="38" y="40"/>
                        <a:pt x="38" y="40"/>
                        <a:pt x="38" y="40"/>
                      </a:cubicBezTo>
                      <a:cubicBezTo>
                        <a:pt x="38" y="40"/>
                        <a:pt x="38" y="40"/>
                        <a:pt x="38" y="40"/>
                      </a:cubicBezTo>
                      <a:cubicBezTo>
                        <a:pt x="38" y="42"/>
                        <a:pt x="39" y="43"/>
                        <a:pt x="41" y="43"/>
                      </a:cubicBezTo>
                      <a:cubicBezTo>
                        <a:pt x="43" y="43"/>
                        <a:pt x="44" y="42"/>
                        <a:pt x="44" y="40"/>
                      </a:cubicBezTo>
                      <a:close/>
                    </a:path>
                  </a:pathLst>
                </a:custGeom>
                <a:grpFill/>
                <a:ln w="9525">
                  <a:noFill/>
                  <a:round/>
                </a:ln>
              </p:spPr>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48" name="ïṥḷíḓe"/>
                <p:cNvSpPr/>
                <p:nvPr/>
              </p:nvSpPr>
              <p:spPr bwMode="auto">
                <a:xfrm>
                  <a:off x="2322513" y="3000375"/>
                  <a:ext cx="125413" cy="184150"/>
                </a:xfrm>
                <a:custGeom>
                  <a:avLst/>
                  <a:gdLst/>
                  <a:ahLst/>
                  <a:cxnLst>
                    <a:cxn ang="0">
                      <a:pos x="9" y="1"/>
                    </a:cxn>
                    <a:cxn ang="0">
                      <a:pos x="1" y="2"/>
                    </a:cxn>
                    <a:cxn ang="0">
                      <a:pos x="0" y="4"/>
                    </a:cxn>
                    <a:cxn ang="0">
                      <a:pos x="3" y="18"/>
                    </a:cxn>
                    <a:cxn ang="0">
                      <a:pos x="4" y="19"/>
                    </a:cxn>
                    <a:cxn ang="0">
                      <a:pos x="12" y="17"/>
                    </a:cxn>
                    <a:cxn ang="0">
                      <a:pos x="13" y="16"/>
                    </a:cxn>
                    <a:cxn ang="0">
                      <a:pos x="10" y="1"/>
                    </a:cxn>
                    <a:cxn ang="0">
                      <a:pos x="9" y="1"/>
                    </a:cxn>
                    <a:cxn ang="0">
                      <a:pos x="4" y="2"/>
                    </a:cxn>
                    <a:cxn ang="0">
                      <a:pos x="6" y="2"/>
                    </a:cxn>
                    <a:cxn ang="0">
                      <a:pos x="6" y="2"/>
                    </a:cxn>
                    <a:cxn ang="0">
                      <a:pos x="6" y="3"/>
                    </a:cxn>
                    <a:cxn ang="0">
                      <a:pos x="4" y="3"/>
                    </a:cxn>
                    <a:cxn ang="0">
                      <a:pos x="4" y="3"/>
                    </a:cxn>
                    <a:cxn ang="0">
                      <a:pos x="4" y="2"/>
                    </a:cxn>
                    <a:cxn ang="0">
                      <a:pos x="8" y="17"/>
                    </a:cxn>
                    <a:cxn ang="0">
                      <a:pos x="7" y="17"/>
                    </a:cxn>
                    <a:cxn ang="0">
                      <a:pos x="8" y="16"/>
                    </a:cxn>
                    <a:cxn ang="0">
                      <a:pos x="9" y="16"/>
                    </a:cxn>
                    <a:cxn ang="0">
                      <a:pos x="8" y="17"/>
                    </a:cxn>
                    <a:cxn ang="0">
                      <a:pos x="12" y="14"/>
                    </a:cxn>
                    <a:cxn ang="0">
                      <a:pos x="3" y="16"/>
                    </a:cxn>
                    <a:cxn ang="0">
                      <a:pos x="1" y="4"/>
                    </a:cxn>
                    <a:cxn ang="0">
                      <a:pos x="9" y="3"/>
                    </a:cxn>
                    <a:cxn ang="0">
                      <a:pos x="12" y="14"/>
                    </a:cxn>
                  </a:cxnLst>
                  <a:rect l="0" t="0" r="r" b="b"/>
                  <a:pathLst>
                    <a:path w="13" h="19">
                      <a:moveTo>
                        <a:pt x="9" y="1"/>
                      </a:moveTo>
                      <a:cubicBezTo>
                        <a:pt x="1" y="2"/>
                        <a:pt x="1" y="2"/>
                        <a:pt x="1" y="2"/>
                      </a:cubicBezTo>
                      <a:cubicBezTo>
                        <a:pt x="0" y="2"/>
                        <a:pt x="0" y="3"/>
                        <a:pt x="0" y="4"/>
                      </a:cubicBezTo>
                      <a:cubicBezTo>
                        <a:pt x="3" y="18"/>
                        <a:pt x="3" y="18"/>
                        <a:pt x="3" y="18"/>
                      </a:cubicBezTo>
                      <a:cubicBezTo>
                        <a:pt x="3" y="18"/>
                        <a:pt x="3" y="19"/>
                        <a:pt x="4" y="19"/>
                      </a:cubicBezTo>
                      <a:cubicBezTo>
                        <a:pt x="12" y="17"/>
                        <a:pt x="12" y="17"/>
                        <a:pt x="12" y="17"/>
                      </a:cubicBezTo>
                      <a:cubicBezTo>
                        <a:pt x="13" y="17"/>
                        <a:pt x="13" y="16"/>
                        <a:pt x="13" y="16"/>
                      </a:cubicBezTo>
                      <a:cubicBezTo>
                        <a:pt x="10" y="1"/>
                        <a:pt x="10" y="1"/>
                        <a:pt x="10" y="1"/>
                      </a:cubicBezTo>
                      <a:cubicBezTo>
                        <a:pt x="10" y="1"/>
                        <a:pt x="9" y="0"/>
                        <a:pt x="9" y="1"/>
                      </a:cubicBezTo>
                      <a:close/>
                      <a:moveTo>
                        <a:pt x="4" y="2"/>
                      </a:moveTo>
                      <a:cubicBezTo>
                        <a:pt x="6" y="2"/>
                        <a:pt x="6" y="2"/>
                        <a:pt x="6" y="2"/>
                      </a:cubicBezTo>
                      <a:cubicBezTo>
                        <a:pt x="6" y="2"/>
                        <a:pt x="6" y="2"/>
                        <a:pt x="6" y="2"/>
                      </a:cubicBezTo>
                      <a:cubicBezTo>
                        <a:pt x="6" y="3"/>
                        <a:pt x="6" y="3"/>
                        <a:pt x="6" y="3"/>
                      </a:cubicBezTo>
                      <a:cubicBezTo>
                        <a:pt x="4" y="3"/>
                        <a:pt x="4" y="3"/>
                        <a:pt x="4" y="3"/>
                      </a:cubicBezTo>
                      <a:cubicBezTo>
                        <a:pt x="4" y="3"/>
                        <a:pt x="4" y="3"/>
                        <a:pt x="4" y="3"/>
                      </a:cubicBezTo>
                      <a:lnTo>
                        <a:pt x="4" y="2"/>
                      </a:lnTo>
                      <a:close/>
                      <a:moveTo>
                        <a:pt x="8" y="17"/>
                      </a:moveTo>
                      <a:cubicBezTo>
                        <a:pt x="8" y="17"/>
                        <a:pt x="7" y="17"/>
                        <a:pt x="7" y="17"/>
                      </a:cubicBezTo>
                      <a:cubicBezTo>
                        <a:pt x="7" y="16"/>
                        <a:pt x="7" y="16"/>
                        <a:pt x="8" y="16"/>
                      </a:cubicBezTo>
                      <a:cubicBezTo>
                        <a:pt x="8" y="16"/>
                        <a:pt x="9" y="16"/>
                        <a:pt x="9" y="16"/>
                      </a:cubicBezTo>
                      <a:cubicBezTo>
                        <a:pt x="9" y="17"/>
                        <a:pt x="8" y="17"/>
                        <a:pt x="8" y="17"/>
                      </a:cubicBezTo>
                      <a:close/>
                      <a:moveTo>
                        <a:pt x="12" y="14"/>
                      </a:moveTo>
                      <a:cubicBezTo>
                        <a:pt x="3" y="16"/>
                        <a:pt x="3" y="16"/>
                        <a:pt x="3" y="16"/>
                      </a:cubicBezTo>
                      <a:cubicBezTo>
                        <a:pt x="1" y="4"/>
                        <a:pt x="1" y="4"/>
                        <a:pt x="1" y="4"/>
                      </a:cubicBezTo>
                      <a:cubicBezTo>
                        <a:pt x="9" y="3"/>
                        <a:pt x="9" y="3"/>
                        <a:pt x="9" y="3"/>
                      </a:cubicBezTo>
                      <a:lnTo>
                        <a:pt x="12" y="14"/>
                      </a:lnTo>
                      <a:close/>
                    </a:path>
                  </a:pathLst>
                </a:custGeom>
                <a:grpFill/>
                <a:ln w="9525">
                  <a:noFill/>
                  <a:round/>
                </a:ln>
              </p:spPr>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49" name="îsḻíḍé"/>
                <p:cNvSpPr/>
                <p:nvPr/>
              </p:nvSpPr>
              <p:spPr bwMode="auto">
                <a:xfrm>
                  <a:off x="2486025" y="2817813"/>
                  <a:ext cx="317500" cy="269875"/>
                </a:xfrm>
                <a:custGeom>
                  <a:avLst/>
                  <a:gdLst/>
                  <a:ahLst/>
                  <a:cxnLst>
                    <a:cxn ang="0">
                      <a:pos x="31" y="5"/>
                    </a:cxn>
                    <a:cxn ang="0">
                      <a:pos x="7" y="0"/>
                    </a:cxn>
                    <a:cxn ang="0">
                      <a:pos x="4" y="2"/>
                    </a:cxn>
                    <a:cxn ang="0">
                      <a:pos x="0" y="20"/>
                    </a:cxn>
                    <a:cxn ang="0">
                      <a:pos x="2" y="23"/>
                    </a:cxn>
                    <a:cxn ang="0">
                      <a:pos x="26" y="28"/>
                    </a:cxn>
                    <a:cxn ang="0">
                      <a:pos x="28" y="26"/>
                    </a:cxn>
                    <a:cxn ang="0">
                      <a:pos x="32" y="8"/>
                    </a:cxn>
                    <a:cxn ang="0">
                      <a:pos x="31" y="5"/>
                    </a:cxn>
                    <a:cxn ang="0">
                      <a:pos x="25" y="26"/>
                    </a:cxn>
                    <a:cxn ang="0">
                      <a:pos x="3" y="21"/>
                    </a:cxn>
                    <a:cxn ang="0">
                      <a:pos x="8" y="2"/>
                    </a:cxn>
                    <a:cxn ang="0">
                      <a:pos x="29" y="7"/>
                    </a:cxn>
                    <a:cxn ang="0">
                      <a:pos x="25" y="26"/>
                    </a:cxn>
                    <a:cxn ang="0">
                      <a:pos x="29" y="18"/>
                    </a:cxn>
                    <a:cxn ang="0">
                      <a:pos x="28" y="17"/>
                    </a:cxn>
                    <a:cxn ang="0">
                      <a:pos x="29" y="16"/>
                    </a:cxn>
                    <a:cxn ang="0">
                      <a:pos x="30" y="17"/>
                    </a:cxn>
                    <a:cxn ang="0">
                      <a:pos x="29" y="18"/>
                    </a:cxn>
                  </a:cxnLst>
                  <a:rect l="0" t="0" r="r" b="b"/>
                  <a:pathLst>
                    <a:path w="33" h="28">
                      <a:moveTo>
                        <a:pt x="31" y="5"/>
                      </a:moveTo>
                      <a:cubicBezTo>
                        <a:pt x="7" y="0"/>
                        <a:pt x="7" y="0"/>
                        <a:pt x="7" y="0"/>
                      </a:cubicBezTo>
                      <a:cubicBezTo>
                        <a:pt x="6" y="0"/>
                        <a:pt x="5" y="1"/>
                        <a:pt x="4" y="2"/>
                      </a:cubicBezTo>
                      <a:cubicBezTo>
                        <a:pt x="0" y="20"/>
                        <a:pt x="0" y="20"/>
                        <a:pt x="0" y="20"/>
                      </a:cubicBezTo>
                      <a:cubicBezTo>
                        <a:pt x="0" y="21"/>
                        <a:pt x="1" y="23"/>
                        <a:pt x="2" y="23"/>
                      </a:cubicBezTo>
                      <a:cubicBezTo>
                        <a:pt x="26" y="28"/>
                        <a:pt x="26" y="28"/>
                        <a:pt x="26" y="28"/>
                      </a:cubicBezTo>
                      <a:cubicBezTo>
                        <a:pt x="27" y="28"/>
                        <a:pt x="28" y="28"/>
                        <a:pt x="28" y="26"/>
                      </a:cubicBezTo>
                      <a:cubicBezTo>
                        <a:pt x="32" y="8"/>
                        <a:pt x="32" y="8"/>
                        <a:pt x="32" y="8"/>
                      </a:cubicBezTo>
                      <a:cubicBezTo>
                        <a:pt x="33" y="7"/>
                        <a:pt x="32" y="6"/>
                        <a:pt x="31" y="5"/>
                      </a:cubicBezTo>
                      <a:close/>
                      <a:moveTo>
                        <a:pt x="25" y="26"/>
                      </a:moveTo>
                      <a:cubicBezTo>
                        <a:pt x="3" y="21"/>
                        <a:pt x="3" y="21"/>
                        <a:pt x="3" y="21"/>
                      </a:cubicBezTo>
                      <a:cubicBezTo>
                        <a:pt x="8" y="2"/>
                        <a:pt x="8" y="2"/>
                        <a:pt x="8" y="2"/>
                      </a:cubicBezTo>
                      <a:cubicBezTo>
                        <a:pt x="29" y="7"/>
                        <a:pt x="29" y="7"/>
                        <a:pt x="29" y="7"/>
                      </a:cubicBezTo>
                      <a:lnTo>
                        <a:pt x="25" y="26"/>
                      </a:lnTo>
                      <a:close/>
                      <a:moveTo>
                        <a:pt x="29" y="18"/>
                      </a:moveTo>
                      <a:cubicBezTo>
                        <a:pt x="28" y="18"/>
                        <a:pt x="28" y="17"/>
                        <a:pt x="28" y="17"/>
                      </a:cubicBezTo>
                      <a:cubicBezTo>
                        <a:pt x="28" y="16"/>
                        <a:pt x="28" y="16"/>
                        <a:pt x="29" y="16"/>
                      </a:cubicBezTo>
                      <a:cubicBezTo>
                        <a:pt x="30" y="16"/>
                        <a:pt x="30" y="17"/>
                        <a:pt x="30" y="17"/>
                      </a:cubicBezTo>
                      <a:cubicBezTo>
                        <a:pt x="30" y="18"/>
                        <a:pt x="29" y="18"/>
                        <a:pt x="29" y="18"/>
                      </a:cubicBezTo>
                      <a:close/>
                    </a:path>
                  </a:pathLst>
                </a:custGeom>
                <a:grpFill/>
                <a:ln w="9525">
                  <a:noFill/>
                  <a:round/>
                </a:ln>
              </p:spPr>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50" name="îsľïḑè"/>
                <p:cNvSpPr/>
                <p:nvPr/>
              </p:nvSpPr>
              <p:spPr bwMode="auto">
                <a:xfrm>
                  <a:off x="2697163" y="3203575"/>
                  <a:ext cx="106363" cy="106363"/>
                </a:xfrm>
                <a:custGeom>
                  <a:avLst/>
                  <a:gdLst/>
                  <a:ahLst/>
                  <a:cxnLst>
                    <a:cxn ang="0">
                      <a:pos x="10" y="0"/>
                    </a:cxn>
                    <a:cxn ang="0">
                      <a:pos x="4" y="1"/>
                    </a:cxn>
                    <a:cxn ang="0">
                      <a:pos x="3" y="1"/>
                    </a:cxn>
                    <a:cxn ang="0">
                      <a:pos x="3" y="3"/>
                    </a:cxn>
                    <a:cxn ang="0">
                      <a:pos x="3" y="7"/>
                    </a:cxn>
                    <a:cxn ang="0">
                      <a:pos x="2" y="7"/>
                    </a:cxn>
                    <a:cxn ang="0">
                      <a:pos x="0" y="9"/>
                    </a:cxn>
                    <a:cxn ang="0">
                      <a:pos x="2" y="11"/>
                    </a:cxn>
                    <a:cxn ang="0">
                      <a:pos x="4" y="9"/>
                    </a:cxn>
                    <a:cxn ang="0">
                      <a:pos x="4" y="9"/>
                    </a:cxn>
                    <a:cxn ang="0">
                      <a:pos x="4" y="3"/>
                    </a:cxn>
                    <a:cxn ang="0">
                      <a:pos x="10" y="3"/>
                    </a:cxn>
                    <a:cxn ang="0">
                      <a:pos x="10" y="7"/>
                    </a:cxn>
                    <a:cxn ang="0">
                      <a:pos x="9" y="7"/>
                    </a:cxn>
                    <a:cxn ang="0">
                      <a:pos x="6" y="9"/>
                    </a:cxn>
                    <a:cxn ang="0">
                      <a:pos x="9" y="10"/>
                    </a:cxn>
                    <a:cxn ang="0">
                      <a:pos x="11" y="8"/>
                    </a:cxn>
                    <a:cxn ang="0">
                      <a:pos x="11" y="8"/>
                    </a:cxn>
                    <a:cxn ang="0">
                      <a:pos x="11" y="3"/>
                    </a:cxn>
                    <a:cxn ang="0">
                      <a:pos x="11" y="0"/>
                    </a:cxn>
                    <a:cxn ang="0">
                      <a:pos x="10" y="0"/>
                    </a:cxn>
                  </a:cxnLst>
                  <a:rect l="0" t="0" r="r" b="b"/>
                  <a:pathLst>
                    <a:path w="11" h="11">
                      <a:moveTo>
                        <a:pt x="10" y="0"/>
                      </a:moveTo>
                      <a:cubicBezTo>
                        <a:pt x="4" y="1"/>
                        <a:pt x="4" y="1"/>
                        <a:pt x="4" y="1"/>
                      </a:cubicBezTo>
                      <a:cubicBezTo>
                        <a:pt x="3" y="1"/>
                        <a:pt x="3" y="1"/>
                        <a:pt x="3" y="1"/>
                      </a:cubicBezTo>
                      <a:cubicBezTo>
                        <a:pt x="3" y="3"/>
                        <a:pt x="3" y="3"/>
                        <a:pt x="3" y="3"/>
                      </a:cubicBezTo>
                      <a:cubicBezTo>
                        <a:pt x="3" y="7"/>
                        <a:pt x="3" y="7"/>
                        <a:pt x="3" y="7"/>
                      </a:cubicBezTo>
                      <a:cubicBezTo>
                        <a:pt x="2" y="7"/>
                        <a:pt x="2" y="7"/>
                        <a:pt x="2" y="7"/>
                      </a:cubicBezTo>
                      <a:cubicBezTo>
                        <a:pt x="1" y="8"/>
                        <a:pt x="0" y="8"/>
                        <a:pt x="0" y="9"/>
                      </a:cubicBezTo>
                      <a:cubicBezTo>
                        <a:pt x="0" y="10"/>
                        <a:pt x="1" y="11"/>
                        <a:pt x="2" y="11"/>
                      </a:cubicBezTo>
                      <a:cubicBezTo>
                        <a:pt x="3" y="10"/>
                        <a:pt x="4" y="10"/>
                        <a:pt x="4" y="9"/>
                      </a:cubicBezTo>
                      <a:cubicBezTo>
                        <a:pt x="4" y="9"/>
                        <a:pt x="4" y="9"/>
                        <a:pt x="4" y="9"/>
                      </a:cubicBezTo>
                      <a:cubicBezTo>
                        <a:pt x="4" y="3"/>
                        <a:pt x="4" y="3"/>
                        <a:pt x="4" y="3"/>
                      </a:cubicBezTo>
                      <a:cubicBezTo>
                        <a:pt x="10" y="3"/>
                        <a:pt x="10" y="3"/>
                        <a:pt x="10" y="3"/>
                      </a:cubicBezTo>
                      <a:cubicBezTo>
                        <a:pt x="10" y="7"/>
                        <a:pt x="10" y="7"/>
                        <a:pt x="10" y="7"/>
                      </a:cubicBezTo>
                      <a:cubicBezTo>
                        <a:pt x="9" y="7"/>
                        <a:pt x="9" y="7"/>
                        <a:pt x="9" y="7"/>
                      </a:cubicBezTo>
                      <a:cubicBezTo>
                        <a:pt x="8" y="7"/>
                        <a:pt x="7" y="8"/>
                        <a:pt x="6" y="9"/>
                      </a:cubicBezTo>
                      <a:cubicBezTo>
                        <a:pt x="6" y="10"/>
                        <a:pt x="8" y="10"/>
                        <a:pt x="9" y="10"/>
                      </a:cubicBezTo>
                      <a:cubicBezTo>
                        <a:pt x="10" y="10"/>
                        <a:pt x="11" y="9"/>
                        <a:pt x="11" y="8"/>
                      </a:cubicBezTo>
                      <a:cubicBezTo>
                        <a:pt x="11" y="8"/>
                        <a:pt x="11" y="8"/>
                        <a:pt x="11" y="8"/>
                      </a:cubicBezTo>
                      <a:cubicBezTo>
                        <a:pt x="11" y="3"/>
                        <a:pt x="11" y="3"/>
                        <a:pt x="11" y="3"/>
                      </a:cubicBezTo>
                      <a:cubicBezTo>
                        <a:pt x="11" y="0"/>
                        <a:pt x="11" y="0"/>
                        <a:pt x="11" y="0"/>
                      </a:cubicBezTo>
                      <a:lnTo>
                        <a:pt x="10" y="0"/>
                      </a:lnTo>
                      <a:close/>
                    </a:path>
                  </a:pathLst>
                </a:custGeom>
                <a:grpFill/>
                <a:ln w="9525">
                  <a:noFill/>
                  <a:round/>
                </a:ln>
              </p:spPr>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51" name="iṧḷíḓè"/>
                <p:cNvSpPr/>
                <p:nvPr/>
              </p:nvSpPr>
              <p:spPr bwMode="auto">
                <a:xfrm>
                  <a:off x="2312988" y="2808288"/>
                  <a:ext cx="153988" cy="144463"/>
                </a:xfrm>
                <a:custGeom>
                  <a:avLst/>
                  <a:gdLst/>
                  <a:ahLst/>
                  <a:cxnLst>
                    <a:cxn ang="0">
                      <a:pos x="14" y="0"/>
                    </a:cxn>
                    <a:cxn ang="0">
                      <a:pos x="6" y="1"/>
                    </a:cxn>
                    <a:cxn ang="0">
                      <a:pos x="5" y="1"/>
                    </a:cxn>
                    <a:cxn ang="0">
                      <a:pos x="5" y="4"/>
                    </a:cxn>
                    <a:cxn ang="0">
                      <a:pos x="5" y="10"/>
                    </a:cxn>
                    <a:cxn ang="0">
                      <a:pos x="3" y="10"/>
                    </a:cxn>
                    <a:cxn ang="0">
                      <a:pos x="0" y="13"/>
                    </a:cxn>
                    <a:cxn ang="0">
                      <a:pos x="3" y="15"/>
                    </a:cxn>
                    <a:cxn ang="0">
                      <a:pos x="6" y="12"/>
                    </a:cxn>
                    <a:cxn ang="0">
                      <a:pos x="6" y="12"/>
                    </a:cxn>
                    <a:cxn ang="0">
                      <a:pos x="6" y="4"/>
                    </a:cxn>
                    <a:cxn ang="0">
                      <a:pos x="14" y="4"/>
                    </a:cxn>
                    <a:cxn ang="0">
                      <a:pos x="14" y="10"/>
                    </a:cxn>
                    <a:cxn ang="0">
                      <a:pos x="13" y="10"/>
                    </a:cxn>
                    <a:cxn ang="0">
                      <a:pos x="9" y="12"/>
                    </a:cxn>
                    <a:cxn ang="0">
                      <a:pos x="13" y="14"/>
                    </a:cxn>
                    <a:cxn ang="0">
                      <a:pos x="15" y="12"/>
                    </a:cxn>
                    <a:cxn ang="0">
                      <a:pos x="15" y="12"/>
                    </a:cxn>
                    <a:cxn ang="0">
                      <a:pos x="16" y="4"/>
                    </a:cxn>
                    <a:cxn ang="0">
                      <a:pos x="16" y="0"/>
                    </a:cxn>
                    <a:cxn ang="0">
                      <a:pos x="14" y="0"/>
                    </a:cxn>
                  </a:cxnLst>
                  <a:rect l="0" t="0" r="r" b="b"/>
                  <a:pathLst>
                    <a:path w="16" h="15">
                      <a:moveTo>
                        <a:pt x="14" y="0"/>
                      </a:moveTo>
                      <a:cubicBezTo>
                        <a:pt x="6" y="1"/>
                        <a:pt x="6" y="1"/>
                        <a:pt x="6" y="1"/>
                      </a:cubicBezTo>
                      <a:cubicBezTo>
                        <a:pt x="5" y="1"/>
                        <a:pt x="5" y="1"/>
                        <a:pt x="5" y="1"/>
                      </a:cubicBezTo>
                      <a:cubicBezTo>
                        <a:pt x="5" y="4"/>
                        <a:pt x="5" y="4"/>
                        <a:pt x="5" y="4"/>
                      </a:cubicBezTo>
                      <a:cubicBezTo>
                        <a:pt x="5" y="10"/>
                        <a:pt x="5" y="10"/>
                        <a:pt x="5" y="10"/>
                      </a:cubicBezTo>
                      <a:cubicBezTo>
                        <a:pt x="4" y="10"/>
                        <a:pt x="4" y="10"/>
                        <a:pt x="3" y="10"/>
                      </a:cubicBezTo>
                      <a:cubicBezTo>
                        <a:pt x="1" y="10"/>
                        <a:pt x="0" y="11"/>
                        <a:pt x="0" y="13"/>
                      </a:cubicBezTo>
                      <a:cubicBezTo>
                        <a:pt x="0" y="14"/>
                        <a:pt x="1" y="15"/>
                        <a:pt x="3" y="15"/>
                      </a:cubicBezTo>
                      <a:cubicBezTo>
                        <a:pt x="5" y="14"/>
                        <a:pt x="6" y="14"/>
                        <a:pt x="6" y="12"/>
                      </a:cubicBezTo>
                      <a:cubicBezTo>
                        <a:pt x="6" y="12"/>
                        <a:pt x="6" y="12"/>
                        <a:pt x="6" y="12"/>
                      </a:cubicBezTo>
                      <a:cubicBezTo>
                        <a:pt x="6" y="4"/>
                        <a:pt x="6" y="4"/>
                        <a:pt x="6" y="4"/>
                      </a:cubicBezTo>
                      <a:cubicBezTo>
                        <a:pt x="14" y="4"/>
                        <a:pt x="14" y="4"/>
                        <a:pt x="14" y="4"/>
                      </a:cubicBezTo>
                      <a:cubicBezTo>
                        <a:pt x="14" y="10"/>
                        <a:pt x="14" y="10"/>
                        <a:pt x="14" y="10"/>
                      </a:cubicBezTo>
                      <a:cubicBezTo>
                        <a:pt x="14" y="10"/>
                        <a:pt x="13" y="9"/>
                        <a:pt x="13" y="10"/>
                      </a:cubicBezTo>
                      <a:cubicBezTo>
                        <a:pt x="11" y="10"/>
                        <a:pt x="9" y="11"/>
                        <a:pt x="9" y="12"/>
                      </a:cubicBezTo>
                      <a:cubicBezTo>
                        <a:pt x="9" y="13"/>
                        <a:pt x="11" y="14"/>
                        <a:pt x="13" y="14"/>
                      </a:cubicBezTo>
                      <a:cubicBezTo>
                        <a:pt x="14" y="14"/>
                        <a:pt x="15" y="13"/>
                        <a:pt x="15" y="12"/>
                      </a:cubicBezTo>
                      <a:cubicBezTo>
                        <a:pt x="15" y="12"/>
                        <a:pt x="15" y="12"/>
                        <a:pt x="15" y="12"/>
                      </a:cubicBezTo>
                      <a:cubicBezTo>
                        <a:pt x="16" y="4"/>
                        <a:pt x="16" y="4"/>
                        <a:pt x="16" y="4"/>
                      </a:cubicBezTo>
                      <a:cubicBezTo>
                        <a:pt x="16" y="0"/>
                        <a:pt x="16" y="0"/>
                        <a:pt x="16" y="0"/>
                      </a:cubicBezTo>
                      <a:lnTo>
                        <a:pt x="14" y="0"/>
                      </a:lnTo>
                      <a:close/>
                    </a:path>
                  </a:pathLst>
                </a:custGeom>
                <a:grpFill/>
                <a:ln w="9525">
                  <a:noFill/>
                  <a:round/>
                </a:ln>
              </p:spPr>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grpSp>
          <p:grpSp>
            <p:nvGrpSpPr>
              <p:cNvPr id="17" name="îşľiḑè"/>
              <p:cNvGrpSpPr/>
              <p:nvPr/>
            </p:nvGrpSpPr>
            <p:grpSpPr>
              <a:xfrm>
                <a:off x="3517377" y="2555232"/>
                <a:ext cx="470182" cy="463264"/>
                <a:chOff x="2419350" y="1457325"/>
                <a:chExt cx="431800" cy="425450"/>
              </a:xfrm>
              <a:solidFill>
                <a:schemeClr val="accent2"/>
              </a:solidFill>
            </p:grpSpPr>
            <p:sp>
              <p:nvSpPr>
                <p:cNvPr id="44" name="îṧlidè"/>
                <p:cNvSpPr/>
                <p:nvPr/>
              </p:nvSpPr>
              <p:spPr bwMode="auto">
                <a:xfrm>
                  <a:off x="2794000" y="1573213"/>
                  <a:ext cx="57150" cy="49213"/>
                </a:xfrm>
                <a:custGeom>
                  <a:avLst/>
                  <a:gdLst/>
                  <a:ahLst/>
                  <a:cxnLst>
                    <a:cxn ang="0">
                      <a:pos x="1" y="1"/>
                    </a:cxn>
                    <a:cxn ang="0">
                      <a:pos x="1" y="2"/>
                    </a:cxn>
                    <a:cxn ang="0">
                      <a:pos x="0" y="3"/>
                    </a:cxn>
                    <a:cxn ang="0">
                      <a:pos x="1" y="3"/>
                    </a:cxn>
                    <a:cxn ang="0">
                      <a:pos x="3" y="3"/>
                    </a:cxn>
                    <a:cxn ang="0">
                      <a:pos x="4" y="4"/>
                    </a:cxn>
                    <a:cxn ang="0">
                      <a:pos x="5" y="5"/>
                    </a:cxn>
                    <a:cxn ang="0">
                      <a:pos x="6" y="5"/>
                    </a:cxn>
                    <a:cxn ang="0">
                      <a:pos x="5" y="4"/>
                    </a:cxn>
                    <a:cxn ang="0">
                      <a:pos x="2" y="1"/>
                    </a:cxn>
                    <a:cxn ang="0">
                      <a:pos x="1" y="1"/>
                    </a:cxn>
                  </a:cxnLst>
                  <a:rect l="0" t="0" r="r" b="b"/>
                  <a:pathLst>
                    <a:path w="6" h="5">
                      <a:moveTo>
                        <a:pt x="1" y="1"/>
                      </a:moveTo>
                      <a:cubicBezTo>
                        <a:pt x="1" y="1"/>
                        <a:pt x="1" y="2"/>
                        <a:pt x="1" y="2"/>
                      </a:cubicBezTo>
                      <a:cubicBezTo>
                        <a:pt x="0" y="3"/>
                        <a:pt x="0" y="3"/>
                        <a:pt x="0" y="3"/>
                      </a:cubicBezTo>
                      <a:cubicBezTo>
                        <a:pt x="0" y="3"/>
                        <a:pt x="0" y="3"/>
                        <a:pt x="1" y="3"/>
                      </a:cubicBezTo>
                      <a:cubicBezTo>
                        <a:pt x="1" y="3"/>
                        <a:pt x="3" y="3"/>
                        <a:pt x="3" y="3"/>
                      </a:cubicBezTo>
                      <a:cubicBezTo>
                        <a:pt x="4" y="4"/>
                        <a:pt x="4" y="4"/>
                        <a:pt x="4" y="4"/>
                      </a:cubicBezTo>
                      <a:cubicBezTo>
                        <a:pt x="4" y="4"/>
                        <a:pt x="4" y="5"/>
                        <a:pt x="5" y="5"/>
                      </a:cubicBezTo>
                      <a:cubicBezTo>
                        <a:pt x="6" y="5"/>
                        <a:pt x="6" y="5"/>
                        <a:pt x="6" y="5"/>
                      </a:cubicBezTo>
                      <a:cubicBezTo>
                        <a:pt x="5" y="5"/>
                        <a:pt x="5" y="4"/>
                        <a:pt x="5" y="4"/>
                      </a:cubicBezTo>
                      <a:cubicBezTo>
                        <a:pt x="4" y="3"/>
                        <a:pt x="3" y="1"/>
                        <a:pt x="2" y="1"/>
                      </a:cubicBezTo>
                      <a:cubicBezTo>
                        <a:pt x="2" y="0"/>
                        <a:pt x="2" y="1"/>
                        <a:pt x="1" y="1"/>
                      </a:cubicBezTo>
                      <a:close/>
                    </a:path>
                  </a:pathLst>
                </a:custGeom>
                <a:grpFill/>
                <a:ln w="9525">
                  <a:noFill/>
                  <a:round/>
                </a:ln>
              </p:spPr>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45" name="iś1îďé"/>
                <p:cNvSpPr/>
                <p:nvPr/>
              </p:nvSpPr>
              <p:spPr bwMode="auto">
                <a:xfrm>
                  <a:off x="2419350" y="1457325"/>
                  <a:ext cx="412750" cy="425450"/>
                </a:xfrm>
                <a:custGeom>
                  <a:avLst/>
                  <a:gdLst/>
                  <a:ahLst/>
                  <a:cxnLst>
                    <a:cxn ang="0">
                      <a:pos x="41" y="25"/>
                    </a:cxn>
                    <a:cxn ang="0">
                      <a:pos x="36" y="22"/>
                    </a:cxn>
                    <a:cxn ang="0">
                      <a:pos x="38" y="16"/>
                    </a:cxn>
                    <a:cxn ang="0">
                      <a:pos x="38" y="12"/>
                    </a:cxn>
                    <a:cxn ang="0">
                      <a:pos x="39" y="10"/>
                    </a:cxn>
                    <a:cxn ang="0">
                      <a:pos x="33" y="2"/>
                    </a:cxn>
                    <a:cxn ang="0">
                      <a:pos x="31" y="3"/>
                    </a:cxn>
                    <a:cxn ang="0">
                      <a:pos x="30" y="5"/>
                    </a:cxn>
                    <a:cxn ang="0">
                      <a:pos x="29" y="5"/>
                    </a:cxn>
                    <a:cxn ang="0">
                      <a:pos x="25" y="2"/>
                    </a:cxn>
                    <a:cxn ang="0">
                      <a:pos x="22" y="0"/>
                    </a:cxn>
                    <a:cxn ang="0">
                      <a:pos x="9" y="5"/>
                    </a:cxn>
                    <a:cxn ang="0">
                      <a:pos x="14" y="4"/>
                    </a:cxn>
                    <a:cxn ang="0">
                      <a:pos x="15" y="4"/>
                    </a:cxn>
                    <a:cxn ang="0">
                      <a:pos x="14" y="8"/>
                    </a:cxn>
                    <a:cxn ang="0">
                      <a:pos x="17" y="10"/>
                    </a:cxn>
                    <a:cxn ang="0">
                      <a:pos x="18" y="7"/>
                    </a:cxn>
                    <a:cxn ang="0">
                      <a:pos x="21" y="7"/>
                    </a:cxn>
                    <a:cxn ang="0">
                      <a:pos x="24" y="8"/>
                    </a:cxn>
                    <a:cxn ang="0">
                      <a:pos x="26" y="11"/>
                    </a:cxn>
                    <a:cxn ang="0">
                      <a:pos x="24" y="11"/>
                    </a:cxn>
                    <a:cxn ang="0">
                      <a:pos x="20" y="12"/>
                    </a:cxn>
                    <a:cxn ang="0">
                      <a:pos x="23" y="12"/>
                    </a:cxn>
                    <a:cxn ang="0">
                      <a:pos x="19" y="15"/>
                    </a:cxn>
                    <a:cxn ang="0">
                      <a:pos x="17" y="20"/>
                    </a:cxn>
                    <a:cxn ang="0">
                      <a:pos x="13" y="19"/>
                    </a:cxn>
                    <a:cxn ang="0">
                      <a:pos x="13" y="23"/>
                    </a:cxn>
                    <a:cxn ang="0">
                      <a:pos x="15" y="24"/>
                    </a:cxn>
                    <a:cxn ang="0">
                      <a:pos x="17" y="27"/>
                    </a:cxn>
                    <a:cxn ang="0">
                      <a:pos x="14" y="25"/>
                    </a:cxn>
                    <a:cxn ang="0">
                      <a:pos x="9" y="23"/>
                    </a:cxn>
                    <a:cxn ang="0">
                      <a:pos x="6" y="18"/>
                    </a:cxn>
                    <a:cxn ang="0">
                      <a:pos x="4" y="11"/>
                    </a:cxn>
                    <a:cxn ang="0">
                      <a:pos x="18" y="44"/>
                    </a:cxn>
                    <a:cxn ang="0">
                      <a:pos x="19" y="37"/>
                    </a:cxn>
                    <a:cxn ang="0">
                      <a:pos x="16" y="31"/>
                    </a:cxn>
                    <a:cxn ang="0">
                      <a:pos x="18" y="28"/>
                    </a:cxn>
                    <a:cxn ang="0">
                      <a:pos x="22" y="28"/>
                    </a:cxn>
                    <a:cxn ang="0">
                      <a:pos x="26" y="31"/>
                    </a:cxn>
                    <a:cxn ang="0">
                      <a:pos x="28" y="33"/>
                    </a:cxn>
                    <a:cxn ang="0">
                      <a:pos x="30" y="35"/>
                    </a:cxn>
                    <a:cxn ang="0">
                      <a:pos x="25" y="40"/>
                    </a:cxn>
                    <a:cxn ang="0">
                      <a:pos x="22" y="42"/>
                    </a:cxn>
                    <a:cxn ang="0">
                      <a:pos x="23" y="44"/>
                    </a:cxn>
                    <a:cxn ang="0">
                      <a:pos x="42" y="28"/>
                    </a:cxn>
                    <a:cxn ang="0">
                      <a:pos x="23" y="12"/>
                    </a:cxn>
                    <a:cxn ang="0">
                      <a:pos x="22" y="14"/>
                    </a:cxn>
                    <a:cxn ang="0">
                      <a:pos x="32" y="4"/>
                    </a:cxn>
                    <a:cxn ang="0">
                      <a:pos x="35" y="5"/>
                    </a:cxn>
                  </a:cxnLst>
                  <a:rect l="0" t="0" r="r" b="b"/>
                  <a:pathLst>
                    <a:path w="43" h="44">
                      <a:moveTo>
                        <a:pt x="42" y="28"/>
                      </a:moveTo>
                      <a:cubicBezTo>
                        <a:pt x="42" y="27"/>
                        <a:pt x="42" y="26"/>
                        <a:pt x="42" y="26"/>
                      </a:cubicBezTo>
                      <a:cubicBezTo>
                        <a:pt x="42" y="26"/>
                        <a:pt x="41" y="25"/>
                        <a:pt x="41" y="25"/>
                      </a:cubicBezTo>
                      <a:cubicBezTo>
                        <a:pt x="41" y="24"/>
                        <a:pt x="40" y="26"/>
                        <a:pt x="40" y="26"/>
                      </a:cubicBezTo>
                      <a:cubicBezTo>
                        <a:pt x="39" y="26"/>
                        <a:pt x="39" y="26"/>
                        <a:pt x="38" y="26"/>
                      </a:cubicBezTo>
                      <a:cubicBezTo>
                        <a:pt x="38" y="26"/>
                        <a:pt x="36" y="22"/>
                        <a:pt x="36" y="22"/>
                      </a:cubicBezTo>
                      <a:cubicBezTo>
                        <a:pt x="36" y="22"/>
                        <a:pt x="36" y="21"/>
                        <a:pt x="36" y="20"/>
                      </a:cubicBezTo>
                      <a:cubicBezTo>
                        <a:pt x="36" y="19"/>
                        <a:pt x="37" y="18"/>
                        <a:pt x="37" y="18"/>
                      </a:cubicBezTo>
                      <a:cubicBezTo>
                        <a:pt x="37" y="18"/>
                        <a:pt x="37" y="17"/>
                        <a:pt x="38" y="16"/>
                      </a:cubicBezTo>
                      <a:cubicBezTo>
                        <a:pt x="38" y="15"/>
                        <a:pt x="39" y="15"/>
                        <a:pt x="39" y="15"/>
                      </a:cubicBezTo>
                      <a:cubicBezTo>
                        <a:pt x="39" y="15"/>
                        <a:pt x="39" y="14"/>
                        <a:pt x="38" y="14"/>
                      </a:cubicBezTo>
                      <a:cubicBezTo>
                        <a:pt x="37" y="13"/>
                        <a:pt x="37" y="13"/>
                        <a:pt x="38" y="12"/>
                      </a:cubicBezTo>
                      <a:cubicBezTo>
                        <a:pt x="38" y="11"/>
                        <a:pt x="38" y="11"/>
                        <a:pt x="38" y="11"/>
                      </a:cubicBezTo>
                      <a:cubicBezTo>
                        <a:pt x="39" y="12"/>
                        <a:pt x="39" y="12"/>
                        <a:pt x="39" y="12"/>
                      </a:cubicBezTo>
                      <a:cubicBezTo>
                        <a:pt x="39" y="11"/>
                        <a:pt x="39" y="10"/>
                        <a:pt x="39" y="10"/>
                      </a:cubicBezTo>
                      <a:cubicBezTo>
                        <a:pt x="39" y="10"/>
                        <a:pt x="40" y="10"/>
                        <a:pt x="40" y="10"/>
                      </a:cubicBezTo>
                      <a:cubicBezTo>
                        <a:pt x="40" y="10"/>
                        <a:pt x="41" y="10"/>
                        <a:pt x="41" y="10"/>
                      </a:cubicBezTo>
                      <a:cubicBezTo>
                        <a:pt x="39" y="7"/>
                        <a:pt x="36" y="4"/>
                        <a:pt x="33" y="2"/>
                      </a:cubicBezTo>
                      <a:cubicBezTo>
                        <a:pt x="33" y="2"/>
                        <a:pt x="33" y="2"/>
                        <a:pt x="33" y="2"/>
                      </a:cubicBezTo>
                      <a:cubicBezTo>
                        <a:pt x="32" y="3"/>
                        <a:pt x="32" y="3"/>
                        <a:pt x="32" y="3"/>
                      </a:cubicBezTo>
                      <a:cubicBezTo>
                        <a:pt x="32" y="3"/>
                        <a:pt x="31" y="3"/>
                        <a:pt x="31" y="3"/>
                      </a:cubicBezTo>
                      <a:cubicBezTo>
                        <a:pt x="30" y="3"/>
                        <a:pt x="30" y="3"/>
                        <a:pt x="30" y="3"/>
                      </a:cubicBezTo>
                      <a:cubicBezTo>
                        <a:pt x="30" y="4"/>
                        <a:pt x="30" y="4"/>
                        <a:pt x="30" y="4"/>
                      </a:cubicBezTo>
                      <a:cubicBezTo>
                        <a:pt x="30" y="5"/>
                        <a:pt x="30" y="5"/>
                        <a:pt x="30" y="5"/>
                      </a:cubicBezTo>
                      <a:cubicBezTo>
                        <a:pt x="30" y="6"/>
                        <a:pt x="30" y="6"/>
                        <a:pt x="30" y="6"/>
                      </a:cubicBezTo>
                      <a:cubicBezTo>
                        <a:pt x="30" y="6"/>
                        <a:pt x="30" y="6"/>
                        <a:pt x="30" y="6"/>
                      </a:cubicBezTo>
                      <a:cubicBezTo>
                        <a:pt x="30" y="6"/>
                        <a:pt x="29" y="6"/>
                        <a:pt x="29" y="5"/>
                      </a:cubicBezTo>
                      <a:cubicBezTo>
                        <a:pt x="28" y="5"/>
                        <a:pt x="28" y="5"/>
                        <a:pt x="27" y="5"/>
                      </a:cubicBezTo>
                      <a:cubicBezTo>
                        <a:pt x="27" y="5"/>
                        <a:pt x="25" y="3"/>
                        <a:pt x="25" y="3"/>
                      </a:cubicBezTo>
                      <a:cubicBezTo>
                        <a:pt x="25" y="3"/>
                        <a:pt x="25" y="3"/>
                        <a:pt x="25" y="2"/>
                      </a:cubicBezTo>
                      <a:cubicBezTo>
                        <a:pt x="26" y="2"/>
                        <a:pt x="24" y="1"/>
                        <a:pt x="24" y="1"/>
                      </a:cubicBezTo>
                      <a:cubicBezTo>
                        <a:pt x="24" y="0"/>
                        <a:pt x="22" y="0"/>
                        <a:pt x="22" y="0"/>
                      </a:cubicBezTo>
                      <a:cubicBezTo>
                        <a:pt x="22" y="0"/>
                        <a:pt x="22" y="0"/>
                        <a:pt x="22" y="0"/>
                      </a:cubicBezTo>
                      <a:cubicBezTo>
                        <a:pt x="18" y="0"/>
                        <a:pt x="13" y="1"/>
                        <a:pt x="10" y="4"/>
                      </a:cubicBezTo>
                      <a:cubicBezTo>
                        <a:pt x="11" y="4"/>
                        <a:pt x="12" y="3"/>
                        <a:pt x="11" y="4"/>
                      </a:cubicBezTo>
                      <a:cubicBezTo>
                        <a:pt x="10" y="4"/>
                        <a:pt x="9" y="5"/>
                        <a:pt x="9" y="5"/>
                      </a:cubicBezTo>
                      <a:cubicBezTo>
                        <a:pt x="8" y="5"/>
                        <a:pt x="9" y="5"/>
                        <a:pt x="9" y="5"/>
                      </a:cubicBezTo>
                      <a:cubicBezTo>
                        <a:pt x="10" y="5"/>
                        <a:pt x="11" y="5"/>
                        <a:pt x="12" y="4"/>
                      </a:cubicBezTo>
                      <a:cubicBezTo>
                        <a:pt x="14" y="4"/>
                        <a:pt x="14" y="4"/>
                        <a:pt x="14" y="4"/>
                      </a:cubicBezTo>
                      <a:cubicBezTo>
                        <a:pt x="14" y="3"/>
                        <a:pt x="14" y="3"/>
                        <a:pt x="14" y="3"/>
                      </a:cubicBezTo>
                      <a:cubicBezTo>
                        <a:pt x="15" y="2"/>
                        <a:pt x="15" y="2"/>
                        <a:pt x="15" y="2"/>
                      </a:cubicBezTo>
                      <a:cubicBezTo>
                        <a:pt x="15" y="2"/>
                        <a:pt x="14" y="3"/>
                        <a:pt x="15" y="4"/>
                      </a:cubicBezTo>
                      <a:cubicBezTo>
                        <a:pt x="15" y="5"/>
                        <a:pt x="17" y="5"/>
                        <a:pt x="16" y="5"/>
                      </a:cubicBezTo>
                      <a:cubicBezTo>
                        <a:pt x="14" y="6"/>
                        <a:pt x="12" y="7"/>
                        <a:pt x="13" y="7"/>
                      </a:cubicBezTo>
                      <a:cubicBezTo>
                        <a:pt x="14" y="8"/>
                        <a:pt x="14" y="8"/>
                        <a:pt x="14" y="8"/>
                      </a:cubicBezTo>
                      <a:cubicBezTo>
                        <a:pt x="14" y="8"/>
                        <a:pt x="15" y="8"/>
                        <a:pt x="15" y="8"/>
                      </a:cubicBezTo>
                      <a:cubicBezTo>
                        <a:pt x="15" y="8"/>
                        <a:pt x="16" y="9"/>
                        <a:pt x="16" y="9"/>
                      </a:cubicBezTo>
                      <a:cubicBezTo>
                        <a:pt x="16" y="9"/>
                        <a:pt x="16" y="9"/>
                        <a:pt x="17" y="10"/>
                      </a:cubicBezTo>
                      <a:cubicBezTo>
                        <a:pt x="18" y="10"/>
                        <a:pt x="18" y="9"/>
                        <a:pt x="18" y="9"/>
                      </a:cubicBezTo>
                      <a:cubicBezTo>
                        <a:pt x="18" y="8"/>
                        <a:pt x="19" y="9"/>
                        <a:pt x="18" y="8"/>
                      </a:cubicBezTo>
                      <a:cubicBezTo>
                        <a:pt x="18" y="7"/>
                        <a:pt x="18" y="7"/>
                        <a:pt x="18" y="7"/>
                      </a:cubicBezTo>
                      <a:cubicBezTo>
                        <a:pt x="18" y="6"/>
                        <a:pt x="18" y="6"/>
                        <a:pt x="18" y="6"/>
                      </a:cubicBezTo>
                      <a:cubicBezTo>
                        <a:pt x="18" y="6"/>
                        <a:pt x="19" y="5"/>
                        <a:pt x="20" y="6"/>
                      </a:cubicBezTo>
                      <a:cubicBezTo>
                        <a:pt x="20" y="6"/>
                        <a:pt x="20" y="7"/>
                        <a:pt x="21" y="7"/>
                      </a:cubicBezTo>
                      <a:cubicBezTo>
                        <a:pt x="22" y="7"/>
                        <a:pt x="22" y="6"/>
                        <a:pt x="22" y="6"/>
                      </a:cubicBezTo>
                      <a:cubicBezTo>
                        <a:pt x="22" y="6"/>
                        <a:pt x="23" y="6"/>
                        <a:pt x="23" y="7"/>
                      </a:cubicBezTo>
                      <a:cubicBezTo>
                        <a:pt x="24" y="8"/>
                        <a:pt x="24" y="8"/>
                        <a:pt x="24" y="8"/>
                      </a:cubicBezTo>
                      <a:cubicBezTo>
                        <a:pt x="25" y="9"/>
                        <a:pt x="24" y="9"/>
                        <a:pt x="24" y="9"/>
                      </a:cubicBezTo>
                      <a:cubicBezTo>
                        <a:pt x="24" y="9"/>
                        <a:pt x="25" y="8"/>
                        <a:pt x="25" y="9"/>
                      </a:cubicBezTo>
                      <a:cubicBezTo>
                        <a:pt x="25" y="11"/>
                        <a:pt x="25" y="11"/>
                        <a:pt x="26" y="11"/>
                      </a:cubicBezTo>
                      <a:cubicBezTo>
                        <a:pt x="26" y="11"/>
                        <a:pt x="27" y="11"/>
                        <a:pt x="27" y="12"/>
                      </a:cubicBezTo>
                      <a:cubicBezTo>
                        <a:pt x="26" y="12"/>
                        <a:pt x="26" y="12"/>
                        <a:pt x="26" y="12"/>
                      </a:cubicBezTo>
                      <a:cubicBezTo>
                        <a:pt x="24" y="11"/>
                        <a:pt x="24" y="11"/>
                        <a:pt x="24" y="11"/>
                      </a:cubicBezTo>
                      <a:cubicBezTo>
                        <a:pt x="24" y="11"/>
                        <a:pt x="25" y="10"/>
                        <a:pt x="24" y="10"/>
                      </a:cubicBezTo>
                      <a:cubicBezTo>
                        <a:pt x="24" y="10"/>
                        <a:pt x="22" y="10"/>
                        <a:pt x="22" y="10"/>
                      </a:cubicBezTo>
                      <a:cubicBezTo>
                        <a:pt x="22" y="10"/>
                        <a:pt x="20" y="11"/>
                        <a:pt x="20" y="12"/>
                      </a:cubicBezTo>
                      <a:cubicBezTo>
                        <a:pt x="20" y="12"/>
                        <a:pt x="22" y="11"/>
                        <a:pt x="22" y="11"/>
                      </a:cubicBezTo>
                      <a:cubicBezTo>
                        <a:pt x="22" y="12"/>
                        <a:pt x="22" y="11"/>
                        <a:pt x="22" y="12"/>
                      </a:cubicBezTo>
                      <a:cubicBezTo>
                        <a:pt x="23" y="12"/>
                        <a:pt x="23" y="12"/>
                        <a:pt x="23" y="12"/>
                      </a:cubicBezTo>
                      <a:cubicBezTo>
                        <a:pt x="23" y="12"/>
                        <a:pt x="23" y="12"/>
                        <a:pt x="22" y="13"/>
                      </a:cubicBezTo>
                      <a:cubicBezTo>
                        <a:pt x="21" y="13"/>
                        <a:pt x="20" y="13"/>
                        <a:pt x="20" y="14"/>
                      </a:cubicBezTo>
                      <a:cubicBezTo>
                        <a:pt x="20" y="14"/>
                        <a:pt x="19" y="14"/>
                        <a:pt x="19" y="15"/>
                      </a:cubicBezTo>
                      <a:cubicBezTo>
                        <a:pt x="18" y="16"/>
                        <a:pt x="19" y="16"/>
                        <a:pt x="18" y="16"/>
                      </a:cubicBezTo>
                      <a:cubicBezTo>
                        <a:pt x="18" y="17"/>
                        <a:pt x="16" y="18"/>
                        <a:pt x="16" y="19"/>
                      </a:cubicBezTo>
                      <a:cubicBezTo>
                        <a:pt x="17" y="19"/>
                        <a:pt x="17" y="20"/>
                        <a:pt x="17" y="20"/>
                      </a:cubicBezTo>
                      <a:cubicBezTo>
                        <a:pt x="16" y="20"/>
                        <a:pt x="16" y="20"/>
                        <a:pt x="16" y="20"/>
                      </a:cubicBezTo>
                      <a:cubicBezTo>
                        <a:pt x="16" y="20"/>
                        <a:pt x="16" y="19"/>
                        <a:pt x="15" y="19"/>
                      </a:cubicBezTo>
                      <a:cubicBezTo>
                        <a:pt x="14" y="19"/>
                        <a:pt x="13" y="19"/>
                        <a:pt x="13" y="19"/>
                      </a:cubicBezTo>
                      <a:cubicBezTo>
                        <a:pt x="13" y="19"/>
                        <a:pt x="11" y="19"/>
                        <a:pt x="11" y="20"/>
                      </a:cubicBezTo>
                      <a:cubicBezTo>
                        <a:pt x="11" y="20"/>
                        <a:pt x="10" y="23"/>
                        <a:pt x="12" y="23"/>
                      </a:cubicBezTo>
                      <a:cubicBezTo>
                        <a:pt x="13" y="23"/>
                        <a:pt x="13" y="23"/>
                        <a:pt x="13" y="23"/>
                      </a:cubicBezTo>
                      <a:cubicBezTo>
                        <a:pt x="13" y="23"/>
                        <a:pt x="14" y="22"/>
                        <a:pt x="14" y="22"/>
                      </a:cubicBezTo>
                      <a:cubicBezTo>
                        <a:pt x="14" y="22"/>
                        <a:pt x="14" y="24"/>
                        <a:pt x="14" y="24"/>
                      </a:cubicBezTo>
                      <a:cubicBezTo>
                        <a:pt x="14" y="24"/>
                        <a:pt x="15" y="24"/>
                        <a:pt x="15" y="24"/>
                      </a:cubicBezTo>
                      <a:cubicBezTo>
                        <a:pt x="15" y="24"/>
                        <a:pt x="16" y="25"/>
                        <a:pt x="16" y="26"/>
                      </a:cubicBezTo>
                      <a:cubicBezTo>
                        <a:pt x="16" y="26"/>
                        <a:pt x="16" y="27"/>
                        <a:pt x="16" y="27"/>
                      </a:cubicBezTo>
                      <a:cubicBezTo>
                        <a:pt x="17" y="27"/>
                        <a:pt x="17" y="27"/>
                        <a:pt x="17" y="27"/>
                      </a:cubicBezTo>
                      <a:cubicBezTo>
                        <a:pt x="17" y="27"/>
                        <a:pt x="17" y="27"/>
                        <a:pt x="17" y="27"/>
                      </a:cubicBezTo>
                      <a:cubicBezTo>
                        <a:pt x="17" y="27"/>
                        <a:pt x="16" y="27"/>
                        <a:pt x="15" y="27"/>
                      </a:cubicBezTo>
                      <a:cubicBezTo>
                        <a:pt x="15" y="26"/>
                        <a:pt x="14" y="25"/>
                        <a:pt x="14" y="25"/>
                      </a:cubicBezTo>
                      <a:cubicBezTo>
                        <a:pt x="14" y="25"/>
                        <a:pt x="13" y="25"/>
                        <a:pt x="13" y="25"/>
                      </a:cubicBezTo>
                      <a:cubicBezTo>
                        <a:pt x="12" y="24"/>
                        <a:pt x="13" y="24"/>
                        <a:pt x="12" y="24"/>
                      </a:cubicBezTo>
                      <a:cubicBezTo>
                        <a:pt x="11" y="24"/>
                        <a:pt x="10" y="24"/>
                        <a:pt x="9" y="23"/>
                      </a:cubicBezTo>
                      <a:cubicBezTo>
                        <a:pt x="9" y="23"/>
                        <a:pt x="8" y="22"/>
                        <a:pt x="8" y="22"/>
                      </a:cubicBezTo>
                      <a:cubicBezTo>
                        <a:pt x="8" y="22"/>
                        <a:pt x="7" y="21"/>
                        <a:pt x="7" y="20"/>
                      </a:cubicBezTo>
                      <a:cubicBezTo>
                        <a:pt x="6" y="19"/>
                        <a:pt x="6" y="19"/>
                        <a:pt x="6" y="18"/>
                      </a:cubicBezTo>
                      <a:cubicBezTo>
                        <a:pt x="5" y="18"/>
                        <a:pt x="5" y="18"/>
                        <a:pt x="4" y="17"/>
                      </a:cubicBezTo>
                      <a:cubicBezTo>
                        <a:pt x="4" y="15"/>
                        <a:pt x="5" y="13"/>
                        <a:pt x="5" y="13"/>
                      </a:cubicBezTo>
                      <a:cubicBezTo>
                        <a:pt x="4" y="12"/>
                        <a:pt x="5" y="11"/>
                        <a:pt x="4" y="11"/>
                      </a:cubicBezTo>
                      <a:cubicBezTo>
                        <a:pt x="3" y="11"/>
                        <a:pt x="3" y="11"/>
                        <a:pt x="3" y="11"/>
                      </a:cubicBezTo>
                      <a:cubicBezTo>
                        <a:pt x="1" y="14"/>
                        <a:pt x="0" y="18"/>
                        <a:pt x="0" y="22"/>
                      </a:cubicBezTo>
                      <a:cubicBezTo>
                        <a:pt x="0" y="33"/>
                        <a:pt x="8" y="42"/>
                        <a:pt x="18" y="44"/>
                      </a:cubicBezTo>
                      <a:cubicBezTo>
                        <a:pt x="18" y="44"/>
                        <a:pt x="18" y="44"/>
                        <a:pt x="18" y="43"/>
                      </a:cubicBezTo>
                      <a:cubicBezTo>
                        <a:pt x="18" y="42"/>
                        <a:pt x="18" y="41"/>
                        <a:pt x="19" y="39"/>
                      </a:cubicBezTo>
                      <a:cubicBezTo>
                        <a:pt x="19" y="38"/>
                        <a:pt x="19" y="37"/>
                        <a:pt x="19" y="37"/>
                      </a:cubicBezTo>
                      <a:cubicBezTo>
                        <a:pt x="19" y="37"/>
                        <a:pt x="17" y="37"/>
                        <a:pt x="17" y="36"/>
                      </a:cubicBezTo>
                      <a:cubicBezTo>
                        <a:pt x="17" y="36"/>
                        <a:pt x="15" y="33"/>
                        <a:pt x="15" y="32"/>
                      </a:cubicBezTo>
                      <a:cubicBezTo>
                        <a:pt x="15" y="31"/>
                        <a:pt x="16" y="31"/>
                        <a:pt x="16" y="31"/>
                      </a:cubicBezTo>
                      <a:cubicBezTo>
                        <a:pt x="16" y="31"/>
                        <a:pt x="16" y="30"/>
                        <a:pt x="16" y="29"/>
                      </a:cubicBezTo>
                      <a:cubicBezTo>
                        <a:pt x="16" y="28"/>
                        <a:pt x="17" y="28"/>
                        <a:pt x="17" y="28"/>
                      </a:cubicBezTo>
                      <a:cubicBezTo>
                        <a:pt x="18" y="28"/>
                        <a:pt x="18" y="28"/>
                        <a:pt x="18" y="28"/>
                      </a:cubicBezTo>
                      <a:cubicBezTo>
                        <a:pt x="19" y="28"/>
                        <a:pt x="19" y="28"/>
                        <a:pt x="19" y="28"/>
                      </a:cubicBezTo>
                      <a:cubicBezTo>
                        <a:pt x="19" y="28"/>
                        <a:pt x="20" y="28"/>
                        <a:pt x="21" y="28"/>
                      </a:cubicBezTo>
                      <a:cubicBezTo>
                        <a:pt x="22" y="28"/>
                        <a:pt x="22" y="28"/>
                        <a:pt x="22" y="28"/>
                      </a:cubicBezTo>
                      <a:cubicBezTo>
                        <a:pt x="22" y="28"/>
                        <a:pt x="23" y="29"/>
                        <a:pt x="24" y="29"/>
                      </a:cubicBezTo>
                      <a:cubicBezTo>
                        <a:pt x="24" y="30"/>
                        <a:pt x="26" y="30"/>
                        <a:pt x="26" y="30"/>
                      </a:cubicBezTo>
                      <a:cubicBezTo>
                        <a:pt x="26" y="31"/>
                        <a:pt x="26" y="31"/>
                        <a:pt x="26" y="31"/>
                      </a:cubicBezTo>
                      <a:cubicBezTo>
                        <a:pt x="25" y="32"/>
                        <a:pt x="25" y="32"/>
                        <a:pt x="25" y="32"/>
                      </a:cubicBezTo>
                      <a:cubicBezTo>
                        <a:pt x="26" y="31"/>
                        <a:pt x="26" y="31"/>
                        <a:pt x="26" y="31"/>
                      </a:cubicBezTo>
                      <a:cubicBezTo>
                        <a:pt x="26" y="31"/>
                        <a:pt x="27" y="32"/>
                        <a:pt x="28" y="33"/>
                      </a:cubicBezTo>
                      <a:cubicBezTo>
                        <a:pt x="28" y="33"/>
                        <a:pt x="30" y="33"/>
                        <a:pt x="30" y="33"/>
                      </a:cubicBezTo>
                      <a:cubicBezTo>
                        <a:pt x="30" y="33"/>
                        <a:pt x="31" y="33"/>
                        <a:pt x="31" y="34"/>
                      </a:cubicBezTo>
                      <a:cubicBezTo>
                        <a:pt x="30" y="34"/>
                        <a:pt x="30" y="35"/>
                        <a:pt x="30" y="35"/>
                      </a:cubicBezTo>
                      <a:cubicBezTo>
                        <a:pt x="30" y="35"/>
                        <a:pt x="29" y="37"/>
                        <a:pt x="28" y="38"/>
                      </a:cubicBezTo>
                      <a:cubicBezTo>
                        <a:pt x="28" y="39"/>
                        <a:pt x="28" y="38"/>
                        <a:pt x="27" y="39"/>
                      </a:cubicBezTo>
                      <a:cubicBezTo>
                        <a:pt x="26" y="39"/>
                        <a:pt x="26" y="39"/>
                        <a:pt x="25" y="40"/>
                      </a:cubicBezTo>
                      <a:cubicBezTo>
                        <a:pt x="25" y="41"/>
                        <a:pt x="24" y="41"/>
                        <a:pt x="23" y="41"/>
                      </a:cubicBezTo>
                      <a:cubicBezTo>
                        <a:pt x="23" y="42"/>
                        <a:pt x="23" y="42"/>
                        <a:pt x="23" y="42"/>
                      </a:cubicBezTo>
                      <a:cubicBezTo>
                        <a:pt x="22" y="42"/>
                        <a:pt x="22" y="42"/>
                        <a:pt x="22" y="42"/>
                      </a:cubicBezTo>
                      <a:cubicBezTo>
                        <a:pt x="22" y="42"/>
                        <a:pt x="21" y="43"/>
                        <a:pt x="21" y="44"/>
                      </a:cubicBezTo>
                      <a:cubicBezTo>
                        <a:pt x="20" y="44"/>
                        <a:pt x="20" y="44"/>
                        <a:pt x="20" y="44"/>
                      </a:cubicBezTo>
                      <a:cubicBezTo>
                        <a:pt x="21" y="44"/>
                        <a:pt x="22" y="44"/>
                        <a:pt x="23" y="44"/>
                      </a:cubicBezTo>
                      <a:cubicBezTo>
                        <a:pt x="30" y="44"/>
                        <a:pt x="37" y="40"/>
                        <a:pt x="41" y="34"/>
                      </a:cubicBezTo>
                      <a:cubicBezTo>
                        <a:pt x="41" y="34"/>
                        <a:pt x="42" y="32"/>
                        <a:pt x="42" y="31"/>
                      </a:cubicBezTo>
                      <a:cubicBezTo>
                        <a:pt x="42" y="30"/>
                        <a:pt x="43" y="28"/>
                        <a:pt x="42" y="28"/>
                      </a:cubicBezTo>
                      <a:close/>
                      <a:moveTo>
                        <a:pt x="22" y="14"/>
                      </a:moveTo>
                      <a:cubicBezTo>
                        <a:pt x="22" y="13"/>
                        <a:pt x="22" y="13"/>
                        <a:pt x="22" y="13"/>
                      </a:cubicBezTo>
                      <a:cubicBezTo>
                        <a:pt x="22" y="13"/>
                        <a:pt x="23" y="13"/>
                        <a:pt x="23" y="12"/>
                      </a:cubicBezTo>
                      <a:cubicBezTo>
                        <a:pt x="24" y="12"/>
                        <a:pt x="24" y="12"/>
                        <a:pt x="24" y="12"/>
                      </a:cubicBezTo>
                      <a:cubicBezTo>
                        <a:pt x="24" y="13"/>
                        <a:pt x="24" y="13"/>
                        <a:pt x="24" y="13"/>
                      </a:cubicBezTo>
                      <a:cubicBezTo>
                        <a:pt x="24" y="13"/>
                        <a:pt x="23" y="13"/>
                        <a:pt x="22" y="14"/>
                      </a:cubicBezTo>
                      <a:close/>
                      <a:moveTo>
                        <a:pt x="33" y="5"/>
                      </a:moveTo>
                      <a:cubicBezTo>
                        <a:pt x="33" y="5"/>
                        <a:pt x="33" y="4"/>
                        <a:pt x="32" y="4"/>
                      </a:cubicBezTo>
                      <a:cubicBezTo>
                        <a:pt x="32" y="4"/>
                        <a:pt x="32" y="4"/>
                        <a:pt x="32" y="4"/>
                      </a:cubicBezTo>
                      <a:cubicBezTo>
                        <a:pt x="32" y="4"/>
                        <a:pt x="32" y="4"/>
                        <a:pt x="32" y="4"/>
                      </a:cubicBezTo>
                      <a:cubicBezTo>
                        <a:pt x="33" y="4"/>
                        <a:pt x="33" y="4"/>
                        <a:pt x="33" y="4"/>
                      </a:cubicBezTo>
                      <a:cubicBezTo>
                        <a:pt x="33" y="4"/>
                        <a:pt x="34" y="4"/>
                        <a:pt x="35" y="5"/>
                      </a:cubicBezTo>
                      <a:cubicBezTo>
                        <a:pt x="35" y="5"/>
                        <a:pt x="34" y="5"/>
                        <a:pt x="33" y="5"/>
                      </a:cubicBezTo>
                      <a:close/>
                    </a:path>
                  </a:pathLst>
                </a:custGeom>
                <a:grpFill/>
                <a:ln w="9525">
                  <a:noFill/>
                  <a:round/>
                </a:ln>
              </p:spPr>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grpSp>
          <p:sp>
            <p:nvSpPr>
              <p:cNvPr id="18" name="is1iḑè"/>
              <p:cNvSpPr/>
              <p:nvPr/>
            </p:nvSpPr>
            <p:spPr>
              <a:xfrm>
                <a:off x="4225056" y="2044736"/>
                <a:ext cx="3467065" cy="3467065"/>
              </a:xfrm>
              <a:prstGeom prst="arc">
                <a:avLst>
                  <a:gd name="adj1" fmla="val 226208"/>
                  <a:gd name="adj2" fmla="val 214580"/>
                </a:avLst>
              </a:prstGeom>
              <a:ln w="19050">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grpSp>
            <p:nvGrpSpPr>
              <p:cNvPr id="19" name="ïsḻíďe"/>
              <p:cNvGrpSpPr/>
              <p:nvPr/>
            </p:nvGrpSpPr>
            <p:grpSpPr>
              <a:xfrm>
                <a:off x="7068413" y="2013377"/>
                <a:ext cx="988296" cy="531959"/>
                <a:chOff x="7068413" y="2013377"/>
                <a:chExt cx="988296" cy="531959"/>
              </a:xfrm>
            </p:grpSpPr>
            <p:grpSp>
              <p:nvGrpSpPr>
                <p:cNvPr id="38" name="îśľïḍè"/>
                <p:cNvGrpSpPr/>
                <p:nvPr/>
              </p:nvGrpSpPr>
              <p:grpSpPr>
                <a:xfrm>
                  <a:off x="7518747" y="2116055"/>
                  <a:ext cx="537962" cy="429281"/>
                  <a:chOff x="6157913" y="1457325"/>
                  <a:chExt cx="471488" cy="376238"/>
                </a:xfrm>
                <a:solidFill>
                  <a:schemeClr val="accent1"/>
                </a:solidFill>
              </p:grpSpPr>
              <p:sp>
                <p:nvSpPr>
                  <p:cNvPr id="42" name="îśḷïďe"/>
                  <p:cNvSpPr/>
                  <p:nvPr/>
                </p:nvSpPr>
                <p:spPr bwMode="auto">
                  <a:xfrm>
                    <a:off x="6157913" y="1563688"/>
                    <a:ext cx="471488" cy="269875"/>
                  </a:xfrm>
                  <a:custGeom>
                    <a:avLst/>
                    <a:gdLst/>
                    <a:ahLst/>
                    <a:cxnLst>
                      <a:cxn ang="0">
                        <a:pos x="0" y="4"/>
                      </a:cxn>
                      <a:cxn ang="0">
                        <a:pos x="46" y="28"/>
                      </a:cxn>
                      <a:cxn ang="0">
                        <a:pos x="46" y="0"/>
                      </a:cxn>
                      <a:cxn ang="0">
                        <a:pos x="37" y="4"/>
                      </a:cxn>
                      <a:cxn ang="0">
                        <a:pos x="37" y="7"/>
                      </a:cxn>
                      <a:cxn ang="0">
                        <a:pos x="32" y="5"/>
                      </a:cxn>
                      <a:cxn ang="0">
                        <a:pos x="37" y="9"/>
                      </a:cxn>
                      <a:cxn ang="0">
                        <a:pos x="37" y="12"/>
                      </a:cxn>
                      <a:cxn ang="0">
                        <a:pos x="32" y="10"/>
                      </a:cxn>
                      <a:cxn ang="0">
                        <a:pos x="37" y="14"/>
                      </a:cxn>
                      <a:cxn ang="0">
                        <a:pos x="37" y="17"/>
                      </a:cxn>
                      <a:cxn ang="0">
                        <a:pos x="32" y="15"/>
                      </a:cxn>
                      <a:cxn ang="0">
                        <a:pos x="30" y="4"/>
                      </a:cxn>
                      <a:cxn ang="0">
                        <a:pos x="30" y="7"/>
                      </a:cxn>
                      <a:cxn ang="0">
                        <a:pos x="26" y="5"/>
                      </a:cxn>
                      <a:cxn ang="0">
                        <a:pos x="30" y="9"/>
                      </a:cxn>
                      <a:cxn ang="0">
                        <a:pos x="30" y="12"/>
                      </a:cxn>
                      <a:cxn ang="0">
                        <a:pos x="26" y="10"/>
                      </a:cxn>
                      <a:cxn ang="0">
                        <a:pos x="30" y="14"/>
                      </a:cxn>
                      <a:cxn ang="0">
                        <a:pos x="30" y="17"/>
                      </a:cxn>
                      <a:cxn ang="0">
                        <a:pos x="26" y="15"/>
                      </a:cxn>
                      <a:cxn ang="0">
                        <a:pos x="24" y="4"/>
                      </a:cxn>
                      <a:cxn ang="0">
                        <a:pos x="24" y="7"/>
                      </a:cxn>
                      <a:cxn ang="0">
                        <a:pos x="19" y="5"/>
                      </a:cxn>
                      <a:cxn ang="0">
                        <a:pos x="24" y="9"/>
                      </a:cxn>
                      <a:cxn ang="0">
                        <a:pos x="24" y="12"/>
                      </a:cxn>
                      <a:cxn ang="0">
                        <a:pos x="19" y="10"/>
                      </a:cxn>
                      <a:cxn ang="0">
                        <a:pos x="24" y="14"/>
                      </a:cxn>
                      <a:cxn ang="0">
                        <a:pos x="24" y="17"/>
                      </a:cxn>
                      <a:cxn ang="0">
                        <a:pos x="19" y="15"/>
                      </a:cxn>
                      <a:cxn ang="0">
                        <a:pos x="17" y="4"/>
                      </a:cxn>
                      <a:cxn ang="0">
                        <a:pos x="17" y="7"/>
                      </a:cxn>
                      <a:cxn ang="0">
                        <a:pos x="12" y="5"/>
                      </a:cxn>
                      <a:cxn ang="0">
                        <a:pos x="17" y="9"/>
                      </a:cxn>
                      <a:cxn ang="0">
                        <a:pos x="17" y="12"/>
                      </a:cxn>
                      <a:cxn ang="0">
                        <a:pos x="12" y="10"/>
                      </a:cxn>
                      <a:cxn ang="0">
                        <a:pos x="17" y="14"/>
                      </a:cxn>
                      <a:cxn ang="0">
                        <a:pos x="17" y="17"/>
                      </a:cxn>
                      <a:cxn ang="0">
                        <a:pos x="12" y="15"/>
                      </a:cxn>
                      <a:cxn ang="0">
                        <a:pos x="6" y="17"/>
                      </a:cxn>
                      <a:cxn ang="0">
                        <a:pos x="6" y="14"/>
                      </a:cxn>
                      <a:cxn ang="0">
                        <a:pos x="10" y="16"/>
                      </a:cxn>
                      <a:cxn ang="0">
                        <a:pos x="6" y="12"/>
                      </a:cxn>
                      <a:cxn ang="0">
                        <a:pos x="6" y="9"/>
                      </a:cxn>
                      <a:cxn ang="0">
                        <a:pos x="10" y="12"/>
                      </a:cxn>
                      <a:cxn ang="0">
                        <a:pos x="6" y="7"/>
                      </a:cxn>
                      <a:cxn ang="0">
                        <a:pos x="6" y="4"/>
                      </a:cxn>
                      <a:cxn ang="0">
                        <a:pos x="10" y="7"/>
                      </a:cxn>
                      <a:cxn ang="0">
                        <a:pos x="12" y="24"/>
                      </a:cxn>
                      <a:cxn ang="0">
                        <a:pos x="12" y="20"/>
                      </a:cxn>
                      <a:cxn ang="0">
                        <a:pos x="38" y="23"/>
                      </a:cxn>
                      <a:cxn ang="0">
                        <a:pos x="39" y="17"/>
                      </a:cxn>
                      <a:cxn ang="0">
                        <a:pos x="39" y="14"/>
                      </a:cxn>
                      <a:cxn ang="0">
                        <a:pos x="44" y="16"/>
                      </a:cxn>
                      <a:cxn ang="0">
                        <a:pos x="39" y="12"/>
                      </a:cxn>
                      <a:cxn ang="0">
                        <a:pos x="39" y="9"/>
                      </a:cxn>
                      <a:cxn ang="0">
                        <a:pos x="44" y="12"/>
                      </a:cxn>
                      <a:cxn ang="0">
                        <a:pos x="39" y="7"/>
                      </a:cxn>
                      <a:cxn ang="0">
                        <a:pos x="39" y="4"/>
                      </a:cxn>
                      <a:cxn ang="0">
                        <a:pos x="44" y="7"/>
                      </a:cxn>
                    </a:cxnLst>
                    <a:rect l="0" t="0" r="r" b="b"/>
                    <a:pathLst>
                      <a:path w="49" h="28">
                        <a:moveTo>
                          <a:pt x="46" y="0"/>
                        </a:moveTo>
                        <a:cubicBezTo>
                          <a:pt x="3" y="0"/>
                          <a:pt x="3" y="0"/>
                          <a:pt x="3" y="0"/>
                        </a:cubicBezTo>
                        <a:cubicBezTo>
                          <a:pt x="2" y="0"/>
                          <a:pt x="0" y="2"/>
                          <a:pt x="0" y="4"/>
                        </a:cubicBezTo>
                        <a:cubicBezTo>
                          <a:pt x="0" y="25"/>
                          <a:pt x="0" y="25"/>
                          <a:pt x="0" y="25"/>
                        </a:cubicBezTo>
                        <a:cubicBezTo>
                          <a:pt x="0" y="27"/>
                          <a:pt x="2" y="28"/>
                          <a:pt x="3" y="28"/>
                        </a:cubicBezTo>
                        <a:cubicBezTo>
                          <a:pt x="46" y="28"/>
                          <a:pt x="46" y="28"/>
                          <a:pt x="46" y="28"/>
                        </a:cubicBezTo>
                        <a:cubicBezTo>
                          <a:pt x="48" y="28"/>
                          <a:pt x="49" y="27"/>
                          <a:pt x="49" y="25"/>
                        </a:cubicBezTo>
                        <a:cubicBezTo>
                          <a:pt x="49" y="4"/>
                          <a:pt x="49" y="4"/>
                          <a:pt x="49" y="4"/>
                        </a:cubicBezTo>
                        <a:cubicBezTo>
                          <a:pt x="49" y="2"/>
                          <a:pt x="48" y="0"/>
                          <a:pt x="46" y="0"/>
                        </a:cubicBezTo>
                        <a:close/>
                        <a:moveTo>
                          <a:pt x="32" y="5"/>
                        </a:moveTo>
                        <a:cubicBezTo>
                          <a:pt x="32" y="4"/>
                          <a:pt x="32" y="4"/>
                          <a:pt x="32" y="4"/>
                        </a:cubicBezTo>
                        <a:cubicBezTo>
                          <a:pt x="37" y="4"/>
                          <a:pt x="37" y="4"/>
                          <a:pt x="37" y="4"/>
                        </a:cubicBezTo>
                        <a:cubicBezTo>
                          <a:pt x="37" y="5"/>
                          <a:pt x="37" y="5"/>
                          <a:pt x="37" y="5"/>
                        </a:cubicBezTo>
                        <a:cubicBezTo>
                          <a:pt x="37" y="7"/>
                          <a:pt x="37" y="7"/>
                          <a:pt x="37" y="7"/>
                        </a:cubicBezTo>
                        <a:cubicBezTo>
                          <a:pt x="37" y="7"/>
                          <a:pt x="37" y="7"/>
                          <a:pt x="37" y="7"/>
                        </a:cubicBezTo>
                        <a:cubicBezTo>
                          <a:pt x="32" y="7"/>
                          <a:pt x="32" y="7"/>
                          <a:pt x="32" y="7"/>
                        </a:cubicBezTo>
                        <a:cubicBezTo>
                          <a:pt x="32" y="7"/>
                          <a:pt x="32" y="7"/>
                          <a:pt x="32" y="7"/>
                        </a:cubicBezTo>
                        <a:lnTo>
                          <a:pt x="32" y="5"/>
                        </a:lnTo>
                        <a:close/>
                        <a:moveTo>
                          <a:pt x="32" y="10"/>
                        </a:moveTo>
                        <a:cubicBezTo>
                          <a:pt x="32" y="9"/>
                          <a:pt x="32" y="9"/>
                          <a:pt x="32" y="9"/>
                        </a:cubicBezTo>
                        <a:cubicBezTo>
                          <a:pt x="37" y="9"/>
                          <a:pt x="37" y="9"/>
                          <a:pt x="37" y="9"/>
                        </a:cubicBezTo>
                        <a:cubicBezTo>
                          <a:pt x="37" y="10"/>
                          <a:pt x="37" y="10"/>
                          <a:pt x="37" y="10"/>
                        </a:cubicBezTo>
                        <a:cubicBezTo>
                          <a:pt x="37" y="12"/>
                          <a:pt x="37" y="12"/>
                          <a:pt x="37" y="12"/>
                        </a:cubicBezTo>
                        <a:cubicBezTo>
                          <a:pt x="37" y="12"/>
                          <a:pt x="37" y="12"/>
                          <a:pt x="37" y="12"/>
                        </a:cubicBezTo>
                        <a:cubicBezTo>
                          <a:pt x="32" y="12"/>
                          <a:pt x="32" y="12"/>
                          <a:pt x="32" y="12"/>
                        </a:cubicBezTo>
                        <a:cubicBezTo>
                          <a:pt x="32" y="12"/>
                          <a:pt x="32" y="12"/>
                          <a:pt x="32" y="12"/>
                        </a:cubicBezTo>
                        <a:lnTo>
                          <a:pt x="32" y="10"/>
                        </a:lnTo>
                        <a:close/>
                        <a:moveTo>
                          <a:pt x="32" y="15"/>
                        </a:moveTo>
                        <a:cubicBezTo>
                          <a:pt x="32" y="14"/>
                          <a:pt x="32" y="14"/>
                          <a:pt x="32" y="14"/>
                        </a:cubicBezTo>
                        <a:cubicBezTo>
                          <a:pt x="37" y="14"/>
                          <a:pt x="37" y="14"/>
                          <a:pt x="37" y="14"/>
                        </a:cubicBezTo>
                        <a:cubicBezTo>
                          <a:pt x="37" y="15"/>
                          <a:pt x="37" y="15"/>
                          <a:pt x="37" y="15"/>
                        </a:cubicBezTo>
                        <a:cubicBezTo>
                          <a:pt x="37" y="16"/>
                          <a:pt x="37" y="16"/>
                          <a:pt x="37" y="16"/>
                        </a:cubicBezTo>
                        <a:cubicBezTo>
                          <a:pt x="37" y="17"/>
                          <a:pt x="37" y="17"/>
                          <a:pt x="37" y="17"/>
                        </a:cubicBezTo>
                        <a:cubicBezTo>
                          <a:pt x="32" y="17"/>
                          <a:pt x="32" y="17"/>
                          <a:pt x="32" y="17"/>
                        </a:cubicBezTo>
                        <a:cubicBezTo>
                          <a:pt x="32" y="16"/>
                          <a:pt x="32" y="16"/>
                          <a:pt x="32" y="16"/>
                        </a:cubicBezTo>
                        <a:lnTo>
                          <a:pt x="32" y="15"/>
                        </a:lnTo>
                        <a:close/>
                        <a:moveTo>
                          <a:pt x="26" y="5"/>
                        </a:moveTo>
                        <a:cubicBezTo>
                          <a:pt x="26" y="4"/>
                          <a:pt x="26" y="4"/>
                          <a:pt x="26" y="4"/>
                        </a:cubicBezTo>
                        <a:cubicBezTo>
                          <a:pt x="30" y="4"/>
                          <a:pt x="30" y="4"/>
                          <a:pt x="30" y="4"/>
                        </a:cubicBezTo>
                        <a:cubicBezTo>
                          <a:pt x="30" y="5"/>
                          <a:pt x="30" y="5"/>
                          <a:pt x="30" y="5"/>
                        </a:cubicBezTo>
                        <a:cubicBezTo>
                          <a:pt x="30" y="7"/>
                          <a:pt x="30" y="7"/>
                          <a:pt x="30" y="7"/>
                        </a:cubicBezTo>
                        <a:cubicBezTo>
                          <a:pt x="30" y="7"/>
                          <a:pt x="30" y="7"/>
                          <a:pt x="30" y="7"/>
                        </a:cubicBezTo>
                        <a:cubicBezTo>
                          <a:pt x="26" y="7"/>
                          <a:pt x="26" y="7"/>
                          <a:pt x="26" y="7"/>
                        </a:cubicBezTo>
                        <a:cubicBezTo>
                          <a:pt x="26" y="7"/>
                          <a:pt x="26" y="7"/>
                          <a:pt x="26" y="7"/>
                        </a:cubicBezTo>
                        <a:lnTo>
                          <a:pt x="26" y="5"/>
                        </a:lnTo>
                        <a:close/>
                        <a:moveTo>
                          <a:pt x="26" y="10"/>
                        </a:moveTo>
                        <a:cubicBezTo>
                          <a:pt x="26" y="9"/>
                          <a:pt x="26" y="9"/>
                          <a:pt x="26" y="9"/>
                        </a:cubicBezTo>
                        <a:cubicBezTo>
                          <a:pt x="30" y="9"/>
                          <a:pt x="30" y="9"/>
                          <a:pt x="30" y="9"/>
                        </a:cubicBezTo>
                        <a:cubicBezTo>
                          <a:pt x="30" y="10"/>
                          <a:pt x="30" y="10"/>
                          <a:pt x="30" y="10"/>
                        </a:cubicBezTo>
                        <a:cubicBezTo>
                          <a:pt x="30" y="12"/>
                          <a:pt x="30" y="12"/>
                          <a:pt x="30" y="12"/>
                        </a:cubicBezTo>
                        <a:cubicBezTo>
                          <a:pt x="30" y="12"/>
                          <a:pt x="30" y="12"/>
                          <a:pt x="30" y="12"/>
                        </a:cubicBezTo>
                        <a:cubicBezTo>
                          <a:pt x="26" y="12"/>
                          <a:pt x="26" y="12"/>
                          <a:pt x="26" y="12"/>
                        </a:cubicBezTo>
                        <a:cubicBezTo>
                          <a:pt x="26" y="12"/>
                          <a:pt x="26" y="12"/>
                          <a:pt x="26" y="12"/>
                        </a:cubicBezTo>
                        <a:lnTo>
                          <a:pt x="26" y="10"/>
                        </a:lnTo>
                        <a:close/>
                        <a:moveTo>
                          <a:pt x="26" y="15"/>
                        </a:moveTo>
                        <a:cubicBezTo>
                          <a:pt x="26" y="14"/>
                          <a:pt x="26" y="14"/>
                          <a:pt x="26" y="14"/>
                        </a:cubicBezTo>
                        <a:cubicBezTo>
                          <a:pt x="30" y="14"/>
                          <a:pt x="30" y="14"/>
                          <a:pt x="30" y="14"/>
                        </a:cubicBezTo>
                        <a:cubicBezTo>
                          <a:pt x="30" y="15"/>
                          <a:pt x="30" y="15"/>
                          <a:pt x="30" y="15"/>
                        </a:cubicBezTo>
                        <a:cubicBezTo>
                          <a:pt x="30" y="16"/>
                          <a:pt x="30" y="16"/>
                          <a:pt x="30" y="16"/>
                        </a:cubicBezTo>
                        <a:cubicBezTo>
                          <a:pt x="30" y="17"/>
                          <a:pt x="30" y="17"/>
                          <a:pt x="30" y="17"/>
                        </a:cubicBezTo>
                        <a:cubicBezTo>
                          <a:pt x="26" y="17"/>
                          <a:pt x="26" y="17"/>
                          <a:pt x="26" y="17"/>
                        </a:cubicBezTo>
                        <a:cubicBezTo>
                          <a:pt x="26" y="16"/>
                          <a:pt x="26" y="16"/>
                          <a:pt x="26" y="16"/>
                        </a:cubicBezTo>
                        <a:lnTo>
                          <a:pt x="26" y="15"/>
                        </a:lnTo>
                        <a:close/>
                        <a:moveTo>
                          <a:pt x="19" y="5"/>
                        </a:moveTo>
                        <a:cubicBezTo>
                          <a:pt x="19" y="4"/>
                          <a:pt x="19" y="4"/>
                          <a:pt x="19" y="4"/>
                        </a:cubicBezTo>
                        <a:cubicBezTo>
                          <a:pt x="24" y="4"/>
                          <a:pt x="24" y="4"/>
                          <a:pt x="24" y="4"/>
                        </a:cubicBezTo>
                        <a:cubicBezTo>
                          <a:pt x="24" y="5"/>
                          <a:pt x="24" y="5"/>
                          <a:pt x="24" y="5"/>
                        </a:cubicBezTo>
                        <a:cubicBezTo>
                          <a:pt x="24" y="7"/>
                          <a:pt x="24" y="7"/>
                          <a:pt x="24" y="7"/>
                        </a:cubicBezTo>
                        <a:cubicBezTo>
                          <a:pt x="24" y="7"/>
                          <a:pt x="24" y="7"/>
                          <a:pt x="24" y="7"/>
                        </a:cubicBezTo>
                        <a:cubicBezTo>
                          <a:pt x="19" y="7"/>
                          <a:pt x="19" y="7"/>
                          <a:pt x="19" y="7"/>
                        </a:cubicBezTo>
                        <a:cubicBezTo>
                          <a:pt x="19" y="7"/>
                          <a:pt x="19" y="7"/>
                          <a:pt x="19" y="7"/>
                        </a:cubicBezTo>
                        <a:lnTo>
                          <a:pt x="19" y="5"/>
                        </a:lnTo>
                        <a:close/>
                        <a:moveTo>
                          <a:pt x="19" y="10"/>
                        </a:moveTo>
                        <a:cubicBezTo>
                          <a:pt x="19" y="9"/>
                          <a:pt x="19" y="9"/>
                          <a:pt x="19" y="9"/>
                        </a:cubicBezTo>
                        <a:cubicBezTo>
                          <a:pt x="24" y="9"/>
                          <a:pt x="24" y="9"/>
                          <a:pt x="24" y="9"/>
                        </a:cubicBezTo>
                        <a:cubicBezTo>
                          <a:pt x="24" y="10"/>
                          <a:pt x="24" y="10"/>
                          <a:pt x="24" y="10"/>
                        </a:cubicBezTo>
                        <a:cubicBezTo>
                          <a:pt x="24" y="12"/>
                          <a:pt x="24" y="12"/>
                          <a:pt x="24" y="12"/>
                        </a:cubicBezTo>
                        <a:cubicBezTo>
                          <a:pt x="24" y="12"/>
                          <a:pt x="24" y="12"/>
                          <a:pt x="24" y="12"/>
                        </a:cubicBezTo>
                        <a:cubicBezTo>
                          <a:pt x="19" y="12"/>
                          <a:pt x="19" y="12"/>
                          <a:pt x="19" y="12"/>
                        </a:cubicBezTo>
                        <a:cubicBezTo>
                          <a:pt x="19" y="12"/>
                          <a:pt x="19" y="12"/>
                          <a:pt x="19" y="12"/>
                        </a:cubicBezTo>
                        <a:lnTo>
                          <a:pt x="19" y="10"/>
                        </a:lnTo>
                        <a:close/>
                        <a:moveTo>
                          <a:pt x="19" y="15"/>
                        </a:moveTo>
                        <a:cubicBezTo>
                          <a:pt x="19" y="14"/>
                          <a:pt x="19" y="14"/>
                          <a:pt x="19" y="14"/>
                        </a:cubicBezTo>
                        <a:cubicBezTo>
                          <a:pt x="24" y="14"/>
                          <a:pt x="24" y="14"/>
                          <a:pt x="24" y="14"/>
                        </a:cubicBezTo>
                        <a:cubicBezTo>
                          <a:pt x="24" y="15"/>
                          <a:pt x="24" y="15"/>
                          <a:pt x="24" y="15"/>
                        </a:cubicBezTo>
                        <a:cubicBezTo>
                          <a:pt x="24" y="16"/>
                          <a:pt x="24" y="16"/>
                          <a:pt x="24" y="16"/>
                        </a:cubicBezTo>
                        <a:cubicBezTo>
                          <a:pt x="24" y="17"/>
                          <a:pt x="24" y="17"/>
                          <a:pt x="24" y="17"/>
                        </a:cubicBezTo>
                        <a:cubicBezTo>
                          <a:pt x="19" y="17"/>
                          <a:pt x="19" y="17"/>
                          <a:pt x="19" y="17"/>
                        </a:cubicBezTo>
                        <a:cubicBezTo>
                          <a:pt x="19" y="16"/>
                          <a:pt x="19" y="16"/>
                          <a:pt x="19" y="16"/>
                        </a:cubicBezTo>
                        <a:lnTo>
                          <a:pt x="19" y="15"/>
                        </a:lnTo>
                        <a:close/>
                        <a:moveTo>
                          <a:pt x="12" y="5"/>
                        </a:moveTo>
                        <a:cubicBezTo>
                          <a:pt x="13" y="4"/>
                          <a:pt x="13" y="4"/>
                          <a:pt x="13" y="4"/>
                        </a:cubicBezTo>
                        <a:cubicBezTo>
                          <a:pt x="17" y="4"/>
                          <a:pt x="17" y="4"/>
                          <a:pt x="17" y="4"/>
                        </a:cubicBezTo>
                        <a:cubicBezTo>
                          <a:pt x="17" y="5"/>
                          <a:pt x="17" y="5"/>
                          <a:pt x="17" y="5"/>
                        </a:cubicBezTo>
                        <a:cubicBezTo>
                          <a:pt x="17" y="7"/>
                          <a:pt x="17" y="7"/>
                          <a:pt x="17" y="7"/>
                        </a:cubicBezTo>
                        <a:cubicBezTo>
                          <a:pt x="17" y="7"/>
                          <a:pt x="17" y="7"/>
                          <a:pt x="17" y="7"/>
                        </a:cubicBezTo>
                        <a:cubicBezTo>
                          <a:pt x="13" y="7"/>
                          <a:pt x="13" y="7"/>
                          <a:pt x="13" y="7"/>
                        </a:cubicBezTo>
                        <a:cubicBezTo>
                          <a:pt x="12" y="7"/>
                          <a:pt x="12" y="7"/>
                          <a:pt x="12" y="7"/>
                        </a:cubicBezTo>
                        <a:lnTo>
                          <a:pt x="12" y="5"/>
                        </a:lnTo>
                        <a:close/>
                        <a:moveTo>
                          <a:pt x="12" y="10"/>
                        </a:moveTo>
                        <a:cubicBezTo>
                          <a:pt x="13" y="9"/>
                          <a:pt x="13" y="9"/>
                          <a:pt x="13" y="9"/>
                        </a:cubicBezTo>
                        <a:cubicBezTo>
                          <a:pt x="17" y="9"/>
                          <a:pt x="17" y="9"/>
                          <a:pt x="17" y="9"/>
                        </a:cubicBezTo>
                        <a:cubicBezTo>
                          <a:pt x="17" y="10"/>
                          <a:pt x="17" y="10"/>
                          <a:pt x="17" y="10"/>
                        </a:cubicBezTo>
                        <a:cubicBezTo>
                          <a:pt x="17" y="12"/>
                          <a:pt x="17" y="12"/>
                          <a:pt x="17" y="12"/>
                        </a:cubicBezTo>
                        <a:cubicBezTo>
                          <a:pt x="17" y="12"/>
                          <a:pt x="17" y="12"/>
                          <a:pt x="17" y="12"/>
                        </a:cubicBezTo>
                        <a:cubicBezTo>
                          <a:pt x="13" y="12"/>
                          <a:pt x="13" y="12"/>
                          <a:pt x="13" y="12"/>
                        </a:cubicBezTo>
                        <a:cubicBezTo>
                          <a:pt x="12" y="12"/>
                          <a:pt x="12" y="12"/>
                          <a:pt x="12" y="12"/>
                        </a:cubicBezTo>
                        <a:lnTo>
                          <a:pt x="12" y="10"/>
                        </a:lnTo>
                        <a:close/>
                        <a:moveTo>
                          <a:pt x="12" y="15"/>
                        </a:moveTo>
                        <a:cubicBezTo>
                          <a:pt x="13" y="14"/>
                          <a:pt x="13" y="14"/>
                          <a:pt x="13" y="14"/>
                        </a:cubicBezTo>
                        <a:cubicBezTo>
                          <a:pt x="17" y="14"/>
                          <a:pt x="17" y="14"/>
                          <a:pt x="17" y="14"/>
                        </a:cubicBezTo>
                        <a:cubicBezTo>
                          <a:pt x="17" y="15"/>
                          <a:pt x="17" y="15"/>
                          <a:pt x="17" y="15"/>
                        </a:cubicBezTo>
                        <a:cubicBezTo>
                          <a:pt x="17" y="16"/>
                          <a:pt x="17" y="16"/>
                          <a:pt x="17" y="16"/>
                        </a:cubicBezTo>
                        <a:cubicBezTo>
                          <a:pt x="17" y="17"/>
                          <a:pt x="17" y="17"/>
                          <a:pt x="17" y="17"/>
                        </a:cubicBezTo>
                        <a:cubicBezTo>
                          <a:pt x="13" y="17"/>
                          <a:pt x="13" y="17"/>
                          <a:pt x="13" y="17"/>
                        </a:cubicBezTo>
                        <a:cubicBezTo>
                          <a:pt x="12" y="16"/>
                          <a:pt x="12" y="16"/>
                          <a:pt x="12" y="16"/>
                        </a:cubicBezTo>
                        <a:lnTo>
                          <a:pt x="12" y="15"/>
                        </a:lnTo>
                        <a:close/>
                        <a:moveTo>
                          <a:pt x="10" y="16"/>
                        </a:moveTo>
                        <a:cubicBezTo>
                          <a:pt x="10" y="17"/>
                          <a:pt x="10" y="17"/>
                          <a:pt x="10" y="17"/>
                        </a:cubicBezTo>
                        <a:cubicBezTo>
                          <a:pt x="6" y="17"/>
                          <a:pt x="6" y="17"/>
                          <a:pt x="6" y="17"/>
                        </a:cubicBezTo>
                        <a:cubicBezTo>
                          <a:pt x="6" y="16"/>
                          <a:pt x="6" y="16"/>
                          <a:pt x="6" y="16"/>
                        </a:cubicBezTo>
                        <a:cubicBezTo>
                          <a:pt x="6" y="15"/>
                          <a:pt x="6" y="15"/>
                          <a:pt x="6" y="15"/>
                        </a:cubicBezTo>
                        <a:cubicBezTo>
                          <a:pt x="6" y="14"/>
                          <a:pt x="6" y="14"/>
                          <a:pt x="6" y="14"/>
                        </a:cubicBezTo>
                        <a:cubicBezTo>
                          <a:pt x="10" y="14"/>
                          <a:pt x="10" y="14"/>
                          <a:pt x="10" y="14"/>
                        </a:cubicBezTo>
                        <a:cubicBezTo>
                          <a:pt x="10" y="15"/>
                          <a:pt x="10" y="15"/>
                          <a:pt x="10" y="15"/>
                        </a:cubicBezTo>
                        <a:lnTo>
                          <a:pt x="10" y="16"/>
                        </a:lnTo>
                        <a:close/>
                        <a:moveTo>
                          <a:pt x="10" y="12"/>
                        </a:moveTo>
                        <a:cubicBezTo>
                          <a:pt x="10" y="12"/>
                          <a:pt x="10" y="12"/>
                          <a:pt x="10" y="12"/>
                        </a:cubicBezTo>
                        <a:cubicBezTo>
                          <a:pt x="6" y="12"/>
                          <a:pt x="6" y="12"/>
                          <a:pt x="6" y="12"/>
                        </a:cubicBezTo>
                        <a:cubicBezTo>
                          <a:pt x="6" y="12"/>
                          <a:pt x="6" y="12"/>
                          <a:pt x="6" y="12"/>
                        </a:cubicBezTo>
                        <a:cubicBezTo>
                          <a:pt x="6" y="10"/>
                          <a:pt x="6" y="10"/>
                          <a:pt x="6" y="10"/>
                        </a:cubicBezTo>
                        <a:cubicBezTo>
                          <a:pt x="6" y="9"/>
                          <a:pt x="6" y="9"/>
                          <a:pt x="6" y="9"/>
                        </a:cubicBezTo>
                        <a:cubicBezTo>
                          <a:pt x="10" y="9"/>
                          <a:pt x="10" y="9"/>
                          <a:pt x="10" y="9"/>
                        </a:cubicBezTo>
                        <a:cubicBezTo>
                          <a:pt x="10" y="10"/>
                          <a:pt x="10" y="10"/>
                          <a:pt x="10" y="10"/>
                        </a:cubicBezTo>
                        <a:lnTo>
                          <a:pt x="10" y="12"/>
                        </a:lnTo>
                        <a:close/>
                        <a:moveTo>
                          <a:pt x="10" y="7"/>
                        </a:moveTo>
                        <a:cubicBezTo>
                          <a:pt x="10" y="7"/>
                          <a:pt x="10" y="7"/>
                          <a:pt x="10" y="7"/>
                        </a:cubicBezTo>
                        <a:cubicBezTo>
                          <a:pt x="6" y="7"/>
                          <a:pt x="6" y="7"/>
                          <a:pt x="6" y="7"/>
                        </a:cubicBezTo>
                        <a:cubicBezTo>
                          <a:pt x="6" y="7"/>
                          <a:pt x="6" y="7"/>
                          <a:pt x="6" y="7"/>
                        </a:cubicBezTo>
                        <a:cubicBezTo>
                          <a:pt x="6" y="5"/>
                          <a:pt x="6" y="5"/>
                          <a:pt x="6" y="5"/>
                        </a:cubicBezTo>
                        <a:cubicBezTo>
                          <a:pt x="6" y="4"/>
                          <a:pt x="6" y="4"/>
                          <a:pt x="6" y="4"/>
                        </a:cubicBezTo>
                        <a:cubicBezTo>
                          <a:pt x="10" y="4"/>
                          <a:pt x="10" y="4"/>
                          <a:pt x="10" y="4"/>
                        </a:cubicBezTo>
                        <a:cubicBezTo>
                          <a:pt x="10" y="5"/>
                          <a:pt x="10" y="5"/>
                          <a:pt x="10" y="5"/>
                        </a:cubicBezTo>
                        <a:lnTo>
                          <a:pt x="10" y="7"/>
                        </a:lnTo>
                        <a:close/>
                        <a:moveTo>
                          <a:pt x="38" y="23"/>
                        </a:moveTo>
                        <a:cubicBezTo>
                          <a:pt x="38" y="24"/>
                          <a:pt x="38" y="24"/>
                          <a:pt x="38" y="24"/>
                        </a:cubicBezTo>
                        <a:cubicBezTo>
                          <a:pt x="12" y="24"/>
                          <a:pt x="12" y="24"/>
                          <a:pt x="12" y="24"/>
                        </a:cubicBezTo>
                        <a:cubicBezTo>
                          <a:pt x="11" y="24"/>
                          <a:pt x="11" y="24"/>
                          <a:pt x="11" y="23"/>
                        </a:cubicBezTo>
                        <a:cubicBezTo>
                          <a:pt x="11" y="21"/>
                          <a:pt x="11" y="21"/>
                          <a:pt x="11" y="21"/>
                        </a:cubicBezTo>
                        <a:cubicBezTo>
                          <a:pt x="11" y="20"/>
                          <a:pt x="11" y="20"/>
                          <a:pt x="12" y="20"/>
                        </a:cubicBezTo>
                        <a:cubicBezTo>
                          <a:pt x="38" y="20"/>
                          <a:pt x="38" y="20"/>
                          <a:pt x="38" y="20"/>
                        </a:cubicBezTo>
                        <a:cubicBezTo>
                          <a:pt x="38" y="20"/>
                          <a:pt x="38" y="20"/>
                          <a:pt x="38" y="21"/>
                        </a:cubicBezTo>
                        <a:lnTo>
                          <a:pt x="38" y="23"/>
                        </a:lnTo>
                        <a:close/>
                        <a:moveTo>
                          <a:pt x="44" y="16"/>
                        </a:moveTo>
                        <a:cubicBezTo>
                          <a:pt x="43" y="17"/>
                          <a:pt x="43" y="17"/>
                          <a:pt x="43" y="17"/>
                        </a:cubicBezTo>
                        <a:cubicBezTo>
                          <a:pt x="39" y="17"/>
                          <a:pt x="39" y="17"/>
                          <a:pt x="39" y="17"/>
                        </a:cubicBezTo>
                        <a:cubicBezTo>
                          <a:pt x="39" y="16"/>
                          <a:pt x="39" y="16"/>
                          <a:pt x="39" y="16"/>
                        </a:cubicBezTo>
                        <a:cubicBezTo>
                          <a:pt x="39" y="15"/>
                          <a:pt x="39" y="15"/>
                          <a:pt x="39" y="15"/>
                        </a:cubicBezTo>
                        <a:cubicBezTo>
                          <a:pt x="39" y="14"/>
                          <a:pt x="39" y="14"/>
                          <a:pt x="39" y="14"/>
                        </a:cubicBezTo>
                        <a:cubicBezTo>
                          <a:pt x="43" y="14"/>
                          <a:pt x="43" y="14"/>
                          <a:pt x="43" y="14"/>
                        </a:cubicBezTo>
                        <a:cubicBezTo>
                          <a:pt x="44" y="15"/>
                          <a:pt x="44" y="15"/>
                          <a:pt x="44" y="15"/>
                        </a:cubicBezTo>
                        <a:lnTo>
                          <a:pt x="44" y="16"/>
                        </a:lnTo>
                        <a:close/>
                        <a:moveTo>
                          <a:pt x="44" y="12"/>
                        </a:moveTo>
                        <a:cubicBezTo>
                          <a:pt x="43" y="12"/>
                          <a:pt x="43" y="12"/>
                          <a:pt x="43" y="12"/>
                        </a:cubicBezTo>
                        <a:cubicBezTo>
                          <a:pt x="39" y="12"/>
                          <a:pt x="39" y="12"/>
                          <a:pt x="39" y="12"/>
                        </a:cubicBezTo>
                        <a:cubicBezTo>
                          <a:pt x="39" y="12"/>
                          <a:pt x="39" y="12"/>
                          <a:pt x="39" y="12"/>
                        </a:cubicBezTo>
                        <a:cubicBezTo>
                          <a:pt x="39" y="10"/>
                          <a:pt x="39" y="10"/>
                          <a:pt x="39" y="10"/>
                        </a:cubicBezTo>
                        <a:cubicBezTo>
                          <a:pt x="39" y="9"/>
                          <a:pt x="39" y="9"/>
                          <a:pt x="39" y="9"/>
                        </a:cubicBezTo>
                        <a:cubicBezTo>
                          <a:pt x="43" y="9"/>
                          <a:pt x="43" y="9"/>
                          <a:pt x="43" y="9"/>
                        </a:cubicBezTo>
                        <a:cubicBezTo>
                          <a:pt x="44" y="10"/>
                          <a:pt x="44" y="10"/>
                          <a:pt x="44" y="10"/>
                        </a:cubicBezTo>
                        <a:lnTo>
                          <a:pt x="44" y="12"/>
                        </a:lnTo>
                        <a:close/>
                        <a:moveTo>
                          <a:pt x="44" y="7"/>
                        </a:moveTo>
                        <a:cubicBezTo>
                          <a:pt x="43" y="7"/>
                          <a:pt x="43" y="7"/>
                          <a:pt x="43" y="7"/>
                        </a:cubicBezTo>
                        <a:cubicBezTo>
                          <a:pt x="39" y="7"/>
                          <a:pt x="39" y="7"/>
                          <a:pt x="39" y="7"/>
                        </a:cubicBezTo>
                        <a:cubicBezTo>
                          <a:pt x="39" y="7"/>
                          <a:pt x="39" y="7"/>
                          <a:pt x="39" y="7"/>
                        </a:cubicBezTo>
                        <a:cubicBezTo>
                          <a:pt x="39" y="5"/>
                          <a:pt x="39" y="5"/>
                          <a:pt x="39" y="5"/>
                        </a:cubicBezTo>
                        <a:cubicBezTo>
                          <a:pt x="39" y="4"/>
                          <a:pt x="39" y="4"/>
                          <a:pt x="39" y="4"/>
                        </a:cubicBezTo>
                        <a:cubicBezTo>
                          <a:pt x="43" y="4"/>
                          <a:pt x="43" y="4"/>
                          <a:pt x="43" y="4"/>
                        </a:cubicBezTo>
                        <a:cubicBezTo>
                          <a:pt x="44" y="5"/>
                          <a:pt x="44" y="5"/>
                          <a:pt x="44" y="5"/>
                        </a:cubicBezTo>
                        <a:lnTo>
                          <a:pt x="44" y="7"/>
                        </a:lnTo>
                        <a:close/>
                      </a:path>
                    </a:pathLst>
                  </a:custGeom>
                  <a:grpFill/>
                  <a:ln w="9525">
                    <a:noFill/>
                    <a:round/>
                  </a:ln>
                </p:spPr>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43" name="îṥḷîḋè"/>
                  <p:cNvSpPr/>
                  <p:nvPr/>
                </p:nvSpPr>
                <p:spPr bwMode="auto">
                  <a:xfrm>
                    <a:off x="6205538" y="1457325"/>
                    <a:ext cx="241300" cy="106363"/>
                  </a:xfrm>
                  <a:custGeom>
                    <a:avLst/>
                    <a:gdLst/>
                    <a:ahLst/>
                    <a:cxnLst>
                      <a:cxn ang="0">
                        <a:pos x="5" y="9"/>
                      </a:cxn>
                      <a:cxn ang="0">
                        <a:pos x="9" y="8"/>
                      </a:cxn>
                      <a:cxn ang="0">
                        <a:pos x="19" y="6"/>
                      </a:cxn>
                      <a:cxn ang="0">
                        <a:pos x="25" y="2"/>
                      </a:cxn>
                      <a:cxn ang="0">
                        <a:pos x="25" y="0"/>
                      </a:cxn>
                      <a:cxn ang="0">
                        <a:pos x="23" y="0"/>
                      </a:cxn>
                      <a:cxn ang="0">
                        <a:pos x="18" y="3"/>
                      </a:cxn>
                      <a:cxn ang="0">
                        <a:pos x="9" y="5"/>
                      </a:cxn>
                      <a:cxn ang="0">
                        <a:pos x="4" y="6"/>
                      </a:cxn>
                      <a:cxn ang="0">
                        <a:pos x="0" y="10"/>
                      </a:cxn>
                      <a:cxn ang="0">
                        <a:pos x="0" y="11"/>
                      </a:cxn>
                      <a:cxn ang="0">
                        <a:pos x="4" y="11"/>
                      </a:cxn>
                      <a:cxn ang="0">
                        <a:pos x="5" y="9"/>
                      </a:cxn>
                    </a:cxnLst>
                    <a:rect l="0" t="0" r="r" b="b"/>
                    <a:pathLst>
                      <a:path w="25" h="11">
                        <a:moveTo>
                          <a:pt x="5" y="9"/>
                        </a:moveTo>
                        <a:cubicBezTo>
                          <a:pt x="6" y="8"/>
                          <a:pt x="8" y="8"/>
                          <a:pt x="9" y="8"/>
                        </a:cubicBezTo>
                        <a:cubicBezTo>
                          <a:pt x="14" y="7"/>
                          <a:pt x="17" y="7"/>
                          <a:pt x="19" y="6"/>
                        </a:cubicBezTo>
                        <a:cubicBezTo>
                          <a:pt x="22" y="5"/>
                          <a:pt x="23" y="4"/>
                          <a:pt x="25" y="2"/>
                        </a:cubicBezTo>
                        <a:cubicBezTo>
                          <a:pt x="25" y="2"/>
                          <a:pt x="25" y="1"/>
                          <a:pt x="25" y="0"/>
                        </a:cubicBezTo>
                        <a:cubicBezTo>
                          <a:pt x="24" y="0"/>
                          <a:pt x="23" y="0"/>
                          <a:pt x="23" y="0"/>
                        </a:cubicBezTo>
                        <a:cubicBezTo>
                          <a:pt x="22" y="2"/>
                          <a:pt x="20" y="2"/>
                          <a:pt x="18" y="3"/>
                        </a:cubicBezTo>
                        <a:cubicBezTo>
                          <a:pt x="16" y="4"/>
                          <a:pt x="13" y="4"/>
                          <a:pt x="9" y="5"/>
                        </a:cubicBezTo>
                        <a:cubicBezTo>
                          <a:pt x="7" y="5"/>
                          <a:pt x="5" y="6"/>
                          <a:pt x="4" y="6"/>
                        </a:cubicBezTo>
                        <a:cubicBezTo>
                          <a:pt x="2" y="7"/>
                          <a:pt x="1" y="9"/>
                          <a:pt x="0" y="10"/>
                        </a:cubicBezTo>
                        <a:cubicBezTo>
                          <a:pt x="0" y="11"/>
                          <a:pt x="0" y="11"/>
                          <a:pt x="0" y="11"/>
                        </a:cubicBezTo>
                        <a:cubicBezTo>
                          <a:pt x="4" y="11"/>
                          <a:pt x="4" y="11"/>
                          <a:pt x="4" y="11"/>
                        </a:cubicBezTo>
                        <a:cubicBezTo>
                          <a:pt x="4" y="10"/>
                          <a:pt x="5" y="9"/>
                          <a:pt x="5" y="9"/>
                        </a:cubicBezTo>
                        <a:close/>
                      </a:path>
                    </a:pathLst>
                  </a:custGeom>
                  <a:grpFill/>
                  <a:ln w="9525">
                    <a:noFill/>
                    <a:round/>
                  </a:ln>
                </p:spPr>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grpSp>
            <p:grpSp>
              <p:nvGrpSpPr>
                <p:cNvPr id="39" name="îṧļïḓè"/>
                <p:cNvGrpSpPr/>
                <p:nvPr/>
              </p:nvGrpSpPr>
              <p:grpSpPr>
                <a:xfrm flipH="1">
                  <a:off x="7068413" y="2013377"/>
                  <a:ext cx="924777" cy="308243"/>
                  <a:chOff x="1456650" y="1252647"/>
                  <a:chExt cx="829351" cy="785698"/>
                </a:xfrm>
              </p:grpSpPr>
              <p:cxnSp>
                <p:nvCxnSpPr>
                  <p:cNvPr id="40" name="直接连接符 39"/>
                  <p:cNvCxnSpPr/>
                  <p:nvPr/>
                </p:nvCxnSpPr>
                <p:spPr>
                  <a:xfrm>
                    <a:off x="1456650" y="1258457"/>
                    <a:ext cx="609600" cy="1588"/>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rot="16200000" flipH="1">
                    <a:off x="1780440" y="1532783"/>
                    <a:ext cx="785698" cy="225425"/>
                  </a:xfrm>
                  <a:prstGeom prst="line">
                    <a:avLst/>
                  </a:prstGeom>
                  <a:ln w="12700">
                    <a:solidFill>
                      <a:schemeClr val="accent1"/>
                    </a:solidFill>
                    <a:tailEnd type="oval"/>
                  </a:ln>
                </p:spPr>
                <p:style>
                  <a:lnRef idx="1">
                    <a:schemeClr val="accent1"/>
                  </a:lnRef>
                  <a:fillRef idx="0">
                    <a:schemeClr val="accent1"/>
                  </a:fillRef>
                  <a:effectRef idx="0">
                    <a:schemeClr val="accent1"/>
                  </a:effectRef>
                  <a:fontRef idx="minor">
                    <a:schemeClr val="tx1"/>
                  </a:fontRef>
                </p:style>
              </p:cxnSp>
            </p:grpSp>
          </p:grpSp>
          <p:grpSp>
            <p:nvGrpSpPr>
              <p:cNvPr id="20" name="îşľíḋê"/>
              <p:cNvGrpSpPr/>
              <p:nvPr/>
            </p:nvGrpSpPr>
            <p:grpSpPr>
              <a:xfrm>
                <a:off x="3492301" y="2454774"/>
                <a:ext cx="924777" cy="308243"/>
                <a:chOff x="1456650" y="1252647"/>
                <a:chExt cx="829351" cy="785698"/>
              </a:xfrm>
            </p:grpSpPr>
            <p:cxnSp>
              <p:nvCxnSpPr>
                <p:cNvPr id="36" name="直接连接符 35"/>
                <p:cNvCxnSpPr/>
                <p:nvPr/>
              </p:nvCxnSpPr>
              <p:spPr>
                <a:xfrm>
                  <a:off x="1456650" y="1258457"/>
                  <a:ext cx="609600" cy="158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rot="16200000" flipH="1">
                  <a:off x="1780440" y="1532783"/>
                  <a:ext cx="785698" cy="225425"/>
                </a:xfrm>
                <a:prstGeom prst="line">
                  <a:avLst/>
                </a:prstGeom>
                <a:ln w="12700">
                  <a:solidFill>
                    <a:schemeClr val="accent2"/>
                  </a:solidFill>
                  <a:tailEnd type="oval"/>
                </a:ln>
              </p:spPr>
              <p:style>
                <a:lnRef idx="1">
                  <a:schemeClr val="accent1"/>
                </a:lnRef>
                <a:fillRef idx="0">
                  <a:schemeClr val="accent1"/>
                </a:fillRef>
                <a:effectRef idx="0">
                  <a:schemeClr val="accent1"/>
                </a:effectRef>
                <a:fontRef idx="minor">
                  <a:schemeClr val="tx1"/>
                </a:fontRef>
              </p:style>
            </p:cxnSp>
          </p:grpSp>
          <p:grpSp>
            <p:nvGrpSpPr>
              <p:cNvPr id="21" name="íşḻïḍé"/>
              <p:cNvGrpSpPr/>
              <p:nvPr/>
            </p:nvGrpSpPr>
            <p:grpSpPr>
              <a:xfrm flipH="1" flipV="1">
                <a:off x="7779632" y="4029427"/>
                <a:ext cx="924777" cy="308243"/>
                <a:chOff x="1456650" y="1252647"/>
                <a:chExt cx="829351" cy="785698"/>
              </a:xfrm>
            </p:grpSpPr>
            <p:cxnSp>
              <p:nvCxnSpPr>
                <p:cNvPr id="34" name="直接连接符 33"/>
                <p:cNvCxnSpPr/>
                <p:nvPr/>
              </p:nvCxnSpPr>
              <p:spPr>
                <a:xfrm>
                  <a:off x="1456650" y="1258457"/>
                  <a:ext cx="609600" cy="1588"/>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rot="16200000" flipH="1">
                  <a:off x="1780440" y="1532783"/>
                  <a:ext cx="785698" cy="225425"/>
                </a:xfrm>
                <a:prstGeom prst="line">
                  <a:avLst/>
                </a:prstGeom>
                <a:ln w="12700">
                  <a:solidFill>
                    <a:schemeClr val="accent3"/>
                  </a:solidFill>
                  <a:tailEnd type="oval"/>
                </a:ln>
              </p:spPr>
              <p:style>
                <a:lnRef idx="1">
                  <a:schemeClr val="accent1"/>
                </a:lnRef>
                <a:fillRef idx="0">
                  <a:schemeClr val="accent1"/>
                </a:fillRef>
                <a:effectRef idx="0">
                  <a:schemeClr val="accent1"/>
                </a:effectRef>
                <a:fontRef idx="minor">
                  <a:schemeClr val="tx1"/>
                </a:fontRef>
              </p:style>
            </p:cxnSp>
          </p:grpSp>
          <p:grpSp>
            <p:nvGrpSpPr>
              <p:cNvPr id="22" name="iṡľîdè"/>
              <p:cNvGrpSpPr/>
              <p:nvPr/>
            </p:nvGrpSpPr>
            <p:grpSpPr>
              <a:xfrm flipV="1">
                <a:off x="3470863" y="4782021"/>
                <a:ext cx="924777" cy="308243"/>
                <a:chOff x="1456650" y="1252647"/>
                <a:chExt cx="829351" cy="785698"/>
              </a:xfrm>
            </p:grpSpPr>
            <p:cxnSp>
              <p:nvCxnSpPr>
                <p:cNvPr id="32" name="直接连接符 31"/>
                <p:cNvCxnSpPr/>
                <p:nvPr/>
              </p:nvCxnSpPr>
              <p:spPr>
                <a:xfrm>
                  <a:off x="1456650" y="1258457"/>
                  <a:ext cx="609600" cy="1588"/>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rot="16200000" flipH="1">
                  <a:off x="1780440" y="1532783"/>
                  <a:ext cx="785698" cy="225425"/>
                </a:xfrm>
                <a:prstGeom prst="line">
                  <a:avLst/>
                </a:prstGeom>
                <a:ln w="12700">
                  <a:solidFill>
                    <a:schemeClr val="accent4"/>
                  </a:solidFill>
                  <a:tailEnd type="oval"/>
                </a:ln>
              </p:spPr>
              <p:style>
                <a:lnRef idx="1">
                  <a:schemeClr val="accent1"/>
                </a:lnRef>
                <a:fillRef idx="0">
                  <a:schemeClr val="accent1"/>
                </a:fillRef>
                <a:effectRef idx="0">
                  <a:schemeClr val="accent1"/>
                </a:effectRef>
                <a:fontRef idx="minor">
                  <a:schemeClr val="tx1"/>
                </a:fontRef>
              </p:style>
            </p:cxnSp>
          </p:grpSp>
          <p:sp>
            <p:nvSpPr>
              <p:cNvPr id="23" name="íṣḻíḑê"/>
              <p:cNvSpPr/>
              <p:nvPr/>
            </p:nvSpPr>
            <p:spPr bwMode="auto">
              <a:xfrm>
                <a:off x="4300318" y="2114946"/>
                <a:ext cx="3316541" cy="3326646"/>
              </a:xfrm>
              <a:prstGeom prst="ellipse">
                <a:avLst/>
              </a:prstGeom>
              <a:solidFill>
                <a:schemeClr val="tx2">
                  <a:lumMod val="20000"/>
                  <a:lumOff val="80000"/>
                </a:schemeClr>
              </a:solidFill>
              <a:ln w="9525">
                <a:noFill/>
                <a:round/>
              </a:ln>
            </p:spPr>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24" name="ïṥ1îḋe"/>
              <p:cNvSpPr/>
              <p:nvPr/>
            </p:nvSpPr>
            <p:spPr bwMode="auto">
              <a:xfrm>
                <a:off x="4300318" y="3220459"/>
                <a:ext cx="3316541" cy="1434945"/>
              </a:xfrm>
              <a:custGeom>
                <a:avLst/>
                <a:gdLst/>
                <a:ahLst/>
                <a:cxnLst>
                  <a:cxn ang="0">
                    <a:pos x="264" y="0"/>
                  </a:cxn>
                  <a:cxn ang="0">
                    <a:pos x="264" y="2"/>
                  </a:cxn>
                  <a:cxn ang="0">
                    <a:pos x="135" y="45"/>
                  </a:cxn>
                  <a:cxn ang="0">
                    <a:pos x="7" y="2"/>
                  </a:cxn>
                  <a:cxn ang="0">
                    <a:pos x="7" y="1"/>
                  </a:cxn>
                  <a:cxn ang="0">
                    <a:pos x="0" y="46"/>
                  </a:cxn>
                  <a:cxn ang="0">
                    <a:pos x="4" y="81"/>
                  </a:cxn>
                  <a:cxn ang="0">
                    <a:pos x="135" y="117"/>
                  </a:cxn>
                  <a:cxn ang="0">
                    <a:pos x="267" y="81"/>
                  </a:cxn>
                  <a:cxn ang="0">
                    <a:pos x="271" y="46"/>
                  </a:cxn>
                  <a:cxn ang="0">
                    <a:pos x="264" y="0"/>
                  </a:cxn>
                </a:cxnLst>
                <a:rect l="0" t="0" r="r" b="b"/>
                <a:pathLst>
                  <a:path w="271" h="117">
                    <a:moveTo>
                      <a:pt x="264" y="0"/>
                    </a:moveTo>
                    <a:cubicBezTo>
                      <a:pt x="264" y="1"/>
                      <a:pt x="264" y="1"/>
                      <a:pt x="264" y="2"/>
                    </a:cubicBezTo>
                    <a:cubicBezTo>
                      <a:pt x="264" y="26"/>
                      <a:pt x="206" y="45"/>
                      <a:pt x="135" y="45"/>
                    </a:cubicBezTo>
                    <a:cubicBezTo>
                      <a:pt x="65" y="45"/>
                      <a:pt x="7" y="26"/>
                      <a:pt x="7" y="2"/>
                    </a:cubicBezTo>
                    <a:cubicBezTo>
                      <a:pt x="7" y="1"/>
                      <a:pt x="7" y="1"/>
                      <a:pt x="7" y="1"/>
                    </a:cubicBezTo>
                    <a:cubicBezTo>
                      <a:pt x="2" y="15"/>
                      <a:pt x="0" y="30"/>
                      <a:pt x="0" y="46"/>
                    </a:cubicBezTo>
                    <a:cubicBezTo>
                      <a:pt x="0" y="58"/>
                      <a:pt x="1" y="70"/>
                      <a:pt x="4" y="81"/>
                    </a:cubicBezTo>
                    <a:cubicBezTo>
                      <a:pt x="21" y="102"/>
                      <a:pt x="73" y="117"/>
                      <a:pt x="135" y="117"/>
                    </a:cubicBezTo>
                    <a:cubicBezTo>
                      <a:pt x="197" y="117"/>
                      <a:pt x="250" y="102"/>
                      <a:pt x="267" y="81"/>
                    </a:cubicBezTo>
                    <a:cubicBezTo>
                      <a:pt x="270" y="70"/>
                      <a:pt x="271" y="58"/>
                      <a:pt x="271" y="46"/>
                    </a:cubicBezTo>
                    <a:cubicBezTo>
                      <a:pt x="271" y="30"/>
                      <a:pt x="269" y="14"/>
                      <a:pt x="264" y="0"/>
                    </a:cubicBezTo>
                    <a:close/>
                  </a:path>
                </a:pathLst>
              </a:custGeom>
              <a:solidFill>
                <a:schemeClr val="accent3"/>
              </a:solidFill>
              <a:ln w="9525">
                <a:noFill/>
                <a:round/>
              </a:ln>
            </p:spPr>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25" name="îşlîḓè"/>
              <p:cNvSpPr/>
              <p:nvPr/>
            </p:nvSpPr>
            <p:spPr bwMode="auto">
              <a:xfrm>
                <a:off x="4350845" y="4214815"/>
                <a:ext cx="3217509" cy="1190398"/>
              </a:xfrm>
              <a:custGeom>
                <a:avLst/>
                <a:gdLst/>
                <a:ahLst/>
                <a:cxnLst>
                  <a:cxn ang="0">
                    <a:pos x="131" y="36"/>
                  </a:cxn>
                  <a:cxn ang="0">
                    <a:pos x="0" y="0"/>
                  </a:cxn>
                  <a:cxn ang="0">
                    <a:pos x="79" y="90"/>
                  </a:cxn>
                  <a:cxn ang="0">
                    <a:pos x="131" y="97"/>
                  </a:cxn>
                  <a:cxn ang="0">
                    <a:pos x="184" y="90"/>
                  </a:cxn>
                  <a:cxn ang="0">
                    <a:pos x="263" y="0"/>
                  </a:cxn>
                  <a:cxn ang="0">
                    <a:pos x="131" y="36"/>
                  </a:cxn>
                </a:cxnLst>
                <a:rect l="0" t="0" r="r" b="b"/>
                <a:pathLst>
                  <a:path w="263" h="97">
                    <a:moveTo>
                      <a:pt x="131" y="36"/>
                    </a:moveTo>
                    <a:cubicBezTo>
                      <a:pt x="69" y="36"/>
                      <a:pt x="17" y="21"/>
                      <a:pt x="0" y="0"/>
                    </a:cubicBezTo>
                    <a:cubicBezTo>
                      <a:pt x="11" y="41"/>
                      <a:pt x="41" y="74"/>
                      <a:pt x="79" y="90"/>
                    </a:cubicBezTo>
                    <a:cubicBezTo>
                      <a:pt x="94" y="94"/>
                      <a:pt x="112" y="97"/>
                      <a:pt x="131" y="97"/>
                    </a:cubicBezTo>
                    <a:cubicBezTo>
                      <a:pt x="151" y="97"/>
                      <a:pt x="169" y="94"/>
                      <a:pt x="184" y="90"/>
                    </a:cubicBezTo>
                    <a:cubicBezTo>
                      <a:pt x="222" y="74"/>
                      <a:pt x="252" y="41"/>
                      <a:pt x="263" y="0"/>
                    </a:cubicBezTo>
                    <a:cubicBezTo>
                      <a:pt x="246" y="21"/>
                      <a:pt x="193" y="36"/>
                      <a:pt x="131" y="36"/>
                    </a:cubicBezTo>
                    <a:close/>
                  </a:path>
                </a:pathLst>
              </a:custGeom>
              <a:solidFill>
                <a:schemeClr val="accent4"/>
              </a:solidFill>
              <a:ln w="9525">
                <a:noFill/>
                <a:round/>
              </a:ln>
            </p:spPr>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26" name="islíḑè"/>
              <p:cNvSpPr/>
              <p:nvPr/>
            </p:nvSpPr>
            <p:spPr bwMode="auto">
              <a:xfrm>
                <a:off x="4387224" y="2593934"/>
                <a:ext cx="3144751" cy="1178272"/>
              </a:xfrm>
              <a:custGeom>
                <a:avLst/>
                <a:gdLst/>
                <a:ahLst/>
                <a:cxnLst>
                  <a:cxn ang="0">
                    <a:pos x="257" y="51"/>
                  </a:cxn>
                  <a:cxn ang="0">
                    <a:pos x="226" y="2"/>
                  </a:cxn>
                  <a:cxn ang="0">
                    <a:pos x="226" y="3"/>
                  </a:cxn>
                  <a:cxn ang="0">
                    <a:pos x="128" y="27"/>
                  </a:cxn>
                  <a:cxn ang="0">
                    <a:pos x="31" y="3"/>
                  </a:cxn>
                  <a:cxn ang="0">
                    <a:pos x="31" y="2"/>
                  </a:cxn>
                  <a:cxn ang="0">
                    <a:pos x="32" y="0"/>
                  </a:cxn>
                  <a:cxn ang="0">
                    <a:pos x="0" y="52"/>
                  </a:cxn>
                  <a:cxn ang="0">
                    <a:pos x="0" y="53"/>
                  </a:cxn>
                  <a:cxn ang="0">
                    <a:pos x="128" y="96"/>
                  </a:cxn>
                  <a:cxn ang="0">
                    <a:pos x="257" y="53"/>
                  </a:cxn>
                  <a:cxn ang="0">
                    <a:pos x="257" y="51"/>
                  </a:cxn>
                </a:cxnLst>
                <a:rect l="0" t="0" r="r" b="b"/>
                <a:pathLst>
                  <a:path w="257" h="96">
                    <a:moveTo>
                      <a:pt x="257" y="51"/>
                    </a:moveTo>
                    <a:cubicBezTo>
                      <a:pt x="250" y="33"/>
                      <a:pt x="239" y="16"/>
                      <a:pt x="226" y="2"/>
                    </a:cubicBezTo>
                    <a:cubicBezTo>
                      <a:pt x="226" y="3"/>
                      <a:pt x="226" y="3"/>
                      <a:pt x="226" y="3"/>
                    </a:cubicBezTo>
                    <a:cubicBezTo>
                      <a:pt x="226" y="16"/>
                      <a:pt x="182" y="27"/>
                      <a:pt x="128" y="27"/>
                    </a:cubicBezTo>
                    <a:cubicBezTo>
                      <a:pt x="75" y="27"/>
                      <a:pt x="31" y="16"/>
                      <a:pt x="31" y="3"/>
                    </a:cubicBezTo>
                    <a:cubicBezTo>
                      <a:pt x="31" y="2"/>
                      <a:pt x="31" y="2"/>
                      <a:pt x="31" y="2"/>
                    </a:cubicBezTo>
                    <a:cubicBezTo>
                      <a:pt x="31" y="1"/>
                      <a:pt x="32" y="1"/>
                      <a:pt x="32" y="0"/>
                    </a:cubicBezTo>
                    <a:cubicBezTo>
                      <a:pt x="18" y="15"/>
                      <a:pt x="7" y="32"/>
                      <a:pt x="0" y="52"/>
                    </a:cubicBezTo>
                    <a:cubicBezTo>
                      <a:pt x="0" y="52"/>
                      <a:pt x="0" y="52"/>
                      <a:pt x="0" y="53"/>
                    </a:cubicBezTo>
                    <a:cubicBezTo>
                      <a:pt x="0" y="77"/>
                      <a:pt x="58" y="96"/>
                      <a:pt x="128" y="96"/>
                    </a:cubicBezTo>
                    <a:cubicBezTo>
                      <a:pt x="199" y="96"/>
                      <a:pt x="257" y="77"/>
                      <a:pt x="257" y="53"/>
                    </a:cubicBezTo>
                    <a:cubicBezTo>
                      <a:pt x="257" y="52"/>
                      <a:pt x="257" y="52"/>
                      <a:pt x="257" y="51"/>
                    </a:cubicBezTo>
                    <a:close/>
                  </a:path>
                </a:pathLst>
              </a:custGeom>
              <a:solidFill>
                <a:schemeClr val="accent2"/>
              </a:solidFill>
              <a:ln w="9525">
                <a:noFill/>
                <a:round/>
              </a:ln>
            </p:spPr>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27" name="îṧḻiḑé"/>
              <p:cNvSpPr/>
              <p:nvPr/>
            </p:nvSpPr>
            <p:spPr bwMode="auto">
              <a:xfrm>
                <a:off x="4765159" y="2151325"/>
                <a:ext cx="2386859" cy="774062"/>
              </a:xfrm>
              <a:custGeom>
                <a:avLst/>
                <a:gdLst/>
                <a:ahLst/>
                <a:cxnLst>
                  <a:cxn ang="0">
                    <a:pos x="195" y="38"/>
                  </a:cxn>
                  <a:cxn ang="0">
                    <a:pos x="128" y="0"/>
                  </a:cxn>
                  <a:cxn ang="0">
                    <a:pos x="128" y="0"/>
                  </a:cxn>
                  <a:cxn ang="0">
                    <a:pos x="97" y="4"/>
                  </a:cxn>
                  <a:cxn ang="0">
                    <a:pos x="67" y="0"/>
                  </a:cxn>
                  <a:cxn ang="0">
                    <a:pos x="67" y="0"/>
                  </a:cxn>
                  <a:cxn ang="0">
                    <a:pos x="0" y="38"/>
                  </a:cxn>
                  <a:cxn ang="0">
                    <a:pos x="0" y="39"/>
                  </a:cxn>
                  <a:cxn ang="0">
                    <a:pos x="97" y="63"/>
                  </a:cxn>
                  <a:cxn ang="0">
                    <a:pos x="195" y="39"/>
                  </a:cxn>
                  <a:cxn ang="0">
                    <a:pos x="195" y="38"/>
                  </a:cxn>
                </a:cxnLst>
                <a:rect l="0" t="0" r="r" b="b"/>
                <a:pathLst>
                  <a:path w="195" h="63">
                    <a:moveTo>
                      <a:pt x="195" y="38"/>
                    </a:moveTo>
                    <a:cubicBezTo>
                      <a:pt x="177" y="19"/>
                      <a:pt x="154" y="6"/>
                      <a:pt x="128" y="0"/>
                    </a:cubicBezTo>
                    <a:cubicBezTo>
                      <a:pt x="128" y="0"/>
                      <a:pt x="128" y="0"/>
                      <a:pt x="128" y="0"/>
                    </a:cubicBezTo>
                    <a:cubicBezTo>
                      <a:pt x="128" y="2"/>
                      <a:pt x="114" y="4"/>
                      <a:pt x="97" y="4"/>
                    </a:cubicBezTo>
                    <a:cubicBezTo>
                      <a:pt x="80" y="4"/>
                      <a:pt x="67" y="2"/>
                      <a:pt x="67" y="0"/>
                    </a:cubicBezTo>
                    <a:cubicBezTo>
                      <a:pt x="67" y="0"/>
                      <a:pt x="67" y="0"/>
                      <a:pt x="67" y="0"/>
                    </a:cubicBezTo>
                    <a:cubicBezTo>
                      <a:pt x="41" y="6"/>
                      <a:pt x="18" y="19"/>
                      <a:pt x="0" y="38"/>
                    </a:cubicBezTo>
                    <a:cubicBezTo>
                      <a:pt x="0" y="39"/>
                      <a:pt x="0" y="39"/>
                      <a:pt x="0" y="39"/>
                    </a:cubicBezTo>
                    <a:cubicBezTo>
                      <a:pt x="0" y="52"/>
                      <a:pt x="44" y="63"/>
                      <a:pt x="97" y="63"/>
                    </a:cubicBezTo>
                    <a:cubicBezTo>
                      <a:pt x="151" y="63"/>
                      <a:pt x="195" y="52"/>
                      <a:pt x="195" y="39"/>
                    </a:cubicBezTo>
                    <a:lnTo>
                      <a:pt x="195" y="38"/>
                    </a:lnTo>
                    <a:close/>
                  </a:path>
                </a:pathLst>
              </a:custGeom>
              <a:solidFill>
                <a:schemeClr val="accent1"/>
              </a:solidFill>
              <a:ln w="9525">
                <a:noFill/>
                <a:round/>
              </a:ln>
            </p:spPr>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sz="135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28" name="îṩ1îḍè"/>
              <p:cNvSpPr txBox="1"/>
              <p:nvPr/>
            </p:nvSpPr>
            <p:spPr>
              <a:xfrm>
                <a:off x="5462301" y="2224631"/>
                <a:ext cx="992579" cy="561820"/>
              </a:xfrm>
              <a:prstGeom prst="rect">
                <a:avLst/>
              </a:prstGeom>
              <a:noFill/>
            </p:spPr>
            <p:txBody>
              <a:bodyPr wrap="none" anchor="ctr">
                <a:norm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15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rPr>
                  <a:t>01</a:t>
                </a:r>
                <a:endParaRPr kumimoji="0" lang="en-US" altLang="zh-CN" sz="15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29" name="ïṧļiḋe"/>
              <p:cNvSpPr txBox="1"/>
              <p:nvPr/>
            </p:nvSpPr>
            <p:spPr>
              <a:xfrm>
                <a:off x="5462301" y="3000713"/>
                <a:ext cx="992579" cy="561820"/>
              </a:xfrm>
              <a:prstGeom prst="rect">
                <a:avLst/>
              </a:prstGeom>
              <a:noFill/>
            </p:spPr>
            <p:txBody>
              <a:bodyPr wrap="none" anchor="ctr">
                <a:norm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15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rPr>
                  <a:t>02</a:t>
                </a:r>
                <a:endParaRPr kumimoji="0" lang="en-US" altLang="zh-CN" sz="15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30" name="íSḻîḍe"/>
              <p:cNvSpPr txBox="1"/>
              <p:nvPr/>
            </p:nvSpPr>
            <p:spPr>
              <a:xfrm>
                <a:off x="5450057" y="3873806"/>
                <a:ext cx="992579" cy="561820"/>
              </a:xfrm>
              <a:prstGeom prst="rect">
                <a:avLst/>
              </a:prstGeom>
              <a:noFill/>
            </p:spPr>
            <p:txBody>
              <a:bodyPr wrap="none" anchor="ctr">
                <a:norm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15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rPr>
                  <a:t>03</a:t>
                </a:r>
                <a:endParaRPr kumimoji="0" lang="en-US" altLang="zh-CN" sz="15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31" name="ïšḻíḍe"/>
              <p:cNvSpPr txBox="1"/>
              <p:nvPr/>
            </p:nvSpPr>
            <p:spPr>
              <a:xfrm>
                <a:off x="5450057" y="4697884"/>
                <a:ext cx="992579" cy="561820"/>
              </a:xfrm>
              <a:prstGeom prst="rect">
                <a:avLst/>
              </a:prstGeom>
              <a:noFill/>
            </p:spPr>
            <p:txBody>
              <a:bodyPr wrap="none" anchor="ctr">
                <a:norm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15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rPr>
                  <a:t>04</a:t>
                </a:r>
                <a:endParaRPr kumimoji="0" lang="en-US" altLang="zh-CN" sz="1500" b="1"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grpSp>
        <p:sp>
          <p:nvSpPr>
            <p:cNvPr id="7" name="íşḻíḓê"/>
            <p:cNvSpPr txBox="1"/>
            <p:nvPr/>
          </p:nvSpPr>
          <p:spPr bwMode="auto">
            <a:xfrm>
              <a:off x="8056710" y="1764000"/>
              <a:ext cx="3448500" cy="396354"/>
            </a:xfrm>
            <a:prstGeom prst="rect">
              <a:avLst/>
            </a:prstGeom>
            <a:noFill/>
          </p:spPr>
          <p:txBody>
            <a:bodyPr wrap="none" lIns="67500" tIns="35100" rIns="67500" bIns="35100" anchor="ctr" anchorCtr="0">
              <a:normAutofit/>
            </a:body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Arial" panose="020B0604020202020204"/>
                  <a:ea typeface="微软雅黑" panose="020B0503020204020204" charset="-122"/>
                  <a:cs typeface="+mn-cs"/>
                </a:rPr>
                <a:t>软件安全是计算机安全的一个分支 </a:t>
              </a:r>
              <a:endParaRPr kumimoji="0" lang="zh-CN" altLang="en-US" sz="1200" b="0" i="0" u="none" strike="noStrike" kern="1200" cap="none" spc="0" normalizeH="0" baseline="0" noProof="0" dirty="0">
                <a:ln>
                  <a:noFill/>
                </a:ln>
                <a:solidFill>
                  <a:srgbClr val="000000"/>
                </a:solidFill>
                <a:effectLst/>
                <a:uLnTx/>
                <a:uFillTx/>
                <a:latin typeface="Arial" panose="020B0604020202020204"/>
                <a:ea typeface="微软雅黑" panose="020B0503020204020204" charset="-122"/>
                <a:cs typeface="+mn-cs"/>
              </a:endParaRPr>
            </a:p>
          </p:txBody>
        </p:sp>
        <p:sp>
          <p:nvSpPr>
            <p:cNvPr id="8" name="iŝḻîdê"/>
            <p:cNvSpPr txBox="1"/>
            <p:nvPr/>
          </p:nvSpPr>
          <p:spPr bwMode="auto">
            <a:xfrm>
              <a:off x="8040200" y="2185971"/>
              <a:ext cx="2800800" cy="765033"/>
            </a:xfrm>
            <a:prstGeom prst="rect">
              <a:avLst/>
            </a:prstGeom>
            <a:noFill/>
          </p:spPr>
          <p:txBody>
            <a:bodyPr wrap="square" lIns="67500" tIns="35100" rIns="67500" bIns="35100">
              <a:normAutofit/>
            </a:bodyPr>
            <a:lstStyle/>
            <a:p>
              <a:pPr marL="128905" marR="0" lvl="0" indent="-128905" algn="l" defTabSz="685800" rtl="0" eaLnBrk="1" fontAlgn="auto" latinLnBrk="0" hangingPunct="1">
                <a:lnSpc>
                  <a:spcPct val="150000"/>
                </a:lnSpc>
                <a:spcBef>
                  <a:spcPts val="0"/>
                </a:spcBef>
                <a:spcAft>
                  <a:spcPts val="0"/>
                </a:spcAft>
                <a:buClrTx/>
                <a:buSzTx/>
                <a:buFont typeface="Arial" panose="020B0604020202020204" pitchFamily="34" charset="0"/>
                <a:buChar char="•"/>
                <a:defRPr/>
              </a:pPr>
              <a:endParaRPr kumimoji="0" lang="en-US" altLang="zh-CN" sz="750" b="0" i="0" u="none" strike="noStrike" kern="1200" cap="none" spc="0" normalizeH="0" baseline="0" noProof="0" dirty="0">
                <a:ln>
                  <a:noFill/>
                </a:ln>
                <a:solidFill>
                  <a:srgbClr val="000000"/>
                </a:solidFill>
                <a:effectLst/>
                <a:uLnTx/>
                <a:uFillTx/>
                <a:latin typeface="Arial" panose="020B0604020202020204"/>
                <a:ea typeface="微软雅黑" panose="020B0503020204020204" charset="-122"/>
                <a:cs typeface="+mn-cs"/>
              </a:endParaRPr>
            </a:p>
          </p:txBody>
        </p:sp>
        <p:sp>
          <p:nvSpPr>
            <p:cNvPr id="9" name="ïšļïďê"/>
            <p:cNvSpPr txBox="1"/>
            <p:nvPr/>
          </p:nvSpPr>
          <p:spPr bwMode="auto">
            <a:xfrm>
              <a:off x="647907" y="2233989"/>
              <a:ext cx="2800940" cy="396354"/>
            </a:xfrm>
            <a:prstGeom prst="rect">
              <a:avLst/>
            </a:prstGeom>
            <a:noFill/>
          </p:spPr>
          <p:txBody>
            <a:bodyPr wrap="none" lIns="67500" tIns="35100" rIns="67500" bIns="35100" anchor="ctr" anchorCtr="0">
              <a:normAutofit/>
            </a:body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Arial" panose="020B0604020202020204"/>
                  <a:ea typeface="微软雅黑" panose="020B0503020204020204" charset="-122"/>
                  <a:cs typeface="+mn-cs"/>
                </a:rPr>
                <a:t>软件安全是计算机安全的关键 </a:t>
              </a:r>
              <a:endParaRPr kumimoji="0" lang="zh-CN" altLang="en-US" sz="1200" b="0" i="0" u="none" strike="noStrike" kern="1200" cap="none" spc="0" normalizeH="0" baseline="0" noProof="0" dirty="0">
                <a:ln>
                  <a:noFill/>
                </a:ln>
                <a:solidFill>
                  <a:srgbClr val="000000"/>
                </a:solidFill>
                <a:effectLst/>
                <a:uLnTx/>
                <a:uFillTx/>
                <a:latin typeface="Arial" panose="020B0604020202020204"/>
                <a:ea typeface="微软雅黑" panose="020B0503020204020204" charset="-122"/>
                <a:cs typeface="+mn-cs"/>
              </a:endParaRPr>
            </a:p>
          </p:txBody>
        </p:sp>
        <p:sp>
          <p:nvSpPr>
            <p:cNvPr id="10" name="ïSḻidé"/>
            <p:cNvSpPr txBox="1"/>
            <p:nvPr/>
          </p:nvSpPr>
          <p:spPr bwMode="auto">
            <a:xfrm>
              <a:off x="669925" y="2636386"/>
              <a:ext cx="2800940" cy="765033"/>
            </a:xfrm>
            <a:prstGeom prst="rect">
              <a:avLst/>
            </a:prstGeom>
            <a:noFill/>
          </p:spPr>
          <p:txBody>
            <a:bodyPr wrap="square" lIns="67500" tIns="35100" rIns="67500" bIns="35100" anchor="t" anchorCtr="0">
              <a:normAutofit/>
            </a:bodyPr>
            <a:lstStyle/>
            <a:p>
              <a:pPr marL="128905" marR="0" lvl="0" indent="-128905" algn="r" defTabSz="685800" rtl="0" eaLnBrk="1" fontAlgn="auto" latinLnBrk="0" hangingPunct="1">
                <a:lnSpc>
                  <a:spcPct val="150000"/>
                </a:lnSpc>
                <a:spcBef>
                  <a:spcPts val="0"/>
                </a:spcBef>
                <a:spcAft>
                  <a:spcPts val="0"/>
                </a:spcAft>
                <a:buClrTx/>
                <a:buSzTx/>
                <a:buFont typeface="Arial" panose="020B0604020202020204" pitchFamily="34" charset="0"/>
                <a:buChar char="•"/>
                <a:defRPr/>
              </a:pPr>
              <a:endParaRPr kumimoji="0" lang="en-US" altLang="zh-CN" sz="750" b="0" i="0" u="none" strike="noStrike" kern="1200" cap="none" spc="0" normalizeH="0" baseline="0" noProof="0" dirty="0">
                <a:ln>
                  <a:noFill/>
                </a:ln>
                <a:solidFill>
                  <a:srgbClr val="000000"/>
                </a:solidFill>
                <a:effectLst/>
                <a:uLnTx/>
                <a:uFillTx/>
                <a:latin typeface="Arial" panose="020B0604020202020204"/>
                <a:ea typeface="微软雅黑" panose="020B0503020204020204" charset="-122"/>
                <a:cs typeface="+mn-cs"/>
              </a:endParaRPr>
            </a:p>
          </p:txBody>
        </p:sp>
        <p:sp>
          <p:nvSpPr>
            <p:cNvPr id="11" name="íSľïḍé"/>
            <p:cNvSpPr txBox="1"/>
            <p:nvPr/>
          </p:nvSpPr>
          <p:spPr bwMode="auto">
            <a:xfrm>
              <a:off x="8704410" y="4065336"/>
              <a:ext cx="2800800" cy="396354"/>
            </a:xfrm>
            <a:prstGeom prst="rect">
              <a:avLst/>
            </a:prstGeom>
            <a:noFill/>
          </p:spPr>
          <p:txBody>
            <a:bodyPr wrap="none" lIns="67500" tIns="35100" rIns="67500" bIns="35100" anchor="ctr" anchorCtr="0">
              <a:normAutofit/>
            </a:body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latin typeface="Arial" panose="020B0604020202020204"/>
                  <a:ea typeface="微软雅黑" panose="020B0503020204020204" charset="-122"/>
                  <a:cs typeface="+mn-cs"/>
                </a:rPr>
                <a:t>软件安全问题的根源是软件存在弱点 </a:t>
              </a:r>
              <a:endParaRPr kumimoji="0" lang="zh-CN" altLang="en-US" sz="1200" b="0" i="0" u="none" strike="noStrike" kern="1200" cap="none" spc="0" normalizeH="0" baseline="0" noProof="0" dirty="0">
                <a:ln>
                  <a:noFill/>
                </a:ln>
                <a:solidFill>
                  <a:srgbClr val="000000"/>
                </a:solidFill>
                <a:effectLst/>
                <a:uLnTx/>
                <a:uFillTx/>
                <a:latin typeface="Arial" panose="020B0604020202020204"/>
                <a:ea typeface="微软雅黑" panose="020B0503020204020204" charset="-122"/>
                <a:cs typeface="+mn-cs"/>
              </a:endParaRPr>
            </a:p>
          </p:txBody>
        </p:sp>
        <p:sp>
          <p:nvSpPr>
            <p:cNvPr id="12" name="îs1iḍè"/>
            <p:cNvSpPr txBox="1"/>
            <p:nvPr/>
          </p:nvSpPr>
          <p:spPr bwMode="auto">
            <a:xfrm>
              <a:off x="8704411" y="4461689"/>
              <a:ext cx="2800800" cy="765033"/>
            </a:xfrm>
            <a:prstGeom prst="rect">
              <a:avLst/>
            </a:prstGeom>
            <a:noFill/>
          </p:spPr>
          <p:txBody>
            <a:bodyPr wrap="square" lIns="67500" tIns="35100" rIns="67500" bIns="35100">
              <a:normAutofit/>
            </a:bodyPr>
            <a:lstStyle/>
            <a:p>
              <a:pPr marL="128905" marR="0" lvl="0" indent="-128905" algn="l" defTabSz="685800" rtl="0" eaLnBrk="1" fontAlgn="auto" latinLnBrk="0" hangingPunct="1">
                <a:lnSpc>
                  <a:spcPct val="150000"/>
                </a:lnSpc>
                <a:spcBef>
                  <a:spcPts val="0"/>
                </a:spcBef>
                <a:spcAft>
                  <a:spcPts val="0"/>
                </a:spcAft>
                <a:buClrTx/>
                <a:buSzTx/>
                <a:buFont typeface="Arial" panose="020B0604020202020204" pitchFamily="34" charset="0"/>
                <a:buChar char="•"/>
                <a:defRPr/>
              </a:pPr>
              <a:endParaRPr kumimoji="0" lang="en-US" altLang="zh-CN" sz="750" b="0" i="0" u="none" strike="noStrike" kern="1200" cap="none" spc="0" normalizeH="0" baseline="0" noProof="0" dirty="0">
                <a:ln>
                  <a:noFill/>
                </a:ln>
                <a:solidFill>
                  <a:srgbClr val="000000"/>
                </a:solidFill>
                <a:effectLst/>
                <a:uLnTx/>
                <a:uFillTx/>
                <a:latin typeface="Arial" panose="020B0604020202020204"/>
                <a:ea typeface="微软雅黑" panose="020B0503020204020204" charset="-122"/>
                <a:cs typeface="+mn-cs"/>
              </a:endParaRPr>
            </a:p>
          </p:txBody>
        </p:sp>
        <p:sp>
          <p:nvSpPr>
            <p:cNvPr id="13" name="íṡḻîdé"/>
            <p:cNvSpPr txBox="1"/>
            <p:nvPr/>
          </p:nvSpPr>
          <p:spPr bwMode="auto">
            <a:xfrm>
              <a:off x="509701" y="4844205"/>
              <a:ext cx="2800940" cy="396354"/>
            </a:xfrm>
            <a:prstGeom prst="rect">
              <a:avLst/>
            </a:prstGeom>
            <a:noFill/>
          </p:spPr>
          <p:txBody>
            <a:bodyPr wrap="none" lIns="67500" tIns="35100" rIns="67500" bIns="35100" anchor="ctr" anchorCtr="0">
              <a:normAutofit/>
            </a:body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rPr>
                <a:t>用工程化的方法来实施软件安全 </a:t>
              </a:r>
              <a:endParaRPr kumimoji="0" lang="zh-CN" altLang="en-US" sz="1200" b="0" i="0" u="none" strike="noStrike" kern="1200" cap="none" spc="0" normalizeH="0" baseline="0" noProof="0">
                <a:ln>
                  <a:noFill/>
                </a:ln>
                <a:solidFill>
                  <a:srgbClr val="000000"/>
                </a:solidFill>
                <a:effectLst/>
                <a:uLnTx/>
                <a:uFillTx/>
                <a:latin typeface="Arial" panose="020B0604020202020204"/>
                <a:ea typeface="微软雅黑" panose="020B0503020204020204" charset="-122"/>
                <a:cs typeface="+mn-cs"/>
              </a:endParaRPr>
            </a:p>
          </p:txBody>
        </p:sp>
        <p:sp>
          <p:nvSpPr>
            <p:cNvPr id="14" name="iṧḻiḑè"/>
            <p:cNvSpPr txBox="1"/>
            <p:nvPr/>
          </p:nvSpPr>
          <p:spPr bwMode="auto">
            <a:xfrm>
              <a:off x="669925" y="5246602"/>
              <a:ext cx="2800940" cy="765033"/>
            </a:xfrm>
            <a:prstGeom prst="rect">
              <a:avLst/>
            </a:prstGeom>
            <a:noFill/>
          </p:spPr>
          <p:txBody>
            <a:bodyPr wrap="square" lIns="67500" tIns="35100" rIns="67500" bIns="35100" anchor="t" anchorCtr="0">
              <a:normAutofit/>
            </a:bodyPr>
            <a:lstStyle/>
            <a:p>
              <a:pPr marL="128905" marR="0" lvl="0" indent="-128905" algn="r" defTabSz="685800" rtl="0" eaLnBrk="1" fontAlgn="auto" latinLnBrk="0" hangingPunct="1">
                <a:lnSpc>
                  <a:spcPct val="150000"/>
                </a:lnSpc>
                <a:spcBef>
                  <a:spcPts val="0"/>
                </a:spcBef>
                <a:spcAft>
                  <a:spcPts val="0"/>
                </a:spcAft>
                <a:buClrTx/>
                <a:buSzTx/>
                <a:buFont typeface="Arial" panose="020B0604020202020204" pitchFamily="34" charset="0"/>
                <a:buChar char="•"/>
                <a:defRPr/>
              </a:pPr>
              <a:endParaRPr kumimoji="0" lang="en-US" altLang="zh-CN" sz="750" b="0" i="0" u="none" strike="noStrike" kern="1200" cap="none" spc="0" normalizeH="0" baseline="0" noProof="0" dirty="0">
                <a:ln>
                  <a:noFill/>
                </a:ln>
                <a:solidFill>
                  <a:srgbClr val="000000"/>
                </a:solidFill>
                <a:effectLst/>
                <a:uLnTx/>
                <a:uFillTx/>
                <a:latin typeface="Arial" panose="020B0604020202020204"/>
                <a:ea typeface="微软雅黑" panose="020B0503020204020204" charset="-122"/>
                <a:cs typeface="+mn-cs"/>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r>
              <a:rPr kumimoji="1" lang="zh-CN" altLang="en-US" dirty="0">
                <a:sym typeface="+mn-ea"/>
              </a:rPr>
              <a:t>软件安全产品设计</a:t>
            </a:r>
            <a:endParaRPr kumimoji="1" lang="zh-CN" altLang="en-US" dirty="0"/>
          </a:p>
          <a:p>
            <a:endParaRPr kumimoji="1" lang="zh-CN" altLang="en-US" dirty="0"/>
          </a:p>
        </p:txBody>
      </p:sp>
      <p:sp>
        <p:nvSpPr>
          <p:cNvPr id="24" name="文本占位符 3"/>
          <p:cNvSpPr txBox="1"/>
          <p:nvPr/>
        </p:nvSpPr>
        <p:spPr>
          <a:xfrm>
            <a:off x="876300" y="1624965"/>
            <a:ext cx="2272665" cy="10839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fontAlgn="auto">
              <a:lnSpc>
                <a:spcPct val="130000"/>
              </a:lnSpc>
              <a:spcBef>
                <a:spcPts val="750"/>
              </a:spcBef>
              <a:spcAft>
                <a:spcPts val="0"/>
              </a:spcAft>
              <a:buNone/>
            </a:pPr>
            <a:r>
              <a:rPr kumimoji="1" lang="zh-CN" altLang="en-US" sz="1350" b="1" dirty="0">
                <a:solidFill>
                  <a:srgbClr val="3494BA"/>
                </a:solidFill>
                <a:latin typeface="Segoe UI" panose="020B0502040204020203"/>
                <a:ea typeface="微软雅黑" panose="020B0503020204020204" charset="-122"/>
              </a:rPr>
              <a:t>1. 透明加解密技术</a:t>
            </a:r>
            <a:endParaRPr kumimoji="1" lang="zh-CN" altLang="en-US" sz="1350" b="1" dirty="0">
              <a:solidFill>
                <a:srgbClr val="3494BA"/>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r>
              <a:rPr kumimoji="1" lang="en-US" altLang="zh-CN" sz="1350" b="1" dirty="0">
                <a:solidFill>
                  <a:srgbClr val="3494BA"/>
                </a:solidFill>
                <a:latin typeface="Segoe UI" panose="020B0502040204020203"/>
                <a:ea typeface="微软雅黑" panose="020B0503020204020204" charset="-122"/>
              </a:rPr>
              <a:t>2. </a:t>
            </a:r>
            <a:r>
              <a:rPr kumimoji="1" lang="zh-CN" altLang="en-US" sz="1350" b="1" dirty="0">
                <a:solidFill>
                  <a:srgbClr val="3494BA"/>
                </a:solidFill>
                <a:latin typeface="Segoe UI" panose="020B0502040204020203"/>
                <a:ea typeface="微软雅黑" panose="020B0503020204020204" charset="-122"/>
              </a:rPr>
              <a:t>泄密保护</a:t>
            </a:r>
            <a:endParaRPr kumimoji="1" lang="zh-CN" altLang="en-US" sz="1350" b="1" dirty="0">
              <a:solidFill>
                <a:srgbClr val="3494BA"/>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r>
              <a:rPr kumimoji="1" lang="en-US" altLang="zh-CN" sz="1350" b="1" dirty="0">
                <a:solidFill>
                  <a:srgbClr val="3494BA"/>
                </a:solidFill>
                <a:latin typeface="Segoe UI" panose="020B0502040204020203"/>
                <a:ea typeface="微软雅黑" panose="020B0503020204020204" charset="-122"/>
              </a:rPr>
              <a:t>3. </a:t>
            </a:r>
            <a:r>
              <a:rPr kumimoji="1" lang="zh-CN" altLang="en-US" sz="1350" b="1" dirty="0">
                <a:solidFill>
                  <a:srgbClr val="3494BA"/>
                </a:solidFill>
                <a:latin typeface="Segoe UI" panose="020B0502040204020203"/>
                <a:ea typeface="微软雅黑" panose="020B0503020204020204" charset="-122"/>
              </a:rPr>
              <a:t>强制访问控制</a:t>
            </a:r>
            <a:endParaRPr kumimoji="1" lang="zh-CN" altLang="en-US" sz="1350" b="1" dirty="0">
              <a:solidFill>
                <a:srgbClr val="3494BA"/>
              </a:solidFill>
              <a:latin typeface="Segoe UI" panose="020B0502040204020203"/>
              <a:ea typeface="微软雅黑" panose="020B0503020204020204" charset="-122"/>
            </a:endParaRPr>
          </a:p>
        </p:txBody>
      </p:sp>
      <p:sp>
        <p:nvSpPr>
          <p:cNvPr id="32" name="文本占位符 3"/>
          <p:cNvSpPr txBox="1"/>
          <p:nvPr/>
        </p:nvSpPr>
        <p:spPr>
          <a:xfrm>
            <a:off x="876300" y="2844166"/>
            <a:ext cx="2272665" cy="117014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fontAlgn="auto">
              <a:lnSpc>
                <a:spcPct val="130000"/>
              </a:lnSpc>
              <a:spcBef>
                <a:spcPts val="750"/>
              </a:spcBef>
              <a:spcAft>
                <a:spcPts val="0"/>
              </a:spcAft>
              <a:buNone/>
            </a:pPr>
            <a:r>
              <a:rPr kumimoji="1" lang="en-US" altLang="zh-CN" sz="1350" b="1" dirty="0">
                <a:solidFill>
                  <a:srgbClr val="58B6C0"/>
                </a:solidFill>
                <a:latin typeface="Segoe UI" panose="020B0502040204020203"/>
                <a:ea typeface="微软雅黑" panose="020B0503020204020204" charset="-122"/>
              </a:rPr>
              <a:t>4.</a:t>
            </a:r>
            <a:r>
              <a:rPr kumimoji="1" lang="zh-CN" altLang="en-US" sz="1350" b="1" dirty="0">
                <a:solidFill>
                  <a:srgbClr val="58B6C0"/>
                </a:solidFill>
                <a:latin typeface="Segoe UI" panose="020B0502040204020203"/>
                <a:ea typeface="微软雅黑" panose="020B0503020204020204" charset="-122"/>
              </a:rPr>
              <a:t>双因子认证</a:t>
            </a:r>
            <a:endParaRPr kumimoji="1" lang="zh-CN" altLang="en-US" sz="1350" b="1" dirty="0">
              <a:solidFill>
                <a:srgbClr val="58B6C0"/>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r>
              <a:rPr kumimoji="1" lang="en-US" altLang="zh-CN" sz="1350" b="1" dirty="0">
                <a:solidFill>
                  <a:srgbClr val="58B6C0"/>
                </a:solidFill>
                <a:latin typeface="Segoe UI" panose="020B0502040204020203"/>
                <a:ea typeface="微软雅黑" panose="020B0503020204020204" charset="-122"/>
              </a:rPr>
              <a:t>5.</a:t>
            </a:r>
            <a:r>
              <a:rPr kumimoji="1" lang="zh-CN" altLang="en-US" sz="1350" b="1" dirty="0">
                <a:solidFill>
                  <a:srgbClr val="58B6C0"/>
                </a:solidFill>
                <a:latin typeface="Segoe UI" panose="020B0502040204020203"/>
                <a:ea typeface="微软雅黑" panose="020B0503020204020204" charset="-122"/>
              </a:rPr>
              <a:t>文档审计</a:t>
            </a:r>
            <a:endParaRPr kumimoji="1" lang="zh-CN" altLang="en-US" sz="1350" b="1" dirty="0">
              <a:solidFill>
                <a:srgbClr val="58B6C0"/>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r>
              <a:rPr kumimoji="1" lang="en-US" altLang="zh-CN" sz="1350" b="1" dirty="0">
                <a:solidFill>
                  <a:srgbClr val="58B6C0"/>
                </a:solidFill>
                <a:latin typeface="Segoe UI" panose="020B0502040204020203"/>
                <a:ea typeface="微软雅黑" panose="020B0503020204020204" charset="-122"/>
              </a:rPr>
              <a:t>6. </a:t>
            </a:r>
            <a:r>
              <a:rPr kumimoji="1" lang="zh-CN" altLang="en-US" sz="1350" b="1" dirty="0">
                <a:solidFill>
                  <a:srgbClr val="58B6C0"/>
                </a:solidFill>
                <a:latin typeface="Segoe UI" panose="020B0502040204020203"/>
                <a:ea typeface="微软雅黑" panose="020B0503020204020204" charset="-122"/>
              </a:rPr>
              <a:t>三权分立</a:t>
            </a:r>
            <a:endParaRPr kumimoji="1" lang="zh-CN" altLang="en-US" sz="1350" b="1" dirty="0">
              <a:solidFill>
                <a:srgbClr val="58B6C0"/>
              </a:solidFill>
              <a:latin typeface="Segoe UI" panose="020B0502040204020203"/>
              <a:ea typeface="微软雅黑" panose="020B0503020204020204" charset="-122"/>
            </a:endParaRPr>
          </a:p>
        </p:txBody>
      </p:sp>
      <p:sp>
        <p:nvSpPr>
          <p:cNvPr id="35" name="文本占位符 3"/>
          <p:cNvSpPr txBox="1"/>
          <p:nvPr/>
        </p:nvSpPr>
        <p:spPr>
          <a:xfrm>
            <a:off x="876300" y="4185285"/>
            <a:ext cx="2626995" cy="156781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fontAlgn="auto">
              <a:lnSpc>
                <a:spcPct val="130000"/>
              </a:lnSpc>
              <a:spcBef>
                <a:spcPts val="750"/>
              </a:spcBef>
              <a:spcAft>
                <a:spcPts val="0"/>
              </a:spcAft>
              <a:buNone/>
            </a:pPr>
            <a:r>
              <a:rPr kumimoji="1" lang="en-US" altLang="zh-CN" sz="1350" b="1" dirty="0">
                <a:solidFill>
                  <a:srgbClr val="75BDA7"/>
                </a:solidFill>
                <a:latin typeface="Segoe UI" panose="020B0502040204020203"/>
                <a:ea typeface="微软雅黑" panose="020B0503020204020204" charset="-122"/>
              </a:rPr>
              <a:t>7. </a:t>
            </a:r>
            <a:r>
              <a:rPr kumimoji="1" lang="zh-CN" altLang="en-US" sz="1350" b="1" dirty="0">
                <a:solidFill>
                  <a:srgbClr val="75BDA7"/>
                </a:solidFill>
                <a:latin typeface="Segoe UI" panose="020B0502040204020203"/>
                <a:ea typeface="微软雅黑" panose="020B0503020204020204" charset="-122"/>
              </a:rPr>
              <a:t>安全协议</a:t>
            </a:r>
            <a:endParaRPr kumimoji="1" lang="zh-CN" altLang="en-US" sz="1350" b="1" dirty="0">
              <a:solidFill>
                <a:srgbClr val="75BDA7"/>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r>
              <a:rPr kumimoji="1" lang="en-US" altLang="zh-CN" sz="1350" b="1" dirty="0">
                <a:solidFill>
                  <a:srgbClr val="75BDA7"/>
                </a:solidFill>
                <a:latin typeface="Segoe UI" panose="020B0502040204020203"/>
                <a:ea typeface="微软雅黑" panose="020B0503020204020204" charset="-122"/>
              </a:rPr>
              <a:t>8. </a:t>
            </a:r>
            <a:r>
              <a:rPr kumimoji="1" lang="zh-CN" altLang="en-US" sz="1350" b="1" dirty="0">
                <a:solidFill>
                  <a:srgbClr val="75BDA7"/>
                </a:solidFill>
                <a:latin typeface="Segoe UI" panose="020B0502040204020203"/>
                <a:ea typeface="微软雅黑" panose="020B0503020204020204" charset="-122"/>
              </a:rPr>
              <a:t>对称加密算法</a:t>
            </a:r>
            <a:endParaRPr kumimoji="1" lang="zh-CN" altLang="en-US" sz="1350" b="1" dirty="0">
              <a:solidFill>
                <a:srgbClr val="75BDA7"/>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r>
              <a:rPr kumimoji="1" lang="en-US" altLang="zh-CN" sz="1350" b="1" dirty="0">
                <a:solidFill>
                  <a:srgbClr val="75BDA7"/>
                </a:solidFill>
                <a:latin typeface="Segoe UI" panose="020B0502040204020203"/>
                <a:ea typeface="微软雅黑" panose="020B0503020204020204" charset="-122"/>
              </a:rPr>
              <a:t>9. </a:t>
            </a:r>
            <a:r>
              <a:rPr kumimoji="1" lang="zh-CN" altLang="en-US" sz="1350" b="1" dirty="0">
                <a:solidFill>
                  <a:srgbClr val="75BDA7"/>
                </a:solidFill>
                <a:latin typeface="Segoe UI" panose="020B0502040204020203"/>
                <a:ea typeface="微软雅黑" panose="020B0503020204020204" charset="-122"/>
              </a:rPr>
              <a:t>软硬兼施</a:t>
            </a:r>
            <a:endParaRPr kumimoji="1" lang="zh-CN" altLang="en-US" sz="1350" b="1" dirty="0">
              <a:solidFill>
                <a:srgbClr val="75BDA7"/>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r>
              <a:rPr kumimoji="1" lang="en-US" altLang="zh-CN" sz="1350" b="1" dirty="0">
                <a:solidFill>
                  <a:srgbClr val="75BDA7"/>
                </a:solidFill>
                <a:latin typeface="Segoe UI" panose="020B0502040204020203"/>
                <a:ea typeface="微软雅黑" panose="020B0503020204020204" charset="-122"/>
              </a:rPr>
              <a:t>10. 跨平台、无缝集成技术	     ...</a:t>
            </a:r>
            <a:endParaRPr kumimoji="1" lang="en-US" altLang="zh-CN" sz="1350" b="1" dirty="0">
              <a:solidFill>
                <a:srgbClr val="75BDA7"/>
              </a:solidFill>
              <a:latin typeface="Segoe UI" panose="020B0502040204020203"/>
              <a:ea typeface="微软雅黑" panose="020B0503020204020204" charset="-122"/>
            </a:endParaRPr>
          </a:p>
        </p:txBody>
      </p:sp>
      <p:sp>
        <p:nvSpPr>
          <p:cNvPr id="3" name="文本占位符 3"/>
          <p:cNvSpPr txBox="1"/>
          <p:nvPr/>
        </p:nvSpPr>
        <p:spPr>
          <a:xfrm>
            <a:off x="3430429" y="3376613"/>
            <a:ext cx="3566160" cy="199405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fontAlgn="auto">
              <a:lnSpc>
                <a:spcPct val="130000"/>
              </a:lnSpc>
              <a:spcBef>
                <a:spcPts val="750"/>
              </a:spcBef>
              <a:spcAft>
                <a:spcPts val="0"/>
              </a:spcAft>
              <a:buNone/>
            </a:pPr>
            <a:r>
              <a:rPr lang="en-US" altLang="zh-CN" sz="1350" dirty="0">
                <a:solidFill>
                  <a:prstClr val="white">
                    <a:lumMod val="50000"/>
                  </a:prstClr>
                </a:solidFill>
                <a:latin typeface="Segoe UI" panose="020B0502040204020203"/>
                <a:ea typeface="微软雅黑" panose="020B0503020204020204" charset="-122"/>
              </a:rPr>
              <a:t>数据安全保护系统以</a:t>
            </a:r>
            <a:r>
              <a:rPr lang="en-US" altLang="zh-CN" sz="1350" b="1" dirty="0">
                <a:solidFill>
                  <a:prstClr val="white">
                    <a:lumMod val="50000"/>
                  </a:prstClr>
                </a:solidFill>
                <a:latin typeface="Segoe UI" panose="020B0502040204020203"/>
                <a:ea typeface="微软雅黑" panose="020B0503020204020204" charset="-122"/>
              </a:rPr>
              <a:t>全面数据文件安全策略</a:t>
            </a:r>
            <a:r>
              <a:rPr lang="en-US" altLang="zh-CN" sz="1350" dirty="0">
                <a:solidFill>
                  <a:prstClr val="white">
                    <a:lumMod val="50000"/>
                  </a:prstClr>
                </a:solidFill>
                <a:latin typeface="Segoe UI" panose="020B0502040204020203"/>
                <a:ea typeface="微软雅黑" panose="020B0503020204020204" charset="-122"/>
              </a:rPr>
              <a:t>、</a:t>
            </a:r>
            <a:r>
              <a:rPr lang="en-US" altLang="zh-CN" sz="1350" b="1" dirty="0">
                <a:solidFill>
                  <a:prstClr val="white">
                    <a:lumMod val="50000"/>
                  </a:prstClr>
                </a:solidFill>
                <a:latin typeface="Segoe UI" panose="020B0502040204020203"/>
                <a:ea typeface="微软雅黑" panose="020B0503020204020204" charset="-122"/>
              </a:rPr>
              <a:t>加解密技术</a:t>
            </a:r>
            <a:r>
              <a:rPr lang="en-US" altLang="zh-CN" sz="1350" dirty="0">
                <a:solidFill>
                  <a:prstClr val="white">
                    <a:lumMod val="50000"/>
                  </a:prstClr>
                </a:solidFill>
                <a:latin typeface="Segoe UI" panose="020B0502040204020203"/>
                <a:ea typeface="微软雅黑" panose="020B0503020204020204" charset="-122"/>
              </a:rPr>
              <a:t>与</a:t>
            </a:r>
            <a:r>
              <a:rPr lang="en-US" altLang="zh-CN" sz="1350" b="1" dirty="0">
                <a:solidFill>
                  <a:prstClr val="white">
                    <a:lumMod val="50000"/>
                  </a:prstClr>
                </a:solidFill>
                <a:latin typeface="Segoe UI" panose="020B0502040204020203"/>
                <a:ea typeface="微软雅黑" panose="020B0503020204020204" charset="-122"/>
              </a:rPr>
              <a:t>强制访问控制</a:t>
            </a:r>
            <a:r>
              <a:rPr lang="en-US" altLang="zh-CN" sz="1350" dirty="0">
                <a:solidFill>
                  <a:prstClr val="white">
                    <a:lumMod val="50000"/>
                  </a:prstClr>
                </a:solidFill>
                <a:latin typeface="Segoe UI" panose="020B0502040204020203"/>
                <a:ea typeface="微软雅黑" panose="020B0503020204020204" charset="-122"/>
              </a:rPr>
              <a:t>有机结合为设计思想，对信息媒介上的各种数据资产，实施不同安全等级的控制，有效杜绝机密信息泄漏和窃取事件。</a:t>
            </a:r>
            <a:endParaRPr lang="en-US" altLang="zh-CN" sz="1350" dirty="0">
              <a:solidFill>
                <a:prstClr val="white">
                  <a:lumMod val="50000"/>
                </a:prstClr>
              </a:solidFill>
              <a:latin typeface="Segoe UI" panose="020B0502040204020203"/>
              <a:ea typeface="微软雅黑" panose="020B0503020204020204" charset="-122"/>
            </a:endParaRPr>
          </a:p>
        </p:txBody>
      </p:sp>
      <p:sp>
        <p:nvSpPr>
          <p:cNvPr id="6" name="文本占位符 3"/>
          <p:cNvSpPr txBox="1"/>
          <p:nvPr/>
        </p:nvSpPr>
        <p:spPr>
          <a:xfrm>
            <a:off x="3503295" y="1624965"/>
            <a:ext cx="723900" cy="4429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fontAlgn="auto">
              <a:lnSpc>
                <a:spcPct val="130000"/>
              </a:lnSpc>
              <a:spcBef>
                <a:spcPts val="750"/>
              </a:spcBef>
              <a:spcAft>
                <a:spcPts val="0"/>
              </a:spcAft>
              <a:buNone/>
            </a:pPr>
            <a:r>
              <a:rPr kumimoji="1" lang="zh-CN" altLang="en-US" sz="1500" b="1" dirty="0">
                <a:solidFill>
                  <a:prstClr val="black">
                    <a:lumMod val="75000"/>
                    <a:lumOff val="25000"/>
                  </a:prstClr>
                </a:solidFill>
                <a:latin typeface="Segoe UI" panose="020B0502040204020203"/>
                <a:ea typeface="微软雅黑" panose="020B0503020204020204" charset="-122"/>
              </a:rPr>
              <a:t>举例：</a:t>
            </a:r>
            <a:endParaRPr kumimoji="1" lang="zh-CN" altLang="en-US" sz="1500" b="1" dirty="0">
              <a:solidFill>
                <a:prstClr val="black">
                  <a:lumMod val="75000"/>
                  <a:lumOff val="25000"/>
                </a:prstClr>
              </a:solidFill>
              <a:latin typeface="Segoe UI" panose="020B0502040204020203"/>
              <a:ea typeface="微软雅黑" panose="020B0503020204020204" charset="-122"/>
            </a:endParaRPr>
          </a:p>
        </p:txBody>
      </p:sp>
      <p:sp>
        <p:nvSpPr>
          <p:cNvPr id="7" name="文本占位符 3"/>
          <p:cNvSpPr txBox="1"/>
          <p:nvPr/>
        </p:nvSpPr>
        <p:spPr>
          <a:xfrm>
            <a:off x="3430429" y="2557463"/>
            <a:ext cx="3565684" cy="44338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fontAlgn="auto">
              <a:lnSpc>
                <a:spcPct val="130000"/>
              </a:lnSpc>
              <a:spcBef>
                <a:spcPts val="750"/>
              </a:spcBef>
              <a:spcAft>
                <a:spcPts val="0"/>
              </a:spcAft>
              <a:buNone/>
            </a:pPr>
            <a:r>
              <a:rPr lang="zh-CN" altLang="en-US" sz="1350" b="1" dirty="0">
                <a:solidFill>
                  <a:srgbClr val="404040"/>
                </a:solidFill>
                <a:latin typeface="Segoe UI" panose="020B0502040204020203"/>
                <a:ea typeface="微软雅黑" panose="020B0503020204020204" charset="-122"/>
              </a:rPr>
              <a:t>数据安全保护系统</a:t>
            </a:r>
            <a:endParaRPr lang="zh-CN" altLang="en-US" sz="1350" b="1" dirty="0">
              <a:solidFill>
                <a:srgbClr val="404040"/>
              </a:solidFill>
              <a:latin typeface="Segoe UI" panose="020B0502040204020203"/>
              <a:ea typeface="微软雅黑" panose="020B0503020204020204" charset="-122"/>
            </a:endParaRPr>
          </a:p>
        </p:txBody>
      </p:sp>
      <p:pic>
        <p:nvPicPr>
          <p:cNvPr id="8" name="图片 7" descr="20141120031001274_副本"/>
          <p:cNvPicPr>
            <a:picLocks noChangeAspect="1"/>
          </p:cNvPicPr>
          <p:nvPr/>
        </p:nvPicPr>
        <p:blipFill>
          <a:blip r:embed="rId1"/>
          <a:stretch>
            <a:fillRect/>
          </a:stretch>
        </p:blipFill>
        <p:spPr>
          <a:xfrm>
            <a:off x="5929313" y="1624966"/>
            <a:ext cx="1708309" cy="1490186"/>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r>
              <a:rPr kumimoji="1" lang="zh-CN" altLang="en-US" dirty="0"/>
              <a:t>软件安全开发</a:t>
            </a:r>
            <a:endParaRPr kumimoji="1" lang="zh-CN" altLang="en-US" dirty="0"/>
          </a:p>
        </p:txBody>
      </p:sp>
      <p:sp>
        <p:nvSpPr>
          <p:cNvPr id="4" name="文本占位符 3"/>
          <p:cNvSpPr txBox="1"/>
          <p:nvPr/>
        </p:nvSpPr>
        <p:spPr>
          <a:xfrm>
            <a:off x="326232" y="1784985"/>
            <a:ext cx="6503194" cy="306800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fontAlgn="auto">
              <a:lnSpc>
                <a:spcPct val="130000"/>
              </a:lnSpc>
              <a:spcBef>
                <a:spcPts val="750"/>
              </a:spcBef>
              <a:spcAft>
                <a:spcPts val="0"/>
              </a:spcAft>
              <a:buNone/>
            </a:pPr>
            <a:r>
              <a:rPr lang="en-US" altLang="zh-CN" sz="1350" b="1" dirty="0">
                <a:solidFill>
                  <a:prstClr val="white">
                    <a:lumMod val="50000"/>
                  </a:prstClr>
                </a:solidFill>
                <a:latin typeface="Segoe UI" panose="020B0502040204020203"/>
                <a:ea typeface="微软雅黑" panose="020B0503020204020204" charset="-122"/>
              </a:rPr>
              <a:t>系统安全、应用安全、敏感信息的保护</a:t>
            </a:r>
            <a:r>
              <a:rPr lang="en-US" altLang="zh-CN" sz="1350" dirty="0">
                <a:solidFill>
                  <a:prstClr val="white">
                    <a:lumMod val="50000"/>
                  </a:prstClr>
                </a:solidFill>
                <a:latin typeface="Segoe UI" panose="020B0502040204020203"/>
                <a:ea typeface="微软雅黑" panose="020B0503020204020204" charset="-122"/>
              </a:rPr>
              <a:t>等话题已经成为软件企业不能回避的挑战，如何在开发过程中</a:t>
            </a:r>
            <a:r>
              <a:rPr lang="en-US" altLang="zh-CN" sz="1350" b="1" dirty="0">
                <a:solidFill>
                  <a:prstClr val="white">
                    <a:lumMod val="50000"/>
                  </a:prstClr>
                </a:solidFill>
                <a:latin typeface="Segoe UI" panose="020B0502040204020203"/>
                <a:ea typeface="微软雅黑" panose="020B0503020204020204" charset="-122"/>
              </a:rPr>
              <a:t>制度化</a:t>
            </a:r>
            <a:r>
              <a:rPr lang="en-US" altLang="zh-CN" sz="1350" dirty="0">
                <a:solidFill>
                  <a:prstClr val="white">
                    <a:lumMod val="50000"/>
                  </a:prstClr>
                </a:solidFill>
                <a:latin typeface="Segoe UI" panose="020B0502040204020203"/>
                <a:ea typeface="微软雅黑" panose="020B0503020204020204" charset="-122"/>
              </a:rPr>
              <a:t>、</a:t>
            </a:r>
            <a:r>
              <a:rPr lang="en-US" altLang="zh-CN" sz="1350" b="1" dirty="0">
                <a:solidFill>
                  <a:prstClr val="white">
                    <a:lumMod val="50000"/>
                  </a:prstClr>
                </a:solidFill>
                <a:latin typeface="Segoe UI" panose="020B0502040204020203"/>
                <a:ea typeface="微软雅黑" panose="020B0503020204020204" charset="-122"/>
              </a:rPr>
              <a:t>流程化</a:t>
            </a:r>
            <a:r>
              <a:rPr lang="en-US" altLang="zh-CN" sz="1350" dirty="0">
                <a:solidFill>
                  <a:prstClr val="white">
                    <a:lumMod val="50000"/>
                  </a:prstClr>
                </a:solidFill>
                <a:latin typeface="Segoe UI" panose="020B0502040204020203"/>
                <a:ea typeface="微软雅黑" panose="020B0503020204020204" charset="-122"/>
              </a:rPr>
              <a:t>的实现安全特性，是所有软件企业都需着重考虑的问题。</a:t>
            </a:r>
            <a:endParaRPr lang="en-US" altLang="zh-CN" sz="1350" dirty="0">
              <a:solidFill>
                <a:prstClr val="white">
                  <a:lumMod val="50000"/>
                </a:prstClr>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r>
              <a:rPr lang="en-US" altLang="zh-CN" sz="1350" b="1" dirty="0">
                <a:solidFill>
                  <a:prstClr val="white">
                    <a:lumMod val="50000"/>
                  </a:prstClr>
                </a:solidFill>
                <a:latin typeface="Segoe UI" panose="020B0502040204020203"/>
                <a:ea typeface="微软雅黑" panose="020B0503020204020204" charset="-122"/>
              </a:rPr>
              <a:t>国际标准ISO 27034</a:t>
            </a:r>
            <a:r>
              <a:rPr lang="en-US" altLang="zh-CN" sz="1350" dirty="0">
                <a:solidFill>
                  <a:prstClr val="white">
                    <a:lumMod val="50000"/>
                  </a:prstClr>
                </a:solidFill>
                <a:latin typeface="Segoe UI" panose="020B0502040204020203"/>
                <a:ea typeface="微软雅黑" panose="020B0503020204020204" charset="-122"/>
              </a:rPr>
              <a:t>是一个系统性解决以上问题的方案，它清晰地定义了实际应用中软件系统面临的风险，同时为不同类型的软件开发组织提供了一套可以</a:t>
            </a:r>
            <a:r>
              <a:rPr lang="en-US" altLang="zh-CN" sz="1350" b="1" dirty="0">
                <a:solidFill>
                  <a:prstClr val="white">
                    <a:lumMod val="50000"/>
                  </a:prstClr>
                </a:solidFill>
                <a:latin typeface="Segoe UI" panose="020B0502040204020203"/>
                <a:ea typeface="微软雅黑" panose="020B0503020204020204" charset="-122"/>
              </a:rPr>
              <a:t>灵活应用</a:t>
            </a:r>
            <a:r>
              <a:rPr lang="en-US" altLang="zh-CN" sz="1350" dirty="0">
                <a:solidFill>
                  <a:prstClr val="white">
                    <a:lumMod val="50000"/>
                  </a:prstClr>
                </a:solidFill>
                <a:latin typeface="Segoe UI" panose="020B0502040204020203"/>
                <a:ea typeface="微软雅黑" panose="020B0503020204020204" charset="-122"/>
              </a:rPr>
              <a:t>的方法</a:t>
            </a:r>
            <a:r>
              <a:rPr lang="zh-CN" altLang="en-US" sz="1350" dirty="0">
                <a:solidFill>
                  <a:prstClr val="white">
                    <a:lumMod val="50000"/>
                  </a:prstClr>
                </a:solidFill>
                <a:latin typeface="Segoe UI" panose="020B0502040204020203"/>
                <a:ea typeface="微软雅黑" panose="020B0503020204020204" charset="-122"/>
              </a:rPr>
              <a:t>。</a:t>
            </a:r>
            <a:endParaRPr lang="zh-CN" altLang="en-US" sz="1350" dirty="0">
              <a:solidFill>
                <a:prstClr val="white">
                  <a:lumMod val="50000"/>
                </a:prstClr>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r>
              <a:rPr lang="zh-CN" altLang="en-US" sz="1350" b="1" dirty="0">
                <a:solidFill>
                  <a:prstClr val="white">
                    <a:lumMod val="50000"/>
                  </a:prstClr>
                </a:solidFill>
                <a:latin typeface="Segoe UI" panose="020B0502040204020203"/>
                <a:ea typeface="微软雅黑" panose="020B0503020204020204" charset="-122"/>
              </a:rPr>
              <a:t>ISO 27034</a:t>
            </a:r>
            <a:r>
              <a:rPr lang="zh-CN" altLang="en-US" sz="1350" dirty="0">
                <a:solidFill>
                  <a:prstClr val="white">
                    <a:lumMod val="50000"/>
                  </a:prstClr>
                </a:solidFill>
                <a:latin typeface="Segoe UI" panose="020B0502040204020203"/>
                <a:ea typeface="微软雅黑" panose="020B0503020204020204" charset="-122"/>
              </a:rPr>
              <a:t>是国际标准化组织通过的第一个</a:t>
            </a:r>
            <a:r>
              <a:rPr lang="zh-CN" altLang="en-US" sz="1350" b="1" dirty="0">
                <a:solidFill>
                  <a:prstClr val="white">
                    <a:lumMod val="50000"/>
                  </a:prstClr>
                </a:solidFill>
                <a:latin typeface="Segoe UI" panose="020B0502040204020203"/>
                <a:ea typeface="微软雅黑" panose="020B0503020204020204" charset="-122"/>
              </a:rPr>
              <a:t>关注建立安全软件程序流程和框架</a:t>
            </a:r>
            <a:r>
              <a:rPr lang="zh-CN" altLang="en-US" sz="1350" dirty="0">
                <a:solidFill>
                  <a:prstClr val="white">
                    <a:lumMod val="50000"/>
                  </a:prstClr>
                </a:solidFill>
                <a:latin typeface="Segoe UI" panose="020B0502040204020203"/>
                <a:ea typeface="微软雅黑" panose="020B0503020204020204" charset="-122"/>
              </a:rPr>
              <a:t>的标准。对销售软件的企业来说，</a:t>
            </a:r>
            <a:r>
              <a:rPr lang="zh-CN" altLang="en-US" sz="1350" dirty="0">
                <a:solidFill>
                  <a:srgbClr val="7F7F93"/>
                </a:solidFill>
                <a:latin typeface="Segoe UI" panose="020B0502040204020203"/>
                <a:ea typeface="微软雅黑" panose="020B0503020204020204" charset="-122"/>
              </a:rPr>
              <a:t>ISO27034</a:t>
            </a:r>
            <a:r>
              <a:rPr lang="zh-CN" altLang="en-US" sz="1350" dirty="0">
                <a:solidFill>
                  <a:prstClr val="white">
                    <a:lumMod val="50000"/>
                  </a:prstClr>
                </a:solidFill>
                <a:latin typeface="Segoe UI" panose="020B0502040204020203"/>
                <a:ea typeface="微软雅黑" panose="020B0503020204020204" charset="-122"/>
              </a:rPr>
              <a:t>的应用提供了一个</a:t>
            </a:r>
            <a:r>
              <a:rPr lang="zh-CN" altLang="en-US" sz="1350" b="1" dirty="0">
                <a:solidFill>
                  <a:prstClr val="white">
                    <a:lumMod val="50000"/>
                  </a:prstClr>
                </a:solidFill>
                <a:latin typeface="Segoe UI" panose="020B0502040204020203"/>
                <a:ea typeface="微软雅黑" panose="020B0503020204020204" charset="-122"/>
              </a:rPr>
              <a:t>通用的验证自己产品安全性</a:t>
            </a:r>
            <a:r>
              <a:rPr lang="zh-CN" altLang="en-US" sz="1350" dirty="0">
                <a:solidFill>
                  <a:prstClr val="white">
                    <a:lumMod val="50000"/>
                  </a:prstClr>
                </a:solidFill>
                <a:latin typeface="Segoe UI" panose="020B0502040204020203"/>
                <a:ea typeface="微软雅黑" panose="020B0503020204020204" charset="-122"/>
              </a:rPr>
              <a:t>的方式，能够让安全性成为企业的竞争优势。另一方面，对购买软件和服务的客户来说，这一标准可以作为一个简单明确的“语言”，促使</a:t>
            </a:r>
            <a:r>
              <a:rPr lang="zh-CN" altLang="en-US" sz="1350" b="1" dirty="0">
                <a:solidFill>
                  <a:prstClr val="white">
                    <a:lumMod val="50000"/>
                  </a:prstClr>
                </a:solidFill>
                <a:latin typeface="Segoe UI" panose="020B0502040204020203"/>
                <a:ea typeface="微软雅黑" panose="020B0503020204020204" charset="-122"/>
              </a:rPr>
              <a:t>开发者实施安全开发</a:t>
            </a:r>
            <a:r>
              <a:rPr lang="zh-CN" altLang="en-US" sz="1350" dirty="0">
                <a:solidFill>
                  <a:prstClr val="white">
                    <a:lumMod val="50000"/>
                  </a:prstClr>
                </a:solidFill>
                <a:latin typeface="Segoe UI" panose="020B0502040204020203"/>
                <a:ea typeface="微软雅黑" panose="020B0503020204020204" charset="-122"/>
              </a:rPr>
              <a:t>。</a:t>
            </a:r>
            <a:endParaRPr lang="zh-CN" altLang="en-US" sz="1350" dirty="0">
              <a:solidFill>
                <a:prstClr val="white">
                  <a:lumMod val="50000"/>
                </a:prstClr>
              </a:solidFill>
              <a:latin typeface="Segoe UI" panose="020B0502040204020203"/>
              <a:ea typeface="微软雅黑" panose="020B0503020204020204" charset="-122"/>
            </a:endParaRPr>
          </a:p>
        </p:txBody>
      </p:sp>
      <p:pic>
        <p:nvPicPr>
          <p:cNvPr id="10" name="图片 9">
            <a:hlinkClick r:id="rId1"/>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408658" y="5622015"/>
            <a:ext cx="1371600" cy="1828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r>
              <a:rPr kumimoji="1" lang="zh-CN" altLang="en-US" dirty="0"/>
              <a:t>软件安全性测试</a:t>
            </a:r>
            <a:endParaRPr kumimoji="1" lang="zh-CN" altLang="en-US" dirty="0"/>
          </a:p>
        </p:txBody>
      </p:sp>
      <p:sp>
        <p:nvSpPr>
          <p:cNvPr id="31" name="文本占位符 3"/>
          <p:cNvSpPr txBox="1"/>
          <p:nvPr/>
        </p:nvSpPr>
        <p:spPr>
          <a:xfrm>
            <a:off x="326232" y="2026920"/>
            <a:ext cx="7363301" cy="291798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fontAlgn="auto">
              <a:lnSpc>
                <a:spcPct val="130000"/>
              </a:lnSpc>
              <a:spcBef>
                <a:spcPts val="750"/>
              </a:spcBef>
              <a:spcAft>
                <a:spcPts val="0"/>
              </a:spcAft>
              <a:buNone/>
            </a:pPr>
            <a:r>
              <a:rPr lang="en-US" altLang="zh-CN" sz="1200" b="1" dirty="0">
                <a:solidFill>
                  <a:srgbClr val="404040"/>
                </a:solidFill>
                <a:latin typeface="Segoe UI" panose="020B0502040204020203"/>
                <a:ea typeface="微软雅黑" panose="020B0503020204020204" charset="-122"/>
              </a:rPr>
              <a:t>1.用户程序安全的测试要考虑问题包括：</a:t>
            </a:r>
            <a:endParaRPr lang="en-US" altLang="zh-CN" sz="1200" b="1" dirty="0">
              <a:solidFill>
                <a:srgbClr val="404040"/>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endParaRPr lang="en-US" altLang="zh-CN" sz="1050" dirty="0">
              <a:solidFill>
                <a:prstClr val="white">
                  <a:lumMod val="50000"/>
                </a:prstClr>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r>
              <a:rPr lang="en-US" altLang="zh-CN" sz="1050" dirty="0">
                <a:solidFill>
                  <a:prstClr val="white">
                    <a:lumMod val="50000"/>
                  </a:prstClr>
                </a:solidFill>
                <a:latin typeface="Segoe UI" panose="020B0502040204020203"/>
                <a:ea typeface="微软雅黑" panose="020B0503020204020204" charset="-122"/>
              </a:rPr>
              <a:t>1.1 明确区分系统中不同用户权限;</a:t>
            </a:r>
            <a:endParaRPr lang="en-US" altLang="zh-CN" sz="1050" dirty="0">
              <a:solidFill>
                <a:prstClr val="white">
                  <a:lumMod val="50000"/>
                </a:prstClr>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r>
              <a:rPr lang="en-US" altLang="zh-CN" sz="1050" dirty="0">
                <a:solidFill>
                  <a:prstClr val="white">
                    <a:lumMod val="50000"/>
                  </a:prstClr>
                </a:solidFill>
                <a:latin typeface="Segoe UI" panose="020B0502040204020203"/>
                <a:ea typeface="微软雅黑" panose="020B0503020204020204" charset="-122"/>
              </a:rPr>
              <a:t>1.2 系统中会不会出现用户冲突;</a:t>
            </a:r>
            <a:endParaRPr lang="en-US" altLang="zh-CN" sz="1050" dirty="0">
              <a:solidFill>
                <a:prstClr val="white">
                  <a:lumMod val="50000"/>
                </a:prstClr>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r>
              <a:rPr lang="en-US" altLang="zh-CN" sz="1050" dirty="0">
                <a:solidFill>
                  <a:prstClr val="white">
                    <a:lumMod val="50000"/>
                  </a:prstClr>
                </a:solidFill>
                <a:latin typeface="Segoe UI" panose="020B0502040204020203"/>
                <a:ea typeface="微软雅黑" panose="020B0503020204020204" charset="-122"/>
              </a:rPr>
              <a:t>1.3 系统会不会因用户的权限的改变造成混乱;</a:t>
            </a:r>
            <a:endParaRPr lang="en-US" altLang="zh-CN" sz="1050" dirty="0">
              <a:solidFill>
                <a:prstClr val="white">
                  <a:lumMod val="50000"/>
                </a:prstClr>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r>
              <a:rPr lang="en-US" altLang="zh-CN" sz="1050" dirty="0">
                <a:solidFill>
                  <a:prstClr val="white">
                    <a:lumMod val="50000"/>
                  </a:prstClr>
                </a:solidFill>
                <a:latin typeface="Segoe UI" panose="020B0502040204020203"/>
                <a:ea typeface="微软雅黑" panose="020B0503020204020204" charset="-122"/>
              </a:rPr>
              <a:t>1.4 用户登陆密码是否是可见、可复制;</a:t>
            </a:r>
            <a:endParaRPr lang="en-US" altLang="zh-CN" sz="1050" dirty="0">
              <a:solidFill>
                <a:prstClr val="white">
                  <a:lumMod val="50000"/>
                </a:prstClr>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r>
              <a:rPr lang="en-US" altLang="zh-CN" sz="1050" dirty="0">
                <a:solidFill>
                  <a:prstClr val="white">
                    <a:lumMod val="50000"/>
                  </a:prstClr>
                </a:solidFill>
                <a:latin typeface="Segoe UI" panose="020B0502040204020203"/>
                <a:ea typeface="微软雅黑" panose="020B0503020204020204" charset="-122"/>
              </a:rPr>
              <a:t>1.5 是否可以通过绝对途径登陆系统(拷贝用户登陆后的链接直接进入系统);</a:t>
            </a:r>
            <a:endParaRPr lang="en-US" altLang="zh-CN" sz="1050" dirty="0">
              <a:solidFill>
                <a:prstClr val="white">
                  <a:lumMod val="50000"/>
                </a:prstClr>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r>
              <a:rPr lang="en-US" altLang="zh-CN" sz="1050" dirty="0">
                <a:solidFill>
                  <a:prstClr val="white">
                    <a:lumMod val="50000"/>
                  </a:prstClr>
                </a:solidFill>
                <a:latin typeface="Segoe UI" panose="020B0502040204020203"/>
                <a:ea typeface="微软雅黑" panose="020B0503020204020204" charset="-122"/>
              </a:rPr>
              <a:t>1.6 用户</a:t>
            </a:r>
            <a:r>
              <a:rPr lang="zh-CN" altLang="en-US" sz="1050" dirty="0">
                <a:solidFill>
                  <a:prstClr val="white">
                    <a:lumMod val="50000"/>
                  </a:prstClr>
                </a:solidFill>
                <a:latin typeface="Segoe UI" panose="020B0502040204020203"/>
                <a:ea typeface="微软雅黑" panose="020B0503020204020204" charset="-122"/>
              </a:rPr>
              <a:t>退</a:t>
            </a:r>
            <a:r>
              <a:rPr lang="en-US" altLang="zh-CN" sz="1050" dirty="0">
                <a:solidFill>
                  <a:prstClr val="white">
                    <a:lumMod val="50000"/>
                  </a:prstClr>
                </a:solidFill>
                <a:latin typeface="Segoe UI" panose="020B0502040204020203"/>
                <a:ea typeface="微软雅黑" panose="020B0503020204020204" charset="-122"/>
              </a:rPr>
              <a:t>出系统后是否删除了所有鉴权标记，是否可以使用后退键而不通过输入口令进入系统。</a:t>
            </a:r>
            <a:endParaRPr lang="en-US" altLang="zh-CN" sz="1050" dirty="0">
              <a:solidFill>
                <a:prstClr val="white">
                  <a:lumMod val="50000"/>
                </a:prstClr>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endParaRPr lang="en-US" altLang="zh-CN" sz="900" dirty="0">
              <a:solidFill>
                <a:prstClr val="white">
                  <a:lumMod val="50000"/>
                </a:prstClr>
              </a:solidFill>
              <a:latin typeface="Segoe UI" panose="020B0502040204020203"/>
              <a:ea typeface="微软雅黑" panose="020B0503020204020204" charset="-122"/>
            </a:endParaRPr>
          </a:p>
        </p:txBody>
      </p:sp>
      <p:graphicFrame>
        <p:nvGraphicFramePr>
          <p:cNvPr id="7" name="图表 6"/>
          <p:cNvGraphicFramePr/>
          <p:nvPr/>
        </p:nvGraphicFramePr>
        <p:xfrm>
          <a:off x="6635716" y="2339692"/>
          <a:ext cx="1690859" cy="1731578"/>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r>
              <a:rPr kumimoji="1" lang="zh-CN" altLang="en-US" dirty="0"/>
              <a:t>软件安全性测试</a:t>
            </a:r>
            <a:endParaRPr kumimoji="1" lang="zh-CN" altLang="en-US" dirty="0"/>
          </a:p>
        </p:txBody>
      </p:sp>
      <p:sp>
        <p:nvSpPr>
          <p:cNvPr id="31" name="文本占位符 3"/>
          <p:cNvSpPr txBox="1"/>
          <p:nvPr/>
        </p:nvSpPr>
        <p:spPr>
          <a:xfrm>
            <a:off x="326232" y="2026920"/>
            <a:ext cx="7363301" cy="291798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fontAlgn="auto">
              <a:lnSpc>
                <a:spcPct val="130000"/>
              </a:lnSpc>
              <a:spcBef>
                <a:spcPts val="750"/>
              </a:spcBef>
              <a:spcAft>
                <a:spcPts val="0"/>
              </a:spcAft>
              <a:buNone/>
            </a:pPr>
            <a:r>
              <a:rPr lang="en-US" altLang="zh-CN" sz="1200" b="1" dirty="0">
                <a:solidFill>
                  <a:srgbClr val="404040"/>
                </a:solidFill>
                <a:latin typeface="Segoe UI" panose="020B0502040204020203"/>
                <a:ea typeface="微软雅黑" panose="020B0503020204020204" charset="-122"/>
                <a:sym typeface="+mn-ea"/>
              </a:rPr>
              <a:t>2.系统网络安全的测试要考虑问题包括：</a:t>
            </a:r>
            <a:endParaRPr lang="en-US" altLang="zh-CN" sz="1200" b="1" dirty="0">
              <a:solidFill>
                <a:srgbClr val="404040"/>
              </a:solidFill>
              <a:latin typeface="Segoe UI" panose="020B0502040204020203"/>
              <a:ea typeface="微软雅黑" panose="020B0503020204020204" charset="-122"/>
              <a:sym typeface="+mn-ea"/>
            </a:endParaRPr>
          </a:p>
          <a:p>
            <a:pPr marL="0" indent="0" defTabSz="685800" fontAlgn="auto">
              <a:lnSpc>
                <a:spcPct val="130000"/>
              </a:lnSpc>
              <a:spcBef>
                <a:spcPts val="750"/>
              </a:spcBef>
              <a:spcAft>
                <a:spcPts val="0"/>
              </a:spcAft>
              <a:buNone/>
            </a:pPr>
            <a:endParaRPr lang="en-US" altLang="zh-CN" sz="1200" b="1" dirty="0">
              <a:solidFill>
                <a:srgbClr val="404040"/>
              </a:solidFill>
              <a:latin typeface="Segoe UI" panose="020B0502040204020203"/>
              <a:ea typeface="微软雅黑" panose="020B0503020204020204" charset="-122"/>
              <a:sym typeface="+mn-ea"/>
            </a:endParaRPr>
          </a:p>
          <a:p>
            <a:pPr marL="0" indent="0" defTabSz="685800" fontAlgn="auto">
              <a:lnSpc>
                <a:spcPct val="130000"/>
              </a:lnSpc>
              <a:spcBef>
                <a:spcPts val="750"/>
              </a:spcBef>
              <a:spcAft>
                <a:spcPts val="0"/>
              </a:spcAft>
              <a:buNone/>
            </a:pPr>
            <a:r>
              <a:rPr lang="en-US" altLang="zh-CN" sz="1050" dirty="0">
                <a:solidFill>
                  <a:prstClr val="white">
                    <a:lumMod val="50000"/>
                  </a:prstClr>
                </a:solidFill>
                <a:latin typeface="Segoe UI" panose="020B0502040204020203"/>
                <a:ea typeface="微软雅黑" panose="020B0503020204020204" charset="-122"/>
                <a:sym typeface="+mn-ea"/>
              </a:rPr>
              <a:t>① 测试采取的防护措施是否正确装配好，有关系统的补丁是否打上;</a:t>
            </a:r>
            <a:endParaRPr lang="en-US" altLang="zh-CN" sz="1050" dirty="0">
              <a:solidFill>
                <a:prstClr val="white">
                  <a:lumMod val="50000"/>
                </a:prstClr>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r>
              <a:rPr lang="en-US" altLang="zh-CN" sz="1050" dirty="0">
                <a:solidFill>
                  <a:prstClr val="white">
                    <a:lumMod val="50000"/>
                  </a:prstClr>
                </a:solidFill>
                <a:latin typeface="Segoe UI" panose="020B0502040204020203"/>
                <a:ea typeface="微软雅黑" panose="020B0503020204020204" charset="-122"/>
                <a:sym typeface="+mn-ea"/>
              </a:rPr>
              <a:t>② 模拟非授权攻击，看防护系统是否坚固;</a:t>
            </a:r>
            <a:endParaRPr lang="en-US" altLang="zh-CN" sz="1050" dirty="0">
              <a:solidFill>
                <a:prstClr val="white">
                  <a:lumMod val="50000"/>
                </a:prstClr>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r>
              <a:rPr lang="en-US" altLang="zh-CN" sz="1050" dirty="0">
                <a:solidFill>
                  <a:prstClr val="white">
                    <a:lumMod val="50000"/>
                  </a:prstClr>
                </a:solidFill>
                <a:latin typeface="Segoe UI" panose="020B0502040204020203"/>
                <a:ea typeface="微软雅黑" panose="020B0503020204020204" charset="-122"/>
                <a:sym typeface="+mn-ea"/>
              </a:rPr>
              <a:t>③ 采用成熟的网络漏洞检查工具检查系统相关漏洞;</a:t>
            </a:r>
            <a:endParaRPr lang="en-US" altLang="zh-CN" sz="1050" dirty="0">
              <a:solidFill>
                <a:prstClr val="white">
                  <a:lumMod val="50000"/>
                </a:prstClr>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r>
              <a:rPr lang="en-US" altLang="zh-CN" sz="1050" dirty="0">
                <a:solidFill>
                  <a:prstClr val="white">
                    <a:lumMod val="50000"/>
                  </a:prstClr>
                </a:solidFill>
                <a:latin typeface="Segoe UI" panose="020B0502040204020203"/>
                <a:ea typeface="微软雅黑" panose="020B0503020204020204" charset="-122"/>
                <a:sym typeface="+mn-ea"/>
              </a:rPr>
              <a:t>④ 采用各种木马检查工具检查系统木马情况;</a:t>
            </a:r>
            <a:endParaRPr lang="en-US" altLang="zh-CN" sz="1050" dirty="0">
              <a:solidFill>
                <a:prstClr val="white">
                  <a:lumMod val="50000"/>
                </a:prstClr>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r>
              <a:rPr lang="en-US" altLang="zh-CN" sz="1050" dirty="0">
                <a:solidFill>
                  <a:prstClr val="white">
                    <a:lumMod val="50000"/>
                  </a:prstClr>
                </a:solidFill>
                <a:latin typeface="Segoe UI" panose="020B0502040204020203"/>
                <a:ea typeface="微软雅黑" panose="020B0503020204020204" charset="-122"/>
                <a:sym typeface="+mn-ea"/>
              </a:rPr>
              <a:t>⑤ 采用各种防外挂工具检查系统各组程序的外挂漏洞。</a:t>
            </a:r>
            <a:endParaRPr lang="en-US" altLang="zh-CN" sz="1050" dirty="0">
              <a:solidFill>
                <a:prstClr val="white">
                  <a:lumMod val="50000"/>
                </a:prstClr>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endParaRPr lang="en-US" altLang="zh-CN" sz="900" dirty="0">
              <a:solidFill>
                <a:prstClr val="white">
                  <a:lumMod val="50000"/>
                </a:prstClr>
              </a:solidFill>
              <a:latin typeface="Segoe UI" panose="020B0502040204020203"/>
              <a:ea typeface="微软雅黑" panose="020B0503020204020204" charset="-122"/>
            </a:endParaRPr>
          </a:p>
        </p:txBody>
      </p:sp>
      <p:graphicFrame>
        <p:nvGraphicFramePr>
          <p:cNvPr id="18" name="图表 17"/>
          <p:cNvGraphicFramePr/>
          <p:nvPr/>
        </p:nvGraphicFramePr>
        <p:xfrm>
          <a:off x="6624968" y="2350645"/>
          <a:ext cx="1690859" cy="1731578"/>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r>
              <a:rPr kumimoji="1" lang="zh-CN" altLang="en-US" dirty="0"/>
              <a:t>软件安全性测试</a:t>
            </a:r>
            <a:endParaRPr kumimoji="1" lang="zh-CN" altLang="en-US" dirty="0"/>
          </a:p>
        </p:txBody>
      </p:sp>
      <p:sp>
        <p:nvSpPr>
          <p:cNvPr id="31" name="文本占位符 3"/>
          <p:cNvSpPr txBox="1"/>
          <p:nvPr/>
        </p:nvSpPr>
        <p:spPr>
          <a:xfrm>
            <a:off x="326232" y="2026920"/>
            <a:ext cx="7363301" cy="291798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fontAlgn="auto">
              <a:lnSpc>
                <a:spcPct val="130000"/>
              </a:lnSpc>
              <a:spcBef>
                <a:spcPts val="750"/>
              </a:spcBef>
              <a:spcAft>
                <a:spcPts val="0"/>
              </a:spcAft>
              <a:buNone/>
            </a:pPr>
            <a:r>
              <a:rPr lang="en-US" altLang="zh-CN" sz="1200" b="1" dirty="0">
                <a:solidFill>
                  <a:srgbClr val="404040"/>
                </a:solidFill>
                <a:latin typeface="Segoe UI" panose="020B0502040204020203"/>
                <a:ea typeface="微软雅黑" panose="020B0503020204020204" charset="-122"/>
                <a:sym typeface="+mn-ea"/>
              </a:rPr>
              <a:t>3.数据库安全考虑问题：</a:t>
            </a:r>
            <a:endParaRPr lang="en-US" altLang="zh-CN" sz="1200" b="1" dirty="0">
              <a:solidFill>
                <a:srgbClr val="404040"/>
              </a:solidFill>
              <a:latin typeface="Segoe UI" panose="020B0502040204020203"/>
              <a:ea typeface="微软雅黑" panose="020B0503020204020204" charset="-122"/>
              <a:sym typeface="+mn-ea"/>
            </a:endParaRPr>
          </a:p>
          <a:p>
            <a:pPr marL="0" indent="0" defTabSz="685800" fontAlgn="auto">
              <a:lnSpc>
                <a:spcPct val="130000"/>
              </a:lnSpc>
              <a:spcBef>
                <a:spcPts val="750"/>
              </a:spcBef>
              <a:spcAft>
                <a:spcPts val="0"/>
              </a:spcAft>
              <a:buNone/>
            </a:pPr>
            <a:endParaRPr lang="en-US" altLang="zh-CN" sz="1200" dirty="0">
              <a:solidFill>
                <a:prstClr val="white">
                  <a:lumMod val="50000"/>
                </a:prstClr>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r>
              <a:rPr lang="en-US" altLang="zh-CN" sz="1050" dirty="0">
                <a:solidFill>
                  <a:prstClr val="white">
                    <a:lumMod val="50000"/>
                  </a:prstClr>
                </a:solidFill>
                <a:latin typeface="Segoe UI" panose="020B0502040204020203"/>
                <a:ea typeface="微软雅黑" panose="020B0503020204020204" charset="-122"/>
                <a:sym typeface="+mn-ea"/>
              </a:rPr>
              <a:t>① 系统数据是否机密(比如对银行系统，这一点就特别重要，一般的网站就没有太高要求);</a:t>
            </a:r>
            <a:endParaRPr lang="en-US" altLang="zh-CN" sz="1050" dirty="0">
              <a:solidFill>
                <a:prstClr val="white">
                  <a:lumMod val="50000"/>
                </a:prstClr>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r>
              <a:rPr lang="en-US" altLang="zh-CN" sz="1050" dirty="0">
                <a:solidFill>
                  <a:prstClr val="white">
                    <a:lumMod val="50000"/>
                  </a:prstClr>
                </a:solidFill>
                <a:latin typeface="Segoe UI" panose="020B0502040204020203"/>
                <a:ea typeface="微软雅黑" panose="020B0503020204020204" charset="-122"/>
                <a:sym typeface="+mn-ea"/>
              </a:rPr>
              <a:t>② 系统数据的完整性;</a:t>
            </a:r>
            <a:endParaRPr lang="en-US" altLang="zh-CN" sz="1050" dirty="0">
              <a:solidFill>
                <a:prstClr val="white">
                  <a:lumMod val="50000"/>
                </a:prstClr>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r>
              <a:rPr lang="en-US" altLang="zh-CN" sz="1050" dirty="0">
                <a:solidFill>
                  <a:prstClr val="white">
                    <a:lumMod val="50000"/>
                  </a:prstClr>
                </a:solidFill>
                <a:latin typeface="Segoe UI" panose="020B0502040204020203"/>
                <a:ea typeface="微软雅黑" panose="020B0503020204020204" charset="-122"/>
                <a:sym typeface="+mn-ea"/>
              </a:rPr>
              <a:t>③ 系统数据可管理性;</a:t>
            </a:r>
            <a:endParaRPr lang="en-US" altLang="zh-CN" sz="1050" dirty="0">
              <a:solidFill>
                <a:prstClr val="white">
                  <a:lumMod val="50000"/>
                </a:prstClr>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r>
              <a:rPr lang="en-US" altLang="zh-CN" sz="1050" dirty="0">
                <a:solidFill>
                  <a:prstClr val="white">
                    <a:lumMod val="50000"/>
                  </a:prstClr>
                </a:solidFill>
                <a:latin typeface="Segoe UI" panose="020B0502040204020203"/>
                <a:ea typeface="微软雅黑" panose="020B0503020204020204" charset="-122"/>
                <a:sym typeface="+mn-ea"/>
              </a:rPr>
              <a:t>④ 系统数据的独立性;</a:t>
            </a:r>
            <a:endParaRPr lang="en-US" altLang="zh-CN" sz="1050" dirty="0">
              <a:solidFill>
                <a:prstClr val="white">
                  <a:lumMod val="50000"/>
                </a:prstClr>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r>
              <a:rPr lang="en-US" altLang="zh-CN" sz="1050" dirty="0">
                <a:solidFill>
                  <a:prstClr val="white">
                    <a:lumMod val="50000"/>
                  </a:prstClr>
                </a:solidFill>
                <a:latin typeface="Segoe UI" panose="020B0502040204020203"/>
                <a:ea typeface="微软雅黑" panose="020B0503020204020204" charset="-122"/>
                <a:sym typeface="+mn-ea"/>
              </a:rPr>
              <a:t>⑤ 系统数据可备份和恢复能力(数据备份是否完整，可否恢复，恢复是否可以完整)。</a:t>
            </a:r>
            <a:endParaRPr lang="en-US" altLang="zh-CN" sz="1050" dirty="0">
              <a:solidFill>
                <a:prstClr val="white">
                  <a:lumMod val="50000"/>
                </a:prstClr>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endParaRPr lang="en-US" altLang="zh-CN" sz="900" dirty="0">
              <a:solidFill>
                <a:prstClr val="white">
                  <a:lumMod val="50000"/>
                </a:prstClr>
              </a:solidFill>
              <a:latin typeface="Segoe UI" panose="020B0502040204020203"/>
              <a:ea typeface="微软雅黑" panose="020B0503020204020204" charset="-122"/>
            </a:endParaRPr>
          </a:p>
        </p:txBody>
      </p:sp>
      <p:graphicFrame>
        <p:nvGraphicFramePr>
          <p:cNvPr id="25" name="图表 24"/>
          <p:cNvGraphicFramePr/>
          <p:nvPr/>
        </p:nvGraphicFramePr>
        <p:xfrm>
          <a:off x="6657082" y="2339692"/>
          <a:ext cx="1690859" cy="1731578"/>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r>
              <a:rPr kumimoji="1" lang="zh-CN" altLang="en-US" dirty="0"/>
              <a:t>软件安全性测试</a:t>
            </a:r>
            <a:endParaRPr kumimoji="1" lang="zh-CN" altLang="en-US" dirty="0"/>
          </a:p>
        </p:txBody>
      </p:sp>
      <p:sp>
        <p:nvSpPr>
          <p:cNvPr id="32" name="文本占位符 3"/>
          <p:cNvSpPr txBox="1"/>
          <p:nvPr/>
        </p:nvSpPr>
        <p:spPr>
          <a:xfrm>
            <a:off x="2876848" y="1487653"/>
            <a:ext cx="3195995" cy="44303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685800" fontAlgn="auto">
              <a:lnSpc>
                <a:spcPct val="130000"/>
              </a:lnSpc>
              <a:spcBef>
                <a:spcPts val="750"/>
              </a:spcBef>
              <a:spcAft>
                <a:spcPts val="0"/>
              </a:spcAft>
              <a:buNone/>
            </a:pPr>
            <a:r>
              <a:rPr kumimoji="1" lang="zh-CN" altLang="en-US" sz="1500" b="1" dirty="0" smtClean="0">
                <a:solidFill>
                  <a:prstClr val="black">
                    <a:lumMod val="75000"/>
                    <a:lumOff val="25000"/>
                  </a:prstClr>
                </a:solidFill>
                <a:latin typeface="Segoe UI" panose="020B0502040204020203"/>
                <a:ea typeface="微软雅黑" panose="020B0503020204020204" charset="-122"/>
              </a:rPr>
              <a:t>考</a:t>
            </a:r>
            <a:r>
              <a:rPr kumimoji="1" lang="zh-CN" altLang="en-US" sz="1500" b="1" dirty="0">
                <a:solidFill>
                  <a:prstClr val="black">
                    <a:lumMod val="75000"/>
                    <a:lumOff val="25000"/>
                  </a:prstClr>
                </a:solidFill>
                <a:latin typeface="Segoe UI" panose="020B0502040204020203"/>
                <a:ea typeface="微软雅黑" panose="020B0503020204020204" charset="-122"/>
              </a:rPr>
              <a:t>虑的问题</a:t>
            </a:r>
            <a:endParaRPr kumimoji="1" lang="zh-CN" altLang="en-US" sz="1500" b="1" dirty="0">
              <a:solidFill>
                <a:prstClr val="black">
                  <a:lumMod val="75000"/>
                  <a:lumOff val="25000"/>
                </a:prstClr>
              </a:solidFill>
              <a:latin typeface="Segoe UI" panose="020B0502040204020203"/>
              <a:ea typeface="微软雅黑" panose="020B0503020204020204" charset="-122"/>
            </a:endParaRPr>
          </a:p>
        </p:txBody>
      </p:sp>
      <p:sp>
        <p:nvSpPr>
          <p:cNvPr id="24" name="文本占位符 3"/>
          <p:cNvSpPr txBox="1"/>
          <p:nvPr/>
        </p:nvSpPr>
        <p:spPr>
          <a:xfrm>
            <a:off x="604361" y="2212658"/>
            <a:ext cx="2272665" cy="10839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fontAlgn="auto">
              <a:lnSpc>
                <a:spcPct val="130000"/>
              </a:lnSpc>
              <a:spcBef>
                <a:spcPts val="750"/>
              </a:spcBef>
              <a:spcAft>
                <a:spcPts val="0"/>
              </a:spcAft>
              <a:buNone/>
            </a:pPr>
            <a:r>
              <a:rPr kumimoji="1" lang="zh-CN" altLang="en-US" sz="1350" b="1" dirty="0">
                <a:solidFill>
                  <a:srgbClr val="3494BA"/>
                </a:solidFill>
                <a:latin typeface="Segoe UI" panose="020B0502040204020203"/>
                <a:ea typeface="微软雅黑" panose="020B0503020204020204" charset="-122"/>
              </a:rPr>
              <a:t>1. 是否保护了最薄弱的环节</a:t>
            </a:r>
            <a:endParaRPr kumimoji="1" lang="zh-CN" altLang="en-US" sz="1350" b="1" dirty="0">
              <a:solidFill>
                <a:srgbClr val="3494BA"/>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r>
              <a:rPr kumimoji="1" lang="en-US" altLang="zh-CN" sz="1350" b="1" dirty="0">
                <a:solidFill>
                  <a:srgbClr val="3494BA"/>
                </a:solidFill>
                <a:latin typeface="Segoe UI" panose="020B0502040204020203"/>
                <a:ea typeface="微软雅黑" panose="020B0503020204020204" charset="-122"/>
              </a:rPr>
              <a:t>2. </a:t>
            </a:r>
            <a:r>
              <a:rPr kumimoji="1" lang="zh-CN" altLang="en-US" sz="1350" b="1" dirty="0">
                <a:solidFill>
                  <a:srgbClr val="3494BA"/>
                </a:solidFill>
                <a:latin typeface="Segoe UI" panose="020B0502040204020203"/>
                <a:ea typeface="微软雅黑" panose="020B0503020204020204" charset="-122"/>
              </a:rPr>
              <a:t>是否具有纵深防御的能力</a:t>
            </a:r>
            <a:endParaRPr kumimoji="1" lang="zh-CN" altLang="en-US" sz="1350" b="1" dirty="0">
              <a:solidFill>
                <a:srgbClr val="3494BA"/>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r>
              <a:rPr kumimoji="1" lang="en-US" altLang="zh-CN" sz="1350" b="1" dirty="0">
                <a:solidFill>
                  <a:srgbClr val="58B6C0"/>
                </a:solidFill>
                <a:latin typeface="Segoe UI" panose="020B0502040204020203"/>
                <a:ea typeface="微软雅黑" panose="020B0503020204020204" charset="-122"/>
                <a:sym typeface="+mn-ea"/>
              </a:rPr>
              <a:t>3. </a:t>
            </a:r>
            <a:r>
              <a:rPr kumimoji="1" lang="zh-CN" altLang="en-US" sz="1350" b="1" dirty="0">
                <a:solidFill>
                  <a:srgbClr val="58B6C0"/>
                </a:solidFill>
                <a:latin typeface="Segoe UI" panose="020B0502040204020203"/>
                <a:ea typeface="微软雅黑" panose="020B0503020204020204" charset="-122"/>
                <a:sym typeface="+mn-ea"/>
              </a:rPr>
              <a:t>是否具有保护故障的措施</a:t>
            </a:r>
            <a:endParaRPr kumimoji="1" lang="zh-CN" altLang="en-US" sz="1350" b="1" dirty="0">
              <a:solidFill>
                <a:srgbClr val="58B6C0"/>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r>
              <a:rPr kumimoji="1" lang="en-US" altLang="zh-CN" sz="1350" b="1" dirty="0">
                <a:solidFill>
                  <a:srgbClr val="58B6C0"/>
                </a:solidFill>
                <a:latin typeface="Segoe UI" panose="020B0502040204020203"/>
                <a:ea typeface="微软雅黑" panose="020B0503020204020204" charset="-122"/>
                <a:sym typeface="+mn-ea"/>
              </a:rPr>
              <a:t>4. </a:t>
            </a:r>
            <a:r>
              <a:rPr kumimoji="1" lang="zh-CN" altLang="en-US" sz="1350" b="1" dirty="0">
                <a:solidFill>
                  <a:srgbClr val="58B6C0"/>
                </a:solidFill>
                <a:latin typeface="Segoe UI" panose="020B0502040204020203"/>
                <a:ea typeface="微软雅黑" panose="020B0503020204020204" charset="-122"/>
                <a:sym typeface="+mn-ea"/>
              </a:rPr>
              <a:t>最小特权</a:t>
            </a:r>
            <a:endParaRPr kumimoji="1" lang="zh-CN" altLang="en-US" sz="1350" b="1" dirty="0">
              <a:solidFill>
                <a:srgbClr val="58B6C0"/>
              </a:solidFill>
              <a:latin typeface="Segoe UI" panose="020B0502040204020203"/>
              <a:ea typeface="微软雅黑" panose="020B0503020204020204" charset="-122"/>
              <a:sym typeface="+mn-ea"/>
            </a:endParaRPr>
          </a:p>
          <a:p>
            <a:pPr marL="0" indent="0" defTabSz="685800" fontAlgn="auto">
              <a:lnSpc>
                <a:spcPct val="130000"/>
              </a:lnSpc>
              <a:spcBef>
                <a:spcPts val="750"/>
              </a:spcBef>
              <a:spcAft>
                <a:spcPts val="0"/>
              </a:spcAft>
              <a:buNone/>
            </a:pPr>
            <a:r>
              <a:rPr kumimoji="1" lang="en-US" altLang="zh-CN" sz="1350" b="1" dirty="0">
                <a:solidFill>
                  <a:srgbClr val="75BDA7"/>
                </a:solidFill>
                <a:latin typeface="Segoe UI" panose="020B0502040204020203"/>
                <a:ea typeface="微软雅黑" panose="020B0503020204020204" charset="-122"/>
                <a:sym typeface="+mn-ea"/>
              </a:rPr>
              <a:t>5. </a:t>
            </a:r>
            <a:r>
              <a:rPr kumimoji="1" lang="zh-CN" altLang="en-US" sz="1350" b="1" dirty="0">
                <a:solidFill>
                  <a:srgbClr val="75BDA7"/>
                </a:solidFill>
                <a:latin typeface="Segoe UI" panose="020B0502040204020203"/>
                <a:ea typeface="微软雅黑" panose="020B0503020204020204" charset="-122"/>
                <a:sym typeface="+mn-ea"/>
              </a:rPr>
              <a:t>隔离</a:t>
            </a:r>
            <a:endParaRPr kumimoji="1" lang="zh-CN" altLang="en-US" sz="1350" b="1" dirty="0">
              <a:solidFill>
                <a:srgbClr val="75BDA7"/>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endParaRPr kumimoji="1" lang="zh-CN" altLang="en-US" sz="1350" b="1" dirty="0">
              <a:solidFill>
                <a:srgbClr val="58B6C0"/>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endParaRPr kumimoji="1" lang="zh-CN" altLang="en-US" sz="1350" b="1" dirty="0">
              <a:solidFill>
                <a:srgbClr val="3494BA"/>
              </a:solidFill>
              <a:latin typeface="Segoe UI" panose="020B0502040204020203"/>
              <a:ea typeface="微软雅黑" panose="020B0503020204020204" charset="-122"/>
            </a:endParaRPr>
          </a:p>
        </p:txBody>
      </p:sp>
      <p:grpSp>
        <p:nvGrpSpPr>
          <p:cNvPr id="10" name="组 9"/>
          <p:cNvGrpSpPr/>
          <p:nvPr/>
        </p:nvGrpSpPr>
        <p:grpSpPr>
          <a:xfrm>
            <a:off x="4310062" y="2008823"/>
            <a:ext cx="1433513" cy="1464945"/>
            <a:chOff x="1754474" y="1482290"/>
            <a:chExt cx="2300442" cy="2300440"/>
          </a:xfrm>
        </p:grpSpPr>
        <p:sp>
          <p:nvSpPr>
            <p:cNvPr id="7" name="矩形 6"/>
            <p:cNvSpPr/>
            <p:nvPr/>
          </p:nvSpPr>
          <p:spPr>
            <a:xfrm>
              <a:off x="1754474" y="1482290"/>
              <a:ext cx="2300442" cy="23004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165" fontAlgn="auto">
                <a:spcBef>
                  <a:spcPts val="0"/>
                </a:spcBef>
                <a:spcAft>
                  <a:spcPts val="0"/>
                </a:spcAft>
              </a:pPr>
              <a:endParaRPr kumimoji="1" lang="zh-CN" altLang="en-US" sz="1350">
                <a:solidFill>
                  <a:prstClr val="white"/>
                </a:solidFill>
                <a:latin typeface="Segoe UI" panose="020B0502040204020203"/>
                <a:ea typeface="微软雅黑" panose="020B0503020204020204" charset="-122"/>
              </a:endParaRPr>
            </a:p>
          </p:txBody>
        </p:sp>
        <p:grpSp>
          <p:nvGrpSpPr>
            <p:cNvPr id="68" name="组合 44"/>
            <p:cNvGrpSpPr/>
            <p:nvPr/>
          </p:nvGrpSpPr>
          <p:grpSpPr>
            <a:xfrm>
              <a:off x="2673484" y="2322953"/>
              <a:ext cx="462420" cy="619114"/>
              <a:chOff x="844550" y="1792288"/>
              <a:chExt cx="862013" cy="1154112"/>
            </a:xfrm>
            <a:solidFill>
              <a:schemeClr val="bg1"/>
            </a:solidFill>
          </p:grpSpPr>
          <p:sp>
            <p:nvSpPr>
              <p:cNvPr id="69" name="Freeform 11"/>
              <p:cNvSpPr/>
              <p:nvPr/>
            </p:nvSpPr>
            <p:spPr bwMode="auto">
              <a:xfrm>
                <a:off x="989013" y="1792288"/>
                <a:ext cx="573088" cy="573087"/>
              </a:xfrm>
              <a:custGeom>
                <a:avLst/>
                <a:gdLst>
                  <a:gd name="T0" fmla="*/ 311 w 311"/>
                  <a:gd name="T1" fmla="*/ 155 h 311"/>
                  <a:gd name="T2" fmla="*/ 311 w 311"/>
                  <a:gd name="T3" fmla="*/ 155 h 311"/>
                  <a:gd name="T4" fmla="*/ 156 w 311"/>
                  <a:gd name="T5" fmla="*/ 311 h 311"/>
                  <a:gd name="T6" fmla="*/ 0 w 311"/>
                  <a:gd name="T7" fmla="*/ 155 h 311"/>
                  <a:gd name="T8" fmla="*/ 156 w 311"/>
                  <a:gd name="T9" fmla="*/ 0 h 311"/>
                  <a:gd name="T10" fmla="*/ 311 w 311"/>
                  <a:gd name="T11" fmla="*/ 155 h 311"/>
                </a:gdLst>
                <a:ahLst/>
                <a:cxnLst>
                  <a:cxn ang="0">
                    <a:pos x="T0" y="T1"/>
                  </a:cxn>
                  <a:cxn ang="0">
                    <a:pos x="T2" y="T3"/>
                  </a:cxn>
                  <a:cxn ang="0">
                    <a:pos x="T4" y="T5"/>
                  </a:cxn>
                  <a:cxn ang="0">
                    <a:pos x="T6" y="T7"/>
                  </a:cxn>
                  <a:cxn ang="0">
                    <a:pos x="T8" y="T9"/>
                  </a:cxn>
                  <a:cxn ang="0">
                    <a:pos x="T10" y="T11"/>
                  </a:cxn>
                </a:cxnLst>
                <a:rect l="0" t="0" r="r" b="b"/>
                <a:pathLst>
                  <a:path w="311" h="311">
                    <a:moveTo>
                      <a:pt x="311" y="155"/>
                    </a:moveTo>
                    <a:lnTo>
                      <a:pt x="311" y="155"/>
                    </a:lnTo>
                    <a:cubicBezTo>
                      <a:pt x="311" y="241"/>
                      <a:pt x="242" y="311"/>
                      <a:pt x="156" y="311"/>
                    </a:cubicBezTo>
                    <a:cubicBezTo>
                      <a:pt x="69" y="311"/>
                      <a:pt x="0" y="241"/>
                      <a:pt x="0" y="155"/>
                    </a:cubicBezTo>
                    <a:cubicBezTo>
                      <a:pt x="0" y="69"/>
                      <a:pt x="69" y="0"/>
                      <a:pt x="156" y="0"/>
                    </a:cubicBezTo>
                    <a:cubicBezTo>
                      <a:pt x="242" y="0"/>
                      <a:pt x="311" y="69"/>
                      <a:pt x="311" y="155"/>
                    </a:cubicBezTo>
                    <a:close/>
                  </a:path>
                </a:pathLst>
              </a:custGeom>
              <a:grpFill/>
              <a:ln w="0">
                <a:noFill/>
                <a:prstDash val="solid"/>
                <a:round/>
              </a:ln>
            </p:spPr>
            <p:txBody>
              <a:bodyPr vert="horz" wrap="square" lIns="68580" tIns="34290" rIns="68580" bIns="34290" numCol="1" anchor="t" anchorCtr="0" compatLnSpc="1"/>
              <a:lstStyle/>
              <a:p>
                <a:pPr algn="l" defTabSz="685165" fontAlgn="auto">
                  <a:spcBef>
                    <a:spcPts val="0"/>
                  </a:spcBef>
                  <a:spcAft>
                    <a:spcPts val="0"/>
                  </a:spcAft>
                </a:pPr>
                <a:endParaRPr lang="zh-CN" altLang="en-US" sz="1350">
                  <a:solidFill>
                    <a:prstClr val="black"/>
                  </a:solidFill>
                  <a:latin typeface="Segoe UI" panose="020B0502040204020203"/>
                  <a:ea typeface="微软雅黑" panose="020B0503020204020204" charset="-122"/>
                  <a:cs typeface="+mn-cs"/>
                </a:endParaRPr>
              </a:p>
            </p:txBody>
          </p:sp>
          <p:sp>
            <p:nvSpPr>
              <p:cNvPr id="70" name="Freeform 12"/>
              <p:cNvSpPr>
                <a:spLocks noEditPoints="1"/>
              </p:cNvSpPr>
              <p:nvPr/>
            </p:nvSpPr>
            <p:spPr bwMode="auto">
              <a:xfrm>
                <a:off x="844550" y="2452688"/>
                <a:ext cx="862013" cy="493712"/>
              </a:xfrm>
              <a:custGeom>
                <a:avLst/>
                <a:gdLst>
                  <a:gd name="T0" fmla="*/ 260 w 469"/>
                  <a:gd name="T1" fmla="*/ 79 h 268"/>
                  <a:gd name="T2" fmla="*/ 260 w 469"/>
                  <a:gd name="T3" fmla="*/ 79 h 268"/>
                  <a:gd name="T4" fmla="*/ 209 w 469"/>
                  <a:gd name="T5" fmla="*/ 79 h 268"/>
                  <a:gd name="T6" fmla="*/ 183 w 469"/>
                  <a:gd name="T7" fmla="*/ 27 h 268"/>
                  <a:gd name="T8" fmla="*/ 286 w 469"/>
                  <a:gd name="T9" fmla="*/ 27 h 268"/>
                  <a:gd name="T10" fmla="*/ 260 w 469"/>
                  <a:gd name="T11" fmla="*/ 79 h 268"/>
                  <a:gd name="T12" fmla="*/ 183 w 469"/>
                  <a:gd name="T13" fmla="*/ 246 h 268"/>
                  <a:gd name="T14" fmla="*/ 183 w 469"/>
                  <a:gd name="T15" fmla="*/ 246 h 268"/>
                  <a:gd name="T16" fmla="*/ 209 w 469"/>
                  <a:gd name="T17" fmla="*/ 90 h 268"/>
                  <a:gd name="T18" fmla="*/ 260 w 469"/>
                  <a:gd name="T19" fmla="*/ 90 h 268"/>
                  <a:gd name="T20" fmla="*/ 286 w 469"/>
                  <a:gd name="T21" fmla="*/ 246 h 268"/>
                  <a:gd name="T22" fmla="*/ 183 w 469"/>
                  <a:gd name="T23" fmla="*/ 246 h 268"/>
                  <a:gd name="T24" fmla="*/ 383 w 469"/>
                  <a:gd name="T25" fmla="*/ 0 h 268"/>
                  <a:gd name="T26" fmla="*/ 383 w 469"/>
                  <a:gd name="T27" fmla="*/ 0 h 268"/>
                  <a:gd name="T28" fmla="*/ 86 w 469"/>
                  <a:gd name="T29" fmla="*/ 0 h 268"/>
                  <a:gd name="T30" fmla="*/ 0 w 469"/>
                  <a:gd name="T31" fmla="*/ 86 h 268"/>
                  <a:gd name="T32" fmla="*/ 0 w 469"/>
                  <a:gd name="T33" fmla="*/ 110 h 268"/>
                  <a:gd name="T34" fmla="*/ 0 w 469"/>
                  <a:gd name="T35" fmla="*/ 166 h 268"/>
                  <a:gd name="T36" fmla="*/ 0 w 469"/>
                  <a:gd name="T37" fmla="*/ 268 h 268"/>
                  <a:gd name="T38" fmla="*/ 469 w 469"/>
                  <a:gd name="T39" fmla="*/ 268 h 268"/>
                  <a:gd name="T40" fmla="*/ 469 w 469"/>
                  <a:gd name="T41" fmla="*/ 166 h 268"/>
                  <a:gd name="T42" fmla="*/ 469 w 469"/>
                  <a:gd name="T43" fmla="*/ 110 h 268"/>
                  <a:gd name="T44" fmla="*/ 469 w 469"/>
                  <a:gd name="T45" fmla="*/ 86 h 268"/>
                  <a:gd name="T46" fmla="*/ 383 w 469"/>
                  <a:gd name="T47" fmla="*/ 0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9" h="268">
                    <a:moveTo>
                      <a:pt x="260" y="79"/>
                    </a:moveTo>
                    <a:lnTo>
                      <a:pt x="260" y="79"/>
                    </a:lnTo>
                    <a:lnTo>
                      <a:pt x="209" y="79"/>
                    </a:lnTo>
                    <a:lnTo>
                      <a:pt x="183" y="27"/>
                    </a:lnTo>
                    <a:lnTo>
                      <a:pt x="286" y="27"/>
                    </a:lnTo>
                    <a:lnTo>
                      <a:pt x="260" y="79"/>
                    </a:lnTo>
                    <a:close/>
                    <a:moveTo>
                      <a:pt x="183" y="246"/>
                    </a:moveTo>
                    <a:lnTo>
                      <a:pt x="183" y="246"/>
                    </a:lnTo>
                    <a:lnTo>
                      <a:pt x="209" y="90"/>
                    </a:lnTo>
                    <a:lnTo>
                      <a:pt x="260" y="90"/>
                    </a:lnTo>
                    <a:lnTo>
                      <a:pt x="286" y="246"/>
                    </a:lnTo>
                    <a:lnTo>
                      <a:pt x="183" y="246"/>
                    </a:lnTo>
                    <a:close/>
                    <a:moveTo>
                      <a:pt x="383" y="0"/>
                    </a:moveTo>
                    <a:lnTo>
                      <a:pt x="383" y="0"/>
                    </a:lnTo>
                    <a:lnTo>
                      <a:pt x="86" y="0"/>
                    </a:lnTo>
                    <a:cubicBezTo>
                      <a:pt x="39" y="0"/>
                      <a:pt x="0" y="39"/>
                      <a:pt x="0" y="86"/>
                    </a:cubicBezTo>
                    <a:lnTo>
                      <a:pt x="0" y="110"/>
                    </a:lnTo>
                    <a:lnTo>
                      <a:pt x="0" y="166"/>
                    </a:lnTo>
                    <a:lnTo>
                      <a:pt x="0" y="268"/>
                    </a:lnTo>
                    <a:lnTo>
                      <a:pt x="469" y="268"/>
                    </a:lnTo>
                    <a:lnTo>
                      <a:pt x="469" y="166"/>
                    </a:lnTo>
                    <a:lnTo>
                      <a:pt x="469" y="110"/>
                    </a:lnTo>
                    <a:lnTo>
                      <a:pt x="469" y="86"/>
                    </a:lnTo>
                    <a:cubicBezTo>
                      <a:pt x="469" y="39"/>
                      <a:pt x="430" y="0"/>
                      <a:pt x="383" y="0"/>
                    </a:cubicBezTo>
                    <a:close/>
                  </a:path>
                </a:pathLst>
              </a:custGeom>
              <a:grpFill/>
              <a:ln w="0">
                <a:noFill/>
                <a:prstDash val="solid"/>
                <a:round/>
              </a:ln>
            </p:spPr>
            <p:txBody>
              <a:bodyPr vert="horz" wrap="square" lIns="68580" tIns="34290" rIns="68580" bIns="34290" numCol="1" anchor="t" anchorCtr="0" compatLnSpc="1"/>
              <a:lstStyle/>
              <a:p>
                <a:pPr algn="l" defTabSz="685165" fontAlgn="auto">
                  <a:spcBef>
                    <a:spcPts val="0"/>
                  </a:spcBef>
                  <a:spcAft>
                    <a:spcPts val="0"/>
                  </a:spcAft>
                </a:pPr>
                <a:endParaRPr lang="zh-CN" altLang="en-US" sz="1350">
                  <a:solidFill>
                    <a:prstClr val="black"/>
                  </a:solidFill>
                  <a:latin typeface="Segoe UI" panose="020B0502040204020203"/>
                  <a:ea typeface="微软雅黑" panose="020B0503020204020204" charset="-122"/>
                  <a:cs typeface="+mn-cs"/>
                </a:endParaRPr>
              </a:p>
            </p:txBody>
          </p:sp>
        </p:grpSp>
      </p:grpSp>
      <p:grpSp>
        <p:nvGrpSpPr>
          <p:cNvPr id="9" name="组 8"/>
          <p:cNvGrpSpPr/>
          <p:nvPr/>
        </p:nvGrpSpPr>
        <p:grpSpPr>
          <a:xfrm>
            <a:off x="6576061" y="2008823"/>
            <a:ext cx="1507331" cy="1464945"/>
            <a:chOff x="4747616" y="1482290"/>
            <a:chExt cx="2300442" cy="2300440"/>
          </a:xfrm>
        </p:grpSpPr>
        <p:sp>
          <p:nvSpPr>
            <p:cNvPr id="74" name="矩形 73"/>
            <p:cNvSpPr/>
            <p:nvPr/>
          </p:nvSpPr>
          <p:spPr>
            <a:xfrm>
              <a:off x="4747616" y="1482290"/>
              <a:ext cx="2300442" cy="23004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165" fontAlgn="auto">
                <a:spcBef>
                  <a:spcPts val="0"/>
                </a:spcBef>
                <a:spcAft>
                  <a:spcPts val="0"/>
                </a:spcAft>
              </a:pPr>
              <a:endParaRPr kumimoji="1" lang="zh-CN" altLang="en-US" sz="1350">
                <a:solidFill>
                  <a:prstClr val="white"/>
                </a:solidFill>
                <a:latin typeface="Segoe UI" panose="020B0502040204020203"/>
                <a:ea typeface="微软雅黑" panose="020B0503020204020204" charset="-122"/>
              </a:endParaRPr>
            </a:p>
          </p:txBody>
        </p:sp>
        <p:grpSp>
          <p:nvGrpSpPr>
            <p:cNvPr id="85" name="组合 48"/>
            <p:cNvGrpSpPr/>
            <p:nvPr/>
          </p:nvGrpSpPr>
          <p:grpSpPr>
            <a:xfrm>
              <a:off x="5641053" y="2441410"/>
              <a:ext cx="513565" cy="377942"/>
              <a:chOff x="4897438" y="2020888"/>
              <a:chExt cx="1268413" cy="933450"/>
            </a:xfrm>
            <a:solidFill>
              <a:schemeClr val="bg1"/>
            </a:solidFill>
          </p:grpSpPr>
          <p:sp>
            <p:nvSpPr>
              <p:cNvPr id="86" name="Freeform 14"/>
              <p:cNvSpPr>
                <a:spLocks noEditPoints="1"/>
              </p:cNvSpPr>
              <p:nvPr/>
            </p:nvSpPr>
            <p:spPr bwMode="auto">
              <a:xfrm>
                <a:off x="4897438" y="2020888"/>
                <a:ext cx="1268413" cy="933450"/>
              </a:xfrm>
              <a:custGeom>
                <a:avLst/>
                <a:gdLst>
                  <a:gd name="T0" fmla="*/ 47 w 690"/>
                  <a:gd name="T1" fmla="*/ 459 h 506"/>
                  <a:gd name="T2" fmla="*/ 47 w 690"/>
                  <a:gd name="T3" fmla="*/ 459 h 506"/>
                  <a:gd name="T4" fmla="*/ 643 w 690"/>
                  <a:gd name="T5" fmla="*/ 459 h 506"/>
                  <a:gd name="T6" fmla="*/ 643 w 690"/>
                  <a:gd name="T7" fmla="*/ 47 h 506"/>
                  <a:gd name="T8" fmla="*/ 47 w 690"/>
                  <a:gd name="T9" fmla="*/ 47 h 506"/>
                  <a:gd name="T10" fmla="*/ 47 w 690"/>
                  <a:gd name="T11" fmla="*/ 459 h 506"/>
                  <a:gd name="T12" fmla="*/ 690 w 690"/>
                  <a:gd name="T13" fmla="*/ 506 h 506"/>
                  <a:gd name="T14" fmla="*/ 690 w 690"/>
                  <a:gd name="T15" fmla="*/ 506 h 506"/>
                  <a:gd name="T16" fmla="*/ 0 w 690"/>
                  <a:gd name="T17" fmla="*/ 506 h 506"/>
                  <a:gd name="T18" fmla="*/ 0 w 690"/>
                  <a:gd name="T19" fmla="*/ 0 h 506"/>
                  <a:gd name="T20" fmla="*/ 690 w 690"/>
                  <a:gd name="T21" fmla="*/ 0 h 506"/>
                  <a:gd name="T22" fmla="*/ 690 w 690"/>
                  <a:gd name="T23" fmla="*/ 506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90" h="506">
                    <a:moveTo>
                      <a:pt x="47" y="459"/>
                    </a:moveTo>
                    <a:lnTo>
                      <a:pt x="47" y="459"/>
                    </a:lnTo>
                    <a:lnTo>
                      <a:pt x="643" y="459"/>
                    </a:lnTo>
                    <a:lnTo>
                      <a:pt x="643" y="47"/>
                    </a:lnTo>
                    <a:lnTo>
                      <a:pt x="47" y="47"/>
                    </a:lnTo>
                    <a:lnTo>
                      <a:pt x="47" y="459"/>
                    </a:lnTo>
                    <a:close/>
                    <a:moveTo>
                      <a:pt x="690" y="506"/>
                    </a:moveTo>
                    <a:lnTo>
                      <a:pt x="690" y="506"/>
                    </a:lnTo>
                    <a:lnTo>
                      <a:pt x="0" y="506"/>
                    </a:lnTo>
                    <a:lnTo>
                      <a:pt x="0" y="0"/>
                    </a:lnTo>
                    <a:lnTo>
                      <a:pt x="690" y="0"/>
                    </a:lnTo>
                    <a:lnTo>
                      <a:pt x="690" y="506"/>
                    </a:lnTo>
                    <a:close/>
                  </a:path>
                </a:pathLst>
              </a:custGeom>
              <a:grpFill/>
              <a:ln w="0">
                <a:noFill/>
                <a:prstDash val="solid"/>
                <a:round/>
              </a:ln>
            </p:spPr>
            <p:txBody>
              <a:bodyPr vert="horz" wrap="square" lIns="68580" tIns="34290" rIns="68580" bIns="34290" numCol="1" anchor="t" anchorCtr="0" compatLnSpc="1"/>
              <a:lstStyle/>
              <a:p>
                <a:pPr algn="l" defTabSz="685165" fontAlgn="auto">
                  <a:spcBef>
                    <a:spcPts val="0"/>
                  </a:spcBef>
                  <a:spcAft>
                    <a:spcPts val="0"/>
                  </a:spcAft>
                </a:pPr>
                <a:endParaRPr lang="zh-CN" altLang="en-US" sz="1350">
                  <a:solidFill>
                    <a:prstClr val="black"/>
                  </a:solidFill>
                  <a:latin typeface="Segoe UI" panose="020B0502040204020203"/>
                  <a:ea typeface="微软雅黑" panose="020B0503020204020204" charset="-122"/>
                  <a:cs typeface="+mn-cs"/>
                </a:endParaRPr>
              </a:p>
            </p:txBody>
          </p:sp>
          <p:sp>
            <p:nvSpPr>
              <p:cNvPr id="87" name="Freeform 15"/>
              <p:cNvSpPr/>
              <p:nvPr/>
            </p:nvSpPr>
            <p:spPr bwMode="auto">
              <a:xfrm>
                <a:off x="4914900" y="2030413"/>
                <a:ext cx="1233488" cy="509587"/>
              </a:xfrm>
              <a:custGeom>
                <a:avLst/>
                <a:gdLst>
                  <a:gd name="T0" fmla="*/ 335 w 670"/>
                  <a:gd name="T1" fmla="*/ 277 h 277"/>
                  <a:gd name="T2" fmla="*/ 335 w 670"/>
                  <a:gd name="T3" fmla="*/ 277 h 277"/>
                  <a:gd name="T4" fmla="*/ 0 w 670"/>
                  <a:gd name="T5" fmla="*/ 38 h 277"/>
                  <a:gd name="T6" fmla="*/ 27 w 670"/>
                  <a:gd name="T7" fmla="*/ 0 h 277"/>
                  <a:gd name="T8" fmla="*/ 335 w 670"/>
                  <a:gd name="T9" fmla="*/ 219 h 277"/>
                  <a:gd name="T10" fmla="*/ 643 w 670"/>
                  <a:gd name="T11" fmla="*/ 0 h 277"/>
                  <a:gd name="T12" fmla="*/ 670 w 670"/>
                  <a:gd name="T13" fmla="*/ 38 h 277"/>
                  <a:gd name="T14" fmla="*/ 335 w 670"/>
                  <a:gd name="T15" fmla="*/ 277 h 2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0" h="277">
                    <a:moveTo>
                      <a:pt x="335" y="277"/>
                    </a:moveTo>
                    <a:lnTo>
                      <a:pt x="335" y="277"/>
                    </a:lnTo>
                    <a:lnTo>
                      <a:pt x="0" y="38"/>
                    </a:lnTo>
                    <a:lnTo>
                      <a:pt x="27" y="0"/>
                    </a:lnTo>
                    <a:lnTo>
                      <a:pt x="335" y="219"/>
                    </a:lnTo>
                    <a:lnTo>
                      <a:pt x="643" y="0"/>
                    </a:lnTo>
                    <a:lnTo>
                      <a:pt x="670" y="38"/>
                    </a:lnTo>
                    <a:lnTo>
                      <a:pt x="335" y="277"/>
                    </a:lnTo>
                    <a:close/>
                  </a:path>
                </a:pathLst>
              </a:custGeom>
              <a:grpFill/>
              <a:ln w="0">
                <a:noFill/>
                <a:prstDash val="solid"/>
                <a:round/>
              </a:ln>
            </p:spPr>
            <p:txBody>
              <a:bodyPr vert="horz" wrap="square" lIns="68580" tIns="34290" rIns="68580" bIns="34290" numCol="1" anchor="t" anchorCtr="0" compatLnSpc="1"/>
              <a:lstStyle/>
              <a:p>
                <a:pPr algn="l" defTabSz="685165" fontAlgn="auto">
                  <a:spcBef>
                    <a:spcPts val="0"/>
                  </a:spcBef>
                  <a:spcAft>
                    <a:spcPts val="0"/>
                  </a:spcAft>
                </a:pPr>
                <a:endParaRPr lang="zh-CN" altLang="en-US" sz="1350">
                  <a:solidFill>
                    <a:prstClr val="black"/>
                  </a:solidFill>
                  <a:latin typeface="Segoe UI" panose="020B0502040204020203"/>
                  <a:ea typeface="微软雅黑" panose="020B0503020204020204" charset="-122"/>
                  <a:cs typeface="+mn-cs"/>
                </a:endParaRPr>
              </a:p>
            </p:txBody>
          </p:sp>
        </p:grpSp>
      </p:grpSp>
      <p:grpSp>
        <p:nvGrpSpPr>
          <p:cNvPr id="8" name="组 7"/>
          <p:cNvGrpSpPr/>
          <p:nvPr/>
        </p:nvGrpSpPr>
        <p:grpSpPr>
          <a:xfrm>
            <a:off x="5454016" y="3824288"/>
            <a:ext cx="1465421" cy="1464945"/>
            <a:chOff x="7740758" y="1482290"/>
            <a:chExt cx="2300442" cy="2300440"/>
          </a:xfrm>
        </p:grpSpPr>
        <p:sp>
          <p:nvSpPr>
            <p:cNvPr id="81" name="矩形 80"/>
            <p:cNvSpPr/>
            <p:nvPr/>
          </p:nvSpPr>
          <p:spPr>
            <a:xfrm>
              <a:off x="7740758" y="1482290"/>
              <a:ext cx="2300442" cy="23004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165" fontAlgn="auto">
                <a:spcBef>
                  <a:spcPts val="0"/>
                </a:spcBef>
                <a:spcAft>
                  <a:spcPts val="0"/>
                </a:spcAft>
              </a:pPr>
              <a:endParaRPr kumimoji="1" lang="zh-CN" altLang="en-US" sz="1350">
                <a:solidFill>
                  <a:prstClr val="white"/>
                </a:solidFill>
                <a:latin typeface="Segoe UI" panose="020B0502040204020203"/>
                <a:ea typeface="微软雅黑" panose="020B0503020204020204" charset="-122"/>
              </a:endParaRPr>
            </a:p>
          </p:txBody>
        </p:sp>
        <p:sp>
          <p:nvSpPr>
            <p:cNvPr id="89" name="Freeform 13"/>
            <p:cNvSpPr>
              <a:spLocks noEditPoints="1"/>
            </p:cNvSpPr>
            <p:nvPr/>
          </p:nvSpPr>
          <p:spPr bwMode="auto">
            <a:xfrm>
              <a:off x="8712355" y="2337683"/>
              <a:ext cx="357245" cy="594332"/>
            </a:xfrm>
            <a:custGeom>
              <a:avLst/>
              <a:gdLst>
                <a:gd name="T0" fmla="*/ 348 w 382"/>
                <a:gd name="T1" fmla="*/ 525 h 634"/>
                <a:gd name="T2" fmla="*/ 348 w 382"/>
                <a:gd name="T3" fmla="*/ 525 h 634"/>
                <a:gd name="T4" fmla="*/ 34 w 382"/>
                <a:gd name="T5" fmla="*/ 525 h 634"/>
                <a:gd name="T6" fmla="*/ 34 w 382"/>
                <a:gd name="T7" fmla="*/ 50 h 634"/>
                <a:gd name="T8" fmla="*/ 348 w 382"/>
                <a:gd name="T9" fmla="*/ 50 h 634"/>
                <a:gd name="T10" fmla="*/ 348 w 382"/>
                <a:gd name="T11" fmla="*/ 525 h 634"/>
                <a:gd name="T12" fmla="*/ 191 w 382"/>
                <a:gd name="T13" fmla="*/ 619 h 634"/>
                <a:gd name="T14" fmla="*/ 191 w 382"/>
                <a:gd name="T15" fmla="*/ 619 h 634"/>
                <a:gd name="T16" fmla="*/ 158 w 382"/>
                <a:gd name="T17" fmla="*/ 582 h 634"/>
                <a:gd name="T18" fmla="*/ 191 w 382"/>
                <a:gd name="T19" fmla="*/ 545 h 634"/>
                <a:gd name="T20" fmla="*/ 224 w 382"/>
                <a:gd name="T21" fmla="*/ 582 h 634"/>
                <a:gd name="T22" fmla="*/ 191 w 382"/>
                <a:gd name="T23" fmla="*/ 619 h 634"/>
                <a:gd name="T24" fmla="*/ 157 w 382"/>
                <a:gd name="T25" fmla="*/ 24 h 634"/>
                <a:gd name="T26" fmla="*/ 157 w 382"/>
                <a:gd name="T27" fmla="*/ 24 h 634"/>
                <a:gd name="T28" fmla="*/ 225 w 382"/>
                <a:gd name="T29" fmla="*/ 24 h 634"/>
                <a:gd name="T30" fmla="*/ 231 w 382"/>
                <a:gd name="T31" fmla="*/ 29 h 634"/>
                <a:gd name="T32" fmla="*/ 225 w 382"/>
                <a:gd name="T33" fmla="*/ 35 h 634"/>
                <a:gd name="T34" fmla="*/ 157 w 382"/>
                <a:gd name="T35" fmla="*/ 35 h 634"/>
                <a:gd name="T36" fmla="*/ 151 w 382"/>
                <a:gd name="T37" fmla="*/ 29 h 634"/>
                <a:gd name="T38" fmla="*/ 157 w 382"/>
                <a:gd name="T39" fmla="*/ 24 h 634"/>
                <a:gd name="T40" fmla="*/ 356 w 382"/>
                <a:gd name="T41" fmla="*/ 0 h 634"/>
                <a:gd name="T42" fmla="*/ 356 w 382"/>
                <a:gd name="T43" fmla="*/ 0 h 634"/>
                <a:gd name="T44" fmla="*/ 26 w 382"/>
                <a:gd name="T45" fmla="*/ 0 h 634"/>
                <a:gd name="T46" fmla="*/ 0 w 382"/>
                <a:gd name="T47" fmla="*/ 26 h 634"/>
                <a:gd name="T48" fmla="*/ 0 w 382"/>
                <a:gd name="T49" fmla="*/ 608 h 634"/>
                <a:gd name="T50" fmla="*/ 26 w 382"/>
                <a:gd name="T51" fmla="*/ 634 h 634"/>
                <a:gd name="T52" fmla="*/ 356 w 382"/>
                <a:gd name="T53" fmla="*/ 634 h 634"/>
                <a:gd name="T54" fmla="*/ 382 w 382"/>
                <a:gd name="T55" fmla="*/ 608 h 634"/>
                <a:gd name="T56" fmla="*/ 382 w 382"/>
                <a:gd name="T57" fmla="*/ 26 h 634"/>
                <a:gd name="T58" fmla="*/ 356 w 382"/>
                <a:gd name="T59" fmla="*/ 0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82" h="634">
                  <a:moveTo>
                    <a:pt x="348" y="525"/>
                  </a:moveTo>
                  <a:lnTo>
                    <a:pt x="348" y="525"/>
                  </a:lnTo>
                  <a:lnTo>
                    <a:pt x="34" y="525"/>
                  </a:lnTo>
                  <a:lnTo>
                    <a:pt x="34" y="50"/>
                  </a:lnTo>
                  <a:lnTo>
                    <a:pt x="348" y="50"/>
                  </a:lnTo>
                  <a:lnTo>
                    <a:pt x="348" y="525"/>
                  </a:lnTo>
                  <a:close/>
                  <a:moveTo>
                    <a:pt x="191" y="619"/>
                  </a:moveTo>
                  <a:lnTo>
                    <a:pt x="191" y="619"/>
                  </a:lnTo>
                  <a:cubicBezTo>
                    <a:pt x="173" y="619"/>
                    <a:pt x="158" y="602"/>
                    <a:pt x="158" y="582"/>
                  </a:cubicBezTo>
                  <a:cubicBezTo>
                    <a:pt x="158" y="562"/>
                    <a:pt x="173" y="545"/>
                    <a:pt x="191" y="545"/>
                  </a:cubicBezTo>
                  <a:cubicBezTo>
                    <a:pt x="209" y="545"/>
                    <a:pt x="224" y="562"/>
                    <a:pt x="224" y="582"/>
                  </a:cubicBezTo>
                  <a:cubicBezTo>
                    <a:pt x="224" y="602"/>
                    <a:pt x="209" y="619"/>
                    <a:pt x="191" y="619"/>
                  </a:cubicBezTo>
                  <a:close/>
                  <a:moveTo>
                    <a:pt x="157" y="24"/>
                  </a:moveTo>
                  <a:lnTo>
                    <a:pt x="157" y="24"/>
                  </a:lnTo>
                  <a:lnTo>
                    <a:pt x="225" y="24"/>
                  </a:lnTo>
                  <a:cubicBezTo>
                    <a:pt x="228" y="24"/>
                    <a:pt x="231" y="26"/>
                    <a:pt x="231" y="29"/>
                  </a:cubicBezTo>
                  <a:cubicBezTo>
                    <a:pt x="231" y="32"/>
                    <a:pt x="228" y="35"/>
                    <a:pt x="225" y="35"/>
                  </a:cubicBezTo>
                  <a:lnTo>
                    <a:pt x="157" y="35"/>
                  </a:lnTo>
                  <a:cubicBezTo>
                    <a:pt x="154" y="35"/>
                    <a:pt x="151" y="32"/>
                    <a:pt x="151" y="29"/>
                  </a:cubicBezTo>
                  <a:cubicBezTo>
                    <a:pt x="151" y="26"/>
                    <a:pt x="154" y="24"/>
                    <a:pt x="157" y="24"/>
                  </a:cubicBezTo>
                  <a:close/>
                  <a:moveTo>
                    <a:pt x="356" y="0"/>
                  </a:moveTo>
                  <a:lnTo>
                    <a:pt x="356" y="0"/>
                  </a:lnTo>
                  <a:lnTo>
                    <a:pt x="26" y="0"/>
                  </a:lnTo>
                  <a:cubicBezTo>
                    <a:pt x="11" y="0"/>
                    <a:pt x="0" y="12"/>
                    <a:pt x="0" y="26"/>
                  </a:cubicBezTo>
                  <a:lnTo>
                    <a:pt x="0" y="608"/>
                  </a:lnTo>
                  <a:cubicBezTo>
                    <a:pt x="0" y="622"/>
                    <a:pt x="11" y="634"/>
                    <a:pt x="26" y="634"/>
                  </a:cubicBezTo>
                  <a:lnTo>
                    <a:pt x="356" y="634"/>
                  </a:lnTo>
                  <a:cubicBezTo>
                    <a:pt x="371" y="634"/>
                    <a:pt x="382" y="622"/>
                    <a:pt x="382" y="608"/>
                  </a:cubicBezTo>
                  <a:lnTo>
                    <a:pt x="382" y="26"/>
                  </a:lnTo>
                  <a:cubicBezTo>
                    <a:pt x="382" y="12"/>
                    <a:pt x="371" y="0"/>
                    <a:pt x="356" y="0"/>
                  </a:cubicBezTo>
                  <a:close/>
                </a:path>
              </a:pathLst>
            </a:custGeom>
            <a:solidFill>
              <a:schemeClr val="bg1"/>
            </a:solidFill>
            <a:ln w="0">
              <a:noFill/>
              <a:prstDash val="solid"/>
              <a:round/>
            </a:ln>
          </p:spPr>
          <p:txBody>
            <a:bodyPr vert="horz" wrap="square" lIns="68580" tIns="34290" rIns="68580" bIns="34290" numCol="1" anchor="t" anchorCtr="0" compatLnSpc="1"/>
            <a:lstStyle/>
            <a:p>
              <a:pPr algn="l" defTabSz="685165" fontAlgn="auto">
                <a:spcBef>
                  <a:spcPts val="0"/>
                </a:spcBef>
                <a:spcAft>
                  <a:spcPts val="0"/>
                </a:spcAft>
              </a:pPr>
              <a:endParaRPr lang="zh-CN" altLang="en-US" sz="1350">
                <a:solidFill>
                  <a:prstClr val="black"/>
                </a:solidFill>
                <a:latin typeface="Segoe UI" panose="020B0502040204020203"/>
                <a:ea typeface="微软雅黑" panose="020B050302020402020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r>
              <a:rPr kumimoji="1" lang="zh-CN" altLang="en-US" dirty="0"/>
              <a:t>软件安全性测试</a:t>
            </a:r>
            <a:endParaRPr kumimoji="1" lang="zh-CN" altLang="en-US" dirty="0"/>
          </a:p>
        </p:txBody>
      </p:sp>
      <p:sp>
        <p:nvSpPr>
          <p:cNvPr id="32" name="文本占位符 3"/>
          <p:cNvSpPr txBox="1"/>
          <p:nvPr/>
        </p:nvSpPr>
        <p:spPr>
          <a:xfrm>
            <a:off x="2876848" y="1487653"/>
            <a:ext cx="3195995" cy="44303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685800" fontAlgn="auto">
              <a:lnSpc>
                <a:spcPct val="130000"/>
              </a:lnSpc>
              <a:spcBef>
                <a:spcPts val="750"/>
              </a:spcBef>
              <a:spcAft>
                <a:spcPts val="0"/>
              </a:spcAft>
              <a:buNone/>
            </a:pPr>
            <a:r>
              <a:rPr kumimoji="1" lang="zh-CN" altLang="en-US" sz="1500" b="1" dirty="0" smtClean="0">
                <a:solidFill>
                  <a:prstClr val="black">
                    <a:lumMod val="75000"/>
                    <a:lumOff val="25000"/>
                  </a:prstClr>
                </a:solidFill>
                <a:latin typeface="Segoe UI" panose="020B0502040204020203"/>
                <a:ea typeface="微软雅黑" panose="020B0503020204020204" charset="-122"/>
              </a:rPr>
              <a:t>总</a:t>
            </a:r>
            <a:r>
              <a:rPr kumimoji="1" lang="zh-CN" altLang="en-US" sz="1500" b="1" dirty="0">
                <a:solidFill>
                  <a:prstClr val="black">
                    <a:lumMod val="75000"/>
                    <a:lumOff val="25000"/>
                  </a:prstClr>
                </a:solidFill>
                <a:latin typeface="Segoe UI" panose="020B0502040204020203"/>
                <a:ea typeface="微软雅黑" panose="020B0503020204020204" charset="-122"/>
              </a:rPr>
              <a:t>结</a:t>
            </a:r>
            <a:endParaRPr kumimoji="1" lang="zh-CN" altLang="en-US" sz="1500" b="1" dirty="0">
              <a:solidFill>
                <a:prstClr val="black">
                  <a:lumMod val="75000"/>
                  <a:lumOff val="25000"/>
                </a:prstClr>
              </a:solidFill>
              <a:latin typeface="Segoe UI" panose="020B0502040204020203"/>
              <a:ea typeface="微软雅黑" panose="020B0503020204020204" charset="-122"/>
            </a:endParaRPr>
          </a:p>
        </p:txBody>
      </p:sp>
      <p:sp>
        <p:nvSpPr>
          <p:cNvPr id="24" name="文本占位符 3"/>
          <p:cNvSpPr txBox="1"/>
          <p:nvPr/>
        </p:nvSpPr>
        <p:spPr>
          <a:xfrm>
            <a:off x="604361" y="2212658"/>
            <a:ext cx="7770495" cy="11777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fontAlgn="auto">
              <a:lnSpc>
                <a:spcPct val="130000"/>
              </a:lnSpc>
              <a:spcBef>
                <a:spcPts val="750"/>
              </a:spcBef>
              <a:spcAft>
                <a:spcPts val="0"/>
              </a:spcAft>
              <a:buNone/>
            </a:pPr>
            <a:r>
              <a:rPr kumimoji="1" lang="zh-CN" altLang="en-US" sz="1350" b="1" dirty="0">
                <a:solidFill>
                  <a:srgbClr val="7F7F93"/>
                </a:solidFill>
                <a:latin typeface="Segoe UI" panose="020B0502040204020203"/>
                <a:ea typeface="微软雅黑" panose="020B0503020204020204" charset="-122"/>
              </a:rPr>
              <a:t>安全性测试的主要目的是查找软件自身程序设计中存在的安全隐患，并检查应用程序对非法侵入的防范能力， 根据安全指标不同测试策略也不同，如果遵循相同的原则，去证明软件的安全性，将有利于软件安全测试的工作规范的进行，有利于软件安全测试工作的发展。</a:t>
            </a:r>
            <a:endParaRPr kumimoji="1" lang="zh-CN" altLang="en-US" sz="1350" b="1" dirty="0">
              <a:solidFill>
                <a:srgbClr val="7F7F93"/>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endParaRPr kumimoji="1" lang="zh-CN" altLang="en-US" sz="1350" b="1" dirty="0">
              <a:solidFill>
                <a:srgbClr val="58B6C0"/>
              </a:solidFill>
              <a:latin typeface="Segoe UI" panose="020B0502040204020203"/>
              <a:ea typeface="微软雅黑" panose="020B0503020204020204" charset="-122"/>
            </a:endParaRPr>
          </a:p>
          <a:p>
            <a:pPr marL="0" indent="0" defTabSz="685800" fontAlgn="auto">
              <a:lnSpc>
                <a:spcPct val="130000"/>
              </a:lnSpc>
              <a:spcBef>
                <a:spcPts val="750"/>
              </a:spcBef>
              <a:spcAft>
                <a:spcPts val="0"/>
              </a:spcAft>
              <a:buNone/>
            </a:pPr>
            <a:endParaRPr kumimoji="1" lang="zh-CN" altLang="en-US" sz="1350" b="1" dirty="0">
              <a:solidFill>
                <a:srgbClr val="3494BA"/>
              </a:solidFill>
              <a:latin typeface="Segoe UI" panose="020B0502040204020203"/>
              <a:ea typeface="微软雅黑" panose="020B0503020204020204" charset="-122"/>
            </a:endParaRPr>
          </a:p>
        </p:txBody>
      </p:sp>
      <p:grpSp>
        <p:nvGrpSpPr>
          <p:cNvPr id="10" name="组 9"/>
          <p:cNvGrpSpPr/>
          <p:nvPr/>
        </p:nvGrpSpPr>
        <p:grpSpPr>
          <a:xfrm>
            <a:off x="884872" y="3730466"/>
            <a:ext cx="1433513" cy="1464945"/>
            <a:chOff x="1754474" y="1482290"/>
            <a:chExt cx="2300442" cy="2300440"/>
          </a:xfrm>
        </p:grpSpPr>
        <p:sp>
          <p:nvSpPr>
            <p:cNvPr id="7" name="矩形 6"/>
            <p:cNvSpPr/>
            <p:nvPr/>
          </p:nvSpPr>
          <p:spPr>
            <a:xfrm>
              <a:off x="1754474" y="1482290"/>
              <a:ext cx="2300442" cy="23004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165" fontAlgn="auto">
                <a:spcBef>
                  <a:spcPts val="0"/>
                </a:spcBef>
                <a:spcAft>
                  <a:spcPts val="0"/>
                </a:spcAft>
              </a:pPr>
              <a:endParaRPr kumimoji="1" lang="zh-CN" altLang="en-US" sz="1350">
                <a:solidFill>
                  <a:prstClr val="white"/>
                </a:solidFill>
                <a:latin typeface="Segoe UI" panose="020B0502040204020203"/>
                <a:ea typeface="微软雅黑" panose="020B0503020204020204" charset="-122"/>
              </a:endParaRPr>
            </a:p>
          </p:txBody>
        </p:sp>
        <p:grpSp>
          <p:nvGrpSpPr>
            <p:cNvPr id="68" name="组合 44"/>
            <p:cNvGrpSpPr/>
            <p:nvPr/>
          </p:nvGrpSpPr>
          <p:grpSpPr>
            <a:xfrm>
              <a:off x="2673484" y="2322953"/>
              <a:ext cx="462420" cy="619114"/>
              <a:chOff x="844550" y="1792288"/>
              <a:chExt cx="862013" cy="1154112"/>
            </a:xfrm>
            <a:solidFill>
              <a:schemeClr val="bg1"/>
            </a:solidFill>
          </p:grpSpPr>
          <p:sp>
            <p:nvSpPr>
              <p:cNvPr id="69" name="Freeform 11"/>
              <p:cNvSpPr/>
              <p:nvPr/>
            </p:nvSpPr>
            <p:spPr bwMode="auto">
              <a:xfrm>
                <a:off x="989013" y="1792288"/>
                <a:ext cx="573088" cy="573087"/>
              </a:xfrm>
              <a:custGeom>
                <a:avLst/>
                <a:gdLst>
                  <a:gd name="T0" fmla="*/ 311 w 311"/>
                  <a:gd name="T1" fmla="*/ 155 h 311"/>
                  <a:gd name="T2" fmla="*/ 311 w 311"/>
                  <a:gd name="T3" fmla="*/ 155 h 311"/>
                  <a:gd name="T4" fmla="*/ 156 w 311"/>
                  <a:gd name="T5" fmla="*/ 311 h 311"/>
                  <a:gd name="T6" fmla="*/ 0 w 311"/>
                  <a:gd name="T7" fmla="*/ 155 h 311"/>
                  <a:gd name="T8" fmla="*/ 156 w 311"/>
                  <a:gd name="T9" fmla="*/ 0 h 311"/>
                  <a:gd name="T10" fmla="*/ 311 w 311"/>
                  <a:gd name="T11" fmla="*/ 155 h 311"/>
                </a:gdLst>
                <a:ahLst/>
                <a:cxnLst>
                  <a:cxn ang="0">
                    <a:pos x="T0" y="T1"/>
                  </a:cxn>
                  <a:cxn ang="0">
                    <a:pos x="T2" y="T3"/>
                  </a:cxn>
                  <a:cxn ang="0">
                    <a:pos x="T4" y="T5"/>
                  </a:cxn>
                  <a:cxn ang="0">
                    <a:pos x="T6" y="T7"/>
                  </a:cxn>
                  <a:cxn ang="0">
                    <a:pos x="T8" y="T9"/>
                  </a:cxn>
                  <a:cxn ang="0">
                    <a:pos x="T10" y="T11"/>
                  </a:cxn>
                </a:cxnLst>
                <a:rect l="0" t="0" r="r" b="b"/>
                <a:pathLst>
                  <a:path w="311" h="311">
                    <a:moveTo>
                      <a:pt x="311" y="155"/>
                    </a:moveTo>
                    <a:lnTo>
                      <a:pt x="311" y="155"/>
                    </a:lnTo>
                    <a:cubicBezTo>
                      <a:pt x="311" y="241"/>
                      <a:pt x="242" y="311"/>
                      <a:pt x="156" y="311"/>
                    </a:cubicBezTo>
                    <a:cubicBezTo>
                      <a:pt x="69" y="311"/>
                      <a:pt x="0" y="241"/>
                      <a:pt x="0" y="155"/>
                    </a:cubicBezTo>
                    <a:cubicBezTo>
                      <a:pt x="0" y="69"/>
                      <a:pt x="69" y="0"/>
                      <a:pt x="156" y="0"/>
                    </a:cubicBezTo>
                    <a:cubicBezTo>
                      <a:pt x="242" y="0"/>
                      <a:pt x="311" y="69"/>
                      <a:pt x="311" y="155"/>
                    </a:cubicBezTo>
                    <a:close/>
                  </a:path>
                </a:pathLst>
              </a:custGeom>
              <a:grpFill/>
              <a:ln w="0">
                <a:noFill/>
                <a:prstDash val="solid"/>
                <a:round/>
              </a:ln>
            </p:spPr>
            <p:txBody>
              <a:bodyPr vert="horz" wrap="square" lIns="68580" tIns="34290" rIns="68580" bIns="34290" numCol="1" anchor="t" anchorCtr="0" compatLnSpc="1"/>
              <a:lstStyle/>
              <a:p>
                <a:pPr algn="l" defTabSz="685165" fontAlgn="auto">
                  <a:spcBef>
                    <a:spcPts val="0"/>
                  </a:spcBef>
                  <a:spcAft>
                    <a:spcPts val="0"/>
                  </a:spcAft>
                </a:pPr>
                <a:endParaRPr lang="zh-CN" altLang="en-US" sz="1350">
                  <a:solidFill>
                    <a:prstClr val="black"/>
                  </a:solidFill>
                  <a:latin typeface="Segoe UI" panose="020B0502040204020203"/>
                  <a:ea typeface="微软雅黑" panose="020B0503020204020204" charset="-122"/>
                  <a:cs typeface="+mn-cs"/>
                </a:endParaRPr>
              </a:p>
            </p:txBody>
          </p:sp>
          <p:sp>
            <p:nvSpPr>
              <p:cNvPr id="70" name="Freeform 12"/>
              <p:cNvSpPr>
                <a:spLocks noEditPoints="1"/>
              </p:cNvSpPr>
              <p:nvPr/>
            </p:nvSpPr>
            <p:spPr bwMode="auto">
              <a:xfrm>
                <a:off x="844550" y="2452688"/>
                <a:ext cx="862013" cy="493712"/>
              </a:xfrm>
              <a:custGeom>
                <a:avLst/>
                <a:gdLst>
                  <a:gd name="T0" fmla="*/ 260 w 469"/>
                  <a:gd name="T1" fmla="*/ 79 h 268"/>
                  <a:gd name="T2" fmla="*/ 260 w 469"/>
                  <a:gd name="T3" fmla="*/ 79 h 268"/>
                  <a:gd name="T4" fmla="*/ 209 w 469"/>
                  <a:gd name="T5" fmla="*/ 79 h 268"/>
                  <a:gd name="T6" fmla="*/ 183 w 469"/>
                  <a:gd name="T7" fmla="*/ 27 h 268"/>
                  <a:gd name="T8" fmla="*/ 286 w 469"/>
                  <a:gd name="T9" fmla="*/ 27 h 268"/>
                  <a:gd name="T10" fmla="*/ 260 w 469"/>
                  <a:gd name="T11" fmla="*/ 79 h 268"/>
                  <a:gd name="T12" fmla="*/ 183 w 469"/>
                  <a:gd name="T13" fmla="*/ 246 h 268"/>
                  <a:gd name="T14" fmla="*/ 183 w 469"/>
                  <a:gd name="T15" fmla="*/ 246 h 268"/>
                  <a:gd name="T16" fmla="*/ 209 w 469"/>
                  <a:gd name="T17" fmla="*/ 90 h 268"/>
                  <a:gd name="T18" fmla="*/ 260 w 469"/>
                  <a:gd name="T19" fmla="*/ 90 h 268"/>
                  <a:gd name="T20" fmla="*/ 286 w 469"/>
                  <a:gd name="T21" fmla="*/ 246 h 268"/>
                  <a:gd name="T22" fmla="*/ 183 w 469"/>
                  <a:gd name="T23" fmla="*/ 246 h 268"/>
                  <a:gd name="T24" fmla="*/ 383 w 469"/>
                  <a:gd name="T25" fmla="*/ 0 h 268"/>
                  <a:gd name="T26" fmla="*/ 383 w 469"/>
                  <a:gd name="T27" fmla="*/ 0 h 268"/>
                  <a:gd name="T28" fmla="*/ 86 w 469"/>
                  <a:gd name="T29" fmla="*/ 0 h 268"/>
                  <a:gd name="T30" fmla="*/ 0 w 469"/>
                  <a:gd name="T31" fmla="*/ 86 h 268"/>
                  <a:gd name="T32" fmla="*/ 0 w 469"/>
                  <a:gd name="T33" fmla="*/ 110 h 268"/>
                  <a:gd name="T34" fmla="*/ 0 w 469"/>
                  <a:gd name="T35" fmla="*/ 166 h 268"/>
                  <a:gd name="T36" fmla="*/ 0 w 469"/>
                  <a:gd name="T37" fmla="*/ 268 h 268"/>
                  <a:gd name="T38" fmla="*/ 469 w 469"/>
                  <a:gd name="T39" fmla="*/ 268 h 268"/>
                  <a:gd name="T40" fmla="*/ 469 w 469"/>
                  <a:gd name="T41" fmla="*/ 166 h 268"/>
                  <a:gd name="T42" fmla="*/ 469 w 469"/>
                  <a:gd name="T43" fmla="*/ 110 h 268"/>
                  <a:gd name="T44" fmla="*/ 469 w 469"/>
                  <a:gd name="T45" fmla="*/ 86 h 268"/>
                  <a:gd name="T46" fmla="*/ 383 w 469"/>
                  <a:gd name="T47" fmla="*/ 0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9" h="268">
                    <a:moveTo>
                      <a:pt x="260" y="79"/>
                    </a:moveTo>
                    <a:lnTo>
                      <a:pt x="260" y="79"/>
                    </a:lnTo>
                    <a:lnTo>
                      <a:pt x="209" y="79"/>
                    </a:lnTo>
                    <a:lnTo>
                      <a:pt x="183" y="27"/>
                    </a:lnTo>
                    <a:lnTo>
                      <a:pt x="286" y="27"/>
                    </a:lnTo>
                    <a:lnTo>
                      <a:pt x="260" y="79"/>
                    </a:lnTo>
                    <a:close/>
                    <a:moveTo>
                      <a:pt x="183" y="246"/>
                    </a:moveTo>
                    <a:lnTo>
                      <a:pt x="183" y="246"/>
                    </a:lnTo>
                    <a:lnTo>
                      <a:pt x="209" y="90"/>
                    </a:lnTo>
                    <a:lnTo>
                      <a:pt x="260" y="90"/>
                    </a:lnTo>
                    <a:lnTo>
                      <a:pt x="286" y="246"/>
                    </a:lnTo>
                    <a:lnTo>
                      <a:pt x="183" y="246"/>
                    </a:lnTo>
                    <a:close/>
                    <a:moveTo>
                      <a:pt x="383" y="0"/>
                    </a:moveTo>
                    <a:lnTo>
                      <a:pt x="383" y="0"/>
                    </a:lnTo>
                    <a:lnTo>
                      <a:pt x="86" y="0"/>
                    </a:lnTo>
                    <a:cubicBezTo>
                      <a:pt x="39" y="0"/>
                      <a:pt x="0" y="39"/>
                      <a:pt x="0" y="86"/>
                    </a:cubicBezTo>
                    <a:lnTo>
                      <a:pt x="0" y="110"/>
                    </a:lnTo>
                    <a:lnTo>
                      <a:pt x="0" y="166"/>
                    </a:lnTo>
                    <a:lnTo>
                      <a:pt x="0" y="268"/>
                    </a:lnTo>
                    <a:lnTo>
                      <a:pt x="469" y="268"/>
                    </a:lnTo>
                    <a:lnTo>
                      <a:pt x="469" y="166"/>
                    </a:lnTo>
                    <a:lnTo>
                      <a:pt x="469" y="110"/>
                    </a:lnTo>
                    <a:lnTo>
                      <a:pt x="469" y="86"/>
                    </a:lnTo>
                    <a:cubicBezTo>
                      <a:pt x="469" y="39"/>
                      <a:pt x="430" y="0"/>
                      <a:pt x="383" y="0"/>
                    </a:cubicBezTo>
                    <a:close/>
                  </a:path>
                </a:pathLst>
              </a:custGeom>
              <a:grpFill/>
              <a:ln w="0">
                <a:noFill/>
                <a:prstDash val="solid"/>
                <a:round/>
              </a:ln>
            </p:spPr>
            <p:txBody>
              <a:bodyPr vert="horz" wrap="square" lIns="68580" tIns="34290" rIns="68580" bIns="34290" numCol="1" anchor="t" anchorCtr="0" compatLnSpc="1"/>
              <a:lstStyle/>
              <a:p>
                <a:pPr algn="l" defTabSz="685165" fontAlgn="auto">
                  <a:spcBef>
                    <a:spcPts val="0"/>
                  </a:spcBef>
                  <a:spcAft>
                    <a:spcPts val="0"/>
                  </a:spcAft>
                </a:pPr>
                <a:endParaRPr lang="zh-CN" altLang="en-US" sz="1350">
                  <a:solidFill>
                    <a:prstClr val="black"/>
                  </a:solidFill>
                  <a:latin typeface="Segoe UI" panose="020B0502040204020203"/>
                  <a:ea typeface="微软雅黑" panose="020B0503020204020204" charset="-122"/>
                  <a:cs typeface="+mn-cs"/>
                </a:endParaRPr>
              </a:p>
            </p:txBody>
          </p:sp>
        </p:grpSp>
      </p:grpSp>
      <p:grpSp>
        <p:nvGrpSpPr>
          <p:cNvPr id="9" name="组 8"/>
          <p:cNvGrpSpPr/>
          <p:nvPr/>
        </p:nvGrpSpPr>
        <p:grpSpPr>
          <a:xfrm>
            <a:off x="6782277" y="3732371"/>
            <a:ext cx="1507331" cy="1464945"/>
            <a:chOff x="4747616" y="1482290"/>
            <a:chExt cx="2300442" cy="2300440"/>
          </a:xfrm>
        </p:grpSpPr>
        <p:sp>
          <p:nvSpPr>
            <p:cNvPr id="74" name="矩形 73"/>
            <p:cNvSpPr/>
            <p:nvPr/>
          </p:nvSpPr>
          <p:spPr>
            <a:xfrm>
              <a:off x="4747616" y="1482290"/>
              <a:ext cx="2300442" cy="23004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165" fontAlgn="auto">
                <a:spcBef>
                  <a:spcPts val="0"/>
                </a:spcBef>
                <a:spcAft>
                  <a:spcPts val="0"/>
                </a:spcAft>
              </a:pPr>
              <a:endParaRPr kumimoji="1" lang="zh-CN" altLang="en-US" sz="1350">
                <a:solidFill>
                  <a:prstClr val="white"/>
                </a:solidFill>
                <a:latin typeface="Segoe UI" panose="020B0502040204020203"/>
                <a:ea typeface="微软雅黑" panose="020B0503020204020204" charset="-122"/>
              </a:endParaRPr>
            </a:p>
          </p:txBody>
        </p:sp>
        <p:grpSp>
          <p:nvGrpSpPr>
            <p:cNvPr id="85" name="组合 48"/>
            <p:cNvGrpSpPr/>
            <p:nvPr/>
          </p:nvGrpSpPr>
          <p:grpSpPr>
            <a:xfrm>
              <a:off x="5641053" y="2441410"/>
              <a:ext cx="513565" cy="377942"/>
              <a:chOff x="4897438" y="2020888"/>
              <a:chExt cx="1268413" cy="933450"/>
            </a:xfrm>
            <a:solidFill>
              <a:schemeClr val="bg1"/>
            </a:solidFill>
          </p:grpSpPr>
          <p:sp>
            <p:nvSpPr>
              <p:cNvPr id="86" name="Freeform 14"/>
              <p:cNvSpPr>
                <a:spLocks noEditPoints="1"/>
              </p:cNvSpPr>
              <p:nvPr/>
            </p:nvSpPr>
            <p:spPr bwMode="auto">
              <a:xfrm>
                <a:off x="4897438" y="2020888"/>
                <a:ext cx="1268413" cy="933450"/>
              </a:xfrm>
              <a:custGeom>
                <a:avLst/>
                <a:gdLst>
                  <a:gd name="T0" fmla="*/ 47 w 690"/>
                  <a:gd name="T1" fmla="*/ 459 h 506"/>
                  <a:gd name="T2" fmla="*/ 47 w 690"/>
                  <a:gd name="T3" fmla="*/ 459 h 506"/>
                  <a:gd name="T4" fmla="*/ 643 w 690"/>
                  <a:gd name="T5" fmla="*/ 459 h 506"/>
                  <a:gd name="T6" fmla="*/ 643 w 690"/>
                  <a:gd name="T7" fmla="*/ 47 h 506"/>
                  <a:gd name="T8" fmla="*/ 47 w 690"/>
                  <a:gd name="T9" fmla="*/ 47 h 506"/>
                  <a:gd name="T10" fmla="*/ 47 w 690"/>
                  <a:gd name="T11" fmla="*/ 459 h 506"/>
                  <a:gd name="T12" fmla="*/ 690 w 690"/>
                  <a:gd name="T13" fmla="*/ 506 h 506"/>
                  <a:gd name="T14" fmla="*/ 690 w 690"/>
                  <a:gd name="T15" fmla="*/ 506 h 506"/>
                  <a:gd name="T16" fmla="*/ 0 w 690"/>
                  <a:gd name="T17" fmla="*/ 506 h 506"/>
                  <a:gd name="T18" fmla="*/ 0 w 690"/>
                  <a:gd name="T19" fmla="*/ 0 h 506"/>
                  <a:gd name="T20" fmla="*/ 690 w 690"/>
                  <a:gd name="T21" fmla="*/ 0 h 506"/>
                  <a:gd name="T22" fmla="*/ 690 w 690"/>
                  <a:gd name="T23" fmla="*/ 506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90" h="506">
                    <a:moveTo>
                      <a:pt x="47" y="459"/>
                    </a:moveTo>
                    <a:lnTo>
                      <a:pt x="47" y="459"/>
                    </a:lnTo>
                    <a:lnTo>
                      <a:pt x="643" y="459"/>
                    </a:lnTo>
                    <a:lnTo>
                      <a:pt x="643" y="47"/>
                    </a:lnTo>
                    <a:lnTo>
                      <a:pt x="47" y="47"/>
                    </a:lnTo>
                    <a:lnTo>
                      <a:pt x="47" y="459"/>
                    </a:lnTo>
                    <a:close/>
                    <a:moveTo>
                      <a:pt x="690" y="506"/>
                    </a:moveTo>
                    <a:lnTo>
                      <a:pt x="690" y="506"/>
                    </a:lnTo>
                    <a:lnTo>
                      <a:pt x="0" y="506"/>
                    </a:lnTo>
                    <a:lnTo>
                      <a:pt x="0" y="0"/>
                    </a:lnTo>
                    <a:lnTo>
                      <a:pt x="690" y="0"/>
                    </a:lnTo>
                    <a:lnTo>
                      <a:pt x="690" y="506"/>
                    </a:lnTo>
                    <a:close/>
                  </a:path>
                </a:pathLst>
              </a:custGeom>
              <a:grpFill/>
              <a:ln w="0">
                <a:noFill/>
                <a:prstDash val="solid"/>
                <a:round/>
              </a:ln>
            </p:spPr>
            <p:txBody>
              <a:bodyPr vert="horz" wrap="square" lIns="68580" tIns="34290" rIns="68580" bIns="34290" numCol="1" anchor="t" anchorCtr="0" compatLnSpc="1"/>
              <a:lstStyle/>
              <a:p>
                <a:pPr algn="l" defTabSz="685165" fontAlgn="auto">
                  <a:spcBef>
                    <a:spcPts val="0"/>
                  </a:spcBef>
                  <a:spcAft>
                    <a:spcPts val="0"/>
                  </a:spcAft>
                </a:pPr>
                <a:endParaRPr lang="zh-CN" altLang="en-US" sz="1350">
                  <a:solidFill>
                    <a:prstClr val="black"/>
                  </a:solidFill>
                  <a:latin typeface="Segoe UI" panose="020B0502040204020203"/>
                  <a:ea typeface="微软雅黑" panose="020B0503020204020204" charset="-122"/>
                  <a:cs typeface="+mn-cs"/>
                </a:endParaRPr>
              </a:p>
            </p:txBody>
          </p:sp>
          <p:sp>
            <p:nvSpPr>
              <p:cNvPr id="87" name="Freeform 15"/>
              <p:cNvSpPr/>
              <p:nvPr/>
            </p:nvSpPr>
            <p:spPr bwMode="auto">
              <a:xfrm>
                <a:off x="4914900" y="2030413"/>
                <a:ext cx="1233488" cy="509587"/>
              </a:xfrm>
              <a:custGeom>
                <a:avLst/>
                <a:gdLst>
                  <a:gd name="T0" fmla="*/ 335 w 670"/>
                  <a:gd name="T1" fmla="*/ 277 h 277"/>
                  <a:gd name="T2" fmla="*/ 335 w 670"/>
                  <a:gd name="T3" fmla="*/ 277 h 277"/>
                  <a:gd name="T4" fmla="*/ 0 w 670"/>
                  <a:gd name="T5" fmla="*/ 38 h 277"/>
                  <a:gd name="T6" fmla="*/ 27 w 670"/>
                  <a:gd name="T7" fmla="*/ 0 h 277"/>
                  <a:gd name="T8" fmla="*/ 335 w 670"/>
                  <a:gd name="T9" fmla="*/ 219 h 277"/>
                  <a:gd name="T10" fmla="*/ 643 w 670"/>
                  <a:gd name="T11" fmla="*/ 0 h 277"/>
                  <a:gd name="T12" fmla="*/ 670 w 670"/>
                  <a:gd name="T13" fmla="*/ 38 h 277"/>
                  <a:gd name="T14" fmla="*/ 335 w 670"/>
                  <a:gd name="T15" fmla="*/ 277 h 2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0" h="277">
                    <a:moveTo>
                      <a:pt x="335" y="277"/>
                    </a:moveTo>
                    <a:lnTo>
                      <a:pt x="335" y="277"/>
                    </a:lnTo>
                    <a:lnTo>
                      <a:pt x="0" y="38"/>
                    </a:lnTo>
                    <a:lnTo>
                      <a:pt x="27" y="0"/>
                    </a:lnTo>
                    <a:lnTo>
                      <a:pt x="335" y="219"/>
                    </a:lnTo>
                    <a:lnTo>
                      <a:pt x="643" y="0"/>
                    </a:lnTo>
                    <a:lnTo>
                      <a:pt x="670" y="38"/>
                    </a:lnTo>
                    <a:lnTo>
                      <a:pt x="335" y="277"/>
                    </a:lnTo>
                    <a:close/>
                  </a:path>
                </a:pathLst>
              </a:custGeom>
              <a:grpFill/>
              <a:ln w="0">
                <a:noFill/>
                <a:prstDash val="solid"/>
                <a:round/>
              </a:ln>
            </p:spPr>
            <p:txBody>
              <a:bodyPr vert="horz" wrap="square" lIns="68580" tIns="34290" rIns="68580" bIns="34290" numCol="1" anchor="t" anchorCtr="0" compatLnSpc="1"/>
              <a:lstStyle/>
              <a:p>
                <a:pPr algn="l" defTabSz="685165" fontAlgn="auto">
                  <a:spcBef>
                    <a:spcPts val="0"/>
                  </a:spcBef>
                  <a:spcAft>
                    <a:spcPts val="0"/>
                  </a:spcAft>
                </a:pPr>
                <a:endParaRPr lang="zh-CN" altLang="en-US" sz="1350">
                  <a:solidFill>
                    <a:prstClr val="black"/>
                  </a:solidFill>
                  <a:latin typeface="Segoe UI" panose="020B0502040204020203"/>
                  <a:ea typeface="微软雅黑" panose="020B0503020204020204" charset="-122"/>
                  <a:cs typeface="+mn-cs"/>
                </a:endParaRPr>
              </a:p>
            </p:txBody>
          </p:sp>
        </p:grpSp>
      </p:grpSp>
      <p:grpSp>
        <p:nvGrpSpPr>
          <p:cNvPr id="8" name="组 7"/>
          <p:cNvGrpSpPr/>
          <p:nvPr/>
        </p:nvGrpSpPr>
        <p:grpSpPr>
          <a:xfrm>
            <a:off x="3839052" y="3732371"/>
            <a:ext cx="1465421" cy="1464945"/>
            <a:chOff x="7740758" y="1482290"/>
            <a:chExt cx="2300442" cy="2300440"/>
          </a:xfrm>
        </p:grpSpPr>
        <p:sp>
          <p:nvSpPr>
            <p:cNvPr id="81" name="矩形 80"/>
            <p:cNvSpPr/>
            <p:nvPr/>
          </p:nvSpPr>
          <p:spPr>
            <a:xfrm>
              <a:off x="7740758" y="1482290"/>
              <a:ext cx="2300442" cy="23004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165" fontAlgn="auto">
                <a:spcBef>
                  <a:spcPts val="0"/>
                </a:spcBef>
                <a:spcAft>
                  <a:spcPts val="0"/>
                </a:spcAft>
              </a:pPr>
              <a:endParaRPr kumimoji="1" lang="zh-CN" altLang="en-US" sz="1350">
                <a:solidFill>
                  <a:prstClr val="white"/>
                </a:solidFill>
                <a:latin typeface="Segoe UI" panose="020B0502040204020203"/>
                <a:ea typeface="微软雅黑" panose="020B0503020204020204" charset="-122"/>
              </a:endParaRPr>
            </a:p>
          </p:txBody>
        </p:sp>
        <p:sp>
          <p:nvSpPr>
            <p:cNvPr id="89" name="Freeform 13"/>
            <p:cNvSpPr>
              <a:spLocks noEditPoints="1"/>
            </p:cNvSpPr>
            <p:nvPr/>
          </p:nvSpPr>
          <p:spPr bwMode="auto">
            <a:xfrm>
              <a:off x="8712355" y="2337683"/>
              <a:ext cx="357245" cy="594332"/>
            </a:xfrm>
            <a:custGeom>
              <a:avLst/>
              <a:gdLst>
                <a:gd name="T0" fmla="*/ 348 w 382"/>
                <a:gd name="T1" fmla="*/ 525 h 634"/>
                <a:gd name="T2" fmla="*/ 348 w 382"/>
                <a:gd name="T3" fmla="*/ 525 h 634"/>
                <a:gd name="T4" fmla="*/ 34 w 382"/>
                <a:gd name="T5" fmla="*/ 525 h 634"/>
                <a:gd name="T6" fmla="*/ 34 w 382"/>
                <a:gd name="T7" fmla="*/ 50 h 634"/>
                <a:gd name="T8" fmla="*/ 348 w 382"/>
                <a:gd name="T9" fmla="*/ 50 h 634"/>
                <a:gd name="T10" fmla="*/ 348 w 382"/>
                <a:gd name="T11" fmla="*/ 525 h 634"/>
                <a:gd name="T12" fmla="*/ 191 w 382"/>
                <a:gd name="T13" fmla="*/ 619 h 634"/>
                <a:gd name="T14" fmla="*/ 191 w 382"/>
                <a:gd name="T15" fmla="*/ 619 h 634"/>
                <a:gd name="T16" fmla="*/ 158 w 382"/>
                <a:gd name="T17" fmla="*/ 582 h 634"/>
                <a:gd name="T18" fmla="*/ 191 w 382"/>
                <a:gd name="T19" fmla="*/ 545 h 634"/>
                <a:gd name="T20" fmla="*/ 224 w 382"/>
                <a:gd name="T21" fmla="*/ 582 h 634"/>
                <a:gd name="T22" fmla="*/ 191 w 382"/>
                <a:gd name="T23" fmla="*/ 619 h 634"/>
                <a:gd name="T24" fmla="*/ 157 w 382"/>
                <a:gd name="T25" fmla="*/ 24 h 634"/>
                <a:gd name="T26" fmla="*/ 157 w 382"/>
                <a:gd name="T27" fmla="*/ 24 h 634"/>
                <a:gd name="T28" fmla="*/ 225 w 382"/>
                <a:gd name="T29" fmla="*/ 24 h 634"/>
                <a:gd name="T30" fmla="*/ 231 w 382"/>
                <a:gd name="T31" fmla="*/ 29 h 634"/>
                <a:gd name="T32" fmla="*/ 225 w 382"/>
                <a:gd name="T33" fmla="*/ 35 h 634"/>
                <a:gd name="T34" fmla="*/ 157 w 382"/>
                <a:gd name="T35" fmla="*/ 35 h 634"/>
                <a:gd name="T36" fmla="*/ 151 w 382"/>
                <a:gd name="T37" fmla="*/ 29 h 634"/>
                <a:gd name="T38" fmla="*/ 157 w 382"/>
                <a:gd name="T39" fmla="*/ 24 h 634"/>
                <a:gd name="T40" fmla="*/ 356 w 382"/>
                <a:gd name="T41" fmla="*/ 0 h 634"/>
                <a:gd name="T42" fmla="*/ 356 w 382"/>
                <a:gd name="T43" fmla="*/ 0 h 634"/>
                <a:gd name="T44" fmla="*/ 26 w 382"/>
                <a:gd name="T45" fmla="*/ 0 h 634"/>
                <a:gd name="T46" fmla="*/ 0 w 382"/>
                <a:gd name="T47" fmla="*/ 26 h 634"/>
                <a:gd name="T48" fmla="*/ 0 w 382"/>
                <a:gd name="T49" fmla="*/ 608 h 634"/>
                <a:gd name="T50" fmla="*/ 26 w 382"/>
                <a:gd name="T51" fmla="*/ 634 h 634"/>
                <a:gd name="T52" fmla="*/ 356 w 382"/>
                <a:gd name="T53" fmla="*/ 634 h 634"/>
                <a:gd name="T54" fmla="*/ 382 w 382"/>
                <a:gd name="T55" fmla="*/ 608 h 634"/>
                <a:gd name="T56" fmla="*/ 382 w 382"/>
                <a:gd name="T57" fmla="*/ 26 h 634"/>
                <a:gd name="T58" fmla="*/ 356 w 382"/>
                <a:gd name="T59" fmla="*/ 0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82" h="634">
                  <a:moveTo>
                    <a:pt x="348" y="525"/>
                  </a:moveTo>
                  <a:lnTo>
                    <a:pt x="348" y="525"/>
                  </a:lnTo>
                  <a:lnTo>
                    <a:pt x="34" y="525"/>
                  </a:lnTo>
                  <a:lnTo>
                    <a:pt x="34" y="50"/>
                  </a:lnTo>
                  <a:lnTo>
                    <a:pt x="348" y="50"/>
                  </a:lnTo>
                  <a:lnTo>
                    <a:pt x="348" y="525"/>
                  </a:lnTo>
                  <a:close/>
                  <a:moveTo>
                    <a:pt x="191" y="619"/>
                  </a:moveTo>
                  <a:lnTo>
                    <a:pt x="191" y="619"/>
                  </a:lnTo>
                  <a:cubicBezTo>
                    <a:pt x="173" y="619"/>
                    <a:pt x="158" y="602"/>
                    <a:pt x="158" y="582"/>
                  </a:cubicBezTo>
                  <a:cubicBezTo>
                    <a:pt x="158" y="562"/>
                    <a:pt x="173" y="545"/>
                    <a:pt x="191" y="545"/>
                  </a:cubicBezTo>
                  <a:cubicBezTo>
                    <a:pt x="209" y="545"/>
                    <a:pt x="224" y="562"/>
                    <a:pt x="224" y="582"/>
                  </a:cubicBezTo>
                  <a:cubicBezTo>
                    <a:pt x="224" y="602"/>
                    <a:pt x="209" y="619"/>
                    <a:pt x="191" y="619"/>
                  </a:cubicBezTo>
                  <a:close/>
                  <a:moveTo>
                    <a:pt x="157" y="24"/>
                  </a:moveTo>
                  <a:lnTo>
                    <a:pt x="157" y="24"/>
                  </a:lnTo>
                  <a:lnTo>
                    <a:pt x="225" y="24"/>
                  </a:lnTo>
                  <a:cubicBezTo>
                    <a:pt x="228" y="24"/>
                    <a:pt x="231" y="26"/>
                    <a:pt x="231" y="29"/>
                  </a:cubicBezTo>
                  <a:cubicBezTo>
                    <a:pt x="231" y="32"/>
                    <a:pt x="228" y="35"/>
                    <a:pt x="225" y="35"/>
                  </a:cubicBezTo>
                  <a:lnTo>
                    <a:pt x="157" y="35"/>
                  </a:lnTo>
                  <a:cubicBezTo>
                    <a:pt x="154" y="35"/>
                    <a:pt x="151" y="32"/>
                    <a:pt x="151" y="29"/>
                  </a:cubicBezTo>
                  <a:cubicBezTo>
                    <a:pt x="151" y="26"/>
                    <a:pt x="154" y="24"/>
                    <a:pt x="157" y="24"/>
                  </a:cubicBezTo>
                  <a:close/>
                  <a:moveTo>
                    <a:pt x="356" y="0"/>
                  </a:moveTo>
                  <a:lnTo>
                    <a:pt x="356" y="0"/>
                  </a:lnTo>
                  <a:lnTo>
                    <a:pt x="26" y="0"/>
                  </a:lnTo>
                  <a:cubicBezTo>
                    <a:pt x="11" y="0"/>
                    <a:pt x="0" y="12"/>
                    <a:pt x="0" y="26"/>
                  </a:cubicBezTo>
                  <a:lnTo>
                    <a:pt x="0" y="608"/>
                  </a:lnTo>
                  <a:cubicBezTo>
                    <a:pt x="0" y="622"/>
                    <a:pt x="11" y="634"/>
                    <a:pt x="26" y="634"/>
                  </a:cubicBezTo>
                  <a:lnTo>
                    <a:pt x="356" y="634"/>
                  </a:lnTo>
                  <a:cubicBezTo>
                    <a:pt x="371" y="634"/>
                    <a:pt x="382" y="622"/>
                    <a:pt x="382" y="608"/>
                  </a:cubicBezTo>
                  <a:lnTo>
                    <a:pt x="382" y="26"/>
                  </a:lnTo>
                  <a:cubicBezTo>
                    <a:pt x="382" y="12"/>
                    <a:pt x="371" y="0"/>
                    <a:pt x="356" y="0"/>
                  </a:cubicBezTo>
                  <a:close/>
                </a:path>
              </a:pathLst>
            </a:custGeom>
            <a:solidFill>
              <a:schemeClr val="bg1"/>
            </a:solidFill>
            <a:ln w="0">
              <a:noFill/>
              <a:prstDash val="solid"/>
              <a:round/>
            </a:ln>
          </p:spPr>
          <p:txBody>
            <a:bodyPr vert="horz" wrap="square" lIns="68580" tIns="34290" rIns="68580" bIns="34290" numCol="1" anchor="t" anchorCtr="0" compatLnSpc="1"/>
            <a:lstStyle/>
            <a:p>
              <a:pPr algn="l" defTabSz="685165" fontAlgn="auto">
                <a:spcBef>
                  <a:spcPts val="0"/>
                </a:spcBef>
                <a:spcAft>
                  <a:spcPts val="0"/>
                </a:spcAft>
              </a:pPr>
              <a:endParaRPr lang="zh-CN" altLang="en-US" sz="1350">
                <a:solidFill>
                  <a:prstClr val="black"/>
                </a:solidFill>
                <a:latin typeface="Segoe UI" panose="020B0502040204020203"/>
                <a:ea typeface="微软雅黑" panose="020B050302020402020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87624" y="332656"/>
            <a:ext cx="5412159" cy="691009"/>
          </a:xfrm>
        </p:spPr>
        <p:txBody>
          <a:bodyPr/>
          <a:lstStyle/>
          <a:p>
            <a:pPr>
              <a:defRPr/>
            </a:pPr>
            <a:r>
              <a:rPr lang="zh-CN" altLang="en-US" dirty="0" smtClean="0"/>
              <a:t>常见的</a:t>
            </a:r>
            <a:r>
              <a:rPr lang="en-US" altLang="zh-CN" dirty="0" smtClean="0"/>
              <a:t>web</a:t>
            </a:r>
            <a:r>
              <a:rPr lang="zh-CN" altLang="en-US" dirty="0" smtClean="0"/>
              <a:t>攻击</a:t>
            </a:r>
            <a:endParaRPr lang="zh-CN" altLang="en-US" dirty="0"/>
          </a:p>
        </p:txBody>
      </p:sp>
      <p:sp>
        <p:nvSpPr>
          <p:cNvPr id="4" name="灯片编号占位符 3"/>
          <p:cNvSpPr>
            <a:spLocks noGrp="1"/>
          </p:cNvSpPr>
          <p:nvPr>
            <p:ph type="sldNum" sz="quarter" idx="12"/>
          </p:nvPr>
        </p:nvSpPr>
        <p:spPr/>
        <p:txBody>
          <a:bodyPr/>
          <a:lstStyle/>
          <a:p>
            <a:pPr>
              <a:defRPr/>
            </a:pPr>
            <a:fld id="{E31D1400-E261-479B-88AF-81668FD39AC2}" type="slidenum">
              <a:rPr lang="zh-CN" altLang="en-US" smtClean="0"/>
            </a:fld>
            <a:endParaRPr lang="zh-CN" altLang="en-US" dirty="0"/>
          </a:p>
        </p:txBody>
      </p:sp>
      <p:sp>
        <p:nvSpPr>
          <p:cNvPr id="5" name="Rectangle 3"/>
          <p:cNvSpPr txBox="1">
            <a:spLocks noChangeArrowheads="1"/>
          </p:cNvSpPr>
          <p:nvPr/>
        </p:nvSpPr>
        <p:spPr bwMode="auto">
          <a:xfrm>
            <a:off x="539552" y="1785020"/>
            <a:ext cx="8343790" cy="576064"/>
          </a:xfrm>
          <a:prstGeom prst="rect">
            <a:avLst/>
          </a:prstGeom>
          <a:noFill/>
          <a:ln>
            <a:noFill/>
          </a:ln>
        </p:spPr>
        <p:txBody>
          <a:bodyPr vert="horz" wrap="square" lIns="91440" tIns="45720" rIns="91440" bIns="45720" numCol="1" anchor="t" anchorCtr="0" compatLnSpc="1"/>
          <a:lstStyle>
            <a:lvl1pPr marL="447675" indent="-447675" algn="l" rtl="0" eaLnBrk="0" fontAlgn="base" hangingPunct="0">
              <a:spcBef>
                <a:spcPct val="20000"/>
              </a:spcBef>
              <a:spcAft>
                <a:spcPct val="0"/>
              </a:spcAft>
              <a:buClr>
                <a:schemeClr val="accent1"/>
              </a:buClr>
              <a:buSzPct val="70000"/>
              <a:buFont typeface="Wingdings" panose="05000000000000000000" charset="0"/>
              <a:buChar char="n"/>
              <a:defRPr kumimoji="1" sz="2800">
                <a:solidFill>
                  <a:schemeClr val="tx1"/>
                </a:solidFill>
                <a:latin typeface="+mn-lt"/>
                <a:ea typeface="+mn-ea"/>
                <a:cs typeface="宋体" panose="02010600030101010101" pitchFamily="2" charset="-122"/>
              </a:defRPr>
            </a:lvl1pPr>
            <a:lvl2pPr marL="889000" indent="-440055" algn="l" rtl="0" eaLnBrk="0" fontAlgn="base" hangingPunct="0">
              <a:spcBef>
                <a:spcPct val="20000"/>
              </a:spcBef>
              <a:spcAft>
                <a:spcPct val="0"/>
              </a:spcAft>
              <a:buClr>
                <a:schemeClr val="hlink"/>
              </a:buClr>
              <a:buSzPct val="65000"/>
              <a:buFont typeface="Wingdings" panose="05000000000000000000" charset="0"/>
              <a:buChar char="¡"/>
              <a:defRPr kumimoji="1" sz="2400">
                <a:solidFill>
                  <a:schemeClr val="tx1"/>
                </a:solidFill>
                <a:latin typeface="+mn-lt"/>
                <a:ea typeface="+mn-ea"/>
                <a:cs typeface="宋体" panose="02010600030101010101" pitchFamily="2" charset="-122"/>
              </a:defRPr>
            </a:lvl2pPr>
            <a:lvl3pPr marL="1294130" indent="-403225" algn="l" rtl="0" eaLnBrk="0" fontAlgn="base" hangingPunct="0">
              <a:spcBef>
                <a:spcPct val="20000"/>
              </a:spcBef>
              <a:spcAft>
                <a:spcPct val="0"/>
              </a:spcAft>
              <a:buClr>
                <a:schemeClr val="accent1"/>
              </a:buClr>
              <a:buSzPct val="70000"/>
              <a:buFont typeface="Wingdings" panose="05000000000000000000" charset="0"/>
              <a:buChar char="n"/>
              <a:defRPr kumimoji="1" sz="2000">
                <a:solidFill>
                  <a:schemeClr val="tx1"/>
                </a:solidFill>
                <a:latin typeface="+mn-lt"/>
                <a:ea typeface="+mn-ea"/>
                <a:cs typeface="宋体" panose="02010600030101010101" pitchFamily="2" charset="-122"/>
              </a:defRPr>
            </a:lvl3pPr>
            <a:lvl4pPr marL="1681480" indent="-386080" algn="l" rtl="0" eaLnBrk="0" fontAlgn="base" hangingPunct="0">
              <a:spcBef>
                <a:spcPct val="20000"/>
              </a:spcBef>
              <a:spcAft>
                <a:spcPct val="0"/>
              </a:spcAft>
              <a:buClr>
                <a:schemeClr val="hlink"/>
              </a:buClr>
              <a:buSzPct val="75000"/>
              <a:buFont typeface="Wingdings" panose="05000000000000000000" charset="0"/>
              <a:buChar char="¡"/>
              <a:defRPr kumimoji="1">
                <a:solidFill>
                  <a:schemeClr val="tx1"/>
                </a:solidFill>
                <a:latin typeface="+mn-lt"/>
                <a:ea typeface="+mn-ea"/>
                <a:cs typeface="宋体" panose="02010600030101010101" pitchFamily="2" charset="-122"/>
              </a:defRPr>
            </a:lvl4pPr>
            <a:lvl5pPr marL="2070100" indent="-387350" algn="l" rtl="0" eaLnBrk="0" fontAlgn="base" hangingPunct="0">
              <a:spcBef>
                <a:spcPct val="20000"/>
              </a:spcBef>
              <a:spcAft>
                <a:spcPct val="0"/>
              </a:spcAft>
              <a:buClr>
                <a:schemeClr val="accent1"/>
              </a:buClr>
              <a:buSzPct val="70000"/>
              <a:buFont typeface="Wingdings" panose="05000000000000000000" charset="0"/>
              <a:buChar char="n"/>
              <a:defRPr kumimoji="1" sz="1600">
                <a:solidFill>
                  <a:schemeClr val="tx1"/>
                </a:solidFill>
                <a:latin typeface="+mn-lt"/>
                <a:ea typeface="+mn-ea"/>
                <a:cs typeface="宋体" panose="02010600030101010101" pitchFamily="2" charset="-122"/>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r>
              <a:rPr lang="zh-CN" altLang="zh-CN" sz="2400" dirty="0"/>
              <a:t>参数</a:t>
            </a:r>
            <a:r>
              <a:rPr lang="zh-CN" altLang="zh-CN" sz="2400" dirty="0" smtClean="0"/>
              <a:t>篡改</a:t>
            </a:r>
            <a:endParaRPr lang="en-US" altLang="zh-CN" sz="2400" dirty="0" smtClean="0"/>
          </a:p>
          <a:p>
            <a:r>
              <a:rPr lang="en-US" altLang="zh-CN" sz="2400" dirty="0"/>
              <a:t>XML </a:t>
            </a:r>
            <a:r>
              <a:rPr lang="zh-CN" altLang="zh-CN" sz="2400" dirty="0"/>
              <a:t>解析器</a:t>
            </a:r>
            <a:r>
              <a:rPr lang="zh-CN" altLang="zh-CN" sz="2400" dirty="0" smtClean="0"/>
              <a:t>攻击</a:t>
            </a:r>
            <a:endParaRPr lang="en-US" altLang="zh-CN" sz="2400" dirty="0" smtClean="0"/>
          </a:p>
          <a:p>
            <a:r>
              <a:rPr lang="zh-CN" altLang="zh-CN" sz="2400" dirty="0"/>
              <a:t>注入式</a:t>
            </a:r>
            <a:r>
              <a:rPr lang="zh-CN" altLang="zh-CN" sz="2400" dirty="0" smtClean="0"/>
              <a:t>攻击</a:t>
            </a:r>
            <a:endParaRPr lang="en-US" altLang="zh-CN" sz="2400" dirty="0" smtClean="0"/>
          </a:p>
          <a:p>
            <a:r>
              <a:rPr lang="zh-CN" altLang="zh-CN" sz="2400" dirty="0"/>
              <a:t>跨站脚本攻击</a:t>
            </a:r>
            <a:endParaRPr lang="zh-CN" altLang="zh-CN" sz="2400" dirty="0"/>
          </a:p>
          <a:p>
            <a:endParaRPr lang="en-US" altLang="zh-CN" sz="2400" dirty="0"/>
          </a:p>
          <a:p>
            <a:endParaRPr lang="zh-CN" altLang="zh-CN" sz="2400" dirty="0"/>
          </a:p>
          <a:p>
            <a:endParaRPr lang="zh-CN" altLang="zh-CN" sz="2400" dirty="0"/>
          </a:p>
          <a:p>
            <a:endParaRPr lang="en-US" altLang="zh-CN" sz="2400" dirty="0" smtClean="0"/>
          </a:p>
        </p:txBody>
      </p:sp>
      <p:sp>
        <p:nvSpPr>
          <p:cNvPr id="7" name="Rectangle 3"/>
          <p:cNvSpPr txBox="1">
            <a:spLocks noChangeArrowheads="1"/>
          </p:cNvSpPr>
          <p:nvPr/>
        </p:nvSpPr>
        <p:spPr bwMode="auto">
          <a:xfrm>
            <a:off x="800210" y="3284984"/>
            <a:ext cx="8343790" cy="576064"/>
          </a:xfrm>
          <a:prstGeom prst="rect">
            <a:avLst/>
          </a:prstGeom>
          <a:noFill/>
          <a:ln>
            <a:noFill/>
          </a:ln>
        </p:spPr>
        <p:txBody>
          <a:bodyPr vert="horz" wrap="square" lIns="91440" tIns="45720" rIns="91440" bIns="45720" numCol="1" anchor="t" anchorCtr="0" compatLnSpc="1"/>
          <a:lstStyle>
            <a:lvl1pPr marL="447675" indent="-447675" algn="l" rtl="0" eaLnBrk="0" fontAlgn="base" hangingPunct="0">
              <a:spcBef>
                <a:spcPct val="20000"/>
              </a:spcBef>
              <a:spcAft>
                <a:spcPct val="0"/>
              </a:spcAft>
              <a:buClr>
                <a:schemeClr val="accent1"/>
              </a:buClr>
              <a:buSzPct val="70000"/>
              <a:buFont typeface="Wingdings" panose="05000000000000000000" charset="0"/>
              <a:buChar char="n"/>
              <a:defRPr kumimoji="1" sz="2800">
                <a:solidFill>
                  <a:schemeClr val="tx1"/>
                </a:solidFill>
                <a:latin typeface="+mn-lt"/>
                <a:ea typeface="+mn-ea"/>
                <a:cs typeface="宋体" panose="02010600030101010101" pitchFamily="2" charset="-122"/>
              </a:defRPr>
            </a:lvl1pPr>
            <a:lvl2pPr marL="889000" indent="-440055" algn="l" rtl="0" eaLnBrk="0" fontAlgn="base" hangingPunct="0">
              <a:spcBef>
                <a:spcPct val="20000"/>
              </a:spcBef>
              <a:spcAft>
                <a:spcPct val="0"/>
              </a:spcAft>
              <a:buClr>
                <a:schemeClr val="hlink"/>
              </a:buClr>
              <a:buSzPct val="65000"/>
              <a:buFont typeface="Wingdings" panose="05000000000000000000" charset="0"/>
              <a:buChar char="¡"/>
              <a:defRPr kumimoji="1" sz="2400">
                <a:solidFill>
                  <a:schemeClr val="tx1"/>
                </a:solidFill>
                <a:latin typeface="+mn-lt"/>
                <a:ea typeface="+mn-ea"/>
                <a:cs typeface="宋体" panose="02010600030101010101" pitchFamily="2" charset="-122"/>
              </a:defRPr>
            </a:lvl2pPr>
            <a:lvl3pPr marL="1294130" indent="-403225" algn="l" rtl="0" eaLnBrk="0" fontAlgn="base" hangingPunct="0">
              <a:spcBef>
                <a:spcPct val="20000"/>
              </a:spcBef>
              <a:spcAft>
                <a:spcPct val="0"/>
              </a:spcAft>
              <a:buClr>
                <a:schemeClr val="accent1"/>
              </a:buClr>
              <a:buSzPct val="70000"/>
              <a:buFont typeface="Wingdings" panose="05000000000000000000" charset="0"/>
              <a:buChar char="n"/>
              <a:defRPr kumimoji="1" sz="2000">
                <a:solidFill>
                  <a:schemeClr val="tx1"/>
                </a:solidFill>
                <a:latin typeface="+mn-lt"/>
                <a:ea typeface="+mn-ea"/>
                <a:cs typeface="宋体" panose="02010600030101010101" pitchFamily="2" charset="-122"/>
              </a:defRPr>
            </a:lvl3pPr>
            <a:lvl4pPr marL="1681480" indent="-386080" algn="l" rtl="0" eaLnBrk="0" fontAlgn="base" hangingPunct="0">
              <a:spcBef>
                <a:spcPct val="20000"/>
              </a:spcBef>
              <a:spcAft>
                <a:spcPct val="0"/>
              </a:spcAft>
              <a:buClr>
                <a:schemeClr val="hlink"/>
              </a:buClr>
              <a:buSzPct val="75000"/>
              <a:buFont typeface="Wingdings" panose="05000000000000000000" charset="0"/>
              <a:buChar char="¡"/>
              <a:defRPr kumimoji="1">
                <a:solidFill>
                  <a:schemeClr val="tx1"/>
                </a:solidFill>
                <a:latin typeface="+mn-lt"/>
                <a:ea typeface="+mn-ea"/>
                <a:cs typeface="宋体" panose="02010600030101010101" pitchFamily="2" charset="-122"/>
              </a:defRPr>
            </a:lvl4pPr>
            <a:lvl5pPr marL="2070100" indent="-387350" algn="l" rtl="0" eaLnBrk="0" fontAlgn="base" hangingPunct="0">
              <a:spcBef>
                <a:spcPct val="20000"/>
              </a:spcBef>
              <a:spcAft>
                <a:spcPct val="0"/>
              </a:spcAft>
              <a:buClr>
                <a:schemeClr val="accent1"/>
              </a:buClr>
              <a:buSzPct val="70000"/>
              <a:buFont typeface="Wingdings" panose="05000000000000000000" charset="0"/>
              <a:buChar char="n"/>
              <a:defRPr kumimoji="1" sz="1600">
                <a:solidFill>
                  <a:schemeClr val="tx1"/>
                </a:solidFill>
                <a:latin typeface="+mn-lt"/>
                <a:ea typeface="+mn-ea"/>
                <a:cs typeface="宋体" panose="02010600030101010101" pitchFamily="2" charset="-122"/>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endParaRPr lang="en-US" altLang="zh-CN" sz="2400" dirty="0" smtClean="0"/>
          </a:p>
        </p:txBody>
      </p:sp>
      <p:pic>
        <p:nvPicPr>
          <p:cNvPr id="3" name="图片 2"/>
          <p:cNvPicPr>
            <a:picLocks noChangeAspect="1"/>
          </p:cNvPicPr>
          <p:nvPr/>
        </p:nvPicPr>
        <p:blipFill>
          <a:blip r:embed="rId1"/>
          <a:stretch>
            <a:fillRect/>
          </a:stretch>
        </p:blipFill>
        <p:spPr>
          <a:xfrm>
            <a:off x="6156176" y="3284984"/>
            <a:ext cx="2987824" cy="2857500"/>
          </a:xfrm>
          <a:prstGeom prst="rect">
            <a:avLst/>
          </a:prstGeom>
          <a:effectLst>
            <a:softEdge rad="3175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inVertic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arn(inVertic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arn(inVertic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barn(inVertical)">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nodePh="1">
                                  <p:stCondLst>
                                    <p:cond delay="0"/>
                                  </p:stCondLst>
                                  <p:endCondLst>
                                    <p:cond evt="begin" delay="0">
                                      <p:tn val="25"/>
                                    </p:cond>
                                  </p:endCondLst>
                                  <p:childTnLst>
                                    <p:set>
                                      <p:cBhvr>
                                        <p:cTn id="26" dur="1" fill="hold">
                                          <p:stCondLst>
                                            <p:cond delay="0"/>
                                          </p:stCondLst>
                                        </p:cTn>
                                        <p:tgtEl>
                                          <p:spTgt spid="7">
                                            <p:txEl>
                                              <p:pRg st="0" end="0"/>
                                            </p:txEl>
                                          </p:spTgt>
                                        </p:tgtEl>
                                        <p:attrNameLst>
                                          <p:attrName>style.visibility</p:attrName>
                                        </p:attrNameLst>
                                      </p:cBhvr>
                                      <p:to>
                                        <p:strVal val="visible"/>
                                      </p:to>
                                    </p:set>
                                    <p:animEffect transition="in" filter="barn(inVertical)">
                                      <p:cBhvr>
                                        <p:cTn id="2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340768"/>
            <a:ext cx="2592288" cy="691009"/>
          </a:xfrm>
        </p:spPr>
        <p:txBody>
          <a:bodyPr/>
          <a:lstStyle/>
          <a:p>
            <a:pPr>
              <a:defRPr/>
            </a:pPr>
            <a:r>
              <a:rPr lang="zh-CN" altLang="en-US" dirty="0" smtClean="0"/>
              <a:t>参数篡改</a:t>
            </a:r>
            <a:endParaRPr lang="zh-CN" altLang="en-US" dirty="0"/>
          </a:p>
        </p:txBody>
      </p:sp>
      <p:sp>
        <p:nvSpPr>
          <p:cNvPr id="4" name="灯片编号占位符 3"/>
          <p:cNvSpPr>
            <a:spLocks noGrp="1"/>
          </p:cNvSpPr>
          <p:nvPr>
            <p:ph type="sldNum" sz="quarter" idx="12"/>
          </p:nvPr>
        </p:nvSpPr>
        <p:spPr/>
        <p:txBody>
          <a:bodyPr/>
          <a:lstStyle/>
          <a:p>
            <a:pPr>
              <a:defRPr/>
            </a:pPr>
            <a:fld id="{E31D1400-E261-479B-88AF-81668FD39AC2}" type="slidenum">
              <a:rPr lang="zh-CN" altLang="en-US" smtClean="0"/>
            </a:fld>
            <a:endParaRPr lang="zh-CN" altLang="en-US" dirty="0"/>
          </a:p>
        </p:txBody>
      </p:sp>
      <p:sp>
        <p:nvSpPr>
          <p:cNvPr id="5" name="Rectangle 3"/>
          <p:cNvSpPr txBox="1">
            <a:spLocks noChangeArrowheads="1"/>
          </p:cNvSpPr>
          <p:nvPr/>
        </p:nvSpPr>
        <p:spPr bwMode="auto">
          <a:xfrm>
            <a:off x="539552" y="2276872"/>
            <a:ext cx="8343790" cy="936104"/>
          </a:xfrm>
          <a:prstGeom prst="rect">
            <a:avLst/>
          </a:prstGeom>
          <a:noFill/>
          <a:ln>
            <a:noFill/>
          </a:ln>
        </p:spPr>
        <p:txBody>
          <a:bodyPr vert="horz" wrap="square" lIns="91440" tIns="45720" rIns="91440" bIns="45720" numCol="1" anchor="t" anchorCtr="0" compatLnSpc="1"/>
          <a:lstStyle>
            <a:lvl1pPr marL="447675" indent="-447675" algn="l" rtl="0" eaLnBrk="0" fontAlgn="base" hangingPunct="0">
              <a:spcBef>
                <a:spcPct val="20000"/>
              </a:spcBef>
              <a:spcAft>
                <a:spcPct val="0"/>
              </a:spcAft>
              <a:buClr>
                <a:schemeClr val="accent1"/>
              </a:buClr>
              <a:buSzPct val="70000"/>
              <a:buFont typeface="Wingdings" panose="05000000000000000000" charset="0"/>
              <a:buChar char="n"/>
              <a:defRPr kumimoji="1" sz="2800">
                <a:solidFill>
                  <a:schemeClr val="tx1"/>
                </a:solidFill>
                <a:latin typeface="+mn-lt"/>
                <a:ea typeface="+mn-ea"/>
                <a:cs typeface="宋体" panose="02010600030101010101" pitchFamily="2" charset="-122"/>
              </a:defRPr>
            </a:lvl1pPr>
            <a:lvl2pPr marL="889000" indent="-440055" algn="l" rtl="0" eaLnBrk="0" fontAlgn="base" hangingPunct="0">
              <a:spcBef>
                <a:spcPct val="20000"/>
              </a:spcBef>
              <a:spcAft>
                <a:spcPct val="0"/>
              </a:spcAft>
              <a:buClr>
                <a:schemeClr val="hlink"/>
              </a:buClr>
              <a:buSzPct val="65000"/>
              <a:buFont typeface="Wingdings" panose="05000000000000000000" charset="0"/>
              <a:buChar char="¡"/>
              <a:defRPr kumimoji="1" sz="2400">
                <a:solidFill>
                  <a:schemeClr val="tx1"/>
                </a:solidFill>
                <a:latin typeface="+mn-lt"/>
                <a:ea typeface="+mn-ea"/>
                <a:cs typeface="宋体" panose="02010600030101010101" pitchFamily="2" charset="-122"/>
              </a:defRPr>
            </a:lvl2pPr>
            <a:lvl3pPr marL="1294130" indent="-403225" algn="l" rtl="0" eaLnBrk="0" fontAlgn="base" hangingPunct="0">
              <a:spcBef>
                <a:spcPct val="20000"/>
              </a:spcBef>
              <a:spcAft>
                <a:spcPct val="0"/>
              </a:spcAft>
              <a:buClr>
                <a:schemeClr val="accent1"/>
              </a:buClr>
              <a:buSzPct val="70000"/>
              <a:buFont typeface="Wingdings" panose="05000000000000000000" charset="0"/>
              <a:buChar char="n"/>
              <a:defRPr kumimoji="1" sz="2000">
                <a:solidFill>
                  <a:schemeClr val="tx1"/>
                </a:solidFill>
                <a:latin typeface="+mn-lt"/>
                <a:ea typeface="+mn-ea"/>
                <a:cs typeface="宋体" panose="02010600030101010101" pitchFamily="2" charset="-122"/>
              </a:defRPr>
            </a:lvl3pPr>
            <a:lvl4pPr marL="1681480" indent="-386080" algn="l" rtl="0" eaLnBrk="0" fontAlgn="base" hangingPunct="0">
              <a:spcBef>
                <a:spcPct val="20000"/>
              </a:spcBef>
              <a:spcAft>
                <a:spcPct val="0"/>
              </a:spcAft>
              <a:buClr>
                <a:schemeClr val="hlink"/>
              </a:buClr>
              <a:buSzPct val="75000"/>
              <a:buFont typeface="Wingdings" panose="05000000000000000000" charset="0"/>
              <a:buChar char="¡"/>
              <a:defRPr kumimoji="1">
                <a:solidFill>
                  <a:schemeClr val="tx1"/>
                </a:solidFill>
                <a:latin typeface="+mn-lt"/>
                <a:ea typeface="+mn-ea"/>
                <a:cs typeface="宋体" panose="02010600030101010101" pitchFamily="2" charset="-122"/>
              </a:defRPr>
            </a:lvl4pPr>
            <a:lvl5pPr marL="2070100" indent="-387350" algn="l" rtl="0" eaLnBrk="0" fontAlgn="base" hangingPunct="0">
              <a:spcBef>
                <a:spcPct val="20000"/>
              </a:spcBef>
              <a:spcAft>
                <a:spcPct val="0"/>
              </a:spcAft>
              <a:buClr>
                <a:schemeClr val="accent1"/>
              </a:buClr>
              <a:buSzPct val="70000"/>
              <a:buFont typeface="Wingdings" panose="05000000000000000000" charset="0"/>
              <a:buChar char="n"/>
              <a:defRPr kumimoji="1" sz="1600">
                <a:solidFill>
                  <a:schemeClr val="tx1"/>
                </a:solidFill>
                <a:latin typeface="+mn-lt"/>
                <a:ea typeface="+mn-ea"/>
                <a:cs typeface="宋体" panose="02010600030101010101" pitchFamily="2" charset="-122"/>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r>
              <a:rPr lang="zh-CN" altLang="zh-CN" sz="2000" dirty="0" smtClean="0"/>
              <a:t>参数</a:t>
            </a:r>
            <a:r>
              <a:rPr lang="zh-CN" altLang="zh-CN" sz="2000" dirty="0"/>
              <a:t>篡改是指：首先对</a:t>
            </a:r>
            <a:r>
              <a:rPr lang="en-US" altLang="zh-CN" sz="2000" dirty="0"/>
              <a:t>WSDL </a:t>
            </a:r>
            <a:r>
              <a:rPr lang="zh-CN" altLang="zh-CN" sz="2000" dirty="0"/>
              <a:t>文件进行扫描，寻找</a:t>
            </a:r>
            <a:r>
              <a:rPr lang="en-US" altLang="zh-CN" sz="2000" dirty="0"/>
              <a:t>Web </a:t>
            </a:r>
            <a:r>
              <a:rPr lang="zh-CN" altLang="zh-CN" sz="2000" dirty="0"/>
              <a:t>服务调用可接受的参数类型，故意发送</a:t>
            </a:r>
            <a:r>
              <a:rPr lang="en-US" altLang="zh-CN" sz="2000" dirty="0"/>
              <a:t>Web </a:t>
            </a:r>
            <a:r>
              <a:rPr lang="zh-CN" altLang="zh-CN" sz="2000" dirty="0"/>
              <a:t>服务不期望的数据类型，对</a:t>
            </a:r>
            <a:r>
              <a:rPr lang="en-US" altLang="zh-CN" sz="2000" dirty="0"/>
              <a:t>Web </a:t>
            </a:r>
            <a:r>
              <a:rPr lang="zh-CN" altLang="zh-CN" sz="2000" dirty="0"/>
              <a:t>服务进行攻击。</a:t>
            </a:r>
            <a:endParaRPr lang="zh-CN" altLang="zh-CN" sz="2000" dirty="0"/>
          </a:p>
        </p:txBody>
      </p:sp>
      <p:sp>
        <p:nvSpPr>
          <p:cNvPr id="6" name="标题 1"/>
          <p:cNvSpPr txBox="1"/>
          <p:nvPr/>
        </p:nvSpPr>
        <p:spPr bwMode="auto">
          <a:xfrm>
            <a:off x="1187624" y="332656"/>
            <a:ext cx="5412159" cy="691009"/>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a:defRPr/>
            </a:pPr>
            <a:r>
              <a:rPr lang="zh-CN" altLang="en-US" kern="0" smtClean="0"/>
              <a:t>常见的</a:t>
            </a:r>
            <a:r>
              <a:rPr lang="en-US" altLang="zh-CN" kern="0" smtClean="0"/>
              <a:t>web</a:t>
            </a:r>
            <a:r>
              <a:rPr lang="zh-CN" altLang="en-US" kern="0" smtClean="0"/>
              <a:t>攻击</a:t>
            </a:r>
            <a:endParaRPr lang="zh-CN" altLang="en-US" kern="0" dirty="0"/>
          </a:p>
        </p:txBody>
      </p:sp>
      <p:sp>
        <p:nvSpPr>
          <p:cNvPr id="7" name="标题 1"/>
          <p:cNvSpPr txBox="1"/>
          <p:nvPr/>
        </p:nvSpPr>
        <p:spPr bwMode="auto">
          <a:xfrm>
            <a:off x="179512" y="3555234"/>
            <a:ext cx="3563888" cy="691009"/>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r>
              <a:rPr lang="en-US" altLang="zh-CN" dirty="0"/>
              <a:t>XML </a:t>
            </a:r>
            <a:r>
              <a:rPr lang="zh-CN" altLang="zh-CN" dirty="0"/>
              <a:t>解析器攻击</a:t>
            </a:r>
            <a:endParaRPr lang="zh-CN" altLang="zh-CN" dirty="0"/>
          </a:p>
        </p:txBody>
      </p:sp>
      <p:sp>
        <p:nvSpPr>
          <p:cNvPr id="8" name="Rectangle 3"/>
          <p:cNvSpPr txBox="1">
            <a:spLocks noChangeArrowheads="1"/>
          </p:cNvSpPr>
          <p:nvPr/>
        </p:nvSpPr>
        <p:spPr bwMode="auto">
          <a:xfrm>
            <a:off x="467544" y="4466183"/>
            <a:ext cx="8280920" cy="936104"/>
          </a:xfrm>
          <a:prstGeom prst="rect">
            <a:avLst/>
          </a:prstGeom>
          <a:noFill/>
          <a:ln>
            <a:noFill/>
          </a:ln>
        </p:spPr>
        <p:txBody>
          <a:bodyPr vert="horz" wrap="square" lIns="91440" tIns="45720" rIns="91440" bIns="45720" numCol="1" anchor="t" anchorCtr="0" compatLnSpc="1"/>
          <a:lstStyle>
            <a:lvl1pPr marL="447675" indent="-447675" algn="l" rtl="0" eaLnBrk="0" fontAlgn="base" hangingPunct="0">
              <a:spcBef>
                <a:spcPct val="20000"/>
              </a:spcBef>
              <a:spcAft>
                <a:spcPct val="0"/>
              </a:spcAft>
              <a:buClr>
                <a:schemeClr val="accent1"/>
              </a:buClr>
              <a:buSzPct val="70000"/>
              <a:buFont typeface="Wingdings" panose="05000000000000000000" charset="0"/>
              <a:buChar char="n"/>
              <a:defRPr kumimoji="1" sz="2800">
                <a:solidFill>
                  <a:schemeClr val="tx1"/>
                </a:solidFill>
                <a:latin typeface="+mn-lt"/>
                <a:ea typeface="+mn-ea"/>
                <a:cs typeface="宋体" panose="02010600030101010101" pitchFamily="2" charset="-122"/>
              </a:defRPr>
            </a:lvl1pPr>
            <a:lvl2pPr marL="889000" indent="-440055" algn="l" rtl="0" eaLnBrk="0" fontAlgn="base" hangingPunct="0">
              <a:spcBef>
                <a:spcPct val="20000"/>
              </a:spcBef>
              <a:spcAft>
                <a:spcPct val="0"/>
              </a:spcAft>
              <a:buClr>
                <a:schemeClr val="hlink"/>
              </a:buClr>
              <a:buSzPct val="65000"/>
              <a:buFont typeface="Wingdings" panose="05000000000000000000" charset="0"/>
              <a:buChar char="¡"/>
              <a:defRPr kumimoji="1" sz="2400">
                <a:solidFill>
                  <a:schemeClr val="tx1"/>
                </a:solidFill>
                <a:latin typeface="+mn-lt"/>
                <a:ea typeface="+mn-ea"/>
                <a:cs typeface="宋体" panose="02010600030101010101" pitchFamily="2" charset="-122"/>
              </a:defRPr>
            </a:lvl2pPr>
            <a:lvl3pPr marL="1294130" indent="-403225" algn="l" rtl="0" eaLnBrk="0" fontAlgn="base" hangingPunct="0">
              <a:spcBef>
                <a:spcPct val="20000"/>
              </a:spcBef>
              <a:spcAft>
                <a:spcPct val="0"/>
              </a:spcAft>
              <a:buClr>
                <a:schemeClr val="accent1"/>
              </a:buClr>
              <a:buSzPct val="70000"/>
              <a:buFont typeface="Wingdings" panose="05000000000000000000" charset="0"/>
              <a:buChar char="n"/>
              <a:defRPr kumimoji="1" sz="2000">
                <a:solidFill>
                  <a:schemeClr val="tx1"/>
                </a:solidFill>
                <a:latin typeface="+mn-lt"/>
                <a:ea typeface="+mn-ea"/>
                <a:cs typeface="宋体" panose="02010600030101010101" pitchFamily="2" charset="-122"/>
              </a:defRPr>
            </a:lvl3pPr>
            <a:lvl4pPr marL="1681480" indent="-386080" algn="l" rtl="0" eaLnBrk="0" fontAlgn="base" hangingPunct="0">
              <a:spcBef>
                <a:spcPct val="20000"/>
              </a:spcBef>
              <a:spcAft>
                <a:spcPct val="0"/>
              </a:spcAft>
              <a:buClr>
                <a:schemeClr val="hlink"/>
              </a:buClr>
              <a:buSzPct val="75000"/>
              <a:buFont typeface="Wingdings" panose="05000000000000000000" charset="0"/>
              <a:buChar char="¡"/>
              <a:defRPr kumimoji="1">
                <a:solidFill>
                  <a:schemeClr val="tx1"/>
                </a:solidFill>
                <a:latin typeface="+mn-lt"/>
                <a:ea typeface="+mn-ea"/>
                <a:cs typeface="宋体" panose="02010600030101010101" pitchFamily="2" charset="-122"/>
              </a:defRPr>
            </a:lvl4pPr>
            <a:lvl5pPr marL="2070100" indent="-387350" algn="l" rtl="0" eaLnBrk="0" fontAlgn="base" hangingPunct="0">
              <a:spcBef>
                <a:spcPct val="20000"/>
              </a:spcBef>
              <a:spcAft>
                <a:spcPct val="0"/>
              </a:spcAft>
              <a:buClr>
                <a:schemeClr val="accent1"/>
              </a:buClr>
              <a:buSzPct val="70000"/>
              <a:buFont typeface="Wingdings" panose="05000000000000000000" charset="0"/>
              <a:buChar char="n"/>
              <a:defRPr kumimoji="1" sz="1600">
                <a:solidFill>
                  <a:schemeClr val="tx1"/>
                </a:solidFill>
                <a:latin typeface="+mn-lt"/>
                <a:ea typeface="+mn-ea"/>
                <a:cs typeface="宋体" panose="02010600030101010101" pitchFamily="2" charset="-122"/>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r>
              <a:rPr lang="en-US" altLang="zh-CN" sz="2000" dirty="0"/>
              <a:t>XML </a:t>
            </a:r>
            <a:r>
              <a:rPr lang="zh-CN" altLang="zh-CN" sz="2000" dirty="0"/>
              <a:t>消息可以对递归实体进行扩展。基于这一特征，攻击者通过恶意构造包含大量递归嵌套元素的消息，例如构造嵌套</a:t>
            </a:r>
            <a:r>
              <a:rPr lang="en-US" altLang="zh-CN" sz="2000" dirty="0"/>
              <a:t>100000 </a:t>
            </a:r>
            <a:r>
              <a:rPr lang="zh-CN" altLang="zh-CN" sz="2000" dirty="0"/>
              <a:t>层的消息，用来耗尽服务器资源或者使</a:t>
            </a:r>
            <a:r>
              <a:rPr lang="en-US" altLang="zh-CN" sz="2000" dirty="0"/>
              <a:t>XML </a:t>
            </a:r>
            <a:r>
              <a:rPr lang="zh-CN" altLang="zh-CN" sz="2000" dirty="0"/>
              <a:t>解析器崩溃，达到绝服务攻击的目的。</a:t>
            </a:r>
            <a:endParaRPr lang="zh-CN" altLang="zh-CN"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 calcmode="lin" valueType="num">
                                      <p:cBhvr additive="base">
                                        <p:cTn id="13"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1124744"/>
            <a:ext cx="2592288" cy="691009"/>
          </a:xfrm>
        </p:spPr>
        <p:txBody>
          <a:bodyPr/>
          <a:lstStyle/>
          <a:p>
            <a:r>
              <a:rPr lang="zh-CN" altLang="zh-CN" sz="2800" dirty="0"/>
              <a:t>注入式攻击</a:t>
            </a:r>
            <a:endParaRPr lang="zh-CN" altLang="zh-CN" sz="2800" dirty="0"/>
          </a:p>
        </p:txBody>
      </p:sp>
      <p:sp>
        <p:nvSpPr>
          <p:cNvPr id="4" name="灯片编号占位符 3"/>
          <p:cNvSpPr>
            <a:spLocks noGrp="1"/>
          </p:cNvSpPr>
          <p:nvPr>
            <p:ph type="sldNum" sz="quarter" idx="12"/>
          </p:nvPr>
        </p:nvSpPr>
        <p:spPr/>
        <p:txBody>
          <a:bodyPr/>
          <a:lstStyle/>
          <a:p>
            <a:pPr>
              <a:defRPr/>
            </a:pPr>
            <a:fld id="{E31D1400-E261-479B-88AF-81668FD39AC2}" type="slidenum">
              <a:rPr lang="zh-CN" altLang="en-US" smtClean="0"/>
            </a:fld>
            <a:endParaRPr lang="zh-CN" altLang="en-US" dirty="0"/>
          </a:p>
        </p:txBody>
      </p:sp>
      <p:sp>
        <p:nvSpPr>
          <p:cNvPr id="5" name="Rectangle 3"/>
          <p:cNvSpPr txBox="1">
            <a:spLocks noChangeArrowheads="1"/>
          </p:cNvSpPr>
          <p:nvPr/>
        </p:nvSpPr>
        <p:spPr bwMode="auto">
          <a:xfrm>
            <a:off x="467544" y="1825774"/>
            <a:ext cx="8343790" cy="936104"/>
          </a:xfrm>
          <a:prstGeom prst="rect">
            <a:avLst/>
          </a:prstGeom>
          <a:noFill/>
          <a:ln>
            <a:noFill/>
          </a:ln>
        </p:spPr>
        <p:txBody>
          <a:bodyPr vert="horz" wrap="square" lIns="91440" tIns="45720" rIns="91440" bIns="45720" numCol="1" anchor="t" anchorCtr="0" compatLnSpc="1"/>
          <a:lstStyle>
            <a:lvl1pPr marL="447675" indent="-447675" algn="l" rtl="0" eaLnBrk="0" fontAlgn="base" hangingPunct="0">
              <a:spcBef>
                <a:spcPct val="20000"/>
              </a:spcBef>
              <a:spcAft>
                <a:spcPct val="0"/>
              </a:spcAft>
              <a:buClr>
                <a:schemeClr val="accent1"/>
              </a:buClr>
              <a:buSzPct val="70000"/>
              <a:buFont typeface="Wingdings" panose="05000000000000000000" charset="0"/>
              <a:buChar char="n"/>
              <a:defRPr kumimoji="1" sz="2800">
                <a:solidFill>
                  <a:schemeClr val="tx1"/>
                </a:solidFill>
                <a:latin typeface="+mn-lt"/>
                <a:ea typeface="+mn-ea"/>
                <a:cs typeface="宋体" panose="02010600030101010101" pitchFamily="2" charset="-122"/>
              </a:defRPr>
            </a:lvl1pPr>
            <a:lvl2pPr marL="889000" indent="-440055" algn="l" rtl="0" eaLnBrk="0" fontAlgn="base" hangingPunct="0">
              <a:spcBef>
                <a:spcPct val="20000"/>
              </a:spcBef>
              <a:spcAft>
                <a:spcPct val="0"/>
              </a:spcAft>
              <a:buClr>
                <a:schemeClr val="hlink"/>
              </a:buClr>
              <a:buSzPct val="65000"/>
              <a:buFont typeface="Wingdings" panose="05000000000000000000" charset="0"/>
              <a:buChar char="¡"/>
              <a:defRPr kumimoji="1" sz="2400">
                <a:solidFill>
                  <a:schemeClr val="tx1"/>
                </a:solidFill>
                <a:latin typeface="+mn-lt"/>
                <a:ea typeface="+mn-ea"/>
                <a:cs typeface="宋体" panose="02010600030101010101" pitchFamily="2" charset="-122"/>
              </a:defRPr>
            </a:lvl2pPr>
            <a:lvl3pPr marL="1294130" indent="-403225" algn="l" rtl="0" eaLnBrk="0" fontAlgn="base" hangingPunct="0">
              <a:spcBef>
                <a:spcPct val="20000"/>
              </a:spcBef>
              <a:spcAft>
                <a:spcPct val="0"/>
              </a:spcAft>
              <a:buClr>
                <a:schemeClr val="accent1"/>
              </a:buClr>
              <a:buSzPct val="70000"/>
              <a:buFont typeface="Wingdings" panose="05000000000000000000" charset="0"/>
              <a:buChar char="n"/>
              <a:defRPr kumimoji="1" sz="2000">
                <a:solidFill>
                  <a:schemeClr val="tx1"/>
                </a:solidFill>
                <a:latin typeface="+mn-lt"/>
                <a:ea typeface="+mn-ea"/>
                <a:cs typeface="宋体" panose="02010600030101010101" pitchFamily="2" charset="-122"/>
              </a:defRPr>
            </a:lvl3pPr>
            <a:lvl4pPr marL="1681480" indent="-386080" algn="l" rtl="0" eaLnBrk="0" fontAlgn="base" hangingPunct="0">
              <a:spcBef>
                <a:spcPct val="20000"/>
              </a:spcBef>
              <a:spcAft>
                <a:spcPct val="0"/>
              </a:spcAft>
              <a:buClr>
                <a:schemeClr val="hlink"/>
              </a:buClr>
              <a:buSzPct val="75000"/>
              <a:buFont typeface="Wingdings" panose="05000000000000000000" charset="0"/>
              <a:buChar char="¡"/>
              <a:defRPr kumimoji="1">
                <a:solidFill>
                  <a:schemeClr val="tx1"/>
                </a:solidFill>
                <a:latin typeface="+mn-lt"/>
                <a:ea typeface="+mn-ea"/>
                <a:cs typeface="宋体" panose="02010600030101010101" pitchFamily="2" charset="-122"/>
              </a:defRPr>
            </a:lvl4pPr>
            <a:lvl5pPr marL="2070100" indent="-387350" algn="l" rtl="0" eaLnBrk="0" fontAlgn="base" hangingPunct="0">
              <a:spcBef>
                <a:spcPct val="20000"/>
              </a:spcBef>
              <a:spcAft>
                <a:spcPct val="0"/>
              </a:spcAft>
              <a:buClr>
                <a:schemeClr val="accent1"/>
              </a:buClr>
              <a:buSzPct val="70000"/>
              <a:buFont typeface="Wingdings" panose="05000000000000000000" charset="0"/>
              <a:buChar char="n"/>
              <a:defRPr kumimoji="1" sz="1600">
                <a:solidFill>
                  <a:schemeClr val="tx1"/>
                </a:solidFill>
                <a:latin typeface="+mn-lt"/>
                <a:ea typeface="+mn-ea"/>
                <a:cs typeface="宋体" panose="02010600030101010101" pitchFamily="2" charset="-122"/>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r>
              <a:rPr lang="en-US" altLang="zh-CN" sz="1800" dirty="0"/>
              <a:t>SOAP</a:t>
            </a:r>
            <a:r>
              <a:rPr lang="zh-CN" altLang="zh-CN" sz="1800" dirty="0"/>
              <a:t>（简单对象访问协议）是一种轻量的、简单的、基于</a:t>
            </a:r>
            <a:r>
              <a:rPr lang="en-US" altLang="zh-CN" sz="1800" dirty="0"/>
              <a:t>XML </a:t>
            </a:r>
            <a:r>
              <a:rPr lang="zh-CN" altLang="zh-CN" sz="1800" dirty="0"/>
              <a:t>的协议，它被设计成在</a:t>
            </a:r>
            <a:r>
              <a:rPr lang="en-US" altLang="zh-CN" sz="1800" dirty="0"/>
              <a:t>Web </a:t>
            </a:r>
            <a:r>
              <a:rPr lang="zh-CN" altLang="zh-CN" sz="1800" dirty="0"/>
              <a:t>上交换结构化的和固化的信息。</a:t>
            </a:r>
            <a:r>
              <a:rPr lang="en-US" altLang="zh-CN" sz="1800" dirty="0"/>
              <a:t>SOAP </a:t>
            </a:r>
            <a:r>
              <a:rPr lang="zh-CN" altLang="zh-CN" sz="1800" dirty="0"/>
              <a:t>消息携带了</a:t>
            </a:r>
            <a:r>
              <a:rPr lang="en-US" altLang="zh-CN" sz="1800" dirty="0"/>
              <a:t>Web </a:t>
            </a:r>
            <a:r>
              <a:rPr lang="zh-CN" altLang="zh-CN" sz="1800" dirty="0"/>
              <a:t>服务调用需要的参数，而这些参数极有可能是</a:t>
            </a:r>
            <a:r>
              <a:rPr lang="en-US" altLang="zh-CN" sz="1800" dirty="0"/>
              <a:t>SQL </a:t>
            </a:r>
            <a:r>
              <a:rPr lang="zh-CN" altLang="zh-CN" sz="1800" dirty="0"/>
              <a:t>查询语句或者</a:t>
            </a:r>
            <a:r>
              <a:rPr lang="en-US" altLang="zh-CN" sz="1800" dirty="0"/>
              <a:t>XPATH </a:t>
            </a:r>
            <a:r>
              <a:rPr lang="zh-CN" altLang="zh-CN" sz="1800" dirty="0"/>
              <a:t>查询语句的一部分。注入式攻击者构造相关的查询语句或则认证语句用来绕过数据库认证，从而执行非法查询操作、恶意篡改数据或者非法执行系统命令等。</a:t>
            </a:r>
            <a:endParaRPr lang="zh-CN" altLang="zh-CN" sz="1800" dirty="0"/>
          </a:p>
        </p:txBody>
      </p:sp>
      <p:sp>
        <p:nvSpPr>
          <p:cNvPr id="6" name="标题 1"/>
          <p:cNvSpPr txBox="1"/>
          <p:nvPr/>
        </p:nvSpPr>
        <p:spPr bwMode="auto">
          <a:xfrm>
            <a:off x="1187624" y="332656"/>
            <a:ext cx="5412159" cy="691009"/>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a:defRPr/>
            </a:pPr>
            <a:r>
              <a:rPr lang="zh-CN" altLang="en-US" kern="0" smtClean="0"/>
              <a:t>常见的</a:t>
            </a:r>
            <a:r>
              <a:rPr lang="en-US" altLang="zh-CN" kern="0" smtClean="0"/>
              <a:t>web</a:t>
            </a:r>
            <a:r>
              <a:rPr lang="zh-CN" altLang="en-US" kern="0" smtClean="0"/>
              <a:t>攻击</a:t>
            </a:r>
            <a:endParaRPr lang="zh-CN" altLang="en-US" kern="0" dirty="0"/>
          </a:p>
        </p:txBody>
      </p:sp>
      <p:sp>
        <p:nvSpPr>
          <p:cNvPr id="7" name="标题 1"/>
          <p:cNvSpPr txBox="1"/>
          <p:nvPr/>
        </p:nvSpPr>
        <p:spPr bwMode="auto">
          <a:xfrm>
            <a:off x="179512" y="3284984"/>
            <a:ext cx="3563888" cy="691009"/>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r>
              <a:rPr lang="zh-CN" altLang="zh-CN" sz="2800" dirty="0"/>
              <a:t>跨站脚本攻击</a:t>
            </a:r>
            <a:endParaRPr lang="zh-CN" altLang="zh-CN" sz="2800" dirty="0"/>
          </a:p>
        </p:txBody>
      </p:sp>
      <p:sp>
        <p:nvSpPr>
          <p:cNvPr id="8" name="Rectangle 3"/>
          <p:cNvSpPr txBox="1">
            <a:spLocks noChangeArrowheads="1"/>
          </p:cNvSpPr>
          <p:nvPr/>
        </p:nvSpPr>
        <p:spPr bwMode="auto">
          <a:xfrm>
            <a:off x="467544" y="3947493"/>
            <a:ext cx="8280920" cy="936104"/>
          </a:xfrm>
          <a:prstGeom prst="rect">
            <a:avLst/>
          </a:prstGeom>
          <a:noFill/>
          <a:ln>
            <a:noFill/>
          </a:ln>
        </p:spPr>
        <p:txBody>
          <a:bodyPr vert="horz" wrap="square" lIns="91440" tIns="45720" rIns="91440" bIns="45720" numCol="1" anchor="t" anchorCtr="0" compatLnSpc="1"/>
          <a:lstStyle>
            <a:lvl1pPr marL="447675" indent="-447675" algn="l" rtl="0" eaLnBrk="0" fontAlgn="base" hangingPunct="0">
              <a:spcBef>
                <a:spcPct val="20000"/>
              </a:spcBef>
              <a:spcAft>
                <a:spcPct val="0"/>
              </a:spcAft>
              <a:buClr>
                <a:schemeClr val="accent1"/>
              </a:buClr>
              <a:buSzPct val="70000"/>
              <a:buFont typeface="Wingdings" panose="05000000000000000000" charset="0"/>
              <a:buChar char="n"/>
              <a:defRPr kumimoji="1" sz="2800">
                <a:solidFill>
                  <a:schemeClr val="tx1"/>
                </a:solidFill>
                <a:latin typeface="+mn-lt"/>
                <a:ea typeface="+mn-ea"/>
                <a:cs typeface="宋体" panose="02010600030101010101" pitchFamily="2" charset="-122"/>
              </a:defRPr>
            </a:lvl1pPr>
            <a:lvl2pPr marL="889000" indent="-440055" algn="l" rtl="0" eaLnBrk="0" fontAlgn="base" hangingPunct="0">
              <a:spcBef>
                <a:spcPct val="20000"/>
              </a:spcBef>
              <a:spcAft>
                <a:spcPct val="0"/>
              </a:spcAft>
              <a:buClr>
                <a:schemeClr val="hlink"/>
              </a:buClr>
              <a:buSzPct val="65000"/>
              <a:buFont typeface="Wingdings" panose="05000000000000000000" charset="0"/>
              <a:buChar char="¡"/>
              <a:defRPr kumimoji="1" sz="2400">
                <a:solidFill>
                  <a:schemeClr val="tx1"/>
                </a:solidFill>
                <a:latin typeface="+mn-lt"/>
                <a:ea typeface="+mn-ea"/>
                <a:cs typeface="宋体" panose="02010600030101010101" pitchFamily="2" charset="-122"/>
              </a:defRPr>
            </a:lvl2pPr>
            <a:lvl3pPr marL="1294130" indent="-403225" algn="l" rtl="0" eaLnBrk="0" fontAlgn="base" hangingPunct="0">
              <a:spcBef>
                <a:spcPct val="20000"/>
              </a:spcBef>
              <a:spcAft>
                <a:spcPct val="0"/>
              </a:spcAft>
              <a:buClr>
                <a:schemeClr val="accent1"/>
              </a:buClr>
              <a:buSzPct val="70000"/>
              <a:buFont typeface="Wingdings" panose="05000000000000000000" charset="0"/>
              <a:buChar char="n"/>
              <a:defRPr kumimoji="1" sz="2000">
                <a:solidFill>
                  <a:schemeClr val="tx1"/>
                </a:solidFill>
                <a:latin typeface="+mn-lt"/>
                <a:ea typeface="+mn-ea"/>
                <a:cs typeface="宋体" panose="02010600030101010101" pitchFamily="2" charset="-122"/>
              </a:defRPr>
            </a:lvl3pPr>
            <a:lvl4pPr marL="1681480" indent="-386080" algn="l" rtl="0" eaLnBrk="0" fontAlgn="base" hangingPunct="0">
              <a:spcBef>
                <a:spcPct val="20000"/>
              </a:spcBef>
              <a:spcAft>
                <a:spcPct val="0"/>
              </a:spcAft>
              <a:buClr>
                <a:schemeClr val="hlink"/>
              </a:buClr>
              <a:buSzPct val="75000"/>
              <a:buFont typeface="Wingdings" panose="05000000000000000000" charset="0"/>
              <a:buChar char="¡"/>
              <a:defRPr kumimoji="1">
                <a:solidFill>
                  <a:schemeClr val="tx1"/>
                </a:solidFill>
                <a:latin typeface="+mn-lt"/>
                <a:ea typeface="+mn-ea"/>
                <a:cs typeface="宋体" panose="02010600030101010101" pitchFamily="2" charset="-122"/>
              </a:defRPr>
            </a:lvl4pPr>
            <a:lvl5pPr marL="2070100" indent="-387350" algn="l" rtl="0" eaLnBrk="0" fontAlgn="base" hangingPunct="0">
              <a:spcBef>
                <a:spcPct val="20000"/>
              </a:spcBef>
              <a:spcAft>
                <a:spcPct val="0"/>
              </a:spcAft>
              <a:buClr>
                <a:schemeClr val="accent1"/>
              </a:buClr>
              <a:buSzPct val="70000"/>
              <a:buFont typeface="Wingdings" panose="05000000000000000000" charset="0"/>
              <a:buChar char="n"/>
              <a:defRPr kumimoji="1" sz="1600">
                <a:solidFill>
                  <a:schemeClr val="tx1"/>
                </a:solidFill>
                <a:latin typeface="+mn-lt"/>
                <a:ea typeface="+mn-ea"/>
                <a:cs typeface="宋体" panose="02010600030101010101" pitchFamily="2" charset="-122"/>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r>
              <a:rPr lang="zh-CN" altLang="zh-CN" sz="1800" dirty="0"/>
              <a:t>跨站脚本攻击（也称为</a:t>
            </a:r>
            <a:r>
              <a:rPr lang="en-US" altLang="zh-CN" sz="1800" dirty="0"/>
              <a:t>XSS</a:t>
            </a:r>
            <a:r>
              <a:rPr lang="zh-CN" altLang="zh-CN" sz="1800" dirty="0"/>
              <a:t>）指利用网站漏洞从用户那里恶意盗取信息。用户在浏览网站、使用即时通讯软件、或者在阅读电子邮件时，通常会点击其中的链接。攻击者通过在链接中插入恶意代码，就能够盗取用户信息。对于跨站脚本攻击进行防范主要有两方面：验证所有输入数据，有效检测攻击；对所有输出数据进行适当的编码，以防止任何已成功注入的脚本在浏览器端运行。</a:t>
            </a:r>
            <a:endParaRPr lang="zh-CN" altLang="zh-CN"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 calcmode="lin" valueType="num">
                                      <p:cBhvr additive="base">
                                        <p:cTn id="13"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a:xfrm>
            <a:off x="1042988" y="404813"/>
            <a:ext cx="6769372" cy="576262"/>
          </a:xfrm>
        </p:spPr>
        <p:txBody>
          <a:bodyPr/>
          <a:lstStyle/>
          <a:p>
            <a:pPr lvl="0"/>
            <a:r>
              <a:rPr lang="en-US" altLang="zh-CN" dirty="0"/>
              <a:t>Web </a:t>
            </a:r>
            <a:r>
              <a:rPr lang="zh-CN" altLang="en-US" dirty="0" smtClean="0"/>
              <a:t>软件安全性</a:t>
            </a:r>
            <a:r>
              <a:rPr lang="zh-CN" altLang="en-US" dirty="0"/>
              <a:t>测试</a:t>
            </a:r>
            <a:endParaRPr lang="zh-CN" altLang="zh-CN" dirty="0"/>
          </a:p>
        </p:txBody>
      </p:sp>
      <p:sp>
        <p:nvSpPr>
          <p:cNvPr id="249859" name="Rectangle 3"/>
          <p:cNvSpPr>
            <a:spLocks noChangeArrowheads="1"/>
          </p:cNvSpPr>
          <p:nvPr/>
        </p:nvSpPr>
        <p:spPr bwMode="auto">
          <a:xfrm>
            <a:off x="381000" y="1752600"/>
            <a:ext cx="7772400" cy="1981200"/>
          </a:xfrm>
          <a:prstGeom prst="rect">
            <a:avLst/>
          </a:prstGeom>
          <a:noFill/>
          <a:ln w="9525">
            <a:noFill/>
            <a:miter lim="800000"/>
          </a:ln>
          <a:effectLst/>
        </p:spPr>
        <p:txBody>
          <a:bodyPr lIns="92075" tIns="46038" rIns="92075" bIns="46038"/>
          <a:lstStyle/>
          <a:p>
            <a:pPr marL="342900" indent="-342900">
              <a:spcBef>
                <a:spcPct val="20000"/>
              </a:spcBef>
              <a:buFontTx/>
              <a:buChar char="•"/>
            </a:pPr>
            <a:endParaRPr lang="zh-CN" altLang="zh-CN" sz="2800" b="1"/>
          </a:p>
        </p:txBody>
      </p:sp>
      <p:sp>
        <p:nvSpPr>
          <p:cNvPr id="7" name="灯片编号占位符 3"/>
          <p:cNvSpPr>
            <a:spLocks noGrp="1"/>
          </p:cNvSpPr>
          <p:nvPr>
            <p:ph type="sldNum" sz="quarter" idx="12"/>
          </p:nvPr>
        </p:nvSpPr>
        <p:spPr>
          <a:xfrm>
            <a:off x="7524750" y="6284913"/>
            <a:ext cx="933450" cy="457200"/>
          </a:xfrm>
        </p:spPr>
        <p:txBody>
          <a:bodyPr/>
          <a:lstStyle/>
          <a:p>
            <a:pPr>
              <a:defRPr/>
            </a:pPr>
            <a:r>
              <a:rPr lang="en-US" altLang="zh-CN" dirty="0" smtClean="0"/>
              <a:t>6</a:t>
            </a:r>
            <a:endParaRPr lang="zh-CN" altLang="en-US" dirty="0"/>
          </a:p>
        </p:txBody>
      </p:sp>
      <p:sp>
        <p:nvSpPr>
          <p:cNvPr id="8" name="Rectangle 3"/>
          <p:cNvSpPr txBox="1">
            <a:spLocks noChangeArrowheads="1"/>
          </p:cNvSpPr>
          <p:nvPr/>
        </p:nvSpPr>
        <p:spPr bwMode="auto">
          <a:xfrm>
            <a:off x="395868" y="1356531"/>
            <a:ext cx="8208912" cy="1496405"/>
          </a:xfrm>
          <a:prstGeom prst="rect">
            <a:avLst/>
          </a:prstGeom>
          <a:noFill/>
          <a:ln>
            <a:noFill/>
          </a:ln>
        </p:spPr>
        <p:txBody>
          <a:bodyPr vert="horz" wrap="square" lIns="91440" tIns="45720" rIns="91440" bIns="45720" numCol="1" anchor="t" anchorCtr="0" compatLnSpc="1"/>
          <a:lstStyle>
            <a:lvl1pPr marL="447675" indent="-447675" algn="l" rtl="0" eaLnBrk="0" fontAlgn="base" hangingPunct="0">
              <a:spcBef>
                <a:spcPct val="20000"/>
              </a:spcBef>
              <a:spcAft>
                <a:spcPct val="0"/>
              </a:spcAft>
              <a:buClr>
                <a:schemeClr val="accent1"/>
              </a:buClr>
              <a:buSzPct val="70000"/>
              <a:buFont typeface="Wingdings" panose="05000000000000000000" charset="0"/>
              <a:buChar char="n"/>
              <a:defRPr kumimoji="1" sz="2800">
                <a:solidFill>
                  <a:schemeClr val="tx1"/>
                </a:solidFill>
                <a:latin typeface="+mn-lt"/>
                <a:ea typeface="+mn-ea"/>
                <a:cs typeface="宋体" panose="02010600030101010101" pitchFamily="2" charset="-122"/>
              </a:defRPr>
            </a:lvl1pPr>
            <a:lvl2pPr marL="889000" indent="-440055" algn="l" rtl="0" eaLnBrk="0" fontAlgn="base" hangingPunct="0">
              <a:spcBef>
                <a:spcPct val="20000"/>
              </a:spcBef>
              <a:spcAft>
                <a:spcPct val="0"/>
              </a:spcAft>
              <a:buClr>
                <a:schemeClr val="hlink"/>
              </a:buClr>
              <a:buSzPct val="65000"/>
              <a:buFont typeface="Wingdings" panose="05000000000000000000" charset="0"/>
              <a:buChar char="¡"/>
              <a:defRPr kumimoji="1" sz="2400">
                <a:solidFill>
                  <a:schemeClr val="tx1"/>
                </a:solidFill>
                <a:latin typeface="+mn-lt"/>
                <a:ea typeface="+mn-ea"/>
                <a:cs typeface="宋体" panose="02010600030101010101" pitchFamily="2" charset="-122"/>
              </a:defRPr>
            </a:lvl2pPr>
            <a:lvl3pPr marL="1294130" indent="-403225" algn="l" rtl="0" eaLnBrk="0" fontAlgn="base" hangingPunct="0">
              <a:spcBef>
                <a:spcPct val="20000"/>
              </a:spcBef>
              <a:spcAft>
                <a:spcPct val="0"/>
              </a:spcAft>
              <a:buClr>
                <a:schemeClr val="accent1"/>
              </a:buClr>
              <a:buSzPct val="70000"/>
              <a:buFont typeface="Wingdings" panose="05000000000000000000" charset="0"/>
              <a:buChar char="n"/>
              <a:defRPr kumimoji="1" sz="2000">
                <a:solidFill>
                  <a:schemeClr val="tx1"/>
                </a:solidFill>
                <a:latin typeface="+mn-lt"/>
                <a:ea typeface="+mn-ea"/>
                <a:cs typeface="宋体" panose="02010600030101010101" pitchFamily="2" charset="-122"/>
              </a:defRPr>
            </a:lvl3pPr>
            <a:lvl4pPr marL="1681480" indent="-386080" algn="l" rtl="0" eaLnBrk="0" fontAlgn="base" hangingPunct="0">
              <a:spcBef>
                <a:spcPct val="20000"/>
              </a:spcBef>
              <a:spcAft>
                <a:spcPct val="0"/>
              </a:spcAft>
              <a:buClr>
                <a:schemeClr val="hlink"/>
              </a:buClr>
              <a:buSzPct val="75000"/>
              <a:buFont typeface="Wingdings" panose="05000000000000000000" charset="0"/>
              <a:buChar char="¡"/>
              <a:defRPr kumimoji="1">
                <a:solidFill>
                  <a:schemeClr val="tx1"/>
                </a:solidFill>
                <a:latin typeface="+mn-lt"/>
                <a:ea typeface="+mn-ea"/>
                <a:cs typeface="宋体" panose="02010600030101010101" pitchFamily="2" charset="-122"/>
              </a:defRPr>
            </a:lvl4pPr>
            <a:lvl5pPr marL="2070100" indent="-387350" algn="l" rtl="0" eaLnBrk="0" fontAlgn="base" hangingPunct="0">
              <a:spcBef>
                <a:spcPct val="20000"/>
              </a:spcBef>
              <a:spcAft>
                <a:spcPct val="0"/>
              </a:spcAft>
              <a:buClr>
                <a:schemeClr val="accent1"/>
              </a:buClr>
              <a:buSzPct val="70000"/>
              <a:buFont typeface="Wingdings" panose="05000000000000000000" charset="0"/>
              <a:buChar char="n"/>
              <a:defRPr kumimoji="1" sz="1600">
                <a:solidFill>
                  <a:schemeClr val="tx1"/>
                </a:solidFill>
                <a:latin typeface="+mn-lt"/>
                <a:ea typeface="+mn-ea"/>
                <a:cs typeface="宋体" panose="02010600030101010101" pitchFamily="2" charset="-122"/>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pPr marL="0" indent="0">
              <a:buNone/>
            </a:pPr>
            <a:r>
              <a:rPr lang="zh-CN" altLang="zh-CN" sz="2000" dirty="0" smtClean="0"/>
              <a:t>为</a:t>
            </a:r>
            <a:r>
              <a:rPr lang="zh-CN" altLang="zh-CN" sz="2000" dirty="0"/>
              <a:t>确保数据访问安全而进行的安全功能测试和为保证页面访问安全而进行的安全漏洞测试两个方面。安全功能测试基于软件的安全功能需求说明，测试软件的安全功能实现是否与安全需求一致；安全漏洞测试则站在攻击者的角度，以发现软件的安全漏洞为</a:t>
            </a:r>
            <a:r>
              <a:rPr lang="zh-CN" altLang="zh-CN" sz="2000" dirty="0" smtClean="0"/>
              <a:t>目的</a:t>
            </a:r>
            <a:r>
              <a:rPr lang="zh-CN" altLang="en-US" sz="2000" dirty="0" smtClean="0"/>
              <a:t>。</a:t>
            </a:r>
            <a:endParaRPr lang="en-US" altLang="zh-CN" sz="2000" dirty="0" smtClean="0"/>
          </a:p>
        </p:txBody>
      </p:sp>
      <p:sp>
        <p:nvSpPr>
          <p:cNvPr id="3" name="矩形 2"/>
          <p:cNvSpPr/>
          <p:nvPr/>
        </p:nvSpPr>
        <p:spPr>
          <a:xfrm>
            <a:off x="401588" y="2875796"/>
            <a:ext cx="8490892" cy="2886944"/>
          </a:xfrm>
          <a:prstGeom prst="rect">
            <a:avLst/>
          </a:prstGeom>
        </p:spPr>
        <p:txBody>
          <a:bodyPr wrap="square">
            <a:spAutoFit/>
          </a:bodyPr>
          <a:lstStyle/>
          <a:p>
            <a:pPr marL="447675" indent="-447675" algn="l" eaLnBrk="0" hangingPunct="0">
              <a:spcBef>
                <a:spcPct val="20000"/>
              </a:spcBef>
              <a:buClr>
                <a:schemeClr val="accent1"/>
              </a:buClr>
              <a:buSzPct val="70000"/>
              <a:buFont typeface="Wingdings" panose="05000000000000000000" charset="0"/>
              <a:buChar char="n"/>
            </a:pPr>
            <a:r>
              <a:rPr kumimoji="1" lang="zh-CN" altLang="en-US" sz="2800" kern="0" dirty="0">
                <a:latin typeface="+mn-lt"/>
                <a:ea typeface="+mn-ea"/>
              </a:rPr>
              <a:t>安全功能测试</a:t>
            </a:r>
            <a:endParaRPr kumimoji="1" lang="zh-CN" altLang="en-US" sz="2800" kern="0" dirty="0">
              <a:latin typeface="+mn-lt"/>
              <a:ea typeface="+mn-ea"/>
            </a:endParaRPr>
          </a:p>
          <a:p>
            <a:pPr algn="l"/>
            <a:r>
              <a:rPr lang="zh-CN" altLang="en-US" dirty="0" smtClean="0"/>
              <a:t>       </a:t>
            </a:r>
            <a:r>
              <a:rPr lang="zh-CN" altLang="en-US" sz="2000" dirty="0" smtClean="0"/>
              <a:t>安全功能</a:t>
            </a:r>
            <a:r>
              <a:rPr lang="zh-CN" altLang="en-US" sz="2000" dirty="0"/>
              <a:t>测试主要针对身份认证、消息机密性、不可否认性、完整性、授权、可用性、访问控制、审计跟踪、安全管理、隐私保护等安全内容的具体实现进行功能性测试验证。</a:t>
            </a:r>
            <a:endParaRPr lang="zh-CN" altLang="en-US" sz="2000" dirty="0"/>
          </a:p>
          <a:p>
            <a:pPr marL="447675" indent="-447675" algn="l" eaLnBrk="0" hangingPunct="0">
              <a:spcBef>
                <a:spcPct val="20000"/>
              </a:spcBef>
              <a:buClr>
                <a:schemeClr val="accent1"/>
              </a:buClr>
              <a:buSzPct val="70000"/>
              <a:buFont typeface="Wingdings" panose="05000000000000000000" charset="0"/>
              <a:buChar char="n"/>
            </a:pPr>
            <a:r>
              <a:rPr kumimoji="1" lang="zh-CN" altLang="en-US" sz="2800" kern="0" dirty="0" smtClean="0">
                <a:latin typeface="+mn-lt"/>
                <a:ea typeface="+mn-ea"/>
              </a:rPr>
              <a:t>安全</a:t>
            </a:r>
            <a:r>
              <a:rPr kumimoji="1" lang="zh-CN" altLang="en-US" sz="2800" kern="0" dirty="0">
                <a:latin typeface="+mn-lt"/>
                <a:ea typeface="+mn-ea"/>
              </a:rPr>
              <a:t>漏洞测试</a:t>
            </a:r>
            <a:endParaRPr kumimoji="1" lang="zh-CN" altLang="en-US" sz="2800" kern="0" dirty="0">
              <a:latin typeface="+mn-lt"/>
              <a:ea typeface="+mn-ea"/>
            </a:endParaRPr>
          </a:p>
          <a:p>
            <a:pPr algn="l"/>
            <a:r>
              <a:rPr lang="zh-CN" altLang="en-US" sz="2000" dirty="0"/>
              <a:t>      安全漏洞测试就是识别软件的安全漏洞。漏洞指的是存在于一个系统内的弱点或缺陷，漏洞被利用可能造成软件受到攻击，使软件进入不安全的状态。</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43305" y="54610"/>
            <a:ext cx="5616575" cy="1085215"/>
          </a:xfrm>
        </p:spPr>
        <p:txBody>
          <a:bodyPr/>
          <a:p>
            <a:r>
              <a:rPr lang="zh-CN" altLang="en-US" sz="4800"/>
              <a:t>思考题</a:t>
            </a:r>
            <a:endParaRPr lang="zh-CN" altLang="en-US" sz="4800"/>
          </a:p>
        </p:txBody>
      </p:sp>
      <p:sp>
        <p:nvSpPr>
          <p:cNvPr id="3" name="日期占位符 2"/>
          <p:cNvSpPr>
            <a:spLocks noGrp="1"/>
          </p:cNvSpPr>
          <p:nvPr>
            <p:ph type="dt" sz="half" idx="10"/>
          </p:nvPr>
        </p:nvSpPr>
        <p:spPr/>
        <p:txBody>
          <a:bodyPr/>
          <a:p>
            <a:pPr>
              <a:defRPr/>
            </a:pPr>
            <a:fld id="{6A3C62C2-65F9-4A4E-ACC0-2EE28D40ECC3}" type="datetime1">
              <a:rPr lang="zh-CN" altLang="en-US"/>
            </a:fld>
            <a:endParaRPr lang="en-US" altLang="zh-CN"/>
          </a:p>
        </p:txBody>
      </p:sp>
      <p:sp>
        <p:nvSpPr>
          <p:cNvPr id="4" name="灯片编号占位符 3"/>
          <p:cNvSpPr>
            <a:spLocks noGrp="1"/>
          </p:cNvSpPr>
          <p:nvPr>
            <p:ph type="sldNum" sz="quarter" idx="12"/>
          </p:nvPr>
        </p:nvSpPr>
        <p:spPr/>
        <p:txBody>
          <a:bodyPr/>
          <a:p>
            <a:pPr>
              <a:defRPr/>
            </a:pPr>
            <a:fld id="{3E440166-6CE3-F044-BBAE-2F06EF89DFF3}" type="slidenum">
              <a:rPr lang="en-US" altLang="zh-CN"/>
            </a:fld>
            <a:endParaRPr lang="en-US" altLang="zh-CN"/>
          </a:p>
        </p:txBody>
      </p:sp>
      <p:sp>
        <p:nvSpPr>
          <p:cNvPr id="5" name="文本框 4"/>
          <p:cNvSpPr txBox="1"/>
          <p:nvPr/>
        </p:nvSpPr>
        <p:spPr>
          <a:xfrm>
            <a:off x="1363980" y="1791970"/>
            <a:ext cx="5944235" cy="1568450"/>
          </a:xfrm>
          <a:prstGeom prst="rect">
            <a:avLst/>
          </a:prstGeom>
          <a:noFill/>
        </p:spPr>
        <p:txBody>
          <a:bodyPr wrap="square" rtlCol="0">
            <a:spAutoFit/>
          </a:bodyPr>
          <a:p>
            <a:pPr algn="just"/>
            <a:r>
              <a:rPr lang="en-US" altLang="zh-CN" sz="3200"/>
              <a:t>1</a:t>
            </a:r>
            <a:r>
              <a:rPr lang="zh-CN" altLang="en-US" sz="3200"/>
              <a:t>软件安全威胁来自哪些方面？</a:t>
            </a:r>
            <a:endParaRPr lang="zh-CN" altLang="en-US" sz="3200"/>
          </a:p>
          <a:p>
            <a:pPr algn="just"/>
            <a:endParaRPr lang="zh-CN" altLang="en-US" sz="3200"/>
          </a:p>
          <a:p>
            <a:pPr marL="0" lvl="0" indent="0" algn="just">
              <a:buNone/>
            </a:pPr>
            <a:r>
              <a:rPr lang="en-US" altLang="zh-CN" sz="3200">
                <a:solidFill>
                  <a:schemeClr val="tx1"/>
                </a:solidFill>
              </a:rPr>
              <a:t>2 </a:t>
            </a:r>
            <a:r>
              <a:rPr lang="zh-CN" altLang="en-US" sz="3200">
                <a:solidFill>
                  <a:schemeClr val="tx1"/>
                </a:solidFill>
              </a:rPr>
              <a:t>智能化软件有哪些安全问题？</a:t>
            </a:r>
            <a:endParaRPr lang="zh-CN" altLang="en-US" sz="3200">
              <a:solidFill>
                <a:schemeClr val="tx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r>
              <a:rPr lang="en-US" altLang="zh-CN" smtClean="0"/>
              <a:t>-</a:t>
            </a:r>
            <a:fld id="{D54FED89-5871-484A-8309-BEF4D73D9556}" type="slidenum">
              <a:rPr lang="en-US" altLang="zh-CN" smtClean="0"/>
            </a:fld>
            <a:r>
              <a:rPr lang="en-US" altLang="zh-CN" smtClean="0"/>
              <a:t>-</a:t>
            </a:r>
            <a:endParaRPr lang="en-US" altLang="zh-CN"/>
          </a:p>
        </p:txBody>
      </p:sp>
      <p:sp>
        <p:nvSpPr>
          <p:cNvPr id="3" name="内容占位符 2"/>
          <p:cNvSpPr>
            <a:spLocks noGrp="1"/>
          </p:cNvSpPr>
          <p:nvPr>
            <p:ph idx="1"/>
          </p:nvPr>
        </p:nvSpPr>
        <p:spPr>
          <a:xfrm>
            <a:off x="3059832" y="2780928"/>
            <a:ext cx="3168352" cy="1080120"/>
          </a:xfrm>
        </p:spPr>
        <p:txBody>
          <a:bodyPr/>
          <a:lstStyle/>
          <a:p>
            <a:pPr marL="0" indent="0">
              <a:buNone/>
            </a:pPr>
            <a:r>
              <a:rPr lang="en-US" altLang="zh-CN" sz="6000" dirty="0" smtClean="0">
                <a:latin typeface="Buxton Sketch" panose="03080500000500000004" pitchFamily="66" charset="0"/>
              </a:rPr>
              <a:t>Thank </a:t>
            </a:r>
            <a:r>
              <a:rPr lang="en-US" altLang="zh-CN" sz="6000" dirty="0">
                <a:latin typeface="Buxton Sketch" panose="03080500000500000004" pitchFamily="66" charset="0"/>
              </a:rPr>
              <a:t>you</a:t>
            </a:r>
            <a:endParaRPr lang="zh-CN" altLang="en-US" sz="6000" dirty="0">
              <a:latin typeface="Buxton Sketch" panose="03080500000500000004" pitchFamily="66" charset="0"/>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ISLIDE.DIAGRAM" val="1b68381d-8104-4d07-a50f-4bd095a00b1a"/>
</p:tagLst>
</file>

<file path=ppt/tags/tag2.xml><?xml version="1.0" encoding="utf-8"?>
<p:tagLst xmlns:p="http://schemas.openxmlformats.org/presentationml/2006/main">
  <p:tag name="ISLIDE.DIAGRAM" val="fd3f0d05-6222-4a6e-b973-3bbde5f83761"/>
</p:tagLst>
</file>

<file path=ppt/theme/theme1.xml><?xml version="1.0" encoding="utf-8"?>
<a:theme xmlns:a="http://schemas.openxmlformats.org/drawingml/2006/main" name="Axis">
  <a:themeElements>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fontScheme name="Axis">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charset="0"/>
            <a:ea typeface="宋体" panose="02010600030101010101" pitchFamily="2" charset="-122"/>
          </a:defRPr>
        </a:defPPr>
      </a:lstStyle>
    </a:lnDef>
  </a:objectDefaults>
  <a:extraClrSchemeLst>
    <a:extraClrScheme>
      <a:clrScheme name="Axis 1">
        <a:dk1>
          <a:srgbClr val="080808"/>
        </a:dk1>
        <a:lt1>
          <a:srgbClr val="F8F8F8"/>
        </a:lt1>
        <a:dk2>
          <a:srgbClr val="330000"/>
        </a:dk2>
        <a:lt2>
          <a:srgbClr val="FFFFFF"/>
        </a:lt2>
        <a:accent1>
          <a:srgbClr val="FF9900"/>
        </a:accent1>
        <a:accent2>
          <a:srgbClr val="CC3300"/>
        </a:accent2>
        <a:accent3>
          <a:srgbClr val="ADAAAA"/>
        </a:accent3>
        <a:accent4>
          <a:srgbClr val="D4D4D4"/>
        </a:accent4>
        <a:accent5>
          <a:srgbClr val="FFCAAA"/>
        </a:accent5>
        <a:accent6>
          <a:srgbClr val="B92D00"/>
        </a:accent6>
        <a:hlink>
          <a:srgbClr val="CC6600"/>
        </a:hlink>
        <a:folHlink>
          <a:srgbClr val="B2B282"/>
        </a:folHlink>
      </a:clrScheme>
      <a:clrMap bg1="dk2" tx1="lt1" bg2="dk1" tx2="lt2" accent1="accent1" accent2="accent2" accent3="accent3" accent4="accent4" accent5="accent5" accent6="accent6" hlink="hlink" folHlink="folHlink"/>
    </a:extraClrScheme>
    <a:extraClrScheme>
      <a:clrScheme name="Axis 2">
        <a:dk1>
          <a:srgbClr val="333333"/>
        </a:dk1>
        <a:lt1>
          <a:srgbClr val="F8F8F8"/>
        </a:lt1>
        <a:dk2>
          <a:srgbClr val="800000"/>
        </a:dk2>
        <a:lt2>
          <a:srgbClr val="FFFFFF"/>
        </a:lt2>
        <a:accent1>
          <a:srgbClr val="CC9900"/>
        </a:accent1>
        <a:accent2>
          <a:srgbClr val="666666"/>
        </a:accent2>
        <a:accent3>
          <a:srgbClr val="C0AAAA"/>
        </a:accent3>
        <a:accent4>
          <a:srgbClr val="D4D4D4"/>
        </a:accent4>
        <a:accent5>
          <a:srgbClr val="E2CAAA"/>
        </a:accent5>
        <a:accent6>
          <a:srgbClr val="5C5C5C"/>
        </a:accent6>
        <a:hlink>
          <a:srgbClr val="CC6600"/>
        </a:hlink>
        <a:folHlink>
          <a:srgbClr val="95A587"/>
        </a:folHlink>
      </a:clrScheme>
      <a:clrMap bg1="dk2" tx1="lt1" bg2="dk1" tx2="lt2" accent1="accent1" accent2="accent2" accent3="accent3" accent4="accent4" accent5="accent5" accent6="accent6" hlink="hlink" folHlink="folHlink"/>
    </a:extraClrScheme>
    <a:extraClrScheme>
      <a:clrScheme name="Axis 3">
        <a:dk1>
          <a:srgbClr val="5F5F5F"/>
        </a:dk1>
        <a:lt1>
          <a:srgbClr val="A4BEE0"/>
        </a:lt1>
        <a:dk2>
          <a:srgbClr val="013253"/>
        </a:dk2>
        <a:lt2>
          <a:srgbClr val="FFFFFF"/>
        </a:lt2>
        <a:accent1>
          <a:srgbClr val="588480"/>
        </a:accent1>
        <a:accent2>
          <a:srgbClr val="6600FF"/>
        </a:accent2>
        <a:accent3>
          <a:srgbClr val="AAADB3"/>
        </a:accent3>
        <a:accent4>
          <a:srgbClr val="8BA2BF"/>
        </a:accent4>
        <a:accent5>
          <a:srgbClr val="B4C2C0"/>
        </a:accent5>
        <a:accent6>
          <a:srgbClr val="5C00E7"/>
        </a:accent6>
        <a:hlink>
          <a:srgbClr val="CCCC00"/>
        </a:hlink>
        <a:folHlink>
          <a:srgbClr val="5F5F5F"/>
        </a:folHlink>
      </a:clrScheme>
      <a:clrMap bg1="dk2" tx1="lt1" bg2="dk1" tx2="lt2" accent1="accent1" accent2="accent2" accent3="accent3" accent4="accent4" accent5="accent5" accent6="accent6" hlink="hlink" folHlink="folHlink"/>
    </a:extraClrScheme>
    <a:extraClrScheme>
      <a:clrScheme name="Axis 4">
        <a:dk1>
          <a:srgbClr val="003300"/>
        </a:dk1>
        <a:lt1>
          <a:srgbClr val="F8F8F8"/>
        </a:lt1>
        <a:dk2>
          <a:srgbClr val="3D4A1C"/>
        </a:dk2>
        <a:lt2>
          <a:srgbClr val="FFFFFF"/>
        </a:lt2>
        <a:accent1>
          <a:srgbClr val="99CC00"/>
        </a:accent1>
        <a:accent2>
          <a:srgbClr val="669900"/>
        </a:accent2>
        <a:accent3>
          <a:srgbClr val="AFB1AB"/>
        </a:accent3>
        <a:accent4>
          <a:srgbClr val="D4D4D4"/>
        </a:accent4>
        <a:accent5>
          <a:srgbClr val="CAE2AA"/>
        </a:accent5>
        <a:accent6>
          <a:srgbClr val="5C8A00"/>
        </a:accent6>
        <a:hlink>
          <a:srgbClr val="CC9900"/>
        </a:hlink>
        <a:folHlink>
          <a:srgbClr val="B2B282"/>
        </a:folHlink>
      </a:clrScheme>
      <a:clrMap bg1="dk2" tx1="lt1" bg2="dk1" tx2="lt2" accent1="accent1" accent2="accent2" accent3="accent3" accent4="accent4" accent5="accent5" accent6="accent6" hlink="hlink" folHlink="folHlink"/>
    </a:extraClrScheme>
    <a:extraClrScheme>
      <a:clrScheme name="Axis 5">
        <a:dk1>
          <a:srgbClr val="333333"/>
        </a:dk1>
        <a:lt1>
          <a:srgbClr val="F8F8F8"/>
        </a:lt1>
        <a:dk2>
          <a:srgbClr val="005D8C"/>
        </a:dk2>
        <a:lt2>
          <a:srgbClr val="FFFFFF"/>
        </a:lt2>
        <a:accent1>
          <a:srgbClr val="00CC99"/>
        </a:accent1>
        <a:accent2>
          <a:srgbClr val="0099CC"/>
        </a:accent2>
        <a:accent3>
          <a:srgbClr val="AAB6C5"/>
        </a:accent3>
        <a:accent4>
          <a:srgbClr val="D4D4D4"/>
        </a:accent4>
        <a:accent5>
          <a:srgbClr val="AAE2CA"/>
        </a:accent5>
        <a:accent6>
          <a:srgbClr val="008AB9"/>
        </a:accent6>
        <a:hlink>
          <a:srgbClr val="FFCC00"/>
        </a:hlink>
        <a:folHlink>
          <a:srgbClr val="D8D48C"/>
        </a:folHlink>
      </a:clrScheme>
      <a:clrMap bg1="dk2" tx1="lt1" bg2="dk1" tx2="lt2" accent1="accent1" accent2="accent2" accent3="accent3" accent4="accent4" accent5="accent5" accent6="accent6" hlink="hlink" folHlink="folHlink"/>
    </a:extraClrScheme>
    <a:extraClrScheme>
      <a:clrScheme name="Axis 6">
        <a:dk1>
          <a:srgbClr val="000000"/>
        </a:dk1>
        <a:lt1>
          <a:srgbClr val="ECAE00"/>
        </a:lt1>
        <a:dk2>
          <a:srgbClr val="FFFFFF"/>
        </a:dk2>
        <a:lt2>
          <a:srgbClr val="333333"/>
        </a:lt2>
        <a:accent1>
          <a:srgbClr val="CC6600"/>
        </a:accent1>
        <a:accent2>
          <a:srgbClr val="BA6D10"/>
        </a:accent2>
        <a:accent3>
          <a:srgbClr val="F4D3AA"/>
        </a:accent3>
        <a:accent4>
          <a:srgbClr val="000000"/>
        </a:accent4>
        <a:accent5>
          <a:srgbClr val="E2B8AA"/>
        </a:accent5>
        <a:accent6>
          <a:srgbClr val="A8620D"/>
        </a:accent6>
        <a:hlink>
          <a:srgbClr val="666633"/>
        </a:hlink>
        <a:folHlink>
          <a:srgbClr val="8D996D"/>
        </a:folHlink>
      </a:clrScheme>
      <a:clrMap bg1="lt1" tx1="dk1" bg2="lt2" tx2="dk2" accent1="accent1" accent2="accent2" accent3="accent3" accent4="accent4" accent5="accent5" accent6="accent6" hlink="hlink" folHlink="folHlink"/>
    </a:extraClrScheme>
    <a:extraClrScheme>
      <a:clrScheme name="Axis 7">
        <a:dk1>
          <a:srgbClr val="000000"/>
        </a:dk1>
        <a:lt1>
          <a:srgbClr val="FFFFFF"/>
        </a:lt1>
        <a:dk2>
          <a:srgbClr val="372221"/>
        </a:dk2>
        <a:lt2>
          <a:srgbClr val="808080"/>
        </a:lt2>
        <a:accent1>
          <a:srgbClr val="009999"/>
        </a:accent1>
        <a:accent2>
          <a:srgbClr val="9AAC98"/>
        </a:accent2>
        <a:accent3>
          <a:srgbClr val="FFFFFF"/>
        </a:accent3>
        <a:accent4>
          <a:srgbClr val="000000"/>
        </a:accent4>
        <a:accent5>
          <a:srgbClr val="AACACA"/>
        </a:accent5>
        <a:accent6>
          <a:srgbClr val="8B9B89"/>
        </a:accent6>
        <a:hlink>
          <a:srgbClr val="666699"/>
        </a:hlink>
        <a:folHlink>
          <a:srgbClr val="B2B2B2"/>
        </a:folHlink>
      </a:clrScheme>
      <a:clrMap bg1="lt1" tx1="dk1" bg2="lt2" tx2="dk2" accent1="accent1" accent2="accent2" accent3="accent3" accent4="accent4" accent5="accent5" accent6="accent6" hlink="hlink" folHlink="folHlink"/>
    </a:extraClrScheme>
    <a:extraClrScheme>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模板页面">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自定义 47">
      <a:majorFont>
        <a:latin typeface="Segoe UI"/>
        <a:ea typeface="微软雅黑"/>
        <a:cs typeface=""/>
      </a:majorFont>
      <a:minorFont>
        <a:latin typeface="Segoe UI"/>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txDef>
      <a:spPr/>
      <a:bodyPr/>
      <a:lstStyle>
        <a:defPPr marL="0" indent="0">
          <a:lnSpc>
            <a:spcPct val="130000"/>
          </a:lnSpc>
          <a:buNone/>
          <a:defRPr sz="1200" smtClean="0">
            <a:solidFill>
              <a:schemeClr val="bg1">
                <a:lumMod val="50000"/>
              </a:schemeClr>
            </a:solidFill>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主题5">
  <a:themeElements>
    <a:clrScheme name="自定义 26">
      <a:dk1>
        <a:srgbClr val="000000"/>
      </a:dk1>
      <a:lt1>
        <a:srgbClr val="FFFFFF"/>
      </a:lt1>
      <a:dk2>
        <a:srgbClr val="778495"/>
      </a:dk2>
      <a:lt2>
        <a:srgbClr val="F0F0F0"/>
      </a:lt2>
      <a:accent1>
        <a:srgbClr val="698FCE"/>
      </a:accent1>
      <a:accent2>
        <a:srgbClr val="969EC2"/>
      </a:accent2>
      <a:accent3>
        <a:srgbClr val="85C2BC"/>
      </a:accent3>
      <a:accent4>
        <a:srgbClr val="FAD25F"/>
      </a:accent4>
      <a:accent5>
        <a:srgbClr val="99CAE6"/>
      </a:accent5>
      <a:accent6>
        <a:srgbClr val="8491CB"/>
      </a:accent6>
      <a:hlink>
        <a:srgbClr val="7DC8EB"/>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3611</Words>
  <Application>WPS 演示</Application>
  <PresentationFormat>全屏显示(4:3)</PresentationFormat>
  <Paragraphs>259</Paragraphs>
  <Slides>25</Slides>
  <Notes>14</Notes>
  <HiddenSlides>0</HiddenSlides>
  <MMClips>0</MMClips>
  <ScaleCrop>false</ScaleCrop>
  <HeadingPairs>
    <vt:vector size="6" baseType="variant">
      <vt:variant>
        <vt:lpstr>已用的字体</vt:lpstr>
      </vt:variant>
      <vt:variant>
        <vt:i4>12</vt:i4>
      </vt:variant>
      <vt:variant>
        <vt:lpstr>主题</vt:lpstr>
      </vt:variant>
      <vt:variant>
        <vt:i4>3</vt:i4>
      </vt:variant>
      <vt:variant>
        <vt:lpstr>幻灯片标题</vt:lpstr>
      </vt:variant>
      <vt:variant>
        <vt:i4>25</vt:i4>
      </vt:variant>
    </vt:vector>
  </HeadingPairs>
  <TitlesOfParts>
    <vt:vector size="40" baseType="lpstr">
      <vt:lpstr>Arial</vt:lpstr>
      <vt:lpstr>宋体</vt:lpstr>
      <vt:lpstr>Wingdings</vt:lpstr>
      <vt:lpstr>Times New Roman</vt:lpstr>
      <vt:lpstr>Wingdings</vt:lpstr>
      <vt:lpstr>Arial</vt:lpstr>
      <vt:lpstr>微软雅黑</vt:lpstr>
      <vt:lpstr>Arial Unicode MS</vt:lpstr>
      <vt:lpstr>Calibri</vt:lpstr>
      <vt:lpstr>Segoe UI</vt:lpstr>
      <vt:lpstr>Buxton Sketch</vt:lpstr>
      <vt:lpstr>Mongolian Baiti</vt:lpstr>
      <vt:lpstr>Axis</vt:lpstr>
      <vt:lpstr>模板页面</vt:lpstr>
      <vt:lpstr>主题5</vt:lpstr>
      <vt:lpstr>软件安全性</vt:lpstr>
      <vt:lpstr>PowerPoint 演示文稿</vt:lpstr>
      <vt:lpstr>计算机安全</vt:lpstr>
      <vt:lpstr>PowerPoint 演示文稿</vt:lpstr>
      <vt:lpstr>软件安全性面临的挑战</vt:lpstr>
      <vt:lpstr>软件安全性</vt:lpstr>
      <vt:lpstr>软件安全性缺陷</vt:lpstr>
      <vt:lpstr>软件安全性缺陷引入原因</vt:lpstr>
      <vt:lpstr>软件安全性缺陷</vt:lpstr>
      <vt:lpstr>软件安全性缺陷</vt:lpstr>
      <vt:lpstr>软件安全性缺陷</vt:lpstr>
      <vt:lpstr>四大特点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常见的web攻击</vt:lpstr>
      <vt:lpstr>参数篡改</vt:lpstr>
      <vt:lpstr>注入式攻击</vt:lpstr>
      <vt:lpstr>Web 软件安全性测试</vt:lpstr>
      <vt:lpstr>思考题</vt:lpstr>
      <vt:lpstr>PowerPoint 演示文稿</vt:lpstr>
    </vt:vector>
  </TitlesOfParts>
  <Company>ics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HMM词性标注</dc:title>
  <dc:creator>HuangShujian</dc:creator>
  <cp:lastModifiedBy>Mr Nie</cp:lastModifiedBy>
  <cp:revision>1096</cp:revision>
  <dcterms:created xsi:type="dcterms:W3CDTF">2005-03-03T04:54:00Z</dcterms:created>
  <dcterms:modified xsi:type="dcterms:W3CDTF">2022-09-13T03:04:06Z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845C51FF9A234ED3B2228073A406E866</vt:lpwstr>
  </property>
  <property fmtid="{D5CDD505-2E9C-101B-9397-08002B2CF9AE}" pid="3" name="KSOProductBuildVer">
    <vt:lpwstr>2052-11.1.0.11411</vt:lpwstr>
  </property>
</Properties>
</file>