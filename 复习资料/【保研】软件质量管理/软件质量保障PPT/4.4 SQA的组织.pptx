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1"/>
    <p:sldMasterId id="2147484038" r:id="rId2"/>
    <p:sldMasterId id="2147484039" r:id="rId3"/>
    <p:sldMasterId id="2147484040" r:id="rId4"/>
    <p:sldMasterId id="2147484041" r:id="rId5"/>
    <p:sldMasterId id="2147484042" r:id="rId6"/>
    <p:sldMasterId id="2147484043" r:id="rId7"/>
  </p:sldMasterIdLst>
  <p:notesMasterIdLst>
    <p:notesMasterId r:id="rId37"/>
  </p:notesMasterIdLst>
  <p:sldIdLst>
    <p:sldId id="346" r:id="rId8"/>
    <p:sldId id="292" r:id="rId9"/>
    <p:sldId id="351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4" r:id="rId18"/>
    <p:sldId id="373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7" r:id="rId32"/>
    <p:sldId id="390" r:id="rId33"/>
    <p:sldId id="391" r:id="rId34"/>
    <p:sldId id="388" r:id="rId35"/>
    <p:sldId id="389" r:id="rId3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69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1368">
          <p15:clr>
            <a:srgbClr val="A4A3A4"/>
          </p15:clr>
        </p15:guide>
        <p15:guide id="4" pos="31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E9366"/>
    <a:srgbClr val="7E5A36"/>
    <a:srgbClr val="BA8F61"/>
    <a:srgbClr val="52B6B1"/>
    <a:srgbClr val="0E94F1"/>
    <a:srgbClr val="97C602"/>
    <a:srgbClr val="79A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420"/>
      </p:cViewPr>
      <p:guideLst>
        <p:guide pos="3069"/>
        <p:guide orient="horz" pos="2160"/>
        <p:guide pos="1368"/>
        <p:guide pos="3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viewProps" Target="view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F9B03-B6D1-4CBA-AF03-933EECB33623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D1EE-1C67-4881-8259-74A7F40F6A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275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4731DC-045D-47F3-860E-11476EEB3A3E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BBDB94-3C3E-40AE-B894-BCF25D9DB7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9077743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ED33CCA-0E89-4B3A-B336-E5D5515DDC35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EAF43-83C8-449F-BCC6-FDA4D63FEA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700316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E8B01E-559C-4781-ADC4-9F777F0E697F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FEDFBB-4D4C-441B-8072-822594CD87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8510654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C6A949-3558-4635-8DD1-E21001E97DA0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2C607-DD32-4B1D-8748-AD0AE899EA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414634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C56D0C-BC40-4E9B-A2E8-5D8DF986D00F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C708B3-AD12-4B62-8859-94803E0FE7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2783693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4C36F0-2E55-44E5-8057-7E79961BD5B6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36761D-3E11-479D-95D7-955E0FB305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692381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6AB1C4-1BA5-49AE-84FC-DA16AEA5A650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D8E616-BCA7-4C29-86A8-D7F267600C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97597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78D9F0-4BF1-471D-8FD8-61CDA0DC18D5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C7CE2-6C17-4251-9018-D3EE236E4F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20215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8407EA-B6AA-4DC6-83DC-AFF74F7AD5BC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BFBC0B-04CB-43B3-8F39-ED0C2D3E5E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855637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109465-3C58-4A75-8D4E-B53444F6A45A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8F11F-91FC-4315-8B2A-929DE8C332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97629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89F668-DDD4-49D4-A120-56219DDD7089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67BB5-CCDF-4146-A1EB-7640A59570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0179993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596554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08253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76912608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196942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073568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052699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057995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86264496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31053864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136491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496021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099071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479148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6298134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08877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024779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77727"/>
      </p:ext>
    </p:extLst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005650"/>
      </p:ext>
    </p:extLst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4544228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60003274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02727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469067"/>
      </p:ext>
    </p:extLst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31058"/>
      </p:ext>
    </p:extLst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281612"/>
      </p:ext>
    </p:extLst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58318554"/>
      </p:ext>
    </p:extLst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74735"/>
      </p:ext>
    </p:extLst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353363"/>
      </p:ext>
    </p:extLst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530272"/>
      </p:ext>
    </p:extLst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396820"/>
      </p:ext>
    </p:extLst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87246195"/>
      </p:ext>
    </p:extLst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69140467"/>
      </p:ext>
    </p:extLst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431814"/>
      </p:ext>
    </p:extLst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410634"/>
      </p:ext>
    </p:extLst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811274"/>
      </p:ext>
    </p:extLst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701712"/>
      </p:ext>
    </p:extLst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80686871"/>
      </p:ext>
    </p:extLst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262620"/>
      </p:ext>
    </p:extLst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585273"/>
      </p:ext>
    </p:extLst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108777"/>
      </p:ext>
    </p:extLst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073064"/>
      </p:ext>
    </p:extLst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32638663"/>
      </p:ext>
    </p:extLst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35076236"/>
      </p:ext>
    </p:extLst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778416"/>
      </p:ext>
    </p:extLst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414242"/>
      </p:ext>
    </p:extLst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210254"/>
      </p:ext>
    </p:extLst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521236"/>
      </p:ext>
    </p:extLst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17684159"/>
      </p:ext>
    </p:extLst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921458"/>
      </p:ext>
    </p:extLst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309945"/>
      </p:ext>
    </p:extLst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855493"/>
      </p:ext>
    </p:extLst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49468"/>
      </p:ext>
    </p:extLst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66287476"/>
      </p:ext>
    </p:extLst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06900367"/>
      </p:ext>
    </p:extLst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272094"/>
      </p:ext>
    </p:extLst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249582"/>
      </p:ext>
    </p:extLst>
  </p:cSld>
  <p:clrMapOvr>
    <a:masterClrMapping/>
  </p:clrMapOvr>
  <p:transition spd="med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164317"/>
      </p:ext>
    </p:extLst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550932"/>
      </p:ext>
    </p:extLst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57185433"/>
      </p:ext>
    </p:extLst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317371"/>
      </p:ext>
    </p:extLst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474217"/>
      </p:ext>
    </p:extLst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217773"/>
      </p:ext>
    </p:extLst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718877"/>
      </p:ext>
    </p:extLst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06600455"/>
      </p:ext>
    </p:extLst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6992459"/>
      </p:ext>
    </p:extLst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874043"/>
      </p:ext>
    </p:extLst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27263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2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3" name="Date Placeholder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D8F4DB68-A66A-4D7C-9F99-4E83AE64DFBA}" type="datetimeFigureOut">
              <a:rPr lang="en-US" altLang="zh-CN"/>
              <a:pPr/>
              <a:t>6/29/2020</a:t>
            </a:fld>
            <a:endParaRPr lang="en-US" altLang="zh-CN"/>
          </a:p>
        </p:txBody>
      </p:sp>
      <p:sp>
        <p:nvSpPr>
          <p:cNvPr id="2054" name="Footer Placeholder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5" name="Slide Number Placeholder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526F9BF0-C0E5-47C8-9459-06FEDB3DA0F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099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7" r:id="rId1"/>
    <p:sldLayoutId id="2147484078" r:id="rId2"/>
    <p:sldLayoutId id="2147484079" r:id="rId3"/>
    <p:sldLayoutId id="2147484080" r:id="rId4"/>
    <p:sldLayoutId id="2147484081" r:id="rId5"/>
    <p:sldLayoutId id="2147484082" r:id="rId6"/>
    <p:sldLayoutId id="2147484083" r:id="rId7"/>
    <p:sldLayoutId id="2147484084" r:id="rId8"/>
    <p:sldLayoutId id="2147484085" r:id="rId9"/>
    <p:sldLayoutId id="2147484086" r:id="rId10"/>
    <p:sldLayoutId id="2147484087" r:id="rId1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14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17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195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122" r:id="rId2"/>
    <p:sldLayoutId id="2147484123" r:id="rId3"/>
    <p:sldLayoutId id="2147484124" r:id="rId4"/>
    <p:sldLayoutId id="2147484125" r:id="rId5"/>
    <p:sldLayoutId id="2147484126" r:id="rId6"/>
    <p:sldLayoutId id="2147484127" r:id="rId7"/>
    <p:sldLayoutId id="2147484128" r:id="rId8"/>
    <p:sldLayoutId id="2147484129" r:id="rId9"/>
    <p:sldLayoutId id="2147484130" r:id="rId10"/>
    <p:sldLayoutId id="2147484131" r:id="rId1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9219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67" name="直接连接符 2"/>
          <p:cNvCxnSpPr>
            <a:cxnSpLocks noChangeShapeType="1"/>
          </p:cNvCxnSpPr>
          <p:nvPr/>
        </p:nvCxnSpPr>
        <p:spPr bwMode="auto">
          <a:xfrm>
            <a:off x="4105275" y="5053013"/>
            <a:ext cx="3924300" cy="0"/>
          </a:xfrm>
          <a:prstGeom prst="line">
            <a:avLst/>
          </a:prstGeom>
          <a:noFill/>
          <a:ln w="12700" cmpd="sng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矩形 1"/>
          <p:cNvSpPr/>
          <p:nvPr/>
        </p:nvSpPr>
        <p:spPr>
          <a:xfrm>
            <a:off x="2798618" y="2535381"/>
            <a:ext cx="66317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软件质量保证的组织</a:t>
            </a:r>
            <a:endParaRPr lang="zh-CN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AutoShape 1"/>
          <p:cNvSpPr>
            <a:spLocks noChangeArrowheads="1"/>
          </p:cNvSpPr>
          <p:nvPr/>
        </p:nvSpPr>
        <p:spPr bwMode="auto">
          <a:xfrm>
            <a:off x="6391275" y="1484313"/>
            <a:ext cx="2757488" cy="69532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 anchor="ctr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SQA</a:t>
            </a:r>
            <a:r>
              <a:rPr lang="zh-CN" altLang="en-US" sz="240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组织的建立</a:t>
            </a:r>
          </a:p>
        </p:txBody>
      </p:sp>
      <p:sp>
        <p:nvSpPr>
          <p:cNvPr id="15364" name="AutoShape 1"/>
          <p:cNvSpPr>
            <a:spLocks noChangeArrowheads="1"/>
          </p:cNvSpPr>
          <p:nvPr/>
        </p:nvSpPr>
        <p:spPr bwMode="auto">
          <a:xfrm>
            <a:off x="6391275" y="2660650"/>
            <a:ext cx="3944216" cy="69532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 anchor="ctr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常见的</a:t>
            </a:r>
            <a:r>
              <a:rPr lang="en-US" altLang="zh-CN" sz="240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SQA</a:t>
            </a:r>
            <a:r>
              <a:rPr lang="zh-CN" altLang="en-US" sz="240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组织结构模型</a:t>
            </a:r>
          </a:p>
        </p:txBody>
      </p:sp>
      <p:sp>
        <p:nvSpPr>
          <p:cNvPr id="15365" name="AutoShape 1"/>
          <p:cNvSpPr>
            <a:spLocks noChangeArrowheads="1"/>
          </p:cNvSpPr>
          <p:nvPr/>
        </p:nvSpPr>
        <p:spPr bwMode="auto">
          <a:xfrm>
            <a:off x="6391274" y="3838575"/>
            <a:ext cx="3777961" cy="69532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 anchor="ctr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SQA</a:t>
            </a:r>
            <a:r>
              <a:rPr lang="zh-CN" altLang="en-US" sz="240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组织的目标和责任</a:t>
            </a:r>
          </a:p>
        </p:txBody>
      </p:sp>
      <p:sp>
        <p:nvSpPr>
          <p:cNvPr id="15366" name="AutoShape 1"/>
          <p:cNvSpPr>
            <a:spLocks noChangeArrowheads="1"/>
          </p:cNvSpPr>
          <p:nvPr/>
        </p:nvSpPr>
        <p:spPr bwMode="auto">
          <a:xfrm>
            <a:off x="6415766" y="5127020"/>
            <a:ext cx="2757488" cy="69532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 anchor="ctr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 smtClean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SQA</a:t>
            </a:r>
            <a:r>
              <a:rPr lang="zh-CN" altLang="en-US" sz="2400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人员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000" dirty="0">
              <a:solidFill>
                <a:srgbClr val="F2F2F2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5367" name="矩形 27"/>
          <p:cNvSpPr>
            <a:spLocks noChangeArrowheads="1"/>
          </p:cNvSpPr>
          <p:nvPr/>
        </p:nvSpPr>
        <p:spPr bwMode="auto">
          <a:xfrm>
            <a:off x="1997075" y="2130425"/>
            <a:ext cx="12001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800" b="1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grpSp>
        <p:nvGrpSpPr>
          <p:cNvPr id="15368" name="Group 8"/>
          <p:cNvGrpSpPr>
            <a:grpSpLocks/>
          </p:cNvGrpSpPr>
          <p:nvPr/>
        </p:nvGrpSpPr>
        <p:grpSpPr bwMode="auto">
          <a:xfrm>
            <a:off x="5233988" y="5005388"/>
            <a:ext cx="806450" cy="792162"/>
            <a:chOff x="0" y="0"/>
            <a:chExt cx="252413" cy="247650"/>
          </a:xfrm>
        </p:grpSpPr>
        <p:sp>
          <p:nvSpPr>
            <p:cNvPr id="15369" name="Freeform 2950"/>
            <p:cNvSpPr>
              <a:spLocks noEditPoints="1"/>
            </p:cNvSpPr>
            <p:nvPr/>
          </p:nvSpPr>
          <p:spPr bwMode="auto">
            <a:xfrm>
              <a:off x="76200" y="71438"/>
              <a:ext cx="106363" cy="106362"/>
            </a:xfrm>
            <a:custGeom>
              <a:avLst/>
              <a:gdLst>
                <a:gd name="T0" fmla="*/ 17 w 18"/>
                <a:gd name="T1" fmla="*/ 13 h 18"/>
                <a:gd name="T2" fmla="*/ 18 w 18"/>
                <a:gd name="T3" fmla="*/ 9 h 18"/>
                <a:gd name="T4" fmla="*/ 17 w 18"/>
                <a:gd name="T5" fmla="*/ 4 h 18"/>
                <a:gd name="T6" fmla="*/ 14 w 18"/>
                <a:gd name="T7" fmla="*/ 1 h 18"/>
                <a:gd name="T8" fmla="*/ 8 w 18"/>
                <a:gd name="T9" fmla="*/ 0 h 18"/>
                <a:gd name="T10" fmla="*/ 8 w 18"/>
                <a:gd name="T11" fmla="*/ 0 h 18"/>
                <a:gd name="T12" fmla="*/ 8 w 18"/>
                <a:gd name="T13" fmla="*/ 0 h 18"/>
                <a:gd name="T14" fmla="*/ 7 w 18"/>
                <a:gd name="T15" fmla="*/ 0 h 18"/>
                <a:gd name="T16" fmla="*/ 7 w 18"/>
                <a:gd name="T17" fmla="*/ 0 h 18"/>
                <a:gd name="T18" fmla="*/ 7 w 18"/>
                <a:gd name="T19" fmla="*/ 0 h 18"/>
                <a:gd name="T20" fmla="*/ 7 w 18"/>
                <a:gd name="T21" fmla="*/ 0 h 18"/>
                <a:gd name="T22" fmla="*/ 4 w 18"/>
                <a:gd name="T23" fmla="*/ 2 h 18"/>
                <a:gd name="T24" fmla="*/ 2 w 18"/>
                <a:gd name="T25" fmla="*/ 3 h 18"/>
                <a:gd name="T26" fmla="*/ 1 w 18"/>
                <a:gd name="T27" fmla="*/ 6 h 18"/>
                <a:gd name="T28" fmla="*/ 1 w 18"/>
                <a:gd name="T29" fmla="*/ 5 h 18"/>
                <a:gd name="T30" fmla="*/ 1 w 18"/>
                <a:gd name="T31" fmla="*/ 5 h 18"/>
                <a:gd name="T32" fmla="*/ 0 w 18"/>
                <a:gd name="T33" fmla="*/ 5 h 18"/>
                <a:gd name="T34" fmla="*/ 1 w 18"/>
                <a:gd name="T35" fmla="*/ 5 h 18"/>
                <a:gd name="T36" fmla="*/ 0 w 18"/>
                <a:gd name="T37" fmla="*/ 6 h 18"/>
                <a:gd name="T38" fmla="*/ 0 w 18"/>
                <a:gd name="T39" fmla="*/ 7 h 18"/>
                <a:gd name="T40" fmla="*/ 0 w 18"/>
                <a:gd name="T41" fmla="*/ 9 h 18"/>
                <a:gd name="T42" fmla="*/ 0 w 18"/>
                <a:gd name="T43" fmla="*/ 9 h 18"/>
                <a:gd name="T44" fmla="*/ 0 w 18"/>
                <a:gd name="T45" fmla="*/ 9 h 18"/>
                <a:gd name="T46" fmla="*/ 0 w 18"/>
                <a:gd name="T47" fmla="*/ 10 h 18"/>
                <a:gd name="T48" fmla="*/ 1 w 18"/>
                <a:gd name="T49" fmla="*/ 12 h 18"/>
                <a:gd name="T50" fmla="*/ 1 w 18"/>
                <a:gd name="T51" fmla="*/ 13 h 18"/>
                <a:gd name="T52" fmla="*/ 3 w 18"/>
                <a:gd name="T53" fmla="*/ 14 h 18"/>
                <a:gd name="T54" fmla="*/ 3 w 18"/>
                <a:gd name="T55" fmla="*/ 14 h 18"/>
                <a:gd name="T56" fmla="*/ 3 w 18"/>
                <a:gd name="T57" fmla="*/ 15 h 18"/>
                <a:gd name="T58" fmla="*/ 3 w 18"/>
                <a:gd name="T59" fmla="*/ 15 h 18"/>
                <a:gd name="T60" fmla="*/ 3 w 18"/>
                <a:gd name="T61" fmla="*/ 15 h 18"/>
                <a:gd name="T62" fmla="*/ 8 w 18"/>
                <a:gd name="T63" fmla="*/ 17 h 18"/>
                <a:gd name="T64" fmla="*/ 10 w 18"/>
                <a:gd name="T65" fmla="*/ 17 h 18"/>
                <a:gd name="T66" fmla="*/ 11 w 18"/>
                <a:gd name="T67" fmla="*/ 17 h 18"/>
                <a:gd name="T68" fmla="*/ 13 w 18"/>
                <a:gd name="T69" fmla="*/ 16 h 18"/>
                <a:gd name="T70" fmla="*/ 13 w 18"/>
                <a:gd name="T71" fmla="*/ 16 h 18"/>
                <a:gd name="T72" fmla="*/ 17 w 18"/>
                <a:gd name="T73" fmla="*/ 13 h 18"/>
                <a:gd name="T74" fmla="*/ 8 w 18"/>
                <a:gd name="T75" fmla="*/ 1 h 18"/>
                <a:gd name="T76" fmla="*/ 8 w 18"/>
                <a:gd name="T77" fmla="*/ 1 h 18"/>
                <a:gd name="T78" fmla="*/ 4 w 18"/>
                <a:gd name="T79" fmla="*/ 14 h 18"/>
                <a:gd name="T80" fmla="*/ 4 w 18"/>
                <a:gd name="T81" fmla="*/ 14 h 18"/>
                <a:gd name="T82" fmla="*/ 2 w 18"/>
                <a:gd name="T83" fmla="*/ 13 h 18"/>
                <a:gd name="T84" fmla="*/ 1 w 18"/>
                <a:gd name="T85" fmla="*/ 9 h 18"/>
                <a:gd name="T86" fmla="*/ 1 w 18"/>
                <a:gd name="T87" fmla="*/ 8 h 18"/>
                <a:gd name="T88" fmla="*/ 1 w 18"/>
                <a:gd name="T89" fmla="*/ 8 h 18"/>
                <a:gd name="T90" fmla="*/ 1 w 18"/>
                <a:gd name="T91" fmla="*/ 7 h 18"/>
                <a:gd name="T92" fmla="*/ 2 w 18"/>
                <a:gd name="T93" fmla="*/ 4 h 18"/>
                <a:gd name="T94" fmla="*/ 3 w 18"/>
                <a:gd name="T95" fmla="*/ 4 h 18"/>
                <a:gd name="T96" fmla="*/ 5 w 18"/>
                <a:gd name="T97" fmla="*/ 2 h 18"/>
                <a:gd name="T98" fmla="*/ 4 w 18"/>
                <a:gd name="T99" fmla="*/ 2 h 18"/>
                <a:gd name="T100" fmla="*/ 6 w 18"/>
                <a:gd name="T101" fmla="*/ 2 h 18"/>
                <a:gd name="T102" fmla="*/ 10 w 18"/>
                <a:gd name="T103" fmla="*/ 1 h 18"/>
                <a:gd name="T104" fmla="*/ 14 w 18"/>
                <a:gd name="T105" fmla="*/ 3 h 18"/>
                <a:gd name="T106" fmla="*/ 16 w 18"/>
                <a:gd name="T107" fmla="*/ 7 h 18"/>
                <a:gd name="T108" fmla="*/ 14 w 18"/>
                <a:gd name="T109" fmla="*/ 14 h 18"/>
                <a:gd name="T110" fmla="*/ 4 w 18"/>
                <a:gd name="T111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" h="18">
                  <a:moveTo>
                    <a:pt x="17" y="13"/>
                  </a:moveTo>
                  <a:cubicBezTo>
                    <a:pt x="17" y="13"/>
                    <a:pt x="18" y="10"/>
                    <a:pt x="18" y="9"/>
                  </a:cubicBezTo>
                  <a:cubicBezTo>
                    <a:pt x="17" y="8"/>
                    <a:pt x="18" y="5"/>
                    <a:pt x="17" y="4"/>
                  </a:cubicBezTo>
                  <a:cubicBezTo>
                    <a:pt x="16" y="3"/>
                    <a:pt x="15" y="2"/>
                    <a:pt x="14" y="1"/>
                  </a:cubicBezTo>
                  <a:cubicBezTo>
                    <a:pt x="12" y="0"/>
                    <a:pt x="10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1"/>
                    <a:pt x="7" y="0"/>
                  </a:cubicBezTo>
                  <a:cubicBezTo>
                    <a:pt x="7" y="1"/>
                    <a:pt x="5" y="1"/>
                    <a:pt x="4" y="2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6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1" y="12"/>
                    <a:pt x="1" y="12"/>
                  </a:cubicBezTo>
                  <a:cubicBezTo>
                    <a:pt x="1" y="12"/>
                    <a:pt x="1" y="13"/>
                    <a:pt x="1" y="13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3" y="14"/>
                    <a:pt x="3" y="14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6"/>
                    <a:pt x="7" y="16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1" y="16"/>
                    <a:pt x="12" y="17"/>
                    <a:pt x="11" y="17"/>
                  </a:cubicBezTo>
                  <a:cubicBezTo>
                    <a:pt x="12" y="18"/>
                    <a:pt x="13" y="14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6" y="14"/>
                    <a:pt x="17" y="13"/>
                  </a:cubicBezTo>
                  <a:close/>
                  <a:moveTo>
                    <a:pt x="8" y="1"/>
                  </a:moveTo>
                  <a:cubicBezTo>
                    <a:pt x="8" y="1"/>
                    <a:pt x="8" y="1"/>
                    <a:pt x="8" y="1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3" y="12"/>
                    <a:pt x="2" y="13"/>
                  </a:cubicBezTo>
                  <a:cubicBezTo>
                    <a:pt x="2" y="13"/>
                    <a:pt x="2" y="11"/>
                    <a:pt x="1" y="9"/>
                  </a:cubicBezTo>
                  <a:cubicBezTo>
                    <a:pt x="1" y="9"/>
                    <a:pt x="1" y="8"/>
                    <a:pt x="1" y="8"/>
                  </a:cubicBezTo>
                  <a:cubicBezTo>
                    <a:pt x="1" y="8"/>
                    <a:pt x="2" y="8"/>
                    <a:pt x="1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5"/>
                    <a:pt x="2" y="4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4" y="3"/>
                    <a:pt x="4" y="2"/>
                    <a:pt x="5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5" y="3"/>
                    <a:pt x="6" y="2"/>
                    <a:pt x="6" y="2"/>
                  </a:cubicBezTo>
                  <a:cubicBezTo>
                    <a:pt x="6" y="2"/>
                    <a:pt x="9" y="1"/>
                    <a:pt x="10" y="1"/>
                  </a:cubicBezTo>
                  <a:cubicBezTo>
                    <a:pt x="11" y="1"/>
                    <a:pt x="13" y="2"/>
                    <a:pt x="14" y="3"/>
                  </a:cubicBezTo>
                  <a:cubicBezTo>
                    <a:pt x="16" y="5"/>
                    <a:pt x="16" y="5"/>
                    <a:pt x="16" y="7"/>
                  </a:cubicBezTo>
                  <a:cubicBezTo>
                    <a:pt x="16" y="11"/>
                    <a:pt x="16" y="12"/>
                    <a:pt x="14" y="14"/>
                  </a:cubicBezTo>
                  <a:cubicBezTo>
                    <a:pt x="11" y="17"/>
                    <a:pt x="6" y="16"/>
                    <a:pt x="4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Freeform 2951"/>
            <p:cNvSpPr>
              <a:spLocks noEditPoints="1"/>
            </p:cNvSpPr>
            <p:nvPr/>
          </p:nvSpPr>
          <p:spPr bwMode="auto">
            <a:xfrm>
              <a:off x="0" y="0"/>
              <a:ext cx="234950" cy="247650"/>
            </a:xfrm>
            <a:custGeom>
              <a:avLst/>
              <a:gdLst>
                <a:gd name="T0" fmla="*/ 34 w 40"/>
                <a:gd name="T1" fmla="*/ 36 h 42"/>
                <a:gd name="T2" fmla="*/ 30 w 40"/>
                <a:gd name="T3" fmla="*/ 35 h 42"/>
                <a:gd name="T4" fmla="*/ 27 w 40"/>
                <a:gd name="T5" fmla="*/ 32 h 42"/>
                <a:gd name="T6" fmla="*/ 27 w 40"/>
                <a:gd name="T7" fmla="*/ 33 h 42"/>
                <a:gd name="T8" fmla="*/ 27 w 40"/>
                <a:gd name="T9" fmla="*/ 36 h 42"/>
                <a:gd name="T10" fmla="*/ 26 w 40"/>
                <a:gd name="T11" fmla="*/ 39 h 42"/>
                <a:gd name="T12" fmla="*/ 25 w 40"/>
                <a:gd name="T13" fmla="*/ 40 h 42"/>
                <a:gd name="T14" fmla="*/ 22 w 40"/>
                <a:gd name="T15" fmla="*/ 40 h 42"/>
                <a:gd name="T16" fmla="*/ 18 w 40"/>
                <a:gd name="T17" fmla="*/ 40 h 42"/>
                <a:gd name="T18" fmla="*/ 19 w 40"/>
                <a:gd name="T19" fmla="*/ 40 h 42"/>
                <a:gd name="T20" fmla="*/ 16 w 40"/>
                <a:gd name="T21" fmla="*/ 33 h 42"/>
                <a:gd name="T22" fmla="*/ 9 w 40"/>
                <a:gd name="T23" fmla="*/ 36 h 42"/>
                <a:gd name="T24" fmla="*/ 5 w 40"/>
                <a:gd name="T25" fmla="*/ 31 h 42"/>
                <a:gd name="T26" fmla="*/ 9 w 40"/>
                <a:gd name="T27" fmla="*/ 26 h 42"/>
                <a:gd name="T28" fmla="*/ 2 w 40"/>
                <a:gd name="T29" fmla="*/ 21 h 42"/>
                <a:gd name="T30" fmla="*/ 3 w 40"/>
                <a:gd name="T31" fmla="*/ 19 h 42"/>
                <a:gd name="T32" fmla="*/ 6 w 40"/>
                <a:gd name="T33" fmla="*/ 9 h 42"/>
                <a:gd name="T34" fmla="*/ 12 w 40"/>
                <a:gd name="T35" fmla="*/ 5 h 42"/>
                <a:gd name="T36" fmla="*/ 17 w 40"/>
                <a:gd name="T37" fmla="*/ 8 h 42"/>
                <a:gd name="T38" fmla="*/ 27 w 40"/>
                <a:gd name="T39" fmla="*/ 2 h 42"/>
                <a:gd name="T40" fmla="*/ 27 w 40"/>
                <a:gd name="T41" fmla="*/ 4 h 42"/>
                <a:gd name="T42" fmla="*/ 27 w 40"/>
                <a:gd name="T43" fmla="*/ 9 h 42"/>
                <a:gd name="T44" fmla="*/ 29 w 40"/>
                <a:gd name="T45" fmla="*/ 7 h 42"/>
                <a:gd name="T46" fmla="*/ 37 w 40"/>
                <a:gd name="T47" fmla="*/ 7 h 42"/>
                <a:gd name="T48" fmla="*/ 34 w 40"/>
                <a:gd name="T49" fmla="*/ 15 h 42"/>
                <a:gd name="T50" fmla="*/ 38 w 40"/>
                <a:gd name="T51" fmla="*/ 14 h 42"/>
                <a:gd name="T52" fmla="*/ 37 w 40"/>
                <a:gd name="T53" fmla="*/ 14 h 42"/>
                <a:gd name="T54" fmla="*/ 40 w 40"/>
                <a:gd name="T55" fmla="*/ 10 h 42"/>
                <a:gd name="T56" fmla="*/ 39 w 40"/>
                <a:gd name="T57" fmla="*/ 8 h 42"/>
                <a:gd name="T58" fmla="*/ 37 w 40"/>
                <a:gd name="T59" fmla="*/ 5 h 42"/>
                <a:gd name="T60" fmla="*/ 32 w 40"/>
                <a:gd name="T61" fmla="*/ 3 h 42"/>
                <a:gd name="T62" fmla="*/ 31 w 40"/>
                <a:gd name="T63" fmla="*/ 4 h 42"/>
                <a:gd name="T64" fmla="*/ 28 w 40"/>
                <a:gd name="T65" fmla="*/ 6 h 42"/>
                <a:gd name="T66" fmla="*/ 28 w 40"/>
                <a:gd name="T67" fmla="*/ 2 h 42"/>
                <a:gd name="T68" fmla="*/ 28 w 40"/>
                <a:gd name="T69" fmla="*/ 2 h 42"/>
                <a:gd name="T70" fmla="*/ 28 w 40"/>
                <a:gd name="T71" fmla="*/ 1 h 42"/>
                <a:gd name="T72" fmla="*/ 27 w 40"/>
                <a:gd name="T73" fmla="*/ 1 h 42"/>
                <a:gd name="T74" fmla="*/ 27 w 40"/>
                <a:gd name="T75" fmla="*/ 1 h 42"/>
                <a:gd name="T76" fmla="*/ 17 w 40"/>
                <a:gd name="T77" fmla="*/ 0 h 42"/>
                <a:gd name="T78" fmla="*/ 14 w 40"/>
                <a:gd name="T79" fmla="*/ 5 h 42"/>
                <a:gd name="T80" fmla="*/ 11 w 40"/>
                <a:gd name="T81" fmla="*/ 3 h 42"/>
                <a:gd name="T82" fmla="*/ 5 w 40"/>
                <a:gd name="T83" fmla="*/ 7 h 42"/>
                <a:gd name="T84" fmla="*/ 5 w 40"/>
                <a:gd name="T85" fmla="*/ 14 h 42"/>
                <a:gd name="T86" fmla="*/ 2 w 40"/>
                <a:gd name="T87" fmla="*/ 26 h 42"/>
                <a:gd name="T88" fmla="*/ 5 w 40"/>
                <a:gd name="T89" fmla="*/ 29 h 42"/>
                <a:gd name="T90" fmla="*/ 15 w 40"/>
                <a:gd name="T91" fmla="*/ 36 h 42"/>
                <a:gd name="T92" fmla="*/ 17 w 40"/>
                <a:gd name="T93" fmla="*/ 40 h 42"/>
                <a:gd name="T94" fmla="*/ 18 w 40"/>
                <a:gd name="T95" fmla="*/ 41 h 42"/>
                <a:gd name="T96" fmla="*/ 22 w 40"/>
                <a:gd name="T97" fmla="*/ 41 h 42"/>
                <a:gd name="T98" fmla="*/ 28 w 40"/>
                <a:gd name="T99" fmla="*/ 36 h 42"/>
                <a:gd name="T100" fmla="*/ 31 w 40"/>
                <a:gd name="T101" fmla="*/ 37 h 42"/>
                <a:gd name="T102" fmla="*/ 33 w 40"/>
                <a:gd name="T103" fmla="*/ 38 h 42"/>
                <a:gd name="T104" fmla="*/ 36 w 40"/>
                <a:gd name="T105" fmla="*/ 35 h 42"/>
                <a:gd name="T106" fmla="*/ 27 w 40"/>
                <a:gd name="T107" fmla="*/ 3 h 42"/>
                <a:gd name="T108" fmla="*/ 27 w 40"/>
                <a:gd name="T109" fmla="*/ 3 h 42"/>
                <a:gd name="T110" fmla="*/ 19 w 40"/>
                <a:gd name="T111" fmla="*/ 40 h 42"/>
                <a:gd name="T112" fmla="*/ 19 w 40"/>
                <a:gd name="T113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0" h="42">
                  <a:moveTo>
                    <a:pt x="34" y="37"/>
                  </a:move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3" y="37"/>
                    <a:pt x="31" y="37"/>
                    <a:pt x="30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3"/>
                    <a:pt x="27" y="32"/>
                  </a:cubicBezTo>
                  <a:cubicBezTo>
                    <a:pt x="27" y="33"/>
                    <a:pt x="27" y="34"/>
                    <a:pt x="28" y="34"/>
                  </a:cubicBezTo>
                  <a:cubicBezTo>
                    <a:pt x="27" y="34"/>
                    <a:pt x="27" y="33"/>
                    <a:pt x="27" y="33"/>
                  </a:cubicBezTo>
                  <a:cubicBezTo>
                    <a:pt x="27" y="34"/>
                    <a:pt x="27" y="34"/>
                    <a:pt x="27" y="35"/>
                  </a:cubicBezTo>
                  <a:cubicBezTo>
                    <a:pt x="28" y="34"/>
                    <a:pt x="27" y="36"/>
                    <a:pt x="27" y="36"/>
                  </a:cubicBezTo>
                  <a:cubicBezTo>
                    <a:pt x="27" y="37"/>
                    <a:pt x="28" y="38"/>
                    <a:pt x="28" y="38"/>
                  </a:cubicBezTo>
                  <a:cubicBezTo>
                    <a:pt x="27" y="39"/>
                    <a:pt x="26" y="39"/>
                    <a:pt x="26" y="39"/>
                  </a:cubicBezTo>
                  <a:cubicBezTo>
                    <a:pt x="26" y="40"/>
                    <a:pt x="25" y="41"/>
                    <a:pt x="25" y="40"/>
                  </a:cubicBezTo>
                  <a:cubicBezTo>
                    <a:pt x="26" y="40"/>
                    <a:pt x="25" y="40"/>
                    <a:pt x="25" y="40"/>
                  </a:cubicBezTo>
                  <a:cubicBezTo>
                    <a:pt x="24" y="40"/>
                    <a:pt x="23" y="40"/>
                    <a:pt x="22" y="40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2" y="40"/>
                    <a:pt x="22" y="40"/>
                    <a:pt x="21" y="40"/>
                  </a:cubicBezTo>
                  <a:cubicBezTo>
                    <a:pt x="21" y="40"/>
                    <a:pt x="19" y="40"/>
                    <a:pt x="18" y="40"/>
                  </a:cubicBezTo>
                  <a:cubicBezTo>
                    <a:pt x="18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7" y="39"/>
                    <a:pt x="16" y="38"/>
                    <a:pt x="16" y="36"/>
                  </a:cubicBezTo>
                  <a:cubicBezTo>
                    <a:pt x="16" y="36"/>
                    <a:pt x="16" y="33"/>
                    <a:pt x="16" y="33"/>
                  </a:cubicBezTo>
                  <a:cubicBezTo>
                    <a:pt x="16" y="34"/>
                    <a:pt x="15" y="35"/>
                    <a:pt x="14" y="35"/>
                  </a:cubicBezTo>
                  <a:cubicBezTo>
                    <a:pt x="13" y="38"/>
                    <a:pt x="11" y="37"/>
                    <a:pt x="9" y="36"/>
                  </a:cubicBezTo>
                  <a:cubicBezTo>
                    <a:pt x="9" y="36"/>
                    <a:pt x="4" y="30"/>
                    <a:pt x="6" y="30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6" y="30"/>
                    <a:pt x="7" y="29"/>
                    <a:pt x="8" y="28"/>
                  </a:cubicBezTo>
                  <a:cubicBezTo>
                    <a:pt x="8" y="28"/>
                    <a:pt x="9" y="27"/>
                    <a:pt x="9" y="26"/>
                  </a:cubicBezTo>
                  <a:cubicBezTo>
                    <a:pt x="8" y="27"/>
                    <a:pt x="6" y="26"/>
                    <a:pt x="5" y="26"/>
                  </a:cubicBezTo>
                  <a:cubicBezTo>
                    <a:pt x="3" y="26"/>
                    <a:pt x="2" y="24"/>
                    <a:pt x="2" y="21"/>
                  </a:cubicBezTo>
                  <a:cubicBezTo>
                    <a:pt x="3" y="22"/>
                    <a:pt x="3" y="21"/>
                    <a:pt x="3" y="20"/>
                  </a:cubicBezTo>
                  <a:cubicBezTo>
                    <a:pt x="2" y="22"/>
                    <a:pt x="2" y="18"/>
                    <a:pt x="3" y="19"/>
                  </a:cubicBezTo>
                  <a:cubicBezTo>
                    <a:pt x="2" y="14"/>
                    <a:pt x="7" y="16"/>
                    <a:pt x="11" y="15"/>
                  </a:cubicBezTo>
                  <a:cubicBezTo>
                    <a:pt x="9" y="14"/>
                    <a:pt x="5" y="11"/>
                    <a:pt x="6" y="9"/>
                  </a:cubicBezTo>
                  <a:cubicBezTo>
                    <a:pt x="6" y="8"/>
                    <a:pt x="8" y="7"/>
                    <a:pt x="9" y="6"/>
                  </a:cubicBezTo>
                  <a:cubicBezTo>
                    <a:pt x="10" y="5"/>
                    <a:pt x="11" y="4"/>
                    <a:pt x="12" y="5"/>
                  </a:cubicBezTo>
                  <a:cubicBezTo>
                    <a:pt x="14" y="6"/>
                    <a:pt x="15" y="8"/>
                    <a:pt x="17" y="9"/>
                  </a:cubicBezTo>
                  <a:cubicBezTo>
                    <a:pt x="17" y="9"/>
                    <a:pt x="16" y="6"/>
                    <a:pt x="17" y="8"/>
                  </a:cubicBezTo>
                  <a:cubicBezTo>
                    <a:pt x="17" y="4"/>
                    <a:pt x="16" y="1"/>
                    <a:pt x="20" y="1"/>
                  </a:cubicBezTo>
                  <a:cubicBezTo>
                    <a:pt x="22" y="1"/>
                    <a:pt x="26" y="0"/>
                    <a:pt x="27" y="2"/>
                  </a:cubicBezTo>
                  <a:cubicBezTo>
                    <a:pt x="26" y="1"/>
                    <a:pt x="26" y="1"/>
                    <a:pt x="27" y="2"/>
                  </a:cubicBezTo>
                  <a:cubicBezTo>
                    <a:pt x="28" y="2"/>
                    <a:pt x="27" y="4"/>
                    <a:pt x="27" y="4"/>
                  </a:cubicBezTo>
                  <a:cubicBezTo>
                    <a:pt x="27" y="4"/>
                    <a:pt x="28" y="3"/>
                    <a:pt x="27" y="3"/>
                  </a:cubicBezTo>
                  <a:cubicBezTo>
                    <a:pt x="28" y="5"/>
                    <a:pt x="27" y="7"/>
                    <a:pt x="27" y="9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1" y="4"/>
                    <a:pt x="32" y="4"/>
                  </a:cubicBezTo>
                  <a:cubicBezTo>
                    <a:pt x="34" y="3"/>
                    <a:pt x="36" y="6"/>
                    <a:pt x="37" y="7"/>
                  </a:cubicBezTo>
                  <a:cubicBezTo>
                    <a:pt x="38" y="8"/>
                    <a:pt x="39" y="10"/>
                    <a:pt x="38" y="12"/>
                  </a:cubicBezTo>
                  <a:cubicBezTo>
                    <a:pt x="36" y="13"/>
                    <a:pt x="35" y="14"/>
                    <a:pt x="34" y="15"/>
                  </a:cubicBezTo>
                  <a:cubicBezTo>
                    <a:pt x="36" y="15"/>
                    <a:pt x="38" y="14"/>
                    <a:pt x="39" y="15"/>
                  </a:cubicBezTo>
                  <a:cubicBezTo>
                    <a:pt x="39" y="15"/>
                    <a:pt x="39" y="14"/>
                    <a:pt x="38" y="14"/>
                  </a:cubicBezTo>
                  <a:cubicBezTo>
                    <a:pt x="39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8" y="13"/>
                    <a:pt x="39" y="12"/>
                  </a:cubicBezTo>
                  <a:cubicBezTo>
                    <a:pt x="39" y="12"/>
                    <a:pt x="39" y="11"/>
                    <a:pt x="40" y="10"/>
                  </a:cubicBezTo>
                  <a:cubicBezTo>
                    <a:pt x="40" y="10"/>
                    <a:pt x="40" y="9"/>
                    <a:pt x="39" y="9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8" y="8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4"/>
                    <a:pt x="34" y="4"/>
                    <a:pt x="32" y="3"/>
                  </a:cubicBezTo>
                  <a:cubicBezTo>
                    <a:pt x="33" y="3"/>
                    <a:pt x="32" y="4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4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1" y="3"/>
                    <a:pt x="29" y="6"/>
                    <a:pt x="28" y="6"/>
                  </a:cubicBezTo>
                  <a:cubicBezTo>
                    <a:pt x="28" y="6"/>
                    <a:pt x="29" y="6"/>
                    <a:pt x="29" y="5"/>
                  </a:cubicBezTo>
                  <a:cubicBezTo>
                    <a:pt x="29" y="4"/>
                    <a:pt x="29" y="3"/>
                    <a:pt x="28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"/>
                    <a:pt x="28" y="1"/>
                    <a:pt x="27" y="1"/>
                  </a:cubicBezTo>
                  <a:cubicBezTo>
                    <a:pt x="27" y="1"/>
                    <a:pt x="28" y="1"/>
                    <a:pt x="28" y="1"/>
                  </a:cubicBezTo>
                  <a:cubicBezTo>
                    <a:pt x="28" y="1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0"/>
                    <a:pt x="25" y="0"/>
                    <a:pt x="24" y="0"/>
                  </a:cubicBezTo>
                  <a:cubicBezTo>
                    <a:pt x="22" y="0"/>
                    <a:pt x="19" y="0"/>
                    <a:pt x="17" y="0"/>
                  </a:cubicBezTo>
                  <a:cubicBezTo>
                    <a:pt x="15" y="1"/>
                    <a:pt x="15" y="4"/>
                    <a:pt x="15" y="5"/>
                  </a:cubicBezTo>
                  <a:cubicBezTo>
                    <a:pt x="15" y="5"/>
                    <a:pt x="14" y="5"/>
                    <a:pt x="14" y="5"/>
                  </a:cubicBezTo>
                  <a:cubicBezTo>
                    <a:pt x="14" y="4"/>
                    <a:pt x="13" y="3"/>
                    <a:pt x="12" y="3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8" y="3"/>
                    <a:pt x="7" y="5"/>
                    <a:pt x="5" y="7"/>
                  </a:cubicBezTo>
                  <a:cubicBezTo>
                    <a:pt x="6" y="6"/>
                    <a:pt x="5" y="8"/>
                    <a:pt x="5" y="7"/>
                  </a:cubicBezTo>
                  <a:cubicBezTo>
                    <a:pt x="3" y="10"/>
                    <a:pt x="5" y="12"/>
                    <a:pt x="7" y="14"/>
                  </a:cubicBezTo>
                  <a:cubicBezTo>
                    <a:pt x="7" y="14"/>
                    <a:pt x="5" y="13"/>
                    <a:pt x="5" y="14"/>
                  </a:cubicBezTo>
                  <a:cubicBezTo>
                    <a:pt x="0" y="14"/>
                    <a:pt x="2" y="17"/>
                    <a:pt x="2" y="21"/>
                  </a:cubicBezTo>
                  <a:cubicBezTo>
                    <a:pt x="2" y="23"/>
                    <a:pt x="1" y="24"/>
                    <a:pt x="2" y="26"/>
                  </a:cubicBezTo>
                  <a:cubicBezTo>
                    <a:pt x="3" y="28"/>
                    <a:pt x="5" y="26"/>
                    <a:pt x="7" y="27"/>
                  </a:cubicBezTo>
                  <a:cubicBezTo>
                    <a:pt x="6" y="28"/>
                    <a:pt x="6" y="28"/>
                    <a:pt x="5" y="29"/>
                  </a:cubicBezTo>
                  <a:cubicBezTo>
                    <a:pt x="5" y="29"/>
                    <a:pt x="4" y="31"/>
                    <a:pt x="4" y="30"/>
                  </a:cubicBezTo>
                  <a:cubicBezTo>
                    <a:pt x="3" y="34"/>
                    <a:pt x="12" y="42"/>
                    <a:pt x="15" y="36"/>
                  </a:cubicBezTo>
                  <a:cubicBezTo>
                    <a:pt x="15" y="37"/>
                    <a:pt x="15" y="35"/>
                    <a:pt x="15" y="35"/>
                  </a:cubicBezTo>
                  <a:cubicBezTo>
                    <a:pt x="15" y="37"/>
                    <a:pt x="15" y="39"/>
                    <a:pt x="17" y="40"/>
                  </a:cubicBezTo>
                  <a:cubicBezTo>
                    <a:pt x="17" y="40"/>
                    <a:pt x="17" y="40"/>
                    <a:pt x="16" y="40"/>
                  </a:cubicBezTo>
                  <a:cubicBezTo>
                    <a:pt x="17" y="41"/>
                    <a:pt x="17" y="41"/>
                    <a:pt x="18" y="41"/>
                  </a:cubicBezTo>
                  <a:cubicBezTo>
                    <a:pt x="18" y="41"/>
                    <a:pt x="20" y="41"/>
                    <a:pt x="18" y="41"/>
                  </a:cubicBezTo>
                  <a:cubicBezTo>
                    <a:pt x="19" y="41"/>
                    <a:pt x="22" y="41"/>
                    <a:pt x="22" y="41"/>
                  </a:cubicBezTo>
                  <a:cubicBezTo>
                    <a:pt x="24" y="41"/>
                    <a:pt x="26" y="41"/>
                    <a:pt x="27" y="40"/>
                  </a:cubicBezTo>
                  <a:cubicBezTo>
                    <a:pt x="28" y="40"/>
                    <a:pt x="29" y="36"/>
                    <a:pt x="28" y="36"/>
                  </a:cubicBezTo>
                  <a:cubicBezTo>
                    <a:pt x="28" y="35"/>
                    <a:pt x="28" y="35"/>
                    <a:pt x="28" y="34"/>
                  </a:cubicBezTo>
                  <a:cubicBezTo>
                    <a:pt x="29" y="35"/>
                    <a:pt x="30" y="37"/>
                    <a:pt x="31" y="37"/>
                  </a:cubicBezTo>
                  <a:cubicBezTo>
                    <a:pt x="31" y="38"/>
                    <a:pt x="32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5" y="36"/>
                    <a:pt x="36" y="36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6"/>
                    <a:pt x="35" y="36"/>
                    <a:pt x="34" y="37"/>
                  </a:cubicBezTo>
                  <a:close/>
                  <a:moveTo>
                    <a:pt x="27" y="3"/>
                  </a:moveTo>
                  <a:cubicBezTo>
                    <a:pt x="27" y="3"/>
                    <a:pt x="27" y="4"/>
                    <a:pt x="27" y="4"/>
                  </a:cubicBezTo>
                  <a:cubicBezTo>
                    <a:pt x="27" y="3"/>
                    <a:pt x="27" y="3"/>
                    <a:pt x="27" y="3"/>
                  </a:cubicBezTo>
                  <a:close/>
                  <a:moveTo>
                    <a:pt x="19" y="40"/>
                  </a:move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Freeform 2952"/>
            <p:cNvSpPr>
              <a:spLocks/>
            </p:cNvSpPr>
            <p:nvPr/>
          </p:nvSpPr>
          <p:spPr bwMode="auto">
            <a:xfrm>
              <a:off x="200025" y="95250"/>
              <a:ext cx="52388" cy="100012"/>
            </a:xfrm>
            <a:custGeom>
              <a:avLst/>
              <a:gdLst>
                <a:gd name="T0" fmla="*/ 8 w 9"/>
                <a:gd name="T1" fmla="*/ 1 h 17"/>
                <a:gd name="T2" fmla="*/ 8 w 9"/>
                <a:gd name="T3" fmla="*/ 0 h 17"/>
                <a:gd name="T4" fmla="*/ 8 w 9"/>
                <a:gd name="T5" fmla="*/ 3 h 17"/>
                <a:gd name="T6" fmla="*/ 8 w 9"/>
                <a:gd name="T7" fmla="*/ 7 h 17"/>
                <a:gd name="T8" fmla="*/ 6 w 9"/>
                <a:gd name="T9" fmla="*/ 10 h 17"/>
                <a:gd name="T10" fmla="*/ 0 w 9"/>
                <a:gd name="T11" fmla="*/ 10 h 17"/>
                <a:gd name="T12" fmla="*/ 3 w 9"/>
                <a:gd name="T13" fmla="*/ 12 h 17"/>
                <a:gd name="T14" fmla="*/ 2 w 9"/>
                <a:gd name="T15" fmla="*/ 12 h 17"/>
                <a:gd name="T16" fmla="*/ 3 w 9"/>
                <a:gd name="T17" fmla="*/ 12 h 17"/>
                <a:gd name="T18" fmla="*/ 3 w 9"/>
                <a:gd name="T19" fmla="*/ 12 h 17"/>
                <a:gd name="T20" fmla="*/ 5 w 9"/>
                <a:gd name="T21" fmla="*/ 15 h 17"/>
                <a:gd name="T22" fmla="*/ 4 w 9"/>
                <a:gd name="T23" fmla="*/ 17 h 17"/>
                <a:gd name="T24" fmla="*/ 5 w 9"/>
                <a:gd name="T25" fmla="*/ 15 h 17"/>
                <a:gd name="T26" fmla="*/ 2 w 9"/>
                <a:gd name="T27" fmla="*/ 11 h 17"/>
                <a:gd name="T28" fmla="*/ 5 w 9"/>
                <a:gd name="T29" fmla="*/ 10 h 17"/>
                <a:gd name="T30" fmla="*/ 6 w 9"/>
                <a:gd name="T31" fmla="*/ 11 h 17"/>
                <a:gd name="T32" fmla="*/ 8 w 9"/>
                <a:gd name="T33" fmla="*/ 9 h 17"/>
                <a:gd name="T34" fmla="*/ 9 w 9"/>
                <a:gd name="T35" fmla="*/ 7 h 17"/>
                <a:gd name="T36" fmla="*/ 8 w 9"/>
                <a:gd name="T37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" h="17">
                  <a:moveTo>
                    <a:pt x="8" y="1"/>
                  </a:moveTo>
                  <a:cubicBezTo>
                    <a:pt x="8" y="1"/>
                    <a:pt x="8" y="1"/>
                    <a:pt x="8" y="0"/>
                  </a:cubicBezTo>
                  <a:cubicBezTo>
                    <a:pt x="8" y="0"/>
                    <a:pt x="8" y="2"/>
                    <a:pt x="8" y="3"/>
                  </a:cubicBezTo>
                  <a:cubicBezTo>
                    <a:pt x="8" y="4"/>
                    <a:pt x="9" y="7"/>
                    <a:pt x="8" y="7"/>
                  </a:cubicBezTo>
                  <a:cubicBezTo>
                    <a:pt x="9" y="7"/>
                    <a:pt x="6" y="10"/>
                    <a:pt x="6" y="10"/>
                  </a:cubicBezTo>
                  <a:cubicBezTo>
                    <a:pt x="4" y="11"/>
                    <a:pt x="2" y="10"/>
                    <a:pt x="0" y="10"/>
                  </a:cubicBezTo>
                  <a:cubicBezTo>
                    <a:pt x="0" y="10"/>
                    <a:pt x="2" y="12"/>
                    <a:pt x="3" y="12"/>
                  </a:cubicBezTo>
                  <a:cubicBezTo>
                    <a:pt x="3" y="12"/>
                    <a:pt x="3" y="12"/>
                    <a:pt x="2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3"/>
                    <a:pt x="4" y="14"/>
                    <a:pt x="5" y="15"/>
                  </a:cubicBezTo>
                  <a:cubicBezTo>
                    <a:pt x="5" y="16"/>
                    <a:pt x="4" y="17"/>
                    <a:pt x="4" y="17"/>
                  </a:cubicBezTo>
                  <a:cubicBezTo>
                    <a:pt x="5" y="17"/>
                    <a:pt x="5" y="16"/>
                    <a:pt x="5" y="15"/>
                  </a:cubicBezTo>
                  <a:cubicBezTo>
                    <a:pt x="5" y="14"/>
                    <a:pt x="3" y="12"/>
                    <a:pt x="2" y="11"/>
                  </a:cubicBezTo>
                  <a:cubicBezTo>
                    <a:pt x="3" y="11"/>
                    <a:pt x="5" y="10"/>
                    <a:pt x="5" y="10"/>
                  </a:cubicBezTo>
                  <a:cubicBezTo>
                    <a:pt x="4" y="11"/>
                    <a:pt x="5" y="10"/>
                    <a:pt x="6" y="11"/>
                  </a:cubicBezTo>
                  <a:cubicBezTo>
                    <a:pt x="6" y="11"/>
                    <a:pt x="8" y="10"/>
                    <a:pt x="8" y="9"/>
                  </a:cubicBezTo>
                  <a:cubicBezTo>
                    <a:pt x="7" y="10"/>
                    <a:pt x="8" y="7"/>
                    <a:pt x="9" y="7"/>
                  </a:cubicBezTo>
                  <a:cubicBezTo>
                    <a:pt x="9" y="7"/>
                    <a:pt x="8" y="3"/>
                    <a:pt x="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Freeform 2953"/>
            <p:cNvSpPr>
              <a:spLocks/>
            </p:cNvSpPr>
            <p:nvPr/>
          </p:nvSpPr>
          <p:spPr bwMode="auto">
            <a:xfrm>
              <a:off x="187325" y="182563"/>
              <a:ext cx="41275" cy="36512"/>
            </a:xfrm>
            <a:custGeom>
              <a:avLst/>
              <a:gdLst>
                <a:gd name="T0" fmla="*/ 7 w 7"/>
                <a:gd name="T1" fmla="*/ 0 h 6"/>
                <a:gd name="T2" fmla="*/ 0 w 7"/>
                <a:gd name="T3" fmla="*/ 6 h 6"/>
                <a:gd name="T4" fmla="*/ 0 w 7"/>
                <a:gd name="T5" fmla="*/ 6 h 6"/>
                <a:gd name="T6" fmla="*/ 7 w 7"/>
                <a:gd name="T7" fmla="*/ 0 h 6"/>
                <a:gd name="T8" fmla="*/ 7 w 7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0"/>
                  </a:moveTo>
                  <a:cubicBezTo>
                    <a:pt x="5" y="3"/>
                    <a:pt x="3" y="5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5"/>
                    <a:pt x="6" y="3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Freeform 2954"/>
            <p:cNvSpPr>
              <a:spLocks/>
            </p:cNvSpPr>
            <p:nvPr/>
          </p:nvSpPr>
          <p:spPr bwMode="auto">
            <a:xfrm>
              <a:off x="217488" y="177800"/>
              <a:ext cx="11113" cy="111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2 w 2"/>
                <a:gd name="T5" fmla="*/ 0 h 2"/>
                <a:gd name="T6" fmla="*/ 2 w 2"/>
                <a:gd name="T7" fmla="*/ 1 h 2"/>
                <a:gd name="T8" fmla="*/ 2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0" y="1"/>
                    <a:pt x="1" y="2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Freeform 2955"/>
            <p:cNvSpPr>
              <a:spLocks/>
            </p:cNvSpPr>
            <p:nvPr/>
          </p:nvSpPr>
          <p:spPr bwMode="auto">
            <a:xfrm>
              <a:off x="169863" y="182563"/>
              <a:ext cx="58738" cy="23812"/>
            </a:xfrm>
            <a:custGeom>
              <a:avLst/>
              <a:gdLst>
                <a:gd name="T0" fmla="*/ 1 w 10"/>
                <a:gd name="T1" fmla="*/ 4 h 4"/>
                <a:gd name="T2" fmla="*/ 10 w 10"/>
                <a:gd name="T3" fmla="*/ 0 h 4"/>
                <a:gd name="T4" fmla="*/ 10 w 10"/>
                <a:gd name="T5" fmla="*/ 0 h 4"/>
                <a:gd name="T6" fmla="*/ 1 w 10"/>
                <a:gd name="T7" fmla="*/ 4 h 4"/>
                <a:gd name="T8" fmla="*/ 1 w 10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4">
                  <a:moveTo>
                    <a:pt x="1" y="4"/>
                  </a:moveTo>
                  <a:cubicBezTo>
                    <a:pt x="4" y="2"/>
                    <a:pt x="6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0"/>
                    <a:pt x="3" y="2"/>
                    <a:pt x="1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Freeform 2956"/>
            <p:cNvSpPr>
              <a:spLocks/>
            </p:cNvSpPr>
            <p:nvPr/>
          </p:nvSpPr>
          <p:spPr bwMode="auto">
            <a:xfrm>
              <a:off x="123825" y="219075"/>
              <a:ext cx="39688" cy="22225"/>
            </a:xfrm>
            <a:custGeom>
              <a:avLst/>
              <a:gdLst>
                <a:gd name="T0" fmla="*/ 0 w 7"/>
                <a:gd name="T1" fmla="*/ 4 h 4"/>
                <a:gd name="T2" fmla="*/ 7 w 7"/>
                <a:gd name="T3" fmla="*/ 0 h 4"/>
                <a:gd name="T4" fmla="*/ 6 w 7"/>
                <a:gd name="T5" fmla="*/ 0 h 4"/>
                <a:gd name="T6" fmla="*/ 0 w 7"/>
                <a:gd name="T7" fmla="*/ 3 h 4"/>
                <a:gd name="T8" fmla="*/ 0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0" y="4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4" y="1"/>
                    <a:pt x="2" y="2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Freeform 2957"/>
            <p:cNvSpPr>
              <a:spLocks/>
            </p:cNvSpPr>
            <p:nvPr/>
          </p:nvSpPr>
          <p:spPr bwMode="auto">
            <a:xfrm>
              <a:off x="123825" y="212725"/>
              <a:ext cx="34925" cy="23812"/>
            </a:xfrm>
            <a:custGeom>
              <a:avLst/>
              <a:gdLst>
                <a:gd name="T0" fmla="*/ 6 w 6"/>
                <a:gd name="T1" fmla="*/ 0 h 4"/>
                <a:gd name="T2" fmla="*/ 0 w 6"/>
                <a:gd name="T3" fmla="*/ 4 h 4"/>
                <a:gd name="T4" fmla="*/ 0 w 6"/>
                <a:gd name="T5" fmla="*/ 4 h 4"/>
                <a:gd name="T6" fmla="*/ 6 w 6"/>
                <a:gd name="T7" fmla="*/ 0 h 4"/>
                <a:gd name="T8" fmla="*/ 6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0"/>
                  </a:moveTo>
                  <a:cubicBezTo>
                    <a:pt x="4" y="2"/>
                    <a:pt x="2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4" y="2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Freeform 2958"/>
            <p:cNvSpPr>
              <a:spLocks/>
            </p:cNvSpPr>
            <p:nvPr/>
          </p:nvSpPr>
          <p:spPr bwMode="auto">
            <a:xfrm>
              <a:off x="176213" y="171450"/>
              <a:ext cx="46038" cy="34925"/>
            </a:xfrm>
            <a:custGeom>
              <a:avLst/>
              <a:gdLst>
                <a:gd name="T0" fmla="*/ 8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8 w 8"/>
                <a:gd name="T7" fmla="*/ 1 h 6"/>
                <a:gd name="T8" fmla="*/ 8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8" y="0"/>
                  </a:moveTo>
                  <a:cubicBezTo>
                    <a:pt x="5" y="2"/>
                    <a:pt x="2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4"/>
                    <a:pt x="5" y="2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Freeform 2959"/>
            <p:cNvSpPr>
              <a:spLocks/>
            </p:cNvSpPr>
            <p:nvPr/>
          </p:nvSpPr>
          <p:spPr bwMode="auto">
            <a:xfrm>
              <a:off x="163513" y="171450"/>
              <a:ext cx="58738" cy="28575"/>
            </a:xfrm>
            <a:custGeom>
              <a:avLst/>
              <a:gdLst>
                <a:gd name="T0" fmla="*/ 1 w 10"/>
                <a:gd name="T1" fmla="*/ 5 h 5"/>
                <a:gd name="T2" fmla="*/ 9 w 10"/>
                <a:gd name="T3" fmla="*/ 0 h 5"/>
                <a:gd name="T4" fmla="*/ 9 w 10"/>
                <a:gd name="T5" fmla="*/ 0 h 5"/>
                <a:gd name="T6" fmla="*/ 1 w 10"/>
                <a:gd name="T7" fmla="*/ 5 h 5"/>
                <a:gd name="T8" fmla="*/ 1 w 10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5">
                  <a:moveTo>
                    <a:pt x="1" y="5"/>
                  </a:moveTo>
                  <a:cubicBezTo>
                    <a:pt x="4" y="3"/>
                    <a:pt x="6" y="1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1"/>
                    <a:pt x="3" y="3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Freeform 2960"/>
            <p:cNvSpPr>
              <a:spLocks/>
            </p:cNvSpPr>
            <p:nvPr/>
          </p:nvSpPr>
          <p:spPr bwMode="auto">
            <a:xfrm>
              <a:off x="111125" y="206375"/>
              <a:ext cx="47625" cy="30162"/>
            </a:xfrm>
            <a:custGeom>
              <a:avLst/>
              <a:gdLst>
                <a:gd name="T0" fmla="*/ 1 w 8"/>
                <a:gd name="T1" fmla="*/ 5 h 5"/>
                <a:gd name="T2" fmla="*/ 8 w 8"/>
                <a:gd name="T3" fmla="*/ 0 h 5"/>
                <a:gd name="T4" fmla="*/ 8 w 8"/>
                <a:gd name="T5" fmla="*/ 0 h 5"/>
                <a:gd name="T6" fmla="*/ 0 w 8"/>
                <a:gd name="T7" fmla="*/ 5 h 5"/>
                <a:gd name="T8" fmla="*/ 1 w 8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1" y="5"/>
                  </a:moveTo>
                  <a:cubicBezTo>
                    <a:pt x="3" y="4"/>
                    <a:pt x="6" y="2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2961"/>
            <p:cNvSpPr>
              <a:spLocks/>
            </p:cNvSpPr>
            <p:nvPr/>
          </p:nvSpPr>
          <p:spPr bwMode="auto">
            <a:xfrm>
              <a:off x="106363" y="158750"/>
              <a:ext cx="104775" cy="77787"/>
            </a:xfrm>
            <a:custGeom>
              <a:avLst/>
              <a:gdLst>
                <a:gd name="T0" fmla="*/ 18 w 18"/>
                <a:gd name="T1" fmla="*/ 1 h 13"/>
                <a:gd name="T2" fmla="*/ 0 w 18"/>
                <a:gd name="T3" fmla="*/ 13 h 13"/>
                <a:gd name="T4" fmla="*/ 1 w 18"/>
                <a:gd name="T5" fmla="*/ 13 h 13"/>
                <a:gd name="T6" fmla="*/ 18 w 18"/>
                <a:gd name="T7" fmla="*/ 1 h 13"/>
                <a:gd name="T8" fmla="*/ 18 w 18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18" y="1"/>
                  </a:moveTo>
                  <a:cubicBezTo>
                    <a:pt x="12" y="5"/>
                    <a:pt x="6" y="9"/>
                    <a:pt x="0" y="13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6" y="9"/>
                    <a:pt x="12" y="5"/>
                    <a:pt x="18" y="1"/>
                  </a:cubicBezTo>
                  <a:cubicBezTo>
                    <a:pt x="18" y="1"/>
                    <a:pt x="18" y="0"/>
                    <a:pt x="1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Freeform 2962"/>
            <p:cNvSpPr>
              <a:spLocks/>
            </p:cNvSpPr>
            <p:nvPr/>
          </p:nvSpPr>
          <p:spPr bwMode="auto">
            <a:xfrm>
              <a:off x="222250" y="136525"/>
              <a:ext cx="23813" cy="17462"/>
            </a:xfrm>
            <a:custGeom>
              <a:avLst/>
              <a:gdLst>
                <a:gd name="T0" fmla="*/ 4 w 4"/>
                <a:gd name="T1" fmla="*/ 0 h 3"/>
                <a:gd name="T2" fmla="*/ 0 w 4"/>
                <a:gd name="T3" fmla="*/ 3 h 3"/>
                <a:gd name="T4" fmla="*/ 0 w 4"/>
                <a:gd name="T5" fmla="*/ 3 h 3"/>
                <a:gd name="T6" fmla="*/ 4 w 4"/>
                <a:gd name="T7" fmla="*/ 0 h 3"/>
                <a:gd name="T8" fmla="*/ 4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3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Freeform 2963"/>
            <p:cNvSpPr>
              <a:spLocks/>
            </p:cNvSpPr>
            <p:nvPr/>
          </p:nvSpPr>
          <p:spPr bwMode="auto">
            <a:xfrm>
              <a:off x="228600" y="136525"/>
              <a:ext cx="17463" cy="17462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2 h 3"/>
                <a:gd name="T4" fmla="*/ 3 w 3"/>
                <a:gd name="T5" fmla="*/ 0 h 3"/>
                <a:gd name="T6" fmla="*/ 3 w 3"/>
                <a:gd name="T7" fmla="*/ 0 h 3"/>
                <a:gd name="T8" fmla="*/ 0 w 3"/>
                <a:gd name="T9" fmla="*/ 3 h 3"/>
                <a:gd name="T10" fmla="*/ 0 w 3"/>
                <a:gd name="T11" fmla="*/ 3 h 3"/>
                <a:gd name="T12" fmla="*/ 3 w 3"/>
                <a:gd name="T13" fmla="*/ 1 h 3"/>
                <a:gd name="T14" fmla="*/ 3 w 3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2"/>
                    <a:pt x="2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2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Freeform 2964"/>
            <p:cNvSpPr>
              <a:spLocks/>
            </p:cNvSpPr>
            <p:nvPr/>
          </p:nvSpPr>
          <p:spPr bwMode="auto">
            <a:xfrm>
              <a:off x="93663" y="136525"/>
              <a:ext cx="152400" cy="82550"/>
            </a:xfrm>
            <a:custGeom>
              <a:avLst/>
              <a:gdLst>
                <a:gd name="T0" fmla="*/ 0 w 26"/>
                <a:gd name="T1" fmla="*/ 14 h 14"/>
                <a:gd name="T2" fmla="*/ 12 w 26"/>
                <a:gd name="T3" fmla="*/ 8 h 14"/>
                <a:gd name="T4" fmla="*/ 26 w 26"/>
                <a:gd name="T5" fmla="*/ 0 h 14"/>
                <a:gd name="T6" fmla="*/ 26 w 26"/>
                <a:gd name="T7" fmla="*/ 0 h 14"/>
                <a:gd name="T8" fmla="*/ 17 w 26"/>
                <a:gd name="T9" fmla="*/ 4 h 14"/>
                <a:gd name="T10" fmla="*/ 0 w 26"/>
                <a:gd name="T11" fmla="*/ 14 h 14"/>
                <a:gd name="T12" fmla="*/ 0 w 26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4">
                  <a:moveTo>
                    <a:pt x="0" y="14"/>
                  </a:moveTo>
                  <a:cubicBezTo>
                    <a:pt x="4" y="12"/>
                    <a:pt x="8" y="10"/>
                    <a:pt x="12" y="8"/>
                  </a:cubicBezTo>
                  <a:cubicBezTo>
                    <a:pt x="16" y="5"/>
                    <a:pt x="20" y="1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20" y="2"/>
                    <a:pt x="17" y="4"/>
                  </a:cubicBezTo>
                  <a:cubicBezTo>
                    <a:pt x="12" y="8"/>
                    <a:pt x="6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Freeform 2965"/>
            <p:cNvSpPr>
              <a:spLocks/>
            </p:cNvSpPr>
            <p:nvPr/>
          </p:nvSpPr>
          <p:spPr bwMode="auto">
            <a:xfrm>
              <a:off x="87313" y="112713"/>
              <a:ext cx="158750" cy="106362"/>
            </a:xfrm>
            <a:custGeom>
              <a:avLst/>
              <a:gdLst>
                <a:gd name="T0" fmla="*/ 27 w 27"/>
                <a:gd name="T1" fmla="*/ 0 h 18"/>
                <a:gd name="T2" fmla="*/ 0 w 27"/>
                <a:gd name="T3" fmla="*/ 18 h 18"/>
                <a:gd name="T4" fmla="*/ 0 w 27"/>
                <a:gd name="T5" fmla="*/ 18 h 18"/>
                <a:gd name="T6" fmla="*/ 27 w 27"/>
                <a:gd name="T7" fmla="*/ 0 h 18"/>
                <a:gd name="T8" fmla="*/ 27 w 27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8">
                  <a:moveTo>
                    <a:pt x="27" y="0"/>
                  </a:moveTo>
                  <a:cubicBezTo>
                    <a:pt x="18" y="6"/>
                    <a:pt x="9" y="12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2"/>
                    <a:pt x="19" y="6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Freeform 2966"/>
            <p:cNvSpPr>
              <a:spLocks/>
            </p:cNvSpPr>
            <p:nvPr/>
          </p:nvSpPr>
          <p:spPr bwMode="auto">
            <a:xfrm>
              <a:off x="234950" y="106363"/>
              <a:ext cx="11113" cy="17462"/>
            </a:xfrm>
            <a:custGeom>
              <a:avLst/>
              <a:gdLst>
                <a:gd name="T0" fmla="*/ 2 w 2"/>
                <a:gd name="T1" fmla="*/ 1 h 3"/>
                <a:gd name="T2" fmla="*/ 2 w 2"/>
                <a:gd name="T3" fmla="*/ 0 h 3"/>
                <a:gd name="T4" fmla="*/ 2 w 2"/>
                <a:gd name="T5" fmla="*/ 0 h 3"/>
                <a:gd name="T6" fmla="*/ 2 w 2"/>
                <a:gd name="T7" fmla="*/ 1 h 3"/>
                <a:gd name="T8" fmla="*/ 2 w 2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3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Freeform 2967"/>
            <p:cNvSpPr>
              <a:spLocks/>
            </p:cNvSpPr>
            <p:nvPr/>
          </p:nvSpPr>
          <p:spPr bwMode="auto">
            <a:xfrm>
              <a:off x="158750" y="106363"/>
              <a:ext cx="87313" cy="47625"/>
            </a:xfrm>
            <a:custGeom>
              <a:avLst/>
              <a:gdLst>
                <a:gd name="T0" fmla="*/ 1 w 15"/>
                <a:gd name="T1" fmla="*/ 8 h 8"/>
                <a:gd name="T2" fmla="*/ 15 w 15"/>
                <a:gd name="T3" fmla="*/ 1 h 8"/>
                <a:gd name="T4" fmla="*/ 15 w 15"/>
                <a:gd name="T5" fmla="*/ 0 h 8"/>
                <a:gd name="T6" fmla="*/ 0 w 15"/>
                <a:gd name="T7" fmla="*/ 8 h 8"/>
                <a:gd name="T8" fmla="*/ 1 w 1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" y="8"/>
                  </a:moveTo>
                  <a:cubicBezTo>
                    <a:pt x="5" y="5"/>
                    <a:pt x="10" y="3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3"/>
                    <a:pt x="5" y="5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Freeform 2968"/>
            <p:cNvSpPr>
              <a:spLocks/>
            </p:cNvSpPr>
            <p:nvPr/>
          </p:nvSpPr>
          <p:spPr bwMode="auto">
            <a:xfrm>
              <a:off x="58738" y="165100"/>
              <a:ext cx="87313" cy="53975"/>
            </a:xfrm>
            <a:custGeom>
              <a:avLst/>
              <a:gdLst>
                <a:gd name="T0" fmla="*/ 0 w 15"/>
                <a:gd name="T1" fmla="*/ 9 h 9"/>
                <a:gd name="T2" fmla="*/ 14 w 15"/>
                <a:gd name="T3" fmla="*/ 0 h 9"/>
                <a:gd name="T4" fmla="*/ 14 w 15"/>
                <a:gd name="T5" fmla="*/ 0 h 9"/>
                <a:gd name="T6" fmla="*/ 0 w 15"/>
                <a:gd name="T7" fmla="*/ 9 h 9"/>
                <a:gd name="T8" fmla="*/ 0 w 1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0" y="9"/>
                  </a:moveTo>
                  <a:cubicBezTo>
                    <a:pt x="5" y="6"/>
                    <a:pt x="10" y="3"/>
                    <a:pt x="14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9" y="3"/>
                    <a:pt x="5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Freeform 2969"/>
            <p:cNvSpPr>
              <a:spLocks/>
            </p:cNvSpPr>
            <p:nvPr/>
          </p:nvSpPr>
          <p:spPr bwMode="auto">
            <a:xfrm>
              <a:off x="58738" y="165100"/>
              <a:ext cx="69850" cy="53975"/>
            </a:xfrm>
            <a:custGeom>
              <a:avLst/>
              <a:gdLst>
                <a:gd name="T0" fmla="*/ 12 w 12"/>
                <a:gd name="T1" fmla="*/ 0 h 9"/>
                <a:gd name="T2" fmla="*/ 0 w 12"/>
                <a:gd name="T3" fmla="*/ 9 h 9"/>
                <a:gd name="T4" fmla="*/ 0 w 12"/>
                <a:gd name="T5" fmla="*/ 9 h 9"/>
                <a:gd name="T6" fmla="*/ 12 w 12"/>
                <a:gd name="T7" fmla="*/ 0 h 9"/>
                <a:gd name="T8" fmla="*/ 12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12" y="0"/>
                  </a:moveTo>
                  <a:cubicBezTo>
                    <a:pt x="8" y="3"/>
                    <a:pt x="4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6"/>
                    <a:pt x="8" y="3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9" name="Freeform 2970"/>
            <p:cNvSpPr>
              <a:spLocks/>
            </p:cNvSpPr>
            <p:nvPr/>
          </p:nvSpPr>
          <p:spPr bwMode="auto">
            <a:xfrm>
              <a:off x="169863" y="100013"/>
              <a:ext cx="76200" cy="41275"/>
            </a:xfrm>
            <a:custGeom>
              <a:avLst/>
              <a:gdLst>
                <a:gd name="T0" fmla="*/ 13 w 13"/>
                <a:gd name="T1" fmla="*/ 0 h 7"/>
                <a:gd name="T2" fmla="*/ 0 w 13"/>
                <a:gd name="T3" fmla="*/ 7 h 7"/>
                <a:gd name="T4" fmla="*/ 0 w 13"/>
                <a:gd name="T5" fmla="*/ 7 h 7"/>
                <a:gd name="T6" fmla="*/ 13 w 13"/>
                <a:gd name="T7" fmla="*/ 0 h 7"/>
                <a:gd name="T8" fmla="*/ 13 w 1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3" y="0"/>
                  </a:moveTo>
                  <a:cubicBezTo>
                    <a:pt x="8" y="2"/>
                    <a:pt x="4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9" y="2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0" name="Freeform 2971"/>
            <p:cNvSpPr>
              <a:spLocks/>
            </p:cNvSpPr>
            <p:nvPr/>
          </p:nvSpPr>
          <p:spPr bwMode="auto">
            <a:xfrm>
              <a:off x="176213" y="88900"/>
              <a:ext cx="69850" cy="34925"/>
            </a:xfrm>
            <a:custGeom>
              <a:avLst/>
              <a:gdLst>
                <a:gd name="T0" fmla="*/ 0 w 12"/>
                <a:gd name="T1" fmla="*/ 6 h 6"/>
                <a:gd name="T2" fmla="*/ 12 w 12"/>
                <a:gd name="T3" fmla="*/ 0 h 6"/>
                <a:gd name="T4" fmla="*/ 12 w 12"/>
                <a:gd name="T5" fmla="*/ 0 h 6"/>
                <a:gd name="T6" fmla="*/ 0 w 12"/>
                <a:gd name="T7" fmla="*/ 6 h 6"/>
                <a:gd name="T8" fmla="*/ 0 w 1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0" y="6"/>
                  </a:moveTo>
                  <a:cubicBezTo>
                    <a:pt x="4" y="4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Freeform 2972"/>
            <p:cNvSpPr>
              <a:spLocks/>
            </p:cNvSpPr>
            <p:nvPr/>
          </p:nvSpPr>
          <p:spPr bwMode="auto">
            <a:xfrm>
              <a:off x="41275" y="165100"/>
              <a:ext cx="69850" cy="41275"/>
            </a:xfrm>
            <a:custGeom>
              <a:avLst/>
              <a:gdLst>
                <a:gd name="T0" fmla="*/ 1 w 12"/>
                <a:gd name="T1" fmla="*/ 7 h 7"/>
                <a:gd name="T2" fmla="*/ 12 w 12"/>
                <a:gd name="T3" fmla="*/ 0 h 7"/>
                <a:gd name="T4" fmla="*/ 12 w 12"/>
                <a:gd name="T5" fmla="*/ 0 h 7"/>
                <a:gd name="T6" fmla="*/ 1 w 12"/>
                <a:gd name="T7" fmla="*/ 7 h 7"/>
                <a:gd name="T8" fmla="*/ 1 w 1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" y="7"/>
                  </a:moveTo>
                  <a:cubicBezTo>
                    <a:pt x="5" y="4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2"/>
                    <a:pt x="4" y="4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Freeform 2973"/>
            <p:cNvSpPr>
              <a:spLocks/>
            </p:cNvSpPr>
            <p:nvPr/>
          </p:nvSpPr>
          <p:spPr bwMode="auto">
            <a:xfrm>
              <a:off x="41275" y="165100"/>
              <a:ext cx="69850" cy="41275"/>
            </a:xfrm>
            <a:custGeom>
              <a:avLst/>
              <a:gdLst>
                <a:gd name="T0" fmla="*/ 12 w 12"/>
                <a:gd name="T1" fmla="*/ 0 h 7"/>
                <a:gd name="T2" fmla="*/ 0 w 12"/>
                <a:gd name="T3" fmla="*/ 7 h 7"/>
                <a:gd name="T4" fmla="*/ 1 w 12"/>
                <a:gd name="T5" fmla="*/ 7 h 7"/>
                <a:gd name="T6" fmla="*/ 12 w 12"/>
                <a:gd name="T7" fmla="*/ 0 h 7"/>
                <a:gd name="T8" fmla="*/ 12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2" y="0"/>
                  </a:moveTo>
                  <a:cubicBezTo>
                    <a:pt x="8" y="2"/>
                    <a:pt x="4" y="5"/>
                    <a:pt x="0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4" y="5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Freeform 2974"/>
            <p:cNvSpPr>
              <a:spLocks/>
            </p:cNvSpPr>
            <p:nvPr/>
          </p:nvSpPr>
          <p:spPr bwMode="auto">
            <a:xfrm>
              <a:off x="176213" y="88900"/>
              <a:ext cx="58738" cy="34925"/>
            </a:xfrm>
            <a:custGeom>
              <a:avLst/>
              <a:gdLst>
                <a:gd name="T0" fmla="*/ 9 w 10"/>
                <a:gd name="T1" fmla="*/ 0 h 6"/>
                <a:gd name="T2" fmla="*/ 0 w 10"/>
                <a:gd name="T3" fmla="*/ 5 h 6"/>
                <a:gd name="T4" fmla="*/ 1 w 10"/>
                <a:gd name="T5" fmla="*/ 5 h 6"/>
                <a:gd name="T6" fmla="*/ 9 w 10"/>
                <a:gd name="T7" fmla="*/ 0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2"/>
                    <a:pt x="3" y="4"/>
                    <a:pt x="0" y="5"/>
                  </a:cubicBezTo>
                  <a:cubicBezTo>
                    <a:pt x="0" y="5"/>
                    <a:pt x="0" y="6"/>
                    <a:pt x="1" y="5"/>
                  </a:cubicBezTo>
                  <a:cubicBezTo>
                    <a:pt x="3" y="4"/>
                    <a:pt x="6" y="2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Freeform 2975"/>
            <p:cNvSpPr>
              <a:spLocks/>
            </p:cNvSpPr>
            <p:nvPr/>
          </p:nvSpPr>
          <p:spPr bwMode="auto">
            <a:xfrm>
              <a:off x="176213" y="82550"/>
              <a:ext cx="52388" cy="30162"/>
            </a:xfrm>
            <a:custGeom>
              <a:avLst/>
              <a:gdLst>
                <a:gd name="T0" fmla="*/ 0 w 9"/>
                <a:gd name="T1" fmla="*/ 5 h 5"/>
                <a:gd name="T2" fmla="*/ 8 w 9"/>
                <a:gd name="T3" fmla="*/ 1 h 5"/>
                <a:gd name="T4" fmla="*/ 8 w 9"/>
                <a:gd name="T5" fmla="*/ 0 h 5"/>
                <a:gd name="T6" fmla="*/ 0 w 9"/>
                <a:gd name="T7" fmla="*/ 5 h 5"/>
                <a:gd name="T8" fmla="*/ 0 w 9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cubicBezTo>
                    <a:pt x="3" y="4"/>
                    <a:pt x="6" y="2"/>
                    <a:pt x="8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6" y="2"/>
                    <a:pt x="3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Freeform 2976"/>
            <p:cNvSpPr>
              <a:spLocks/>
            </p:cNvSpPr>
            <p:nvPr/>
          </p:nvSpPr>
          <p:spPr bwMode="auto">
            <a:xfrm>
              <a:off x="34925" y="153988"/>
              <a:ext cx="65088" cy="41275"/>
            </a:xfrm>
            <a:custGeom>
              <a:avLst/>
              <a:gdLst>
                <a:gd name="T0" fmla="*/ 9 w 11"/>
                <a:gd name="T1" fmla="*/ 0 h 7"/>
                <a:gd name="T2" fmla="*/ 0 w 11"/>
                <a:gd name="T3" fmla="*/ 7 h 7"/>
                <a:gd name="T4" fmla="*/ 0 w 11"/>
                <a:gd name="T5" fmla="*/ 7 h 7"/>
                <a:gd name="T6" fmla="*/ 2 w 11"/>
                <a:gd name="T7" fmla="*/ 6 h 7"/>
                <a:gd name="T8" fmla="*/ 0 w 11"/>
                <a:gd name="T9" fmla="*/ 7 h 7"/>
                <a:gd name="T10" fmla="*/ 0 w 11"/>
                <a:gd name="T11" fmla="*/ 7 h 7"/>
                <a:gd name="T12" fmla="*/ 11 w 11"/>
                <a:gd name="T13" fmla="*/ 1 h 7"/>
                <a:gd name="T14" fmla="*/ 11 w 11"/>
                <a:gd name="T15" fmla="*/ 1 h 7"/>
                <a:gd name="T16" fmla="*/ 4 w 11"/>
                <a:gd name="T17" fmla="*/ 5 h 7"/>
                <a:gd name="T18" fmla="*/ 1 w 11"/>
                <a:gd name="T19" fmla="*/ 6 h 7"/>
                <a:gd name="T20" fmla="*/ 0 w 11"/>
                <a:gd name="T21" fmla="*/ 7 h 7"/>
                <a:gd name="T22" fmla="*/ 1 w 11"/>
                <a:gd name="T23" fmla="*/ 6 h 7"/>
                <a:gd name="T24" fmla="*/ 1 w 11"/>
                <a:gd name="T25" fmla="*/ 7 h 7"/>
                <a:gd name="T26" fmla="*/ 1 w 11"/>
                <a:gd name="T27" fmla="*/ 7 h 7"/>
                <a:gd name="T28" fmla="*/ 4 w 11"/>
                <a:gd name="T29" fmla="*/ 4 h 7"/>
                <a:gd name="T30" fmla="*/ 9 w 11"/>
                <a:gd name="T31" fmla="*/ 0 h 7"/>
                <a:gd name="T32" fmla="*/ 9 w 11"/>
                <a:gd name="T3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7">
                  <a:moveTo>
                    <a:pt x="9" y="0"/>
                  </a:moveTo>
                  <a:cubicBezTo>
                    <a:pt x="6" y="2"/>
                    <a:pt x="3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3" y="7"/>
                    <a:pt x="2" y="6"/>
                  </a:cubicBezTo>
                  <a:cubicBezTo>
                    <a:pt x="2" y="5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7" y="3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9" y="2"/>
                    <a:pt x="7" y="4"/>
                    <a:pt x="4" y="5"/>
                  </a:cubicBezTo>
                  <a:cubicBezTo>
                    <a:pt x="3" y="5"/>
                    <a:pt x="2" y="6"/>
                    <a:pt x="1" y="6"/>
                  </a:cubicBezTo>
                  <a:cubicBezTo>
                    <a:pt x="1" y="6"/>
                    <a:pt x="1" y="7"/>
                    <a:pt x="0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2" y="6"/>
                    <a:pt x="3" y="5"/>
                    <a:pt x="4" y="4"/>
                  </a:cubicBezTo>
                  <a:cubicBezTo>
                    <a:pt x="5" y="3"/>
                    <a:pt x="7" y="1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Freeform 2977"/>
            <p:cNvSpPr>
              <a:spLocks/>
            </p:cNvSpPr>
            <p:nvPr/>
          </p:nvSpPr>
          <p:spPr bwMode="auto">
            <a:xfrm>
              <a:off x="169863" y="65088"/>
              <a:ext cx="58738" cy="34925"/>
            </a:xfrm>
            <a:custGeom>
              <a:avLst/>
              <a:gdLst>
                <a:gd name="T0" fmla="*/ 10 w 10"/>
                <a:gd name="T1" fmla="*/ 0 h 6"/>
                <a:gd name="T2" fmla="*/ 1 w 10"/>
                <a:gd name="T3" fmla="*/ 6 h 6"/>
                <a:gd name="T4" fmla="*/ 1 w 10"/>
                <a:gd name="T5" fmla="*/ 6 h 6"/>
                <a:gd name="T6" fmla="*/ 10 w 10"/>
                <a:gd name="T7" fmla="*/ 0 h 6"/>
                <a:gd name="T8" fmla="*/ 10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0"/>
                  </a:moveTo>
                  <a:cubicBezTo>
                    <a:pt x="7" y="2"/>
                    <a:pt x="4" y="4"/>
                    <a:pt x="1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4" y="4"/>
                    <a:pt x="7" y="2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Freeform 2978"/>
            <p:cNvSpPr>
              <a:spLocks/>
            </p:cNvSpPr>
            <p:nvPr/>
          </p:nvSpPr>
          <p:spPr bwMode="auto">
            <a:xfrm>
              <a:off x="163513" y="58738"/>
              <a:ext cx="65088" cy="30162"/>
            </a:xfrm>
            <a:custGeom>
              <a:avLst/>
              <a:gdLst>
                <a:gd name="T0" fmla="*/ 1 w 11"/>
                <a:gd name="T1" fmla="*/ 5 h 5"/>
                <a:gd name="T2" fmla="*/ 11 w 11"/>
                <a:gd name="T3" fmla="*/ 0 h 5"/>
                <a:gd name="T4" fmla="*/ 11 w 11"/>
                <a:gd name="T5" fmla="*/ 0 h 5"/>
                <a:gd name="T6" fmla="*/ 0 w 11"/>
                <a:gd name="T7" fmla="*/ 5 h 5"/>
                <a:gd name="T8" fmla="*/ 1 w 11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" y="5"/>
                  </a:moveTo>
                  <a:cubicBezTo>
                    <a:pt x="4" y="3"/>
                    <a:pt x="7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1"/>
                    <a:pt x="4" y="3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Freeform 2979"/>
            <p:cNvSpPr>
              <a:spLocks/>
            </p:cNvSpPr>
            <p:nvPr/>
          </p:nvSpPr>
          <p:spPr bwMode="auto">
            <a:xfrm>
              <a:off x="41275" y="136525"/>
              <a:ext cx="34925" cy="22225"/>
            </a:xfrm>
            <a:custGeom>
              <a:avLst/>
              <a:gdLst>
                <a:gd name="T0" fmla="*/ 0 w 6"/>
                <a:gd name="T1" fmla="*/ 4 h 4"/>
                <a:gd name="T2" fmla="*/ 6 w 6"/>
                <a:gd name="T3" fmla="*/ 0 h 4"/>
                <a:gd name="T4" fmla="*/ 6 w 6"/>
                <a:gd name="T5" fmla="*/ 0 h 4"/>
                <a:gd name="T6" fmla="*/ 0 w 6"/>
                <a:gd name="T7" fmla="*/ 4 h 4"/>
                <a:gd name="T8" fmla="*/ 0 w 6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2" y="3"/>
                    <a:pt x="4" y="2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2"/>
                    <a:pt x="2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Freeform 2980"/>
            <p:cNvSpPr>
              <a:spLocks/>
            </p:cNvSpPr>
            <p:nvPr/>
          </p:nvSpPr>
          <p:spPr bwMode="auto">
            <a:xfrm>
              <a:off x="34925" y="136525"/>
              <a:ext cx="41275" cy="22225"/>
            </a:xfrm>
            <a:custGeom>
              <a:avLst/>
              <a:gdLst>
                <a:gd name="T0" fmla="*/ 7 w 7"/>
                <a:gd name="T1" fmla="*/ 0 h 4"/>
                <a:gd name="T2" fmla="*/ 0 w 7"/>
                <a:gd name="T3" fmla="*/ 4 h 4"/>
                <a:gd name="T4" fmla="*/ 0 w 7"/>
                <a:gd name="T5" fmla="*/ 4 h 4"/>
                <a:gd name="T6" fmla="*/ 7 w 7"/>
                <a:gd name="T7" fmla="*/ 0 h 4"/>
                <a:gd name="T8" fmla="*/ 7 w 7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5" y="1"/>
                    <a:pt x="2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3"/>
                    <a:pt x="5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Freeform 2981"/>
            <p:cNvSpPr>
              <a:spLocks/>
            </p:cNvSpPr>
            <p:nvPr/>
          </p:nvSpPr>
          <p:spPr bwMode="auto">
            <a:xfrm>
              <a:off x="158750" y="47625"/>
              <a:ext cx="63500" cy="34925"/>
            </a:xfrm>
            <a:custGeom>
              <a:avLst/>
              <a:gdLst>
                <a:gd name="T0" fmla="*/ 11 w 11"/>
                <a:gd name="T1" fmla="*/ 0 h 6"/>
                <a:gd name="T2" fmla="*/ 0 w 11"/>
                <a:gd name="T3" fmla="*/ 6 h 6"/>
                <a:gd name="T4" fmla="*/ 0 w 11"/>
                <a:gd name="T5" fmla="*/ 6 h 6"/>
                <a:gd name="T6" fmla="*/ 11 w 11"/>
                <a:gd name="T7" fmla="*/ 0 h 6"/>
                <a:gd name="T8" fmla="*/ 11 w 1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11" y="0"/>
                  </a:moveTo>
                  <a:cubicBezTo>
                    <a:pt x="7" y="2"/>
                    <a:pt x="4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7" y="2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Freeform 2982"/>
            <p:cNvSpPr>
              <a:spLocks/>
            </p:cNvSpPr>
            <p:nvPr/>
          </p:nvSpPr>
          <p:spPr bwMode="auto">
            <a:xfrm>
              <a:off x="141288" y="41275"/>
              <a:ext cx="76200" cy="34925"/>
            </a:xfrm>
            <a:custGeom>
              <a:avLst/>
              <a:gdLst>
                <a:gd name="T0" fmla="*/ 0 w 13"/>
                <a:gd name="T1" fmla="*/ 6 h 6"/>
                <a:gd name="T2" fmla="*/ 13 w 13"/>
                <a:gd name="T3" fmla="*/ 0 h 6"/>
                <a:gd name="T4" fmla="*/ 13 w 13"/>
                <a:gd name="T5" fmla="*/ 0 h 6"/>
                <a:gd name="T6" fmla="*/ 0 w 13"/>
                <a:gd name="T7" fmla="*/ 6 h 6"/>
                <a:gd name="T8" fmla="*/ 0 w 13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6">
                  <a:moveTo>
                    <a:pt x="0" y="6"/>
                  </a:moveTo>
                  <a:cubicBezTo>
                    <a:pt x="4" y="4"/>
                    <a:pt x="9" y="2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2" name="Freeform 2983"/>
            <p:cNvSpPr>
              <a:spLocks/>
            </p:cNvSpPr>
            <p:nvPr/>
          </p:nvSpPr>
          <p:spPr bwMode="auto">
            <a:xfrm>
              <a:off x="11113" y="112713"/>
              <a:ext cx="71438" cy="34925"/>
            </a:xfrm>
            <a:custGeom>
              <a:avLst/>
              <a:gdLst>
                <a:gd name="T0" fmla="*/ 1 w 12"/>
                <a:gd name="T1" fmla="*/ 6 h 6"/>
                <a:gd name="T2" fmla="*/ 12 w 12"/>
                <a:gd name="T3" fmla="*/ 0 h 6"/>
                <a:gd name="T4" fmla="*/ 12 w 12"/>
                <a:gd name="T5" fmla="*/ 0 h 6"/>
                <a:gd name="T6" fmla="*/ 0 w 12"/>
                <a:gd name="T7" fmla="*/ 6 h 6"/>
                <a:gd name="T8" fmla="*/ 1 w 1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1" y="6"/>
                  </a:moveTo>
                  <a:cubicBezTo>
                    <a:pt x="4" y="4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3" name="Freeform 2984"/>
            <p:cNvSpPr>
              <a:spLocks/>
            </p:cNvSpPr>
            <p:nvPr/>
          </p:nvSpPr>
          <p:spPr bwMode="auto">
            <a:xfrm>
              <a:off x="11113" y="106363"/>
              <a:ext cx="71438" cy="41275"/>
            </a:xfrm>
            <a:custGeom>
              <a:avLst/>
              <a:gdLst>
                <a:gd name="T0" fmla="*/ 12 w 12"/>
                <a:gd name="T1" fmla="*/ 0 h 7"/>
                <a:gd name="T2" fmla="*/ 0 w 12"/>
                <a:gd name="T3" fmla="*/ 7 h 7"/>
                <a:gd name="T4" fmla="*/ 0 w 12"/>
                <a:gd name="T5" fmla="*/ 7 h 7"/>
                <a:gd name="T6" fmla="*/ 12 w 12"/>
                <a:gd name="T7" fmla="*/ 0 h 7"/>
                <a:gd name="T8" fmla="*/ 12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2" y="0"/>
                  </a:moveTo>
                  <a:cubicBezTo>
                    <a:pt x="8" y="2"/>
                    <a:pt x="4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4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4" name="Freeform 2985"/>
            <p:cNvSpPr>
              <a:spLocks/>
            </p:cNvSpPr>
            <p:nvPr/>
          </p:nvSpPr>
          <p:spPr bwMode="auto">
            <a:xfrm>
              <a:off x="128588" y="30163"/>
              <a:ext cx="76200" cy="46037"/>
            </a:xfrm>
            <a:custGeom>
              <a:avLst/>
              <a:gdLst>
                <a:gd name="T0" fmla="*/ 13 w 13"/>
                <a:gd name="T1" fmla="*/ 0 h 8"/>
                <a:gd name="T2" fmla="*/ 0 w 13"/>
                <a:gd name="T3" fmla="*/ 8 h 8"/>
                <a:gd name="T4" fmla="*/ 0 w 13"/>
                <a:gd name="T5" fmla="*/ 8 h 8"/>
                <a:gd name="T6" fmla="*/ 13 w 13"/>
                <a:gd name="T7" fmla="*/ 0 h 8"/>
                <a:gd name="T8" fmla="*/ 13 w 1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8">
                  <a:moveTo>
                    <a:pt x="13" y="0"/>
                  </a:moveTo>
                  <a:cubicBezTo>
                    <a:pt x="9" y="3"/>
                    <a:pt x="4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6"/>
                    <a:pt x="9" y="3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Freeform 2986"/>
            <p:cNvSpPr>
              <a:spLocks/>
            </p:cNvSpPr>
            <p:nvPr/>
          </p:nvSpPr>
          <p:spPr bwMode="auto">
            <a:xfrm>
              <a:off x="11113" y="23813"/>
              <a:ext cx="188913" cy="100012"/>
            </a:xfrm>
            <a:custGeom>
              <a:avLst/>
              <a:gdLst>
                <a:gd name="T0" fmla="*/ 0 w 32"/>
                <a:gd name="T1" fmla="*/ 17 h 17"/>
                <a:gd name="T2" fmla="*/ 32 w 32"/>
                <a:gd name="T3" fmla="*/ 0 h 17"/>
                <a:gd name="T4" fmla="*/ 32 w 32"/>
                <a:gd name="T5" fmla="*/ 0 h 17"/>
                <a:gd name="T6" fmla="*/ 0 w 32"/>
                <a:gd name="T7" fmla="*/ 17 h 17"/>
                <a:gd name="T8" fmla="*/ 0 w 32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7">
                  <a:moveTo>
                    <a:pt x="0" y="17"/>
                  </a:moveTo>
                  <a:cubicBezTo>
                    <a:pt x="11" y="11"/>
                    <a:pt x="21" y="5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1" y="5"/>
                    <a:pt x="11" y="11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Freeform 2987"/>
            <p:cNvSpPr>
              <a:spLocks/>
            </p:cNvSpPr>
            <p:nvPr/>
          </p:nvSpPr>
          <p:spPr bwMode="auto">
            <a:xfrm>
              <a:off x="11113" y="17463"/>
              <a:ext cx="152400" cy="100012"/>
            </a:xfrm>
            <a:custGeom>
              <a:avLst/>
              <a:gdLst>
                <a:gd name="T0" fmla="*/ 26 w 26"/>
                <a:gd name="T1" fmla="*/ 0 h 17"/>
                <a:gd name="T2" fmla="*/ 0 w 26"/>
                <a:gd name="T3" fmla="*/ 16 h 17"/>
                <a:gd name="T4" fmla="*/ 0 w 26"/>
                <a:gd name="T5" fmla="*/ 17 h 17"/>
                <a:gd name="T6" fmla="*/ 26 w 26"/>
                <a:gd name="T7" fmla="*/ 1 h 17"/>
                <a:gd name="T8" fmla="*/ 26 w 26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">
                  <a:moveTo>
                    <a:pt x="26" y="0"/>
                  </a:moveTo>
                  <a:cubicBezTo>
                    <a:pt x="17" y="6"/>
                    <a:pt x="8" y="11"/>
                    <a:pt x="0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8" y="11"/>
                    <a:pt x="17" y="6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Freeform 2988"/>
            <p:cNvSpPr>
              <a:spLocks/>
            </p:cNvSpPr>
            <p:nvPr/>
          </p:nvSpPr>
          <p:spPr bwMode="auto">
            <a:xfrm>
              <a:off x="152400" y="17463"/>
              <a:ext cx="11113" cy="6350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0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Freeform 2989"/>
            <p:cNvSpPr>
              <a:spLocks/>
            </p:cNvSpPr>
            <p:nvPr/>
          </p:nvSpPr>
          <p:spPr bwMode="auto">
            <a:xfrm>
              <a:off x="34925" y="17463"/>
              <a:ext cx="128588" cy="65087"/>
            </a:xfrm>
            <a:custGeom>
              <a:avLst/>
              <a:gdLst>
                <a:gd name="T0" fmla="*/ 1 w 22"/>
                <a:gd name="T1" fmla="*/ 11 h 11"/>
                <a:gd name="T2" fmla="*/ 22 w 22"/>
                <a:gd name="T3" fmla="*/ 0 h 11"/>
                <a:gd name="T4" fmla="*/ 22 w 22"/>
                <a:gd name="T5" fmla="*/ 0 h 11"/>
                <a:gd name="T6" fmla="*/ 1 w 22"/>
                <a:gd name="T7" fmla="*/ 11 h 11"/>
                <a:gd name="T8" fmla="*/ 1 w 22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1">
                  <a:moveTo>
                    <a:pt x="1" y="11"/>
                  </a:moveTo>
                  <a:cubicBezTo>
                    <a:pt x="8" y="7"/>
                    <a:pt x="14" y="3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4" y="3"/>
                    <a:pt x="8" y="7"/>
                    <a:pt x="1" y="11"/>
                  </a:cubicBezTo>
                  <a:cubicBezTo>
                    <a:pt x="0" y="11"/>
                    <a:pt x="1" y="11"/>
                    <a:pt x="1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Freeform 2990"/>
            <p:cNvSpPr>
              <a:spLocks/>
            </p:cNvSpPr>
            <p:nvPr/>
          </p:nvSpPr>
          <p:spPr bwMode="auto">
            <a:xfrm>
              <a:off x="17463" y="88900"/>
              <a:ext cx="17463" cy="6350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0 h 1"/>
                <a:gd name="T4" fmla="*/ 2 w 3"/>
                <a:gd name="T5" fmla="*/ 0 h 1"/>
                <a:gd name="T6" fmla="*/ 0 w 3"/>
                <a:gd name="T7" fmla="*/ 1 h 1"/>
                <a:gd name="T8" fmla="*/ 0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Freeform 2991"/>
            <p:cNvSpPr>
              <a:spLocks/>
            </p:cNvSpPr>
            <p:nvPr/>
          </p:nvSpPr>
          <p:spPr bwMode="auto">
            <a:xfrm>
              <a:off x="34925" y="6350"/>
              <a:ext cx="117475" cy="69850"/>
            </a:xfrm>
            <a:custGeom>
              <a:avLst/>
              <a:gdLst>
                <a:gd name="T0" fmla="*/ 0 w 20"/>
                <a:gd name="T1" fmla="*/ 10 h 12"/>
                <a:gd name="T2" fmla="*/ 18 w 20"/>
                <a:gd name="T3" fmla="*/ 0 h 12"/>
                <a:gd name="T4" fmla="*/ 15 w 20"/>
                <a:gd name="T5" fmla="*/ 3 h 12"/>
                <a:gd name="T6" fmla="*/ 10 w 20"/>
                <a:gd name="T7" fmla="*/ 6 h 12"/>
                <a:gd name="T8" fmla="*/ 1 w 20"/>
                <a:gd name="T9" fmla="*/ 11 h 12"/>
                <a:gd name="T10" fmla="*/ 1 w 20"/>
                <a:gd name="T11" fmla="*/ 12 h 12"/>
                <a:gd name="T12" fmla="*/ 20 w 20"/>
                <a:gd name="T13" fmla="*/ 0 h 12"/>
                <a:gd name="T14" fmla="*/ 20 w 20"/>
                <a:gd name="T15" fmla="*/ 0 h 12"/>
                <a:gd name="T16" fmla="*/ 0 w 20"/>
                <a:gd name="T17" fmla="*/ 10 h 12"/>
                <a:gd name="T18" fmla="*/ 0 w 20"/>
                <a:gd name="T19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12">
                  <a:moveTo>
                    <a:pt x="0" y="10"/>
                  </a:moveTo>
                  <a:cubicBezTo>
                    <a:pt x="6" y="7"/>
                    <a:pt x="12" y="2"/>
                    <a:pt x="18" y="0"/>
                  </a:cubicBezTo>
                  <a:cubicBezTo>
                    <a:pt x="18" y="0"/>
                    <a:pt x="16" y="2"/>
                    <a:pt x="15" y="3"/>
                  </a:cubicBezTo>
                  <a:cubicBezTo>
                    <a:pt x="13" y="4"/>
                    <a:pt x="12" y="5"/>
                    <a:pt x="10" y="6"/>
                  </a:cubicBezTo>
                  <a:cubicBezTo>
                    <a:pt x="7" y="8"/>
                    <a:pt x="4" y="9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7"/>
                    <a:pt x="14" y="4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1"/>
                    <a:pt x="6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Freeform 2992"/>
            <p:cNvSpPr>
              <a:spLocks/>
            </p:cNvSpPr>
            <p:nvPr/>
          </p:nvSpPr>
          <p:spPr bwMode="auto">
            <a:xfrm>
              <a:off x="30163" y="23813"/>
              <a:ext cx="46038" cy="34925"/>
            </a:xfrm>
            <a:custGeom>
              <a:avLst/>
              <a:gdLst>
                <a:gd name="T0" fmla="*/ 8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8 w 8"/>
                <a:gd name="T7" fmla="*/ 0 h 6"/>
                <a:gd name="T8" fmla="*/ 8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8" y="0"/>
                  </a:moveTo>
                  <a:cubicBezTo>
                    <a:pt x="5" y="2"/>
                    <a:pt x="2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4"/>
                    <a:pt x="5" y="2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12" name="Group 52"/>
          <p:cNvGrpSpPr>
            <a:grpSpLocks/>
          </p:cNvGrpSpPr>
          <p:nvPr/>
        </p:nvGrpSpPr>
        <p:grpSpPr bwMode="auto">
          <a:xfrm>
            <a:off x="5222875" y="3829050"/>
            <a:ext cx="827088" cy="782638"/>
            <a:chOff x="0" y="0"/>
            <a:chExt cx="827088" cy="782638"/>
          </a:xfrm>
        </p:grpSpPr>
        <p:sp>
          <p:nvSpPr>
            <p:cNvPr id="15413" name="Freeform 8830"/>
            <p:cNvSpPr>
              <a:spLocks noEditPoints="1"/>
            </p:cNvSpPr>
            <p:nvPr/>
          </p:nvSpPr>
          <p:spPr bwMode="auto">
            <a:xfrm>
              <a:off x="0" y="0"/>
              <a:ext cx="827088" cy="782638"/>
            </a:xfrm>
            <a:custGeom>
              <a:avLst/>
              <a:gdLst>
                <a:gd name="T0" fmla="*/ 178 w 220"/>
                <a:gd name="T1" fmla="*/ 107 h 208"/>
                <a:gd name="T2" fmla="*/ 113 w 220"/>
                <a:gd name="T3" fmla="*/ 107 h 208"/>
                <a:gd name="T4" fmla="*/ 106 w 220"/>
                <a:gd name="T5" fmla="*/ 71 h 208"/>
                <a:gd name="T6" fmla="*/ 108 w 220"/>
                <a:gd name="T7" fmla="*/ 41 h 208"/>
                <a:gd name="T8" fmla="*/ 104 w 220"/>
                <a:gd name="T9" fmla="*/ 3 h 208"/>
                <a:gd name="T10" fmla="*/ 98 w 220"/>
                <a:gd name="T11" fmla="*/ 2 h 208"/>
                <a:gd name="T12" fmla="*/ 69 w 220"/>
                <a:gd name="T13" fmla="*/ 5 h 208"/>
                <a:gd name="T14" fmla="*/ 69 w 220"/>
                <a:gd name="T15" fmla="*/ 8 h 208"/>
                <a:gd name="T16" fmla="*/ 68 w 220"/>
                <a:gd name="T17" fmla="*/ 9 h 208"/>
                <a:gd name="T18" fmla="*/ 78 w 220"/>
                <a:gd name="T19" fmla="*/ 7 h 208"/>
                <a:gd name="T20" fmla="*/ 52 w 220"/>
                <a:gd name="T21" fmla="*/ 20 h 208"/>
                <a:gd name="T22" fmla="*/ 31 w 220"/>
                <a:gd name="T23" fmla="*/ 47 h 208"/>
                <a:gd name="T24" fmla="*/ 28 w 220"/>
                <a:gd name="T25" fmla="*/ 47 h 208"/>
                <a:gd name="T26" fmla="*/ 15 w 220"/>
                <a:gd name="T27" fmla="*/ 72 h 208"/>
                <a:gd name="T28" fmla="*/ 78 w 220"/>
                <a:gd name="T29" fmla="*/ 202 h 208"/>
                <a:gd name="T30" fmla="*/ 145 w 220"/>
                <a:gd name="T31" fmla="*/ 200 h 208"/>
                <a:gd name="T32" fmla="*/ 210 w 220"/>
                <a:gd name="T33" fmla="*/ 137 h 208"/>
                <a:gd name="T34" fmla="*/ 131 w 220"/>
                <a:gd name="T35" fmla="*/ 115 h 208"/>
                <a:gd name="T36" fmla="*/ 129 w 220"/>
                <a:gd name="T37" fmla="*/ 114 h 208"/>
                <a:gd name="T38" fmla="*/ 129 w 220"/>
                <a:gd name="T39" fmla="*/ 114 h 208"/>
                <a:gd name="T40" fmla="*/ 105 w 220"/>
                <a:gd name="T41" fmla="*/ 6 h 208"/>
                <a:gd name="T42" fmla="*/ 104 w 220"/>
                <a:gd name="T43" fmla="*/ 6 h 208"/>
                <a:gd name="T44" fmla="*/ 82 w 220"/>
                <a:gd name="T45" fmla="*/ 7 h 208"/>
                <a:gd name="T46" fmla="*/ 11 w 220"/>
                <a:gd name="T47" fmla="*/ 97 h 208"/>
                <a:gd name="T48" fmla="*/ 11 w 220"/>
                <a:gd name="T49" fmla="*/ 95 h 208"/>
                <a:gd name="T50" fmla="*/ 12 w 220"/>
                <a:gd name="T51" fmla="*/ 91 h 208"/>
                <a:gd name="T52" fmla="*/ 194 w 220"/>
                <a:gd name="T53" fmla="*/ 156 h 208"/>
                <a:gd name="T54" fmla="*/ 192 w 220"/>
                <a:gd name="T55" fmla="*/ 159 h 208"/>
                <a:gd name="T56" fmla="*/ 159 w 220"/>
                <a:gd name="T57" fmla="*/ 185 h 208"/>
                <a:gd name="T58" fmla="*/ 61 w 220"/>
                <a:gd name="T59" fmla="*/ 186 h 208"/>
                <a:gd name="T60" fmla="*/ 16 w 220"/>
                <a:gd name="T61" fmla="*/ 94 h 208"/>
                <a:gd name="T62" fmla="*/ 18 w 220"/>
                <a:gd name="T63" fmla="*/ 88 h 208"/>
                <a:gd name="T64" fmla="*/ 85 w 220"/>
                <a:gd name="T65" fmla="*/ 8 h 208"/>
                <a:gd name="T66" fmla="*/ 93 w 220"/>
                <a:gd name="T67" fmla="*/ 6 h 208"/>
                <a:gd name="T68" fmla="*/ 101 w 220"/>
                <a:gd name="T69" fmla="*/ 6 h 208"/>
                <a:gd name="T70" fmla="*/ 104 w 220"/>
                <a:gd name="T71" fmla="*/ 33 h 208"/>
                <a:gd name="T72" fmla="*/ 103 w 220"/>
                <a:gd name="T73" fmla="*/ 56 h 208"/>
                <a:gd name="T74" fmla="*/ 101 w 220"/>
                <a:gd name="T75" fmla="*/ 76 h 208"/>
                <a:gd name="T76" fmla="*/ 99 w 220"/>
                <a:gd name="T77" fmla="*/ 104 h 208"/>
                <a:gd name="T78" fmla="*/ 116 w 220"/>
                <a:gd name="T79" fmla="*/ 113 h 208"/>
                <a:gd name="T80" fmla="*/ 146 w 220"/>
                <a:gd name="T81" fmla="*/ 115 h 208"/>
                <a:gd name="T82" fmla="*/ 204 w 220"/>
                <a:gd name="T83" fmla="*/ 133 h 208"/>
                <a:gd name="T84" fmla="*/ 19 w 220"/>
                <a:gd name="T85" fmla="*/ 86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0" h="208">
                  <a:moveTo>
                    <a:pt x="213" y="107"/>
                  </a:moveTo>
                  <a:cubicBezTo>
                    <a:pt x="213" y="106"/>
                    <a:pt x="213" y="106"/>
                    <a:pt x="214" y="106"/>
                  </a:cubicBezTo>
                  <a:cubicBezTo>
                    <a:pt x="205" y="103"/>
                    <a:pt x="185" y="107"/>
                    <a:pt x="178" y="107"/>
                  </a:cubicBezTo>
                  <a:cubicBezTo>
                    <a:pt x="164" y="108"/>
                    <a:pt x="150" y="109"/>
                    <a:pt x="136" y="110"/>
                  </a:cubicBezTo>
                  <a:cubicBezTo>
                    <a:pt x="137" y="108"/>
                    <a:pt x="143" y="110"/>
                    <a:pt x="143" y="108"/>
                  </a:cubicBezTo>
                  <a:cubicBezTo>
                    <a:pt x="131" y="109"/>
                    <a:pt x="125" y="109"/>
                    <a:pt x="113" y="107"/>
                  </a:cubicBezTo>
                  <a:cubicBezTo>
                    <a:pt x="106" y="106"/>
                    <a:pt x="106" y="107"/>
                    <a:pt x="106" y="100"/>
                  </a:cubicBezTo>
                  <a:cubicBezTo>
                    <a:pt x="105" y="92"/>
                    <a:pt x="104" y="82"/>
                    <a:pt x="106" y="74"/>
                  </a:cubicBezTo>
                  <a:cubicBezTo>
                    <a:pt x="106" y="77"/>
                    <a:pt x="106" y="76"/>
                    <a:pt x="106" y="71"/>
                  </a:cubicBezTo>
                  <a:cubicBezTo>
                    <a:pt x="105" y="75"/>
                    <a:pt x="106" y="55"/>
                    <a:pt x="107" y="50"/>
                  </a:cubicBezTo>
                  <a:cubicBezTo>
                    <a:pt x="107" y="51"/>
                    <a:pt x="107" y="41"/>
                    <a:pt x="107" y="39"/>
                  </a:cubicBezTo>
                  <a:cubicBezTo>
                    <a:pt x="107" y="40"/>
                    <a:pt x="108" y="40"/>
                    <a:pt x="108" y="41"/>
                  </a:cubicBezTo>
                  <a:cubicBezTo>
                    <a:pt x="108" y="35"/>
                    <a:pt x="110" y="10"/>
                    <a:pt x="107" y="6"/>
                  </a:cubicBezTo>
                  <a:cubicBezTo>
                    <a:pt x="107" y="5"/>
                    <a:pt x="107" y="5"/>
                    <a:pt x="106" y="4"/>
                  </a:cubicBezTo>
                  <a:cubicBezTo>
                    <a:pt x="106" y="3"/>
                    <a:pt x="104" y="3"/>
                    <a:pt x="104" y="3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2" y="1"/>
                    <a:pt x="101" y="0"/>
                    <a:pt x="97" y="2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95" y="2"/>
                    <a:pt x="92" y="3"/>
                    <a:pt x="89" y="4"/>
                  </a:cubicBezTo>
                  <a:cubicBezTo>
                    <a:pt x="89" y="4"/>
                    <a:pt x="88" y="4"/>
                    <a:pt x="88" y="4"/>
                  </a:cubicBezTo>
                  <a:cubicBezTo>
                    <a:pt x="83" y="3"/>
                    <a:pt x="72" y="0"/>
                    <a:pt x="69" y="5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6"/>
                    <a:pt x="69" y="7"/>
                    <a:pt x="69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8"/>
                    <a:pt x="68" y="8"/>
                    <a:pt x="69" y="8"/>
                  </a:cubicBezTo>
                  <a:cubicBezTo>
                    <a:pt x="69" y="8"/>
                    <a:pt x="68" y="8"/>
                    <a:pt x="68" y="9"/>
                  </a:cubicBezTo>
                  <a:cubicBezTo>
                    <a:pt x="68" y="8"/>
                    <a:pt x="74" y="6"/>
                    <a:pt x="76" y="6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6" y="6"/>
                    <a:pt x="77" y="7"/>
                    <a:pt x="78" y="7"/>
                  </a:cubicBezTo>
                  <a:cubicBezTo>
                    <a:pt x="71" y="9"/>
                    <a:pt x="55" y="14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1" y="23"/>
                    <a:pt x="43" y="27"/>
                    <a:pt x="42" y="27"/>
                  </a:cubicBezTo>
                  <a:cubicBezTo>
                    <a:pt x="37" y="32"/>
                    <a:pt x="33" y="44"/>
                    <a:pt x="31" y="47"/>
                  </a:cubicBezTo>
                  <a:cubicBezTo>
                    <a:pt x="31" y="47"/>
                    <a:pt x="30" y="45"/>
                    <a:pt x="30" y="45"/>
                  </a:cubicBezTo>
                  <a:cubicBezTo>
                    <a:pt x="29" y="47"/>
                    <a:pt x="27" y="50"/>
                    <a:pt x="26" y="52"/>
                  </a:cubicBezTo>
                  <a:cubicBezTo>
                    <a:pt x="26" y="52"/>
                    <a:pt x="28" y="46"/>
                    <a:pt x="28" y="47"/>
                  </a:cubicBezTo>
                  <a:cubicBezTo>
                    <a:pt x="26" y="51"/>
                    <a:pt x="18" y="70"/>
                    <a:pt x="16" y="68"/>
                  </a:cubicBezTo>
                  <a:cubicBezTo>
                    <a:pt x="16" y="70"/>
                    <a:pt x="16" y="73"/>
                    <a:pt x="15" y="75"/>
                  </a:cubicBezTo>
                  <a:cubicBezTo>
                    <a:pt x="15" y="74"/>
                    <a:pt x="15" y="73"/>
                    <a:pt x="15" y="72"/>
                  </a:cubicBezTo>
                  <a:cubicBezTo>
                    <a:pt x="0" y="94"/>
                    <a:pt x="11" y="132"/>
                    <a:pt x="22" y="153"/>
                  </a:cubicBezTo>
                  <a:cubicBezTo>
                    <a:pt x="33" y="175"/>
                    <a:pt x="51" y="192"/>
                    <a:pt x="74" y="200"/>
                  </a:cubicBezTo>
                  <a:cubicBezTo>
                    <a:pt x="71" y="199"/>
                    <a:pt x="78" y="202"/>
                    <a:pt x="78" y="202"/>
                  </a:cubicBezTo>
                  <a:cubicBezTo>
                    <a:pt x="87" y="205"/>
                    <a:pt x="96" y="206"/>
                    <a:pt x="105" y="206"/>
                  </a:cubicBezTo>
                  <a:cubicBezTo>
                    <a:pt x="111" y="207"/>
                    <a:pt x="122" y="208"/>
                    <a:pt x="127" y="203"/>
                  </a:cubicBezTo>
                  <a:cubicBezTo>
                    <a:pt x="133" y="201"/>
                    <a:pt x="139" y="201"/>
                    <a:pt x="145" y="200"/>
                  </a:cubicBezTo>
                  <a:cubicBezTo>
                    <a:pt x="150" y="198"/>
                    <a:pt x="152" y="195"/>
                    <a:pt x="157" y="194"/>
                  </a:cubicBezTo>
                  <a:cubicBezTo>
                    <a:pt x="163" y="183"/>
                    <a:pt x="182" y="180"/>
                    <a:pt x="190" y="172"/>
                  </a:cubicBezTo>
                  <a:cubicBezTo>
                    <a:pt x="196" y="167"/>
                    <a:pt x="210" y="137"/>
                    <a:pt x="210" y="137"/>
                  </a:cubicBezTo>
                  <a:cubicBezTo>
                    <a:pt x="211" y="130"/>
                    <a:pt x="220" y="112"/>
                    <a:pt x="213" y="107"/>
                  </a:cubicBezTo>
                  <a:close/>
                  <a:moveTo>
                    <a:pt x="131" y="115"/>
                  </a:moveTo>
                  <a:cubicBezTo>
                    <a:pt x="133" y="114"/>
                    <a:pt x="137" y="114"/>
                    <a:pt x="131" y="115"/>
                  </a:cubicBezTo>
                  <a:close/>
                  <a:moveTo>
                    <a:pt x="131" y="115"/>
                  </a:moveTo>
                  <a:cubicBezTo>
                    <a:pt x="130" y="115"/>
                    <a:pt x="128" y="115"/>
                    <a:pt x="127" y="115"/>
                  </a:cubicBezTo>
                  <a:cubicBezTo>
                    <a:pt x="128" y="115"/>
                    <a:pt x="129" y="115"/>
                    <a:pt x="129" y="114"/>
                  </a:cubicBezTo>
                  <a:cubicBezTo>
                    <a:pt x="130" y="115"/>
                    <a:pt x="130" y="115"/>
                    <a:pt x="131" y="115"/>
                  </a:cubicBezTo>
                  <a:close/>
                  <a:moveTo>
                    <a:pt x="126" y="113"/>
                  </a:moveTo>
                  <a:cubicBezTo>
                    <a:pt x="127" y="114"/>
                    <a:pt x="128" y="114"/>
                    <a:pt x="129" y="114"/>
                  </a:cubicBezTo>
                  <a:cubicBezTo>
                    <a:pt x="127" y="114"/>
                    <a:pt x="125" y="115"/>
                    <a:pt x="124" y="114"/>
                  </a:cubicBezTo>
                  <a:cubicBezTo>
                    <a:pt x="125" y="114"/>
                    <a:pt x="128" y="114"/>
                    <a:pt x="126" y="113"/>
                  </a:cubicBezTo>
                  <a:close/>
                  <a:moveTo>
                    <a:pt x="105" y="6"/>
                  </a:moveTo>
                  <a:cubicBezTo>
                    <a:pt x="105" y="6"/>
                    <a:pt x="105" y="6"/>
                    <a:pt x="105" y="6"/>
                  </a:cubicBezTo>
                  <a:cubicBezTo>
                    <a:pt x="105" y="6"/>
                    <a:pt x="105" y="6"/>
                    <a:pt x="105" y="6"/>
                  </a:cubicBezTo>
                  <a:cubicBezTo>
                    <a:pt x="105" y="6"/>
                    <a:pt x="105" y="6"/>
                    <a:pt x="104" y="6"/>
                  </a:cubicBezTo>
                  <a:cubicBezTo>
                    <a:pt x="105" y="6"/>
                    <a:pt x="105" y="6"/>
                    <a:pt x="105" y="6"/>
                  </a:cubicBezTo>
                  <a:close/>
                  <a:moveTo>
                    <a:pt x="82" y="7"/>
                  </a:moveTo>
                  <a:cubicBezTo>
                    <a:pt x="82" y="7"/>
                    <a:pt x="82" y="7"/>
                    <a:pt x="82" y="7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82" y="7"/>
                    <a:pt x="82" y="7"/>
                    <a:pt x="82" y="7"/>
                  </a:cubicBezTo>
                  <a:close/>
                  <a:moveTo>
                    <a:pt x="11" y="97"/>
                  </a:moveTo>
                  <a:cubicBezTo>
                    <a:pt x="11" y="96"/>
                    <a:pt x="12" y="96"/>
                    <a:pt x="11" y="97"/>
                  </a:cubicBezTo>
                  <a:close/>
                  <a:moveTo>
                    <a:pt x="11" y="97"/>
                  </a:moveTo>
                  <a:cubicBezTo>
                    <a:pt x="11" y="96"/>
                    <a:pt x="11" y="95"/>
                    <a:pt x="11" y="95"/>
                  </a:cubicBezTo>
                  <a:cubicBezTo>
                    <a:pt x="12" y="94"/>
                    <a:pt x="11" y="96"/>
                    <a:pt x="11" y="97"/>
                  </a:cubicBezTo>
                  <a:close/>
                  <a:moveTo>
                    <a:pt x="12" y="91"/>
                  </a:moveTo>
                  <a:cubicBezTo>
                    <a:pt x="12" y="88"/>
                    <a:pt x="12" y="90"/>
                    <a:pt x="12" y="91"/>
                  </a:cubicBezTo>
                  <a:close/>
                  <a:moveTo>
                    <a:pt x="204" y="133"/>
                  </a:moveTo>
                  <a:cubicBezTo>
                    <a:pt x="204" y="133"/>
                    <a:pt x="204" y="132"/>
                    <a:pt x="205" y="131"/>
                  </a:cubicBezTo>
                  <a:cubicBezTo>
                    <a:pt x="198" y="136"/>
                    <a:pt x="198" y="149"/>
                    <a:pt x="194" y="156"/>
                  </a:cubicBezTo>
                  <a:cubicBezTo>
                    <a:pt x="195" y="154"/>
                    <a:pt x="196" y="151"/>
                    <a:pt x="196" y="149"/>
                  </a:cubicBezTo>
                  <a:cubicBezTo>
                    <a:pt x="196" y="150"/>
                    <a:pt x="194" y="154"/>
                    <a:pt x="194" y="155"/>
                  </a:cubicBezTo>
                  <a:cubicBezTo>
                    <a:pt x="196" y="149"/>
                    <a:pt x="192" y="159"/>
                    <a:pt x="192" y="159"/>
                  </a:cubicBezTo>
                  <a:cubicBezTo>
                    <a:pt x="189" y="164"/>
                    <a:pt x="184" y="169"/>
                    <a:pt x="179" y="173"/>
                  </a:cubicBezTo>
                  <a:cubicBezTo>
                    <a:pt x="175" y="177"/>
                    <a:pt x="170" y="180"/>
                    <a:pt x="165" y="183"/>
                  </a:cubicBezTo>
                  <a:cubicBezTo>
                    <a:pt x="165" y="183"/>
                    <a:pt x="151" y="187"/>
                    <a:pt x="159" y="185"/>
                  </a:cubicBezTo>
                  <a:cubicBezTo>
                    <a:pt x="160" y="185"/>
                    <a:pt x="148" y="192"/>
                    <a:pt x="152" y="187"/>
                  </a:cubicBezTo>
                  <a:cubicBezTo>
                    <a:pt x="138" y="198"/>
                    <a:pt x="113" y="200"/>
                    <a:pt x="95" y="198"/>
                  </a:cubicBezTo>
                  <a:cubicBezTo>
                    <a:pt x="83" y="196"/>
                    <a:pt x="71" y="188"/>
                    <a:pt x="61" y="186"/>
                  </a:cubicBezTo>
                  <a:cubicBezTo>
                    <a:pt x="60" y="179"/>
                    <a:pt x="45" y="175"/>
                    <a:pt x="41" y="169"/>
                  </a:cubicBezTo>
                  <a:cubicBezTo>
                    <a:pt x="37" y="164"/>
                    <a:pt x="29" y="156"/>
                    <a:pt x="28" y="151"/>
                  </a:cubicBezTo>
                  <a:cubicBezTo>
                    <a:pt x="23" y="134"/>
                    <a:pt x="8" y="113"/>
                    <a:pt x="16" y="94"/>
                  </a:cubicBezTo>
                  <a:cubicBezTo>
                    <a:pt x="16" y="96"/>
                    <a:pt x="16" y="98"/>
                    <a:pt x="16" y="100"/>
                  </a:cubicBezTo>
                  <a:cubicBezTo>
                    <a:pt x="17" y="98"/>
                    <a:pt x="21" y="88"/>
                    <a:pt x="19" y="82"/>
                  </a:cubicBezTo>
                  <a:cubicBezTo>
                    <a:pt x="20" y="83"/>
                    <a:pt x="18" y="87"/>
                    <a:pt x="18" y="88"/>
                  </a:cubicBezTo>
                  <a:cubicBezTo>
                    <a:pt x="14" y="72"/>
                    <a:pt x="34" y="43"/>
                    <a:pt x="44" y="33"/>
                  </a:cubicBezTo>
                  <a:cubicBezTo>
                    <a:pt x="51" y="26"/>
                    <a:pt x="68" y="14"/>
                    <a:pt x="84" y="8"/>
                  </a:cubicBezTo>
                  <a:cubicBezTo>
                    <a:pt x="84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8"/>
                    <a:pt x="87" y="8"/>
                    <a:pt x="87" y="8"/>
                  </a:cubicBezTo>
                  <a:cubicBezTo>
                    <a:pt x="91" y="8"/>
                    <a:pt x="85" y="10"/>
                    <a:pt x="93" y="6"/>
                  </a:cubicBezTo>
                  <a:cubicBezTo>
                    <a:pt x="95" y="6"/>
                    <a:pt x="97" y="6"/>
                    <a:pt x="99" y="6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100" y="6"/>
                    <a:pt x="101" y="6"/>
                    <a:pt x="101" y="6"/>
                  </a:cubicBezTo>
                  <a:cubicBezTo>
                    <a:pt x="101" y="6"/>
                    <a:pt x="100" y="6"/>
                    <a:pt x="100" y="6"/>
                  </a:cubicBezTo>
                  <a:cubicBezTo>
                    <a:pt x="102" y="6"/>
                    <a:pt x="104" y="8"/>
                    <a:pt x="104" y="11"/>
                  </a:cubicBezTo>
                  <a:cubicBezTo>
                    <a:pt x="105" y="18"/>
                    <a:pt x="105" y="26"/>
                    <a:pt x="104" y="33"/>
                  </a:cubicBezTo>
                  <a:cubicBezTo>
                    <a:pt x="103" y="32"/>
                    <a:pt x="103" y="33"/>
                    <a:pt x="103" y="33"/>
                  </a:cubicBezTo>
                  <a:cubicBezTo>
                    <a:pt x="103" y="40"/>
                    <a:pt x="106" y="50"/>
                    <a:pt x="102" y="57"/>
                  </a:cubicBezTo>
                  <a:cubicBezTo>
                    <a:pt x="102" y="57"/>
                    <a:pt x="103" y="56"/>
                    <a:pt x="103" y="56"/>
                  </a:cubicBezTo>
                  <a:cubicBezTo>
                    <a:pt x="103" y="58"/>
                    <a:pt x="104" y="72"/>
                    <a:pt x="102" y="74"/>
                  </a:cubicBezTo>
                  <a:cubicBezTo>
                    <a:pt x="102" y="73"/>
                    <a:pt x="102" y="72"/>
                    <a:pt x="101" y="71"/>
                  </a:cubicBezTo>
                  <a:cubicBezTo>
                    <a:pt x="101" y="69"/>
                    <a:pt x="100" y="76"/>
                    <a:pt x="101" y="76"/>
                  </a:cubicBezTo>
                  <a:cubicBezTo>
                    <a:pt x="100" y="80"/>
                    <a:pt x="98" y="89"/>
                    <a:pt x="99" y="91"/>
                  </a:cubicBezTo>
                  <a:cubicBezTo>
                    <a:pt x="99" y="94"/>
                    <a:pt x="102" y="106"/>
                    <a:pt x="101" y="108"/>
                  </a:cubicBezTo>
                  <a:cubicBezTo>
                    <a:pt x="100" y="107"/>
                    <a:pt x="100" y="106"/>
                    <a:pt x="99" y="104"/>
                  </a:cubicBezTo>
                  <a:cubicBezTo>
                    <a:pt x="101" y="111"/>
                    <a:pt x="105" y="111"/>
                    <a:pt x="114" y="113"/>
                  </a:cubicBezTo>
                  <a:cubicBezTo>
                    <a:pt x="113" y="113"/>
                    <a:pt x="112" y="113"/>
                    <a:pt x="111" y="113"/>
                  </a:cubicBezTo>
                  <a:cubicBezTo>
                    <a:pt x="113" y="112"/>
                    <a:pt x="114" y="112"/>
                    <a:pt x="116" y="113"/>
                  </a:cubicBezTo>
                  <a:cubicBezTo>
                    <a:pt x="117" y="113"/>
                    <a:pt x="127" y="117"/>
                    <a:pt x="131" y="116"/>
                  </a:cubicBezTo>
                  <a:cubicBezTo>
                    <a:pt x="130" y="115"/>
                    <a:pt x="131" y="115"/>
                    <a:pt x="131" y="115"/>
                  </a:cubicBezTo>
                  <a:cubicBezTo>
                    <a:pt x="136" y="116"/>
                    <a:pt x="141" y="115"/>
                    <a:pt x="146" y="115"/>
                  </a:cubicBezTo>
                  <a:cubicBezTo>
                    <a:pt x="142" y="114"/>
                    <a:pt x="170" y="114"/>
                    <a:pt x="164" y="115"/>
                  </a:cubicBezTo>
                  <a:cubicBezTo>
                    <a:pt x="179" y="115"/>
                    <a:pt x="197" y="109"/>
                    <a:pt x="208" y="113"/>
                  </a:cubicBezTo>
                  <a:cubicBezTo>
                    <a:pt x="207" y="117"/>
                    <a:pt x="208" y="133"/>
                    <a:pt x="204" y="133"/>
                  </a:cubicBezTo>
                  <a:close/>
                  <a:moveTo>
                    <a:pt x="19" y="86"/>
                  </a:moveTo>
                  <a:cubicBezTo>
                    <a:pt x="19" y="87"/>
                    <a:pt x="19" y="87"/>
                    <a:pt x="19" y="87"/>
                  </a:cubicBezTo>
                  <a:cubicBezTo>
                    <a:pt x="19" y="88"/>
                    <a:pt x="19" y="85"/>
                    <a:pt x="19" y="8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Freeform 8831"/>
            <p:cNvSpPr>
              <a:spLocks noEditPoints="1"/>
            </p:cNvSpPr>
            <p:nvPr/>
          </p:nvSpPr>
          <p:spPr bwMode="auto">
            <a:xfrm>
              <a:off x="401638" y="4762"/>
              <a:ext cx="417513" cy="393700"/>
            </a:xfrm>
            <a:custGeom>
              <a:avLst/>
              <a:gdLst>
                <a:gd name="T0" fmla="*/ 32 w 111"/>
                <a:gd name="T1" fmla="*/ 103 h 105"/>
                <a:gd name="T2" fmla="*/ 107 w 111"/>
                <a:gd name="T3" fmla="*/ 95 h 105"/>
                <a:gd name="T4" fmla="*/ 90 w 111"/>
                <a:gd name="T5" fmla="*/ 47 h 105"/>
                <a:gd name="T6" fmla="*/ 66 w 111"/>
                <a:gd name="T7" fmla="*/ 21 h 105"/>
                <a:gd name="T8" fmla="*/ 42 w 111"/>
                <a:gd name="T9" fmla="*/ 8 h 105"/>
                <a:gd name="T10" fmla="*/ 35 w 111"/>
                <a:gd name="T11" fmla="*/ 5 h 105"/>
                <a:gd name="T12" fmla="*/ 18 w 111"/>
                <a:gd name="T13" fmla="*/ 2 h 105"/>
                <a:gd name="T14" fmla="*/ 12 w 111"/>
                <a:gd name="T15" fmla="*/ 0 h 105"/>
                <a:gd name="T16" fmla="*/ 9 w 111"/>
                <a:gd name="T17" fmla="*/ 5 h 105"/>
                <a:gd name="T18" fmla="*/ 6 w 111"/>
                <a:gd name="T19" fmla="*/ 33 h 105"/>
                <a:gd name="T20" fmla="*/ 8 w 111"/>
                <a:gd name="T21" fmla="*/ 55 h 105"/>
                <a:gd name="T22" fmla="*/ 5 w 111"/>
                <a:gd name="T23" fmla="*/ 67 h 105"/>
                <a:gd name="T24" fmla="*/ 18 w 111"/>
                <a:gd name="T25" fmla="*/ 6 h 105"/>
                <a:gd name="T26" fmla="*/ 18 w 111"/>
                <a:gd name="T27" fmla="*/ 6 h 105"/>
                <a:gd name="T28" fmla="*/ 17 w 111"/>
                <a:gd name="T29" fmla="*/ 7 h 105"/>
                <a:gd name="T30" fmla="*/ 16 w 111"/>
                <a:gd name="T31" fmla="*/ 6 h 105"/>
                <a:gd name="T32" fmla="*/ 18 w 111"/>
                <a:gd name="T33" fmla="*/ 7 h 105"/>
                <a:gd name="T34" fmla="*/ 25 w 111"/>
                <a:gd name="T35" fmla="*/ 11 h 105"/>
                <a:gd name="T36" fmla="*/ 18 w 111"/>
                <a:gd name="T37" fmla="*/ 7 h 105"/>
                <a:gd name="T38" fmla="*/ 12 w 111"/>
                <a:gd name="T39" fmla="*/ 7 h 105"/>
                <a:gd name="T40" fmla="*/ 10 w 111"/>
                <a:gd name="T41" fmla="*/ 79 h 105"/>
                <a:gd name="T42" fmla="*/ 11 w 111"/>
                <a:gd name="T43" fmla="*/ 75 h 105"/>
                <a:gd name="T44" fmla="*/ 13 w 111"/>
                <a:gd name="T45" fmla="*/ 13 h 105"/>
                <a:gd name="T46" fmla="*/ 15 w 111"/>
                <a:gd name="T47" fmla="*/ 10 h 105"/>
                <a:gd name="T48" fmla="*/ 24 w 111"/>
                <a:gd name="T49" fmla="*/ 11 h 105"/>
                <a:gd name="T50" fmla="*/ 32 w 111"/>
                <a:gd name="T51" fmla="*/ 11 h 105"/>
                <a:gd name="T52" fmla="*/ 47 w 111"/>
                <a:gd name="T53" fmla="*/ 16 h 105"/>
                <a:gd name="T54" fmla="*/ 49 w 111"/>
                <a:gd name="T55" fmla="*/ 17 h 105"/>
                <a:gd name="T56" fmla="*/ 49 w 111"/>
                <a:gd name="T57" fmla="*/ 17 h 105"/>
                <a:gd name="T58" fmla="*/ 68 w 111"/>
                <a:gd name="T59" fmla="*/ 30 h 105"/>
                <a:gd name="T60" fmla="*/ 88 w 111"/>
                <a:gd name="T61" fmla="*/ 53 h 105"/>
                <a:gd name="T62" fmla="*/ 98 w 111"/>
                <a:gd name="T63" fmla="*/ 74 h 105"/>
                <a:gd name="T64" fmla="*/ 99 w 111"/>
                <a:gd name="T65" fmla="*/ 93 h 105"/>
                <a:gd name="T66" fmla="*/ 29 w 111"/>
                <a:gd name="T67" fmla="*/ 94 h 105"/>
                <a:gd name="T68" fmla="*/ 12 w 111"/>
                <a:gd name="T69" fmla="*/ 74 h 105"/>
                <a:gd name="T70" fmla="*/ 12 w 111"/>
                <a:gd name="T71" fmla="*/ 74 h 105"/>
                <a:gd name="T72" fmla="*/ 5 w 111"/>
                <a:gd name="T73" fmla="*/ 8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1" h="105">
                  <a:moveTo>
                    <a:pt x="5" y="94"/>
                  </a:moveTo>
                  <a:cubicBezTo>
                    <a:pt x="9" y="105"/>
                    <a:pt x="24" y="104"/>
                    <a:pt x="32" y="103"/>
                  </a:cubicBezTo>
                  <a:cubicBezTo>
                    <a:pt x="51" y="101"/>
                    <a:pt x="67" y="101"/>
                    <a:pt x="86" y="99"/>
                  </a:cubicBezTo>
                  <a:cubicBezTo>
                    <a:pt x="90" y="99"/>
                    <a:pt x="111" y="103"/>
                    <a:pt x="107" y="95"/>
                  </a:cubicBezTo>
                  <a:cubicBezTo>
                    <a:pt x="107" y="93"/>
                    <a:pt x="105" y="79"/>
                    <a:pt x="104" y="72"/>
                  </a:cubicBezTo>
                  <a:cubicBezTo>
                    <a:pt x="102" y="63"/>
                    <a:pt x="96" y="54"/>
                    <a:pt x="90" y="47"/>
                  </a:cubicBezTo>
                  <a:cubicBezTo>
                    <a:pt x="85" y="41"/>
                    <a:pt x="80" y="35"/>
                    <a:pt x="75" y="29"/>
                  </a:cubicBezTo>
                  <a:cubicBezTo>
                    <a:pt x="72" y="26"/>
                    <a:pt x="69" y="23"/>
                    <a:pt x="66" y="21"/>
                  </a:cubicBezTo>
                  <a:cubicBezTo>
                    <a:pt x="64" y="19"/>
                    <a:pt x="47" y="13"/>
                    <a:pt x="58" y="14"/>
                  </a:cubicBezTo>
                  <a:cubicBezTo>
                    <a:pt x="56" y="14"/>
                    <a:pt x="43" y="8"/>
                    <a:pt x="42" y="8"/>
                  </a:cubicBezTo>
                  <a:cubicBezTo>
                    <a:pt x="41" y="8"/>
                    <a:pt x="39" y="9"/>
                    <a:pt x="39" y="9"/>
                  </a:cubicBezTo>
                  <a:cubicBezTo>
                    <a:pt x="41" y="7"/>
                    <a:pt x="38" y="6"/>
                    <a:pt x="35" y="5"/>
                  </a:cubicBezTo>
                  <a:cubicBezTo>
                    <a:pt x="35" y="5"/>
                    <a:pt x="36" y="4"/>
                    <a:pt x="36" y="3"/>
                  </a:cubicBezTo>
                  <a:cubicBezTo>
                    <a:pt x="35" y="1"/>
                    <a:pt x="25" y="1"/>
                    <a:pt x="18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3" y="1"/>
                    <a:pt x="12" y="1"/>
                    <a:pt x="12" y="0"/>
                  </a:cubicBezTo>
                  <a:cubicBezTo>
                    <a:pt x="14" y="4"/>
                    <a:pt x="5" y="0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6"/>
                    <a:pt x="7" y="8"/>
                    <a:pt x="7" y="11"/>
                  </a:cubicBezTo>
                  <a:cubicBezTo>
                    <a:pt x="8" y="11"/>
                    <a:pt x="9" y="35"/>
                    <a:pt x="6" y="33"/>
                  </a:cubicBezTo>
                  <a:cubicBezTo>
                    <a:pt x="10" y="33"/>
                    <a:pt x="6" y="41"/>
                    <a:pt x="6" y="39"/>
                  </a:cubicBezTo>
                  <a:cubicBezTo>
                    <a:pt x="6" y="47"/>
                    <a:pt x="10" y="50"/>
                    <a:pt x="8" y="55"/>
                  </a:cubicBezTo>
                  <a:cubicBezTo>
                    <a:pt x="7" y="54"/>
                    <a:pt x="7" y="53"/>
                    <a:pt x="8" y="52"/>
                  </a:cubicBezTo>
                  <a:cubicBezTo>
                    <a:pt x="5" y="53"/>
                    <a:pt x="4" y="68"/>
                    <a:pt x="5" y="67"/>
                  </a:cubicBezTo>
                  <a:cubicBezTo>
                    <a:pt x="1" y="72"/>
                    <a:pt x="3" y="88"/>
                    <a:pt x="5" y="94"/>
                  </a:cubicBezTo>
                  <a:close/>
                  <a:moveTo>
                    <a:pt x="18" y="6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lose/>
                  <a:moveTo>
                    <a:pt x="17" y="7"/>
                  </a:moveTo>
                  <a:cubicBezTo>
                    <a:pt x="17" y="7"/>
                    <a:pt x="17" y="7"/>
                    <a:pt x="17" y="7"/>
                  </a:cubicBezTo>
                  <a:cubicBezTo>
                    <a:pt x="17" y="6"/>
                    <a:pt x="16" y="6"/>
                    <a:pt x="16" y="6"/>
                  </a:cubicBezTo>
                  <a:cubicBezTo>
                    <a:pt x="16" y="6"/>
                    <a:pt x="17" y="6"/>
                    <a:pt x="17" y="7"/>
                  </a:cubicBezTo>
                  <a:close/>
                  <a:moveTo>
                    <a:pt x="18" y="7"/>
                  </a:moveTo>
                  <a:cubicBezTo>
                    <a:pt x="21" y="8"/>
                    <a:pt x="26" y="9"/>
                    <a:pt x="30" y="10"/>
                  </a:cubicBezTo>
                  <a:cubicBezTo>
                    <a:pt x="29" y="11"/>
                    <a:pt x="27" y="11"/>
                    <a:pt x="25" y="11"/>
                  </a:cubicBezTo>
                  <a:cubicBezTo>
                    <a:pt x="25" y="11"/>
                    <a:pt x="17" y="9"/>
                    <a:pt x="14" y="7"/>
                  </a:cubicBezTo>
                  <a:cubicBezTo>
                    <a:pt x="18" y="8"/>
                    <a:pt x="19" y="8"/>
                    <a:pt x="18" y="7"/>
                  </a:cubicBezTo>
                  <a:close/>
                  <a:moveTo>
                    <a:pt x="13" y="9"/>
                  </a:moveTo>
                  <a:cubicBezTo>
                    <a:pt x="13" y="8"/>
                    <a:pt x="13" y="8"/>
                    <a:pt x="12" y="7"/>
                  </a:cubicBezTo>
                  <a:cubicBezTo>
                    <a:pt x="14" y="8"/>
                    <a:pt x="16" y="9"/>
                    <a:pt x="13" y="9"/>
                  </a:cubicBezTo>
                  <a:close/>
                  <a:moveTo>
                    <a:pt x="10" y="79"/>
                  </a:moveTo>
                  <a:cubicBezTo>
                    <a:pt x="10" y="88"/>
                    <a:pt x="14" y="75"/>
                    <a:pt x="11" y="72"/>
                  </a:cubicBezTo>
                  <a:cubicBezTo>
                    <a:pt x="11" y="73"/>
                    <a:pt x="10" y="74"/>
                    <a:pt x="11" y="75"/>
                  </a:cubicBezTo>
                  <a:cubicBezTo>
                    <a:pt x="8" y="71"/>
                    <a:pt x="12" y="51"/>
                    <a:pt x="12" y="46"/>
                  </a:cubicBezTo>
                  <a:cubicBezTo>
                    <a:pt x="12" y="35"/>
                    <a:pt x="12" y="24"/>
                    <a:pt x="13" y="13"/>
                  </a:cubicBezTo>
                  <a:cubicBezTo>
                    <a:pt x="13" y="12"/>
                    <a:pt x="13" y="10"/>
                    <a:pt x="13" y="9"/>
                  </a:cubicBezTo>
                  <a:cubicBezTo>
                    <a:pt x="13" y="9"/>
                    <a:pt x="14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8" y="11"/>
                    <a:pt x="21" y="11"/>
                    <a:pt x="24" y="11"/>
                  </a:cubicBezTo>
                  <a:cubicBezTo>
                    <a:pt x="23" y="11"/>
                    <a:pt x="21" y="12"/>
                    <a:pt x="19" y="13"/>
                  </a:cubicBezTo>
                  <a:cubicBezTo>
                    <a:pt x="21" y="13"/>
                    <a:pt x="28" y="11"/>
                    <a:pt x="32" y="11"/>
                  </a:cubicBezTo>
                  <a:cubicBezTo>
                    <a:pt x="33" y="11"/>
                    <a:pt x="33" y="12"/>
                    <a:pt x="33" y="12"/>
                  </a:cubicBezTo>
                  <a:cubicBezTo>
                    <a:pt x="39" y="12"/>
                    <a:pt x="43" y="14"/>
                    <a:pt x="47" y="16"/>
                  </a:cubicBezTo>
                  <a:cubicBezTo>
                    <a:pt x="46" y="16"/>
                    <a:pt x="46" y="15"/>
                    <a:pt x="47" y="15"/>
                  </a:cubicBezTo>
                  <a:cubicBezTo>
                    <a:pt x="48" y="16"/>
                    <a:pt x="48" y="16"/>
                    <a:pt x="49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50" y="19"/>
                    <a:pt x="52" y="20"/>
                    <a:pt x="55" y="21"/>
                  </a:cubicBezTo>
                  <a:cubicBezTo>
                    <a:pt x="64" y="24"/>
                    <a:pt x="62" y="27"/>
                    <a:pt x="68" y="30"/>
                  </a:cubicBezTo>
                  <a:cubicBezTo>
                    <a:pt x="75" y="34"/>
                    <a:pt x="90" y="50"/>
                    <a:pt x="88" y="56"/>
                  </a:cubicBezTo>
                  <a:cubicBezTo>
                    <a:pt x="89" y="55"/>
                    <a:pt x="88" y="54"/>
                    <a:pt x="88" y="53"/>
                  </a:cubicBezTo>
                  <a:cubicBezTo>
                    <a:pt x="86" y="56"/>
                    <a:pt x="94" y="64"/>
                    <a:pt x="96" y="66"/>
                  </a:cubicBezTo>
                  <a:cubicBezTo>
                    <a:pt x="89" y="61"/>
                    <a:pt x="97" y="68"/>
                    <a:pt x="98" y="74"/>
                  </a:cubicBezTo>
                  <a:cubicBezTo>
                    <a:pt x="99" y="77"/>
                    <a:pt x="99" y="91"/>
                    <a:pt x="100" y="91"/>
                  </a:cubicBezTo>
                  <a:cubicBezTo>
                    <a:pt x="100" y="91"/>
                    <a:pt x="99" y="92"/>
                    <a:pt x="99" y="93"/>
                  </a:cubicBezTo>
                  <a:cubicBezTo>
                    <a:pt x="93" y="87"/>
                    <a:pt x="59" y="93"/>
                    <a:pt x="52" y="94"/>
                  </a:cubicBezTo>
                  <a:cubicBezTo>
                    <a:pt x="50" y="90"/>
                    <a:pt x="33" y="96"/>
                    <a:pt x="29" y="94"/>
                  </a:cubicBezTo>
                  <a:cubicBezTo>
                    <a:pt x="22" y="95"/>
                    <a:pt x="0" y="94"/>
                    <a:pt x="10" y="79"/>
                  </a:cubicBezTo>
                  <a:close/>
                  <a:moveTo>
                    <a:pt x="12" y="74"/>
                  </a:move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1" y="73"/>
                    <a:pt x="12" y="74"/>
                  </a:cubicBezTo>
                  <a:close/>
                  <a:moveTo>
                    <a:pt x="5" y="81"/>
                  </a:moveTo>
                  <a:cubicBezTo>
                    <a:pt x="5" y="78"/>
                    <a:pt x="6" y="79"/>
                    <a:pt x="5" y="8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Freeform 8832"/>
            <p:cNvSpPr>
              <a:spLocks/>
            </p:cNvSpPr>
            <p:nvPr/>
          </p:nvSpPr>
          <p:spPr bwMode="auto">
            <a:xfrm>
              <a:off x="466725" y="565150"/>
              <a:ext cx="277813" cy="176213"/>
            </a:xfrm>
            <a:custGeom>
              <a:avLst/>
              <a:gdLst>
                <a:gd name="T0" fmla="*/ 1 w 74"/>
                <a:gd name="T1" fmla="*/ 47 h 47"/>
                <a:gd name="T2" fmla="*/ 73 w 74"/>
                <a:gd name="T3" fmla="*/ 1 h 47"/>
                <a:gd name="T4" fmla="*/ 72 w 74"/>
                <a:gd name="T5" fmla="*/ 0 h 47"/>
                <a:gd name="T6" fmla="*/ 0 w 74"/>
                <a:gd name="T7" fmla="*/ 47 h 47"/>
                <a:gd name="T8" fmla="*/ 1 w 7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7">
                  <a:moveTo>
                    <a:pt x="1" y="47"/>
                  </a:moveTo>
                  <a:cubicBezTo>
                    <a:pt x="25" y="31"/>
                    <a:pt x="47" y="12"/>
                    <a:pt x="73" y="1"/>
                  </a:cubicBezTo>
                  <a:cubicBezTo>
                    <a:pt x="74" y="0"/>
                    <a:pt x="72" y="0"/>
                    <a:pt x="72" y="0"/>
                  </a:cubicBezTo>
                  <a:cubicBezTo>
                    <a:pt x="46" y="12"/>
                    <a:pt x="24" y="31"/>
                    <a:pt x="0" y="47"/>
                  </a:cubicBezTo>
                  <a:cubicBezTo>
                    <a:pt x="0" y="47"/>
                    <a:pt x="1" y="47"/>
                    <a:pt x="1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Freeform 8833"/>
            <p:cNvSpPr>
              <a:spLocks/>
            </p:cNvSpPr>
            <p:nvPr/>
          </p:nvSpPr>
          <p:spPr bwMode="auto">
            <a:xfrm>
              <a:off x="425450" y="493712"/>
              <a:ext cx="352425" cy="250825"/>
            </a:xfrm>
            <a:custGeom>
              <a:avLst/>
              <a:gdLst>
                <a:gd name="T0" fmla="*/ 92 w 94"/>
                <a:gd name="T1" fmla="*/ 0 h 67"/>
                <a:gd name="T2" fmla="*/ 1 w 94"/>
                <a:gd name="T3" fmla="*/ 67 h 67"/>
                <a:gd name="T4" fmla="*/ 2 w 94"/>
                <a:gd name="T5" fmla="*/ 66 h 67"/>
                <a:gd name="T6" fmla="*/ 93 w 94"/>
                <a:gd name="T7" fmla="*/ 0 h 67"/>
                <a:gd name="T8" fmla="*/ 92 w 94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67">
                  <a:moveTo>
                    <a:pt x="92" y="0"/>
                  </a:moveTo>
                  <a:cubicBezTo>
                    <a:pt x="62" y="22"/>
                    <a:pt x="30" y="43"/>
                    <a:pt x="1" y="67"/>
                  </a:cubicBezTo>
                  <a:cubicBezTo>
                    <a:pt x="0" y="67"/>
                    <a:pt x="2" y="67"/>
                    <a:pt x="2" y="66"/>
                  </a:cubicBezTo>
                  <a:cubicBezTo>
                    <a:pt x="31" y="43"/>
                    <a:pt x="63" y="22"/>
                    <a:pt x="93" y="0"/>
                  </a:cubicBezTo>
                  <a:cubicBezTo>
                    <a:pt x="94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Freeform 8834"/>
            <p:cNvSpPr>
              <a:spLocks/>
            </p:cNvSpPr>
            <p:nvPr/>
          </p:nvSpPr>
          <p:spPr bwMode="auto">
            <a:xfrm>
              <a:off x="319088" y="455612"/>
              <a:ext cx="469900" cy="277813"/>
            </a:xfrm>
            <a:custGeom>
              <a:avLst/>
              <a:gdLst>
                <a:gd name="T0" fmla="*/ 2 w 125"/>
                <a:gd name="T1" fmla="*/ 74 h 74"/>
                <a:gd name="T2" fmla="*/ 124 w 125"/>
                <a:gd name="T3" fmla="*/ 1 h 74"/>
                <a:gd name="T4" fmla="*/ 123 w 125"/>
                <a:gd name="T5" fmla="*/ 0 h 74"/>
                <a:gd name="T6" fmla="*/ 1 w 125"/>
                <a:gd name="T7" fmla="*/ 73 h 74"/>
                <a:gd name="T8" fmla="*/ 2 w 125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74">
                  <a:moveTo>
                    <a:pt x="2" y="74"/>
                  </a:moveTo>
                  <a:cubicBezTo>
                    <a:pt x="43" y="50"/>
                    <a:pt x="79" y="17"/>
                    <a:pt x="124" y="1"/>
                  </a:cubicBezTo>
                  <a:cubicBezTo>
                    <a:pt x="125" y="0"/>
                    <a:pt x="124" y="0"/>
                    <a:pt x="123" y="0"/>
                  </a:cubicBezTo>
                  <a:cubicBezTo>
                    <a:pt x="78" y="17"/>
                    <a:pt x="42" y="49"/>
                    <a:pt x="1" y="73"/>
                  </a:cubicBezTo>
                  <a:cubicBezTo>
                    <a:pt x="0" y="74"/>
                    <a:pt x="1" y="74"/>
                    <a:pt x="2" y="7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Freeform 8835"/>
            <p:cNvSpPr>
              <a:spLocks/>
            </p:cNvSpPr>
            <p:nvPr/>
          </p:nvSpPr>
          <p:spPr bwMode="auto">
            <a:xfrm>
              <a:off x="304800" y="409575"/>
              <a:ext cx="465138" cy="320675"/>
            </a:xfrm>
            <a:custGeom>
              <a:avLst/>
              <a:gdLst>
                <a:gd name="T0" fmla="*/ 122 w 124"/>
                <a:gd name="T1" fmla="*/ 0 h 85"/>
                <a:gd name="T2" fmla="*/ 0 w 124"/>
                <a:gd name="T3" fmla="*/ 85 h 85"/>
                <a:gd name="T4" fmla="*/ 1 w 124"/>
                <a:gd name="T5" fmla="*/ 85 h 85"/>
                <a:gd name="T6" fmla="*/ 123 w 124"/>
                <a:gd name="T7" fmla="*/ 0 h 85"/>
                <a:gd name="T8" fmla="*/ 122 w 124"/>
                <a:gd name="T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85">
                  <a:moveTo>
                    <a:pt x="122" y="0"/>
                  </a:moveTo>
                  <a:cubicBezTo>
                    <a:pt x="81" y="28"/>
                    <a:pt x="37" y="52"/>
                    <a:pt x="0" y="85"/>
                  </a:cubicBezTo>
                  <a:cubicBezTo>
                    <a:pt x="0" y="85"/>
                    <a:pt x="1" y="85"/>
                    <a:pt x="1" y="85"/>
                  </a:cubicBezTo>
                  <a:cubicBezTo>
                    <a:pt x="38" y="52"/>
                    <a:pt x="82" y="28"/>
                    <a:pt x="123" y="0"/>
                  </a:cubicBezTo>
                  <a:cubicBezTo>
                    <a:pt x="124" y="0"/>
                    <a:pt x="122" y="0"/>
                    <a:pt x="12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Freeform 8836"/>
            <p:cNvSpPr>
              <a:spLocks/>
            </p:cNvSpPr>
            <p:nvPr/>
          </p:nvSpPr>
          <p:spPr bwMode="auto">
            <a:xfrm>
              <a:off x="241300" y="414337"/>
              <a:ext cx="476250" cy="293688"/>
            </a:xfrm>
            <a:custGeom>
              <a:avLst/>
              <a:gdLst>
                <a:gd name="T0" fmla="*/ 1 w 127"/>
                <a:gd name="T1" fmla="*/ 78 h 78"/>
                <a:gd name="T2" fmla="*/ 126 w 127"/>
                <a:gd name="T3" fmla="*/ 1 h 78"/>
                <a:gd name="T4" fmla="*/ 126 w 127"/>
                <a:gd name="T5" fmla="*/ 0 h 78"/>
                <a:gd name="T6" fmla="*/ 0 w 127"/>
                <a:gd name="T7" fmla="*/ 77 h 78"/>
                <a:gd name="T8" fmla="*/ 1 w 127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78">
                  <a:moveTo>
                    <a:pt x="1" y="78"/>
                  </a:moveTo>
                  <a:cubicBezTo>
                    <a:pt x="43" y="52"/>
                    <a:pt x="82" y="23"/>
                    <a:pt x="126" y="1"/>
                  </a:cubicBezTo>
                  <a:cubicBezTo>
                    <a:pt x="127" y="1"/>
                    <a:pt x="126" y="0"/>
                    <a:pt x="126" y="0"/>
                  </a:cubicBezTo>
                  <a:cubicBezTo>
                    <a:pt x="82" y="22"/>
                    <a:pt x="42" y="51"/>
                    <a:pt x="0" y="77"/>
                  </a:cubicBezTo>
                  <a:cubicBezTo>
                    <a:pt x="0" y="78"/>
                    <a:pt x="1" y="78"/>
                    <a:pt x="1" y="7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Freeform 8837"/>
            <p:cNvSpPr>
              <a:spLocks/>
            </p:cNvSpPr>
            <p:nvPr/>
          </p:nvSpPr>
          <p:spPr bwMode="auto">
            <a:xfrm>
              <a:off x="241300" y="417512"/>
              <a:ext cx="420688" cy="290513"/>
            </a:xfrm>
            <a:custGeom>
              <a:avLst/>
              <a:gdLst>
                <a:gd name="T0" fmla="*/ 111 w 112"/>
                <a:gd name="T1" fmla="*/ 1 h 77"/>
                <a:gd name="T2" fmla="*/ 0 w 112"/>
                <a:gd name="T3" fmla="*/ 76 h 77"/>
                <a:gd name="T4" fmla="*/ 1 w 112"/>
                <a:gd name="T5" fmla="*/ 77 h 77"/>
                <a:gd name="T6" fmla="*/ 112 w 112"/>
                <a:gd name="T7" fmla="*/ 1 h 77"/>
                <a:gd name="T8" fmla="*/ 111 w 112"/>
                <a:gd name="T9" fmla="*/ 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77">
                  <a:moveTo>
                    <a:pt x="111" y="1"/>
                  </a:moveTo>
                  <a:cubicBezTo>
                    <a:pt x="75" y="28"/>
                    <a:pt x="37" y="51"/>
                    <a:pt x="0" y="76"/>
                  </a:cubicBezTo>
                  <a:cubicBezTo>
                    <a:pt x="0" y="77"/>
                    <a:pt x="1" y="77"/>
                    <a:pt x="1" y="77"/>
                  </a:cubicBezTo>
                  <a:cubicBezTo>
                    <a:pt x="38" y="52"/>
                    <a:pt x="76" y="28"/>
                    <a:pt x="112" y="1"/>
                  </a:cubicBezTo>
                  <a:cubicBezTo>
                    <a:pt x="112" y="1"/>
                    <a:pt x="111" y="0"/>
                    <a:pt x="1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Freeform 8838"/>
            <p:cNvSpPr>
              <a:spLocks/>
            </p:cNvSpPr>
            <p:nvPr/>
          </p:nvSpPr>
          <p:spPr bwMode="auto">
            <a:xfrm>
              <a:off x="173038" y="417512"/>
              <a:ext cx="406400" cy="252413"/>
            </a:xfrm>
            <a:custGeom>
              <a:avLst/>
              <a:gdLst>
                <a:gd name="T0" fmla="*/ 1 w 108"/>
                <a:gd name="T1" fmla="*/ 66 h 67"/>
                <a:gd name="T2" fmla="*/ 107 w 108"/>
                <a:gd name="T3" fmla="*/ 1 h 67"/>
                <a:gd name="T4" fmla="*/ 107 w 108"/>
                <a:gd name="T5" fmla="*/ 0 h 67"/>
                <a:gd name="T6" fmla="*/ 0 w 108"/>
                <a:gd name="T7" fmla="*/ 66 h 67"/>
                <a:gd name="T8" fmla="*/ 1 w 108"/>
                <a:gd name="T9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67">
                  <a:moveTo>
                    <a:pt x="1" y="66"/>
                  </a:moveTo>
                  <a:cubicBezTo>
                    <a:pt x="37" y="44"/>
                    <a:pt x="70" y="20"/>
                    <a:pt x="107" y="1"/>
                  </a:cubicBezTo>
                  <a:cubicBezTo>
                    <a:pt x="108" y="1"/>
                    <a:pt x="107" y="0"/>
                    <a:pt x="107" y="0"/>
                  </a:cubicBezTo>
                  <a:cubicBezTo>
                    <a:pt x="70" y="20"/>
                    <a:pt x="36" y="44"/>
                    <a:pt x="0" y="66"/>
                  </a:cubicBezTo>
                  <a:cubicBezTo>
                    <a:pt x="0" y="66"/>
                    <a:pt x="1" y="67"/>
                    <a:pt x="1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Freeform 8839"/>
            <p:cNvSpPr>
              <a:spLocks/>
            </p:cNvSpPr>
            <p:nvPr/>
          </p:nvSpPr>
          <p:spPr bwMode="auto">
            <a:xfrm>
              <a:off x="169863" y="422275"/>
              <a:ext cx="363538" cy="244475"/>
            </a:xfrm>
            <a:custGeom>
              <a:avLst/>
              <a:gdLst>
                <a:gd name="T0" fmla="*/ 95 w 97"/>
                <a:gd name="T1" fmla="*/ 1 h 65"/>
                <a:gd name="T2" fmla="*/ 1 w 97"/>
                <a:gd name="T3" fmla="*/ 65 h 65"/>
                <a:gd name="T4" fmla="*/ 2 w 97"/>
                <a:gd name="T5" fmla="*/ 65 h 65"/>
                <a:gd name="T6" fmla="*/ 96 w 97"/>
                <a:gd name="T7" fmla="*/ 0 h 65"/>
                <a:gd name="T8" fmla="*/ 95 w 97"/>
                <a:gd name="T9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5">
                  <a:moveTo>
                    <a:pt x="95" y="1"/>
                  </a:moveTo>
                  <a:cubicBezTo>
                    <a:pt x="66" y="26"/>
                    <a:pt x="32" y="43"/>
                    <a:pt x="1" y="65"/>
                  </a:cubicBezTo>
                  <a:cubicBezTo>
                    <a:pt x="0" y="65"/>
                    <a:pt x="2" y="65"/>
                    <a:pt x="2" y="65"/>
                  </a:cubicBezTo>
                  <a:cubicBezTo>
                    <a:pt x="34" y="43"/>
                    <a:pt x="68" y="26"/>
                    <a:pt x="96" y="0"/>
                  </a:cubicBezTo>
                  <a:cubicBezTo>
                    <a:pt x="97" y="0"/>
                    <a:pt x="95" y="0"/>
                    <a:pt x="95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Freeform 8840"/>
            <p:cNvSpPr>
              <a:spLocks/>
            </p:cNvSpPr>
            <p:nvPr/>
          </p:nvSpPr>
          <p:spPr bwMode="auto">
            <a:xfrm>
              <a:off x="139700" y="417512"/>
              <a:ext cx="327025" cy="207963"/>
            </a:xfrm>
            <a:custGeom>
              <a:avLst/>
              <a:gdLst>
                <a:gd name="T0" fmla="*/ 2 w 87"/>
                <a:gd name="T1" fmla="*/ 54 h 55"/>
                <a:gd name="T2" fmla="*/ 86 w 87"/>
                <a:gd name="T3" fmla="*/ 0 h 55"/>
                <a:gd name="T4" fmla="*/ 85 w 87"/>
                <a:gd name="T5" fmla="*/ 0 h 55"/>
                <a:gd name="T6" fmla="*/ 1 w 87"/>
                <a:gd name="T7" fmla="*/ 54 h 55"/>
                <a:gd name="T8" fmla="*/ 2 w 87"/>
                <a:gd name="T9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55">
                  <a:moveTo>
                    <a:pt x="2" y="54"/>
                  </a:moveTo>
                  <a:cubicBezTo>
                    <a:pt x="30" y="36"/>
                    <a:pt x="57" y="16"/>
                    <a:pt x="86" y="0"/>
                  </a:cubicBezTo>
                  <a:cubicBezTo>
                    <a:pt x="87" y="0"/>
                    <a:pt x="85" y="0"/>
                    <a:pt x="85" y="0"/>
                  </a:cubicBezTo>
                  <a:cubicBezTo>
                    <a:pt x="56" y="16"/>
                    <a:pt x="29" y="36"/>
                    <a:pt x="1" y="54"/>
                  </a:cubicBezTo>
                  <a:cubicBezTo>
                    <a:pt x="0" y="55"/>
                    <a:pt x="2" y="54"/>
                    <a:pt x="2" y="5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Freeform 8841"/>
            <p:cNvSpPr>
              <a:spLocks/>
            </p:cNvSpPr>
            <p:nvPr/>
          </p:nvSpPr>
          <p:spPr bwMode="auto">
            <a:xfrm>
              <a:off x="139700" y="409575"/>
              <a:ext cx="292100" cy="207963"/>
            </a:xfrm>
            <a:custGeom>
              <a:avLst/>
              <a:gdLst>
                <a:gd name="T0" fmla="*/ 76 w 78"/>
                <a:gd name="T1" fmla="*/ 1 h 55"/>
                <a:gd name="T2" fmla="*/ 1 w 78"/>
                <a:gd name="T3" fmla="*/ 54 h 55"/>
                <a:gd name="T4" fmla="*/ 2 w 78"/>
                <a:gd name="T5" fmla="*/ 54 h 55"/>
                <a:gd name="T6" fmla="*/ 77 w 78"/>
                <a:gd name="T7" fmla="*/ 1 h 55"/>
                <a:gd name="T8" fmla="*/ 76 w 78"/>
                <a:gd name="T9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5">
                  <a:moveTo>
                    <a:pt x="76" y="1"/>
                  </a:moveTo>
                  <a:cubicBezTo>
                    <a:pt x="52" y="20"/>
                    <a:pt x="27" y="37"/>
                    <a:pt x="1" y="54"/>
                  </a:cubicBezTo>
                  <a:cubicBezTo>
                    <a:pt x="0" y="54"/>
                    <a:pt x="1" y="55"/>
                    <a:pt x="2" y="54"/>
                  </a:cubicBezTo>
                  <a:cubicBezTo>
                    <a:pt x="28" y="37"/>
                    <a:pt x="53" y="21"/>
                    <a:pt x="77" y="1"/>
                  </a:cubicBezTo>
                  <a:cubicBezTo>
                    <a:pt x="78" y="1"/>
                    <a:pt x="76" y="0"/>
                    <a:pt x="7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Freeform 8842"/>
            <p:cNvSpPr>
              <a:spLocks/>
            </p:cNvSpPr>
            <p:nvPr/>
          </p:nvSpPr>
          <p:spPr bwMode="auto">
            <a:xfrm>
              <a:off x="117475" y="395287"/>
              <a:ext cx="296863" cy="187325"/>
            </a:xfrm>
            <a:custGeom>
              <a:avLst/>
              <a:gdLst>
                <a:gd name="T0" fmla="*/ 2 w 79"/>
                <a:gd name="T1" fmla="*/ 50 h 50"/>
                <a:gd name="T2" fmla="*/ 78 w 79"/>
                <a:gd name="T3" fmla="*/ 2 h 50"/>
                <a:gd name="T4" fmla="*/ 78 w 79"/>
                <a:gd name="T5" fmla="*/ 1 h 50"/>
                <a:gd name="T6" fmla="*/ 1 w 79"/>
                <a:gd name="T7" fmla="*/ 49 h 50"/>
                <a:gd name="T8" fmla="*/ 2 w 79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50">
                  <a:moveTo>
                    <a:pt x="2" y="50"/>
                  </a:moveTo>
                  <a:cubicBezTo>
                    <a:pt x="28" y="35"/>
                    <a:pt x="51" y="14"/>
                    <a:pt x="78" y="2"/>
                  </a:cubicBezTo>
                  <a:cubicBezTo>
                    <a:pt x="79" y="1"/>
                    <a:pt x="78" y="0"/>
                    <a:pt x="78" y="1"/>
                  </a:cubicBezTo>
                  <a:cubicBezTo>
                    <a:pt x="50" y="14"/>
                    <a:pt x="27" y="34"/>
                    <a:pt x="1" y="49"/>
                  </a:cubicBezTo>
                  <a:cubicBezTo>
                    <a:pt x="0" y="49"/>
                    <a:pt x="1" y="50"/>
                    <a:pt x="2" y="5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Freeform 8843"/>
            <p:cNvSpPr>
              <a:spLocks/>
            </p:cNvSpPr>
            <p:nvPr/>
          </p:nvSpPr>
          <p:spPr bwMode="auto">
            <a:xfrm>
              <a:off x="101600" y="373062"/>
              <a:ext cx="288925" cy="192088"/>
            </a:xfrm>
            <a:custGeom>
              <a:avLst/>
              <a:gdLst>
                <a:gd name="T0" fmla="*/ 75 w 77"/>
                <a:gd name="T1" fmla="*/ 0 h 51"/>
                <a:gd name="T2" fmla="*/ 0 w 77"/>
                <a:gd name="T3" fmla="*/ 50 h 51"/>
                <a:gd name="T4" fmla="*/ 1 w 77"/>
                <a:gd name="T5" fmla="*/ 51 h 51"/>
                <a:gd name="T6" fmla="*/ 76 w 77"/>
                <a:gd name="T7" fmla="*/ 1 h 51"/>
                <a:gd name="T8" fmla="*/ 75 w 77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51">
                  <a:moveTo>
                    <a:pt x="75" y="0"/>
                  </a:moveTo>
                  <a:cubicBezTo>
                    <a:pt x="51" y="18"/>
                    <a:pt x="24" y="31"/>
                    <a:pt x="0" y="50"/>
                  </a:cubicBezTo>
                  <a:cubicBezTo>
                    <a:pt x="0" y="51"/>
                    <a:pt x="1" y="51"/>
                    <a:pt x="1" y="51"/>
                  </a:cubicBezTo>
                  <a:cubicBezTo>
                    <a:pt x="25" y="32"/>
                    <a:pt x="52" y="18"/>
                    <a:pt x="76" y="1"/>
                  </a:cubicBezTo>
                  <a:cubicBezTo>
                    <a:pt x="77" y="0"/>
                    <a:pt x="76" y="0"/>
                    <a:pt x="7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Freeform 8844"/>
            <p:cNvSpPr>
              <a:spLocks/>
            </p:cNvSpPr>
            <p:nvPr/>
          </p:nvSpPr>
          <p:spPr bwMode="auto">
            <a:xfrm>
              <a:off x="79375" y="357187"/>
              <a:ext cx="311150" cy="173038"/>
            </a:xfrm>
            <a:custGeom>
              <a:avLst/>
              <a:gdLst>
                <a:gd name="T0" fmla="*/ 2 w 83"/>
                <a:gd name="T1" fmla="*/ 46 h 46"/>
                <a:gd name="T2" fmla="*/ 82 w 83"/>
                <a:gd name="T3" fmla="*/ 0 h 46"/>
                <a:gd name="T4" fmla="*/ 81 w 83"/>
                <a:gd name="T5" fmla="*/ 0 h 46"/>
                <a:gd name="T6" fmla="*/ 1 w 83"/>
                <a:gd name="T7" fmla="*/ 45 h 46"/>
                <a:gd name="T8" fmla="*/ 2 w 83"/>
                <a:gd name="T9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46">
                  <a:moveTo>
                    <a:pt x="2" y="46"/>
                  </a:moveTo>
                  <a:cubicBezTo>
                    <a:pt x="29" y="32"/>
                    <a:pt x="54" y="14"/>
                    <a:pt x="82" y="0"/>
                  </a:cubicBezTo>
                  <a:cubicBezTo>
                    <a:pt x="83" y="0"/>
                    <a:pt x="81" y="0"/>
                    <a:pt x="81" y="0"/>
                  </a:cubicBezTo>
                  <a:cubicBezTo>
                    <a:pt x="53" y="14"/>
                    <a:pt x="28" y="32"/>
                    <a:pt x="1" y="45"/>
                  </a:cubicBezTo>
                  <a:cubicBezTo>
                    <a:pt x="0" y="46"/>
                    <a:pt x="1" y="46"/>
                    <a:pt x="2" y="4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Freeform 8845"/>
            <p:cNvSpPr>
              <a:spLocks/>
            </p:cNvSpPr>
            <p:nvPr/>
          </p:nvSpPr>
          <p:spPr bwMode="auto">
            <a:xfrm>
              <a:off x="71438" y="315912"/>
              <a:ext cx="315913" cy="203200"/>
            </a:xfrm>
            <a:custGeom>
              <a:avLst/>
              <a:gdLst>
                <a:gd name="T0" fmla="*/ 82 w 84"/>
                <a:gd name="T1" fmla="*/ 1 h 54"/>
                <a:gd name="T2" fmla="*/ 1 w 84"/>
                <a:gd name="T3" fmla="*/ 53 h 54"/>
                <a:gd name="T4" fmla="*/ 2 w 84"/>
                <a:gd name="T5" fmla="*/ 54 h 54"/>
                <a:gd name="T6" fmla="*/ 83 w 84"/>
                <a:gd name="T7" fmla="*/ 1 h 54"/>
                <a:gd name="T8" fmla="*/ 82 w 84"/>
                <a:gd name="T9" fmla="*/ 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54">
                  <a:moveTo>
                    <a:pt x="82" y="1"/>
                  </a:moveTo>
                  <a:cubicBezTo>
                    <a:pt x="57" y="20"/>
                    <a:pt x="28" y="35"/>
                    <a:pt x="1" y="53"/>
                  </a:cubicBezTo>
                  <a:cubicBezTo>
                    <a:pt x="0" y="54"/>
                    <a:pt x="1" y="54"/>
                    <a:pt x="2" y="54"/>
                  </a:cubicBezTo>
                  <a:cubicBezTo>
                    <a:pt x="29" y="36"/>
                    <a:pt x="58" y="21"/>
                    <a:pt x="83" y="1"/>
                  </a:cubicBezTo>
                  <a:cubicBezTo>
                    <a:pt x="84" y="1"/>
                    <a:pt x="83" y="0"/>
                    <a:pt x="8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Freeform 8846"/>
            <p:cNvSpPr>
              <a:spLocks/>
            </p:cNvSpPr>
            <p:nvPr/>
          </p:nvSpPr>
          <p:spPr bwMode="auto">
            <a:xfrm>
              <a:off x="65088" y="296862"/>
              <a:ext cx="319088" cy="192088"/>
            </a:xfrm>
            <a:custGeom>
              <a:avLst/>
              <a:gdLst>
                <a:gd name="T0" fmla="*/ 1 w 85"/>
                <a:gd name="T1" fmla="*/ 50 h 51"/>
                <a:gd name="T2" fmla="*/ 84 w 85"/>
                <a:gd name="T3" fmla="*/ 0 h 51"/>
                <a:gd name="T4" fmla="*/ 84 w 85"/>
                <a:gd name="T5" fmla="*/ 0 h 51"/>
                <a:gd name="T6" fmla="*/ 1 w 85"/>
                <a:gd name="T7" fmla="*/ 50 h 51"/>
                <a:gd name="T8" fmla="*/ 1 w 85"/>
                <a:gd name="T9" fmla="*/ 5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51">
                  <a:moveTo>
                    <a:pt x="1" y="50"/>
                  </a:moveTo>
                  <a:cubicBezTo>
                    <a:pt x="29" y="33"/>
                    <a:pt x="54" y="13"/>
                    <a:pt x="84" y="0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54" y="13"/>
                    <a:pt x="28" y="33"/>
                    <a:pt x="1" y="50"/>
                  </a:cubicBezTo>
                  <a:cubicBezTo>
                    <a:pt x="0" y="50"/>
                    <a:pt x="1" y="51"/>
                    <a:pt x="1" y="5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Freeform 8847"/>
            <p:cNvSpPr>
              <a:spLocks/>
            </p:cNvSpPr>
            <p:nvPr/>
          </p:nvSpPr>
          <p:spPr bwMode="auto">
            <a:xfrm>
              <a:off x="49213" y="263525"/>
              <a:ext cx="334963" cy="217488"/>
            </a:xfrm>
            <a:custGeom>
              <a:avLst/>
              <a:gdLst>
                <a:gd name="T0" fmla="*/ 2 w 89"/>
                <a:gd name="T1" fmla="*/ 45 h 58"/>
                <a:gd name="T2" fmla="*/ 44 w 89"/>
                <a:gd name="T3" fmla="*/ 22 h 58"/>
                <a:gd name="T4" fmla="*/ 66 w 89"/>
                <a:gd name="T5" fmla="*/ 11 h 58"/>
                <a:gd name="T6" fmla="*/ 83 w 89"/>
                <a:gd name="T7" fmla="*/ 4 h 58"/>
                <a:gd name="T8" fmla="*/ 4 w 89"/>
                <a:gd name="T9" fmla="*/ 57 h 58"/>
                <a:gd name="T10" fmla="*/ 5 w 89"/>
                <a:gd name="T11" fmla="*/ 57 h 58"/>
                <a:gd name="T12" fmla="*/ 88 w 89"/>
                <a:gd name="T13" fmla="*/ 1 h 58"/>
                <a:gd name="T14" fmla="*/ 87 w 89"/>
                <a:gd name="T15" fmla="*/ 0 h 58"/>
                <a:gd name="T16" fmla="*/ 1 w 89"/>
                <a:gd name="T17" fmla="*/ 44 h 58"/>
                <a:gd name="T18" fmla="*/ 2 w 89"/>
                <a:gd name="T19" fmla="*/ 4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" h="58">
                  <a:moveTo>
                    <a:pt x="2" y="45"/>
                  </a:moveTo>
                  <a:cubicBezTo>
                    <a:pt x="16" y="38"/>
                    <a:pt x="30" y="30"/>
                    <a:pt x="44" y="22"/>
                  </a:cubicBezTo>
                  <a:cubicBezTo>
                    <a:pt x="51" y="18"/>
                    <a:pt x="59" y="14"/>
                    <a:pt x="66" y="11"/>
                  </a:cubicBezTo>
                  <a:cubicBezTo>
                    <a:pt x="69" y="9"/>
                    <a:pt x="81" y="5"/>
                    <a:pt x="83" y="4"/>
                  </a:cubicBezTo>
                  <a:cubicBezTo>
                    <a:pt x="59" y="25"/>
                    <a:pt x="30" y="40"/>
                    <a:pt x="4" y="57"/>
                  </a:cubicBezTo>
                  <a:cubicBezTo>
                    <a:pt x="3" y="57"/>
                    <a:pt x="4" y="58"/>
                    <a:pt x="5" y="57"/>
                  </a:cubicBezTo>
                  <a:cubicBezTo>
                    <a:pt x="33" y="39"/>
                    <a:pt x="63" y="23"/>
                    <a:pt x="88" y="1"/>
                  </a:cubicBezTo>
                  <a:cubicBezTo>
                    <a:pt x="89" y="0"/>
                    <a:pt x="88" y="0"/>
                    <a:pt x="87" y="0"/>
                  </a:cubicBezTo>
                  <a:cubicBezTo>
                    <a:pt x="57" y="12"/>
                    <a:pt x="30" y="29"/>
                    <a:pt x="1" y="44"/>
                  </a:cubicBezTo>
                  <a:cubicBezTo>
                    <a:pt x="0" y="45"/>
                    <a:pt x="1" y="45"/>
                    <a:pt x="2" y="4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Freeform 8848"/>
            <p:cNvSpPr>
              <a:spLocks/>
            </p:cNvSpPr>
            <p:nvPr/>
          </p:nvSpPr>
          <p:spPr bwMode="auto">
            <a:xfrm>
              <a:off x="46038" y="192087"/>
              <a:ext cx="344488" cy="233363"/>
            </a:xfrm>
            <a:custGeom>
              <a:avLst/>
              <a:gdLst>
                <a:gd name="T0" fmla="*/ 2 w 92"/>
                <a:gd name="T1" fmla="*/ 47 h 62"/>
                <a:gd name="T2" fmla="*/ 39 w 92"/>
                <a:gd name="T3" fmla="*/ 26 h 62"/>
                <a:gd name="T4" fmla="*/ 67 w 92"/>
                <a:gd name="T5" fmla="*/ 12 h 62"/>
                <a:gd name="T6" fmla="*/ 81 w 92"/>
                <a:gd name="T7" fmla="*/ 10 h 62"/>
                <a:gd name="T8" fmla="*/ 1 w 92"/>
                <a:gd name="T9" fmla="*/ 61 h 62"/>
                <a:gd name="T10" fmla="*/ 2 w 92"/>
                <a:gd name="T11" fmla="*/ 62 h 62"/>
                <a:gd name="T12" fmla="*/ 90 w 92"/>
                <a:gd name="T13" fmla="*/ 2 h 62"/>
                <a:gd name="T14" fmla="*/ 89 w 92"/>
                <a:gd name="T15" fmla="*/ 2 h 62"/>
                <a:gd name="T16" fmla="*/ 1 w 92"/>
                <a:gd name="T17" fmla="*/ 47 h 62"/>
                <a:gd name="T18" fmla="*/ 2 w 92"/>
                <a:gd name="T19" fmla="*/ 4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" h="62">
                  <a:moveTo>
                    <a:pt x="2" y="47"/>
                  </a:moveTo>
                  <a:cubicBezTo>
                    <a:pt x="14" y="40"/>
                    <a:pt x="27" y="33"/>
                    <a:pt x="39" y="26"/>
                  </a:cubicBezTo>
                  <a:cubicBezTo>
                    <a:pt x="48" y="21"/>
                    <a:pt x="58" y="16"/>
                    <a:pt x="67" y="12"/>
                  </a:cubicBezTo>
                  <a:cubicBezTo>
                    <a:pt x="70" y="10"/>
                    <a:pt x="92" y="0"/>
                    <a:pt x="81" y="10"/>
                  </a:cubicBezTo>
                  <a:cubicBezTo>
                    <a:pt x="58" y="32"/>
                    <a:pt x="28" y="45"/>
                    <a:pt x="1" y="61"/>
                  </a:cubicBezTo>
                  <a:cubicBezTo>
                    <a:pt x="0" y="62"/>
                    <a:pt x="2" y="62"/>
                    <a:pt x="2" y="62"/>
                  </a:cubicBezTo>
                  <a:cubicBezTo>
                    <a:pt x="32" y="43"/>
                    <a:pt x="65" y="29"/>
                    <a:pt x="90" y="2"/>
                  </a:cubicBezTo>
                  <a:cubicBezTo>
                    <a:pt x="91" y="2"/>
                    <a:pt x="90" y="2"/>
                    <a:pt x="89" y="2"/>
                  </a:cubicBezTo>
                  <a:cubicBezTo>
                    <a:pt x="58" y="13"/>
                    <a:pt x="30" y="31"/>
                    <a:pt x="1" y="47"/>
                  </a:cubicBezTo>
                  <a:cubicBezTo>
                    <a:pt x="0" y="47"/>
                    <a:pt x="1" y="48"/>
                    <a:pt x="2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Freeform 8849"/>
            <p:cNvSpPr>
              <a:spLocks/>
            </p:cNvSpPr>
            <p:nvPr/>
          </p:nvSpPr>
          <p:spPr bwMode="auto">
            <a:xfrm>
              <a:off x="46038" y="142875"/>
              <a:ext cx="330200" cy="214313"/>
            </a:xfrm>
            <a:custGeom>
              <a:avLst/>
              <a:gdLst>
                <a:gd name="T0" fmla="*/ 3 w 88"/>
                <a:gd name="T1" fmla="*/ 47 h 57"/>
                <a:gd name="T2" fmla="*/ 82 w 88"/>
                <a:gd name="T3" fmla="*/ 3 h 57"/>
                <a:gd name="T4" fmla="*/ 67 w 88"/>
                <a:gd name="T5" fmla="*/ 15 h 57"/>
                <a:gd name="T6" fmla="*/ 41 w 88"/>
                <a:gd name="T7" fmla="*/ 30 h 57"/>
                <a:gd name="T8" fmla="*/ 1 w 88"/>
                <a:gd name="T9" fmla="*/ 56 h 57"/>
                <a:gd name="T10" fmla="*/ 2 w 88"/>
                <a:gd name="T11" fmla="*/ 57 h 57"/>
                <a:gd name="T12" fmla="*/ 87 w 88"/>
                <a:gd name="T13" fmla="*/ 1 h 57"/>
                <a:gd name="T14" fmla="*/ 86 w 88"/>
                <a:gd name="T15" fmla="*/ 0 h 57"/>
                <a:gd name="T16" fmla="*/ 2 w 88"/>
                <a:gd name="T17" fmla="*/ 47 h 57"/>
                <a:gd name="T18" fmla="*/ 3 w 88"/>
                <a:gd name="T19" fmla="*/ 4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57">
                  <a:moveTo>
                    <a:pt x="3" y="47"/>
                  </a:moveTo>
                  <a:cubicBezTo>
                    <a:pt x="30" y="34"/>
                    <a:pt x="54" y="16"/>
                    <a:pt x="82" y="3"/>
                  </a:cubicBezTo>
                  <a:cubicBezTo>
                    <a:pt x="77" y="5"/>
                    <a:pt x="71" y="12"/>
                    <a:pt x="67" y="15"/>
                  </a:cubicBezTo>
                  <a:cubicBezTo>
                    <a:pt x="59" y="20"/>
                    <a:pt x="50" y="25"/>
                    <a:pt x="41" y="30"/>
                  </a:cubicBezTo>
                  <a:cubicBezTo>
                    <a:pt x="28" y="39"/>
                    <a:pt x="14" y="47"/>
                    <a:pt x="1" y="56"/>
                  </a:cubicBezTo>
                  <a:cubicBezTo>
                    <a:pt x="0" y="57"/>
                    <a:pt x="1" y="57"/>
                    <a:pt x="2" y="57"/>
                  </a:cubicBezTo>
                  <a:cubicBezTo>
                    <a:pt x="30" y="37"/>
                    <a:pt x="60" y="22"/>
                    <a:pt x="87" y="1"/>
                  </a:cubicBezTo>
                  <a:cubicBezTo>
                    <a:pt x="88" y="0"/>
                    <a:pt x="87" y="0"/>
                    <a:pt x="86" y="0"/>
                  </a:cubicBezTo>
                  <a:cubicBezTo>
                    <a:pt x="56" y="12"/>
                    <a:pt x="31" y="32"/>
                    <a:pt x="2" y="47"/>
                  </a:cubicBezTo>
                  <a:cubicBezTo>
                    <a:pt x="1" y="47"/>
                    <a:pt x="2" y="48"/>
                    <a:pt x="3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Freeform 8850"/>
            <p:cNvSpPr>
              <a:spLocks/>
            </p:cNvSpPr>
            <p:nvPr/>
          </p:nvSpPr>
          <p:spPr bwMode="auto">
            <a:xfrm>
              <a:off x="65088" y="76200"/>
              <a:ext cx="330200" cy="217488"/>
            </a:xfrm>
            <a:custGeom>
              <a:avLst/>
              <a:gdLst>
                <a:gd name="T0" fmla="*/ 8 w 88"/>
                <a:gd name="T1" fmla="*/ 43 h 58"/>
                <a:gd name="T2" fmla="*/ 47 w 88"/>
                <a:gd name="T3" fmla="*/ 22 h 58"/>
                <a:gd name="T4" fmla="*/ 69 w 88"/>
                <a:gd name="T5" fmla="*/ 11 h 58"/>
                <a:gd name="T6" fmla="*/ 74 w 88"/>
                <a:gd name="T7" fmla="*/ 9 h 58"/>
                <a:gd name="T8" fmla="*/ 1 w 88"/>
                <a:gd name="T9" fmla="*/ 57 h 58"/>
                <a:gd name="T10" fmla="*/ 2 w 88"/>
                <a:gd name="T11" fmla="*/ 58 h 58"/>
                <a:gd name="T12" fmla="*/ 86 w 88"/>
                <a:gd name="T13" fmla="*/ 3 h 58"/>
                <a:gd name="T14" fmla="*/ 85 w 88"/>
                <a:gd name="T15" fmla="*/ 2 h 58"/>
                <a:gd name="T16" fmla="*/ 7 w 88"/>
                <a:gd name="T17" fmla="*/ 42 h 58"/>
                <a:gd name="T18" fmla="*/ 8 w 88"/>
                <a:gd name="T1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58">
                  <a:moveTo>
                    <a:pt x="8" y="43"/>
                  </a:moveTo>
                  <a:cubicBezTo>
                    <a:pt x="21" y="36"/>
                    <a:pt x="34" y="29"/>
                    <a:pt x="47" y="22"/>
                  </a:cubicBezTo>
                  <a:cubicBezTo>
                    <a:pt x="54" y="18"/>
                    <a:pt x="61" y="14"/>
                    <a:pt x="69" y="11"/>
                  </a:cubicBezTo>
                  <a:cubicBezTo>
                    <a:pt x="72" y="9"/>
                    <a:pt x="88" y="0"/>
                    <a:pt x="74" y="9"/>
                  </a:cubicBezTo>
                  <a:cubicBezTo>
                    <a:pt x="50" y="25"/>
                    <a:pt x="25" y="41"/>
                    <a:pt x="1" y="57"/>
                  </a:cubicBezTo>
                  <a:cubicBezTo>
                    <a:pt x="0" y="58"/>
                    <a:pt x="1" y="58"/>
                    <a:pt x="2" y="58"/>
                  </a:cubicBezTo>
                  <a:cubicBezTo>
                    <a:pt x="29" y="39"/>
                    <a:pt x="58" y="21"/>
                    <a:pt x="86" y="3"/>
                  </a:cubicBezTo>
                  <a:cubicBezTo>
                    <a:pt x="87" y="2"/>
                    <a:pt x="86" y="2"/>
                    <a:pt x="85" y="2"/>
                  </a:cubicBezTo>
                  <a:cubicBezTo>
                    <a:pt x="58" y="14"/>
                    <a:pt x="33" y="28"/>
                    <a:pt x="7" y="42"/>
                  </a:cubicBezTo>
                  <a:cubicBezTo>
                    <a:pt x="6" y="43"/>
                    <a:pt x="8" y="43"/>
                    <a:pt x="8" y="4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Freeform 8851"/>
            <p:cNvSpPr>
              <a:spLocks/>
            </p:cNvSpPr>
            <p:nvPr/>
          </p:nvSpPr>
          <p:spPr bwMode="auto">
            <a:xfrm>
              <a:off x="109538" y="38100"/>
              <a:ext cx="285750" cy="165100"/>
            </a:xfrm>
            <a:custGeom>
              <a:avLst/>
              <a:gdLst>
                <a:gd name="T0" fmla="*/ 7 w 76"/>
                <a:gd name="T1" fmla="*/ 34 h 44"/>
                <a:gd name="T2" fmla="*/ 38 w 76"/>
                <a:gd name="T3" fmla="*/ 17 h 44"/>
                <a:gd name="T4" fmla="*/ 69 w 76"/>
                <a:gd name="T5" fmla="*/ 3 h 44"/>
                <a:gd name="T6" fmla="*/ 1 w 76"/>
                <a:gd name="T7" fmla="*/ 43 h 44"/>
                <a:gd name="T8" fmla="*/ 2 w 76"/>
                <a:gd name="T9" fmla="*/ 43 h 44"/>
                <a:gd name="T10" fmla="*/ 75 w 76"/>
                <a:gd name="T11" fmla="*/ 1 h 44"/>
                <a:gd name="T12" fmla="*/ 74 w 76"/>
                <a:gd name="T13" fmla="*/ 0 h 44"/>
                <a:gd name="T14" fmla="*/ 7 w 76"/>
                <a:gd name="T15" fmla="*/ 33 h 44"/>
                <a:gd name="T16" fmla="*/ 7 w 76"/>
                <a:gd name="T17" fmla="*/ 3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44">
                  <a:moveTo>
                    <a:pt x="7" y="34"/>
                  </a:moveTo>
                  <a:cubicBezTo>
                    <a:pt x="17" y="28"/>
                    <a:pt x="28" y="22"/>
                    <a:pt x="38" y="17"/>
                  </a:cubicBezTo>
                  <a:cubicBezTo>
                    <a:pt x="47" y="12"/>
                    <a:pt x="62" y="8"/>
                    <a:pt x="69" y="3"/>
                  </a:cubicBezTo>
                  <a:cubicBezTo>
                    <a:pt x="47" y="17"/>
                    <a:pt x="24" y="29"/>
                    <a:pt x="1" y="43"/>
                  </a:cubicBezTo>
                  <a:cubicBezTo>
                    <a:pt x="0" y="43"/>
                    <a:pt x="1" y="44"/>
                    <a:pt x="2" y="43"/>
                  </a:cubicBezTo>
                  <a:cubicBezTo>
                    <a:pt x="26" y="29"/>
                    <a:pt x="51" y="16"/>
                    <a:pt x="75" y="1"/>
                  </a:cubicBezTo>
                  <a:cubicBezTo>
                    <a:pt x="76" y="1"/>
                    <a:pt x="75" y="0"/>
                    <a:pt x="74" y="0"/>
                  </a:cubicBezTo>
                  <a:cubicBezTo>
                    <a:pt x="50" y="8"/>
                    <a:pt x="28" y="20"/>
                    <a:pt x="7" y="33"/>
                  </a:cubicBezTo>
                  <a:cubicBezTo>
                    <a:pt x="6" y="34"/>
                    <a:pt x="7" y="34"/>
                    <a:pt x="7" y="3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Freeform 8852"/>
            <p:cNvSpPr>
              <a:spLocks/>
            </p:cNvSpPr>
            <p:nvPr/>
          </p:nvSpPr>
          <p:spPr bwMode="auto">
            <a:xfrm>
              <a:off x="161925" y="11112"/>
              <a:ext cx="203200" cy="117475"/>
            </a:xfrm>
            <a:custGeom>
              <a:avLst/>
              <a:gdLst>
                <a:gd name="T0" fmla="*/ 52 w 54"/>
                <a:gd name="T1" fmla="*/ 1 h 31"/>
                <a:gd name="T2" fmla="*/ 0 w 54"/>
                <a:gd name="T3" fmla="*/ 30 h 31"/>
                <a:gd name="T4" fmla="*/ 1 w 54"/>
                <a:gd name="T5" fmla="*/ 31 h 31"/>
                <a:gd name="T6" fmla="*/ 53 w 54"/>
                <a:gd name="T7" fmla="*/ 1 h 31"/>
                <a:gd name="T8" fmla="*/ 52 w 54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1">
                  <a:moveTo>
                    <a:pt x="52" y="1"/>
                  </a:moveTo>
                  <a:cubicBezTo>
                    <a:pt x="35" y="10"/>
                    <a:pt x="17" y="2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18" y="20"/>
                    <a:pt x="35" y="11"/>
                    <a:pt x="53" y="1"/>
                  </a:cubicBezTo>
                  <a:cubicBezTo>
                    <a:pt x="54" y="1"/>
                    <a:pt x="53" y="0"/>
                    <a:pt x="5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6" name="Freeform 8853"/>
            <p:cNvSpPr>
              <a:spLocks/>
            </p:cNvSpPr>
            <p:nvPr/>
          </p:nvSpPr>
          <p:spPr bwMode="auto">
            <a:xfrm>
              <a:off x="720725" y="334962"/>
              <a:ext cx="65088" cy="30163"/>
            </a:xfrm>
            <a:custGeom>
              <a:avLst/>
              <a:gdLst>
                <a:gd name="T0" fmla="*/ 2 w 17"/>
                <a:gd name="T1" fmla="*/ 7 h 8"/>
                <a:gd name="T2" fmla="*/ 16 w 17"/>
                <a:gd name="T3" fmla="*/ 1 h 8"/>
                <a:gd name="T4" fmla="*/ 15 w 17"/>
                <a:gd name="T5" fmla="*/ 1 h 8"/>
                <a:gd name="T6" fmla="*/ 1 w 17"/>
                <a:gd name="T7" fmla="*/ 7 h 8"/>
                <a:gd name="T8" fmla="*/ 2 w 17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8">
                  <a:moveTo>
                    <a:pt x="2" y="7"/>
                  </a:moveTo>
                  <a:cubicBezTo>
                    <a:pt x="6" y="5"/>
                    <a:pt x="11" y="3"/>
                    <a:pt x="16" y="1"/>
                  </a:cubicBezTo>
                  <a:cubicBezTo>
                    <a:pt x="17" y="1"/>
                    <a:pt x="16" y="0"/>
                    <a:pt x="15" y="1"/>
                  </a:cubicBezTo>
                  <a:cubicBezTo>
                    <a:pt x="10" y="3"/>
                    <a:pt x="6" y="5"/>
                    <a:pt x="1" y="7"/>
                  </a:cubicBezTo>
                  <a:cubicBezTo>
                    <a:pt x="0" y="7"/>
                    <a:pt x="1" y="8"/>
                    <a:pt x="2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7" name="Freeform 8854"/>
            <p:cNvSpPr>
              <a:spLocks/>
            </p:cNvSpPr>
            <p:nvPr/>
          </p:nvSpPr>
          <p:spPr bwMode="auto">
            <a:xfrm>
              <a:off x="665163" y="293687"/>
              <a:ext cx="109538" cy="71438"/>
            </a:xfrm>
            <a:custGeom>
              <a:avLst/>
              <a:gdLst>
                <a:gd name="T0" fmla="*/ 27 w 29"/>
                <a:gd name="T1" fmla="*/ 0 h 19"/>
                <a:gd name="T2" fmla="*/ 0 w 29"/>
                <a:gd name="T3" fmla="*/ 18 h 19"/>
                <a:gd name="T4" fmla="*/ 1 w 29"/>
                <a:gd name="T5" fmla="*/ 18 h 19"/>
                <a:gd name="T6" fmla="*/ 28 w 29"/>
                <a:gd name="T7" fmla="*/ 0 h 19"/>
                <a:gd name="T8" fmla="*/ 27 w 29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9">
                  <a:moveTo>
                    <a:pt x="27" y="0"/>
                  </a:moveTo>
                  <a:cubicBezTo>
                    <a:pt x="18" y="6"/>
                    <a:pt x="8" y="11"/>
                    <a:pt x="0" y="18"/>
                  </a:cubicBezTo>
                  <a:cubicBezTo>
                    <a:pt x="0" y="19"/>
                    <a:pt x="1" y="18"/>
                    <a:pt x="1" y="18"/>
                  </a:cubicBezTo>
                  <a:cubicBezTo>
                    <a:pt x="10" y="11"/>
                    <a:pt x="19" y="6"/>
                    <a:pt x="28" y="0"/>
                  </a:cubicBezTo>
                  <a:cubicBezTo>
                    <a:pt x="29" y="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8" name="Freeform 8855"/>
            <p:cNvSpPr>
              <a:spLocks/>
            </p:cNvSpPr>
            <p:nvPr/>
          </p:nvSpPr>
          <p:spPr bwMode="auto">
            <a:xfrm>
              <a:off x="596900" y="279400"/>
              <a:ext cx="173038" cy="88900"/>
            </a:xfrm>
            <a:custGeom>
              <a:avLst/>
              <a:gdLst>
                <a:gd name="T0" fmla="*/ 1 w 46"/>
                <a:gd name="T1" fmla="*/ 23 h 24"/>
                <a:gd name="T2" fmla="*/ 45 w 46"/>
                <a:gd name="T3" fmla="*/ 1 h 24"/>
                <a:gd name="T4" fmla="*/ 44 w 46"/>
                <a:gd name="T5" fmla="*/ 1 h 24"/>
                <a:gd name="T6" fmla="*/ 1 w 46"/>
                <a:gd name="T7" fmla="*/ 23 h 24"/>
                <a:gd name="T8" fmla="*/ 1 w 46"/>
                <a:gd name="T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24">
                  <a:moveTo>
                    <a:pt x="1" y="23"/>
                  </a:moveTo>
                  <a:cubicBezTo>
                    <a:pt x="17" y="18"/>
                    <a:pt x="31" y="9"/>
                    <a:pt x="45" y="1"/>
                  </a:cubicBezTo>
                  <a:cubicBezTo>
                    <a:pt x="46" y="0"/>
                    <a:pt x="45" y="0"/>
                    <a:pt x="44" y="1"/>
                  </a:cubicBezTo>
                  <a:cubicBezTo>
                    <a:pt x="30" y="8"/>
                    <a:pt x="16" y="18"/>
                    <a:pt x="1" y="23"/>
                  </a:cubicBezTo>
                  <a:cubicBezTo>
                    <a:pt x="0" y="23"/>
                    <a:pt x="0" y="24"/>
                    <a:pt x="1" y="2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9" name="Freeform 8856"/>
            <p:cNvSpPr>
              <a:spLocks/>
            </p:cNvSpPr>
            <p:nvPr/>
          </p:nvSpPr>
          <p:spPr bwMode="auto">
            <a:xfrm>
              <a:off x="579438" y="241300"/>
              <a:ext cx="179388" cy="127000"/>
            </a:xfrm>
            <a:custGeom>
              <a:avLst/>
              <a:gdLst>
                <a:gd name="T0" fmla="*/ 46 w 48"/>
                <a:gd name="T1" fmla="*/ 1 h 34"/>
                <a:gd name="T2" fmla="*/ 1 w 48"/>
                <a:gd name="T3" fmla="*/ 33 h 34"/>
                <a:gd name="T4" fmla="*/ 2 w 48"/>
                <a:gd name="T5" fmla="*/ 33 h 34"/>
                <a:gd name="T6" fmla="*/ 47 w 48"/>
                <a:gd name="T7" fmla="*/ 1 h 34"/>
                <a:gd name="T8" fmla="*/ 46 w 48"/>
                <a:gd name="T9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34">
                  <a:moveTo>
                    <a:pt x="46" y="1"/>
                  </a:moveTo>
                  <a:cubicBezTo>
                    <a:pt x="30" y="10"/>
                    <a:pt x="14" y="19"/>
                    <a:pt x="1" y="33"/>
                  </a:cubicBezTo>
                  <a:cubicBezTo>
                    <a:pt x="0" y="34"/>
                    <a:pt x="2" y="34"/>
                    <a:pt x="2" y="33"/>
                  </a:cubicBezTo>
                  <a:cubicBezTo>
                    <a:pt x="15" y="20"/>
                    <a:pt x="31" y="11"/>
                    <a:pt x="47" y="1"/>
                  </a:cubicBezTo>
                  <a:cubicBezTo>
                    <a:pt x="48" y="1"/>
                    <a:pt x="46" y="0"/>
                    <a:pt x="4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0" name="Freeform 8857"/>
            <p:cNvSpPr>
              <a:spLocks/>
            </p:cNvSpPr>
            <p:nvPr/>
          </p:nvSpPr>
          <p:spPr bwMode="auto">
            <a:xfrm>
              <a:off x="511175" y="192087"/>
              <a:ext cx="236538" cy="150813"/>
            </a:xfrm>
            <a:custGeom>
              <a:avLst/>
              <a:gdLst>
                <a:gd name="T0" fmla="*/ 57 w 63"/>
                <a:gd name="T1" fmla="*/ 1 h 40"/>
                <a:gd name="T2" fmla="*/ 1 w 63"/>
                <a:gd name="T3" fmla="*/ 40 h 40"/>
                <a:gd name="T4" fmla="*/ 1 w 63"/>
                <a:gd name="T5" fmla="*/ 40 h 40"/>
                <a:gd name="T6" fmla="*/ 62 w 63"/>
                <a:gd name="T7" fmla="*/ 11 h 40"/>
                <a:gd name="T8" fmla="*/ 61 w 63"/>
                <a:gd name="T9" fmla="*/ 10 h 40"/>
                <a:gd name="T10" fmla="*/ 5 w 63"/>
                <a:gd name="T11" fmla="*/ 39 h 40"/>
                <a:gd name="T12" fmla="*/ 12 w 63"/>
                <a:gd name="T13" fmla="*/ 32 h 40"/>
                <a:gd name="T14" fmla="*/ 29 w 63"/>
                <a:gd name="T15" fmla="*/ 19 h 40"/>
                <a:gd name="T16" fmla="*/ 58 w 63"/>
                <a:gd name="T17" fmla="*/ 1 h 40"/>
                <a:gd name="T18" fmla="*/ 57 w 63"/>
                <a:gd name="T19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0">
                  <a:moveTo>
                    <a:pt x="57" y="1"/>
                  </a:moveTo>
                  <a:cubicBezTo>
                    <a:pt x="38" y="13"/>
                    <a:pt x="18" y="25"/>
                    <a:pt x="1" y="40"/>
                  </a:cubicBezTo>
                  <a:cubicBezTo>
                    <a:pt x="0" y="40"/>
                    <a:pt x="1" y="40"/>
                    <a:pt x="1" y="40"/>
                  </a:cubicBezTo>
                  <a:cubicBezTo>
                    <a:pt x="24" y="35"/>
                    <a:pt x="43" y="22"/>
                    <a:pt x="62" y="11"/>
                  </a:cubicBezTo>
                  <a:cubicBezTo>
                    <a:pt x="63" y="10"/>
                    <a:pt x="62" y="10"/>
                    <a:pt x="61" y="10"/>
                  </a:cubicBezTo>
                  <a:cubicBezTo>
                    <a:pt x="43" y="21"/>
                    <a:pt x="26" y="33"/>
                    <a:pt x="5" y="39"/>
                  </a:cubicBezTo>
                  <a:cubicBezTo>
                    <a:pt x="4" y="39"/>
                    <a:pt x="11" y="32"/>
                    <a:pt x="12" y="32"/>
                  </a:cubicBezTo>
                  <a:cubicBezTo>
                    <a:pt x="17" y="27"/>
                    <a:pt x="23" y="23"/>
                    <a:pt x="29" y="19"/>
                  </a:cubicBezTo>
                  <a:cubicBezTo>
                    <a:pt x="39" y="13"/>
                    <a:pt x="49" y="7"/>
                    <a:pt x="58" y="1"/>
                  </a:cubicBezTo>
                  <a:cubicBezTo>
                    <a:pt x="59" y="0"/>
                    <a:pt x="58" y="0"/>
                    <a:pt x="57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1" name="Freeform 8858"/>
            <p:cNvSpPr>
              <a:spLocks/>
            </p:cNvSpPr>
            <p:nvPr/>
          </p:nvSpPr>
          <p:spPr bwMode="auto">
            <a:xfrm>
              <a:off x="447675" y="139700"/>
              <a:ext cx="266700" cy="168275"/>
            </a:xfrm>
            <a:custGeom>
              <a:avLst/>
              <a:gdLst>
                <a:gd name="T0" fmla="*/ 63 w 71"/>
                <a:gd name="T1" fmla="*/ 0 h 45"/>
                <a:gd name="T2" fmla="*/ 0 w 71"/>
                <a:gd name="T3" fmla="*/ 44 h 45"/>
                <a:gd name="T4" fmla="*/ 1 w 71"/>
                <a:gd name="T5" fmla="*/ 45 h 45"/>
                <a:gd name="T6" fmla="*/ 70 w 71"/>
                <a:gd name="T7" fmla="*/ 10 h 45"/>
                <a:gd name="T8" fmla="*/ 69 w 71"/>
                <a:gd name="T9" fmla="*/ 9 h 45"/>
                <a:gd name="T10" fmla="*/ 39 w 71"/>
                <a:gd name="T11" fmla="*/ 26 h 45"/>
                <a:gd name="T12" fmla="*/ 23 w 71"/>
                <a:gd name="T13" fmla="*/ 35 h 45"/>
                <a:gd name="T14" fmla="*/ 14 w 71"/>
                <a:gd name="T15" fmla="*/ 39 h 45"/>
                <a:gd name="T16" fmla="*/ 5 w 71"/>
                <a:gd name="T17" fmla="*/ 41 h 45"/>
                <a:gd name="T18" fmla="*/ 64 w 71"/>
                <a:gd name="T19" fmla="*/ 1 h 45"/>
                <a:gd name="T20" fmla="*/ 63 w 71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45">
                  <a:moveTo>
                    <a:pt x="63" y="0"/>
                  </a:moveTo>
                  <a:cubicBezTo>
                    <a:pt x="41" y="13"/>
                    <a:pt x="19" y="26"/>
                    <a:pt x="0" y="44"/>
                  </a:cubicBezTo>
                  <a:cubicBezTo>
                    <a:pt x="0" y="44"/>
                    <a:pt x="1" y="45"/>
                    <a:pt x="1" y="45"/>
                  </a:cubicBezTo>
                  <a:cubicBezTo>
                    <a:pt x="26" y="36"/>
                    <a:pt x="47" y="22"/>
                    <a:pt x="70" y="10"/>
                  </a:cubicBezTo>
                  <a:cubicBezTo>
                    <a:pt x="71" y="9"/>
                    <a:pt x="69" y="9"/>
                    <a:pt x="69" y="9"/>
                  </a:cubicBezTo>
                  <a:cubicBezTo>
                    <a:pt x="59" y="14"/>
                    <a:pt x="49" y="20"/>
                    <a:pt x="39" y="26"/>
                  </a:cubicBezTo>
                  <a:cubicBezTo>
                    <a:pt x="34" y="29"/>
                    <a:pt x="28" y="32"/>
                    <a:pt x="23" y="35"/>
                  </a:cubicBezTo>
                  <a:cubicBezTo>
                    <a:pt x="20" y="36"/>
                    <a:pt x="17" y="37"/>
                    <a:pt x="14" y="39"/>
                  </a:cubicBezTo>
                  <a:cubicBezTo>
                    <a:pt x="11" y="40"/>
                    <a:pt x="8" y="41"/>
                    <a:pt x="5" y="41"/>
                  </a:cubicBezTo>
                  <a:cubicBezTo>
                    <a:pt x="22" y="24"/>
                    <a:pt x="43" y="12"/>
                    <a:pt x="64" y="1"/>
                  </a:cubicBezTo>
                  <a:cubicBezTo>
                    <a:pt x="65" y="0"/>
                    <a:pt x="63" y="0"/>
                    <a:pt x="6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Freeform 8859"/>
            <p:cNvSpPr>
              <a:spLocks/>
            </p:cNvSpPr>
            <p:nvPr/>
          </p:nvSpPr>
          <p:spPr bwMode="auto">
            <a:xfrm>
              <a:off x="439738" y="131762"/>
              <a:ext cx="239713" cy="139700"/>
            </a:xfrm>
            <a:custGeom>
              <a:avLst/>
              <a:gdLst>
                <a:gd name="T0" fmla="*/ 1 w 64"/>
                <a:gd name="T1" fmla="*/ 37 h 37"/>
                <a:gd name="T2" fmla="*/ 63 w 64"/>
                <a:gd name="T3" fmla="*/ 1 h 37"/>
                <a:gd name="T4" fmla="*/ 62 w 64"/>
                <a:gd name="T5" fmla="*/ 0 h 37"/>
                <a:gd name="T6" fmla="*/ 0 w 64"/>
                <a:gd name="T7" fmla="*/ 36 h 37"/>
                <a:gd name="T8" fmla="*/ 1 w 64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7">
                  <a:moveTo>
                    <a:pt x="1" y="37"/>
                  </a:moveTo>
                  <a:cubicBezTo>
                    <a:pt x="23" y="26"/>
                    <a:pt x="41" y="11"/>
                    <a:pt x="63" y="1"/>
                  </a:cubicBezTo>
                  <a:cubicBezTo>
                    <a:pt x="64" y="0"/>
                    <a:pt x="63" y="0"/>
                    <a:pt x="62" y="0"/>
                  </a:cubicBezTo>
                  <a:cubicBezTo>
                    <a:pt x="41" y="11"/>
                    <a:pt x="22" y="26"/>
                    <a:pt x="0" y="36"/>
                  </a:cubicBezTo>
                  <a:cubicBezTo>
                    <a:pt x="0" y="37"/>
                    <a:pt x="1" y="37"/>
                    <a:pt x="1" y="3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Freeform 8860"/>
            <p:cNvSpPr>
              <a:spLocks/>
            </p:cNvSpPr>
            <p:nvPr/>
          </p:nvSpPr>
          <p:spPr bwMode="auto">
            <a:xfrm>
              <a:off x="436563" y="106362"/>
              <a:ext cx="209550" cy="142875"/>
            </a:xfrm>
            <a:custGeom>
              <a:avLst/>
              <a:gdLst>
                <a:gd name="T0" fmla="*/ 54 w 56"/>
                <a:gd name="T1" fmla="*/ 0 h 38"/>
                <a:gd name="T2" fmla="*/ 1 w 56"/>
                <a:gd name="T3" fmla="*/ 37 h 38"/>
                <a:gd name="T4" fmla="*/ 2 w 56"/>
                <a:gd name="T5" fmla="*/ 38 h 38"/>
                <a:gd name="T6" fmla="*/ 55 w 56"/>
                <a:gd name="T7" fmla="*/ 1 h 38"/>
                <a:gd name="T8" fmla="*/ 54 w 56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38">
                  <a:moveTo>
                    <a:pt x="54" y="0"/>
                  </a:moveTo>
                  <a:cubicBezTo>
                    <a:pt x="35" y="12"/>
                    <a:pt x="17" y="23"/>
                    <a:pt x="1" y="37"/>
                  </a:cubicBezTo>
                  <a:cubicBezTo>
                    <a:pt x="0" y="38"/>
                    <a:pt x="2" y="38"/>
                    <a:pt x="2" y="38"/>
                  </a:cubicBezTo>
                  <a:cubicBezTo>
                    <a:pt x="18" y="23"/>
                    <a:pt x="36" y="12"/>
                    <a:pt x="55" y="1"/>
                  </a:cubicBezTo>
                  <a:cubicBezTo>
                    <a:pt x="56" y="1"/>
                    <a:pt x="54" y="0"/>
                    <a:pt x="5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Freeform 8861"/>
            <p:cNvSpPr>
              <a:spLocks/>
            </p:cNvSpPr>
            <p:nvPr/>
          </p:nvSpPr>
          <p:spPr bwMode="auto">
            <a:xfrm>
              <a:off x="439738" y="101600"/>
              <a:ext cx="206375" cy="112713"/>
            </a:xfrm>
            <a:custGeom>
              <a:avLst/>
              <a:gdLst>
                <a:gd name="T0" fmla="*/ 2 w 55"/>
                <a:gd name="T1" fmla="*/ 30 h 30"/>
                <a:gd name="T2" fmla="*/ 54 w 55"/>
                <a:gd name="T3" fmla="*/ 1 h 30"/>
                <a:gd name="T4" fmla="*/ 53 w 55"/>
                <a:gd name="T5" fmla="*/ 1 h 30"/>
                <a:gd name="T6" fmla="*/ 1 w 55"/>
                <a:gd name="T7" fmla="*/ 29 h 30"/>
                <a:gd name="T8" fmla="*/ 2 w 5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0">
                  <a:moveTo>
                    <a:pt x="2" y="30"/>
                  </a:moveTo>
                  <a:cubicBezTo>
                    <a:pt x="21" y="23"/>
                    <a:pt x="37" y="11"/>
                    <a:pt x="54" y="1"/>
                  </a:cubicBezTo>
                  <a:cubicBezTo>
                    <a:pt x="55" y="0"/>
                    <a:pt x="54" y="0"/>
                    <a:pt x="53" y="1"/>
                  </a:cubicBezTo>
                  <a:cubicBezTo>
                    <a:pt x="36" y="11"/>
                    <a:pt x="20" y="22"/>
                    <a:pt x="1" y="29"/>
                  </a:cubicBezTo>
                  <a:cubicBezTo>
                    <a:pt x="0" y="29"/>
                    <a:pt x="1" y="30"/>
                    <a:pt x="2" y="3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Freeform 8862"/>
            <p:cNvSpPr>
              <a:spLocks/>
            </p:cNvSpPr>
            <p:nvPr/>
          </p:nvSpPr>
          <p:spPr bwMode="auto">
            <a:xfrm>
              <a:off x="439738" y="79375"/>
              <a:ext cx="169863" cy="109538"/>
            </a:xfrm>
            <a:custGeom>
              <a:avLst/>
              <a:gdLst>
                <a:gd name="T0" fmla="*/ 43 w 45"/>
                <a:gd name="T1" fmla="*/ 0 h 29"/>
                <a:gd name="T2" fmla="*/ 1 w 45"/>
                <a:gd name="T3" fmla="*/ 27 h 29"/>
                <a:gd name="T4" fmla="*/ 2 w 45"/>
                <a:gd name="T5" fmla="*/ 28 h 29"/>
                <a:gd name="T6" fmla="*/ 44 w 45"/>
                <a:gd name="T7" fmla="*/ 1 h 29"/>
                <a:gd name="T8" fmla="*/ 43 w 45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9">
                  <a:moveTo>
                    <a:pt x="43" y="0"/>
                  </a:moveTo>
                  <a:cubicBezTo>
                    <a:pt x="29" y="9"/>
                    <a:pt x="14" y="17"/>
                    <a:pt x="1" y="27"/>
                  </a:cubicBezTo>
                  <a:cubicBezTo>
                    <a:pt x="0" y="28"/>
                    <a:pt x="2" y="29"/>
                    <a:pt x="2" y="28"/>
                  </a:cubicBezTo>
                  <a:cubicBezTo>
                    <a:pt x="15" y="18"/>
                    <a:pt x="30" y="10"/>
                    <a:pt x="44" y="1"/>
                  </a:cubicBezTo>
                  <a:cubicBezTo>
                    <a:pt x="45" y="0"/>
                    <a:pt x="44" y="0"/>
                    <a:pt x="4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Freeform 8863"/>
            <p:cNvSpPr>
              <a:spLocks/>
            </p:cNvSpPr>
            <p:nvPr/>
          </p:nvSpPr>
          <p:spPr bwMode="auto">
            <a:xfrm>
              <a:off x="439738" y="76200"/>
              <a:ext cx="150813" cy="74613"/>
            </a:xfrm>
            <a:custGeom>
              <a:avLst/>
              <a:gdLst>
                <a:gd name="T0" fmla="*/ 2 w 40"/>
                <a:gd name="T1" fmla="*/ 19 h 20"/>
                <a:gd name="T2" fmla="*/ 39 w 40"/>
                <a:gd name="T3" fmla="*/ 0 h 20"/>
                <a:gd name="T4" fmla="*/ 38 w 40"/>
                <a:gd name="T5" fmla="*/ 0 h 20"/>
                <a:gd name="T6" fmla="*/ 1 w 40"/>
                <a:gd name="T7" fmla="*/ 19 h 20"/>
                <a:gd name="T8" fmla="*/ 2 w 40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20">
                  <a:moveTo>
                    <a:pt x="2" y="19"/>
                  </a:moveTo>
                  <a:cubicBezTo>
                    <a:pt x="15" y="14"/>
                    <a:pt x="27" y="6"/>
                    <a:pt x="39" y="0"/>
                  </a:cubicBezTo>
                  <a:cubicBezTo>
                    <a:pt x="40" y="0"/>
                    <a:pt x="39" y="0"/>
                    <a:pt x="38" y="0"/>
                  </a:cubicBezTo>
                  <a:cubicBezTo>
                    <a:pt x="26" y="6"/>
                    <a:pt x="14" y="13"/>
                    <a:pt x="1" y="19"/>
                  </a:cubicBezTo>
                  <a:cubicBezTo>
                    <a:pt x="0" y="20"/>
                    <a:pt x="2" y="20"/>
                    <a:pt x="2" y="1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7" name="Freeform 8864"/>
            <p:cNvSpPr>
              <a:spLocks/>
            </p:cNvSpPr>
            <p:nvPr/>
          </p:nvSpPr>
          <p:spPr bwMode="auto">
            <a:xfrm>
              <a:off x="439738" y="57150"/>
              <a:ext cx="120650" cy="71438"/>
            </a:xfrm>
            <a:custGeom>
              <a:avLst/>
              <a:gdLst>
                <a:gd name="T0" fmla="*/ 30 w 32"/>
                <a:gd name="T1" fmla="*/ 0 h 19"/>
                <a:gd name="T2" fmla="*/ 1 w 32"/>
                <a:gd name="T3" fmla="*/ 18 h 19"/>
                <a:gd name="T4" fmla="*/ 2 w 32"/>
                <a:gd name="T5" fmla="*/ 18 h 19"/>
                <a:gd name="T6" fmla="*/ 31 w 32"/>
                <a:gd name="T7" fmla="*/ 0 h 19"/>
                <a:gd name="T8" fmla="*/ 30 w 32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9">
                  <a:moveTo>
                    <a:pt x="30" y="0"/>
                  </a:moveTo>
                  <a:cubicBezTo>
                    <a:pt x="20" y="6"/>
                    <a:pt x="10" y="11"/>
                    <a:pt x="1" y="18"/>
                  </a:cubicBezTo>
                  <a:cubicBezTo>
                    <a:pt x="0" y="18"/>
                    <a:pt x="1" y="19"/>
                    <a:pt x="2" y="18"/>
                  </a:cubicBezTo>
                  <a:cubicBezTo>
                    <a:pt x="11" y="12"/>
                    <a:pt x="21" y="6"/>
                    <a:pt x="31" y="0"/>
                  </a:cubicBezTo>
                  <a:cubicBezTo>
                    <a:pt x="32" y="0"/>
                    <a:pt x="31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8" name="Freeform 8865"/>
            <p:cNvSpPr>
              <a:spLocks/>
            </p:cNvSpPr>
            <p:nvPr/>
          </p:nvSpPr>
          <p:spPr bwMode="auto">
            <a:xfrm>
              <a:off x="442913" y="49212"/>
              <a:ext cx="101600" cy="57150"/>
            </a:xfrm>
            <a:custGeom>
              <a:avLst/>
              <a:gdLst>
                <a:gd name="T0" fmla="*/ 1 w 27"/>
                <a:gd name="T1" fmla="*/ 14 h 15"/>
                <a:gd name="T2" fmla="*/ 27 w 27"/>
                <a:gd name="T3" fmla="*/ 1 h 15"/>
                <a:gd name="T4" fmla="*/ 26 w 27"/>
                <a:gd name="T5" fmla="*/ 0 h 15"/>
                <a:gd name="T6" fmla="*/ 0 w 27"/>
                <a:gd name="T7" fmla="*/ 14 h 15"/>
                <a:gd name="T8" fmla="*/ 1 w 27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5">
                  <a:moveTo>
                    <a:pt x="1" y="14"/>
                  </a:moveTo>
                  <a:cubicBezTo>
                    <a:pt x="10" y="10"/>
                    <a:pt x="18" y="5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  <a:cubicBezTo>
                    <a:pt x="17" y="4"/>
                    <a:pt x="9" y="9"/>
                    <a:pt x="0" y="14"/>
                  </a:cubicBezTo>
                  <a:cubicBezTo>
                    <a:pt x="0" y="14"/>
                    <a:pt x="0" y="15"/>
                    <a:pt x="1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9" name="Freeform 8866"/>
            <p:cNvSpPr>
              <a:spLocks/>
            </p:cNvSpPr>
            <p:nvPr/>
          </p:nvSpPr>
          <p:spPr bwMode="auto">
            <a:xfrm>
              <a:off x="436563" y="34925"/>
              <a:ext cx="96838" cy="52388"/>
            </a:xfrm>
            <a:custGeom>
              <a:avLst/>
              <a:gdLst>
                <a:gd name="T0" fmla="*/ 25 w 26"/>
                <a:gd name="T1" fmla="*/ 0 h 14"/>
                <a:gd name="T2" fmla="*/ 1 w 26"/>
                <a:gd name="T3" fmla="*/ 13 h 14"/>
                <a:gd name="T4" fmla="*/ 1 w 26"/>
                <a:gd name="T5" fmla="*/ 13 h 14"/>
                <a:gd name="T6" fmla="*/ 26 w 26"/>
                <a:gd name="T7" fmla="*/ 1 h 14"/>
                <a:gd name="T8" fmla="*/ 25 w 26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4">
                  <a:moveTo>
                    <a:pt x="25" y="0"/>
                  </a:moveTo>
                  <a:cubicBezTo>
                    <a:pt x="17" y="4"/>
                    <a:pt x="9" y="8"/>
                    <a:pt x="1" y="13"/>
                  </a:cubicBezTo>
                  <a:cubicBezTo>
                    <a:pt x="0" y="13"/>
                    <a:pt x="0" y="14"/>
                    <a:pt x="1" y="13"/>
                  </a:cubicBezTo>
                  <a:cubicBezTo>
                    <a:pt x="9" y="9"/>
                    <a:pt x="17" y="5"/>
                    <a:pt x="26" y="1"/>
                  </a:cubicBezTo>
                  <a:cubicBezTo>
                    <a:pt x="26" y="1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0" name="Freeform 8867"/>
            <p:cNvSpPr>
              <a:spLocks/>
            </p:cNvSpPr>
            <p:nvPr/>
          </p:nvSpPr>
          <p:spPr bwMode="auto">
            <a:xfrm>
              <a:off x="439738" y="38100"/>
              <a:ext cx="93663" cy="49213"/>
            </a:xfrm>
            <a:custGeom>
              <a:avLst/>
              <a:gdLst>
                <a:gd name="T0" fmla="*/ 1 w 25"/>
                <a:gd name="T1" fmla="*/ 13 h 13"/>
                <a:gd name="T2" fmla="*/ 24 w 25"/>
                <a:gd name="T3" fmla="*/ 1 h 13"/>
                <a:gd name="T4" fmla="*/ 23 w 25"/>
                <a:gd name="T5" fmla="*/ 0 h 13"/>
                <a:gd name="T6" fmla="*/ 1 w 25"/>
                <a:gd name="T7" fmla="*/ 12 h 13"/>
                <a:gd name="T8" fmla="*/ 1 w 25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3">
                  <a:moveTo>
                    <a:pt x="1" y="13"/>
                  </a:moveTo>
                  <a:cubicBezTo>
                    <a:pt x="9" y="10"/>
                    <a:pt x="17" y="5"/>
                    <a:pt x="24" y="1"/>
                  </a:cubicBezTo>
                  <a:cubicBezTo>
                    <a:pt x="25" y="0"/>
                    <a:pt x="23" y="0"/>
                    <a:pt x="23" y="0"/>
                  </a:cubicBezTo>
                  <a:cubicBezTo>
                    <a:pt x="16" y="4"/>
                    <a:pt x="9" y="9"/>
                    <a:pt x="1" y="12"/>
                  </a:cubicBezTo>
                  <a:cubicBezTo>
                    <a:pt x="0" y="13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51" name="Group 91"/>
          <p:cNvGrpSpPr>
            <a:grpSpLocks/>
          </p:cNvGrpSpPr>
          <p:nvPr/>
        </p:nvGrpSpPr>
        <p:grpSpPr bwMode="auto">
          <a:xfrm>
            <a:off x="5351463" y="1435100"/>
            <a:ext cx="569912" cy="774700"/>
            <a:chOff x="0" y="0"/>
            <a:chExt cx="569913" cy="774701"/>
          </a:xfrm>
        </p:grpSpPr>
        <p:sp>
          <p:nvSpPr>
            <p:cNvPr id="15452" name="Freeform 8996"/>
            <p:cNvSpPr>
              <a:spLocks noEditPoints="1"/>
            </p:cNvSpPr>
            <p:nvPr/>
          </p:nvSpPr>
          <p:spPr bwMode="auto">
            <a:xfrm>
              <a:off x="173037" y="627063"/>
              <a:ext cx="247650" cy="147638"/>
            </a:xfrm>
            <a:custGeom>
              <a:avLst/>
              <a:gdLst>
                <a:gd name="T0" fmla="*/ 17 w 66"/>
                <a:gd name="T1" fmla="*/ 5 h 39"/>
                <a:gd name="T2" fmla="*/ 10 w 66"/>
                <a:gd name="T3" fmla="*/ 6 h 39"/>
                <a:gd name="T4" fmla="*/ 7 w 66"/>
                <a:gd name="T5" fmla="*/ 3 h 39"/>
                <a:gd name="T6" fmla="*/ 4 w 66"/>
                <a:gd name="T7" fmla="*/ 1 h 39"/>
                <a:gd name="T8" fmla="*/ 3 w 66"/>
                <a:gd name="T9" fmla="*/ 2 h 39"/>
                <a:gd name="T10" fmla="*/ 1 w 66"/>
                <a:gd name="T11" fmla="*/ 4 h 39"/>
                <a:gd name="T12" fmla="*/ 2 w 66"/>
                <a:gd name="T13" fmla="*/ 7 h 39"/>
                <a:gd name="T14" fmla="*/ 2 w 66"/>
                <a:gd name="T15" fmla="*/ 8 h 39"/>
                <a:gd name="T16" fmla="*/ 2 w 66"/>
                <a:gd name="T17" fmla="*/ 10 h 39"/>
                <a:gd name="T18" fmla="*/ 2 w 66"/>
                <a:gd name="T19" fmla="*/ 11 h 39"/>
                <a:gd name="T20" fmla="*/ 2 w 66"/>
                <a:gd name="T21" fmla="*/ 11 h 39"/>
                <a:gd name="T22" fmla="*/ 3 w 66"/>
                <a:gd name="T23" fmla="*/ 17 h 39"/>
                <a:gd name="T24" fmla="*/ 4 w 66"/>
                <a:gd name="T25" fmla="*/ 22 h 39"/>
                <a:gd name="T26" fmla="*/ 4 w 66"/>
                <a:gd name="T27" fmla="*/ 22 h 39"/>
                <a:gd name="T28" fmla="*/ 4 w 66"/>
                <a:gd name="T29" fmla="*/ 22 h 39"/>
                <a:gd name="T30" fmla="*/ 4 w 66"/>
                <a:gd name="T31" fmla="*/ 22 h 39"/>
                <a:gd name="T32" fmla="*/ 4 w 66"/>
                <a:gd name="T33" fmla="*/ 22 h 39"/>
                <a:gd name="T34" fmla="*/ 4 w 66"/>
                <a:gd name="T35" fmla="*/ 22 h 39"/>
                <a:gd name="T36" fmla="*/ 12 w 66"/>
                <a:gd name="T37" fmla="*/ 28 h 39"/>
                <a:gd name="T38" fmla="*/ 9 w 66"/>
                <a:gd name="T39" fmla="*/ 28 h 39"/>
                <a:gd name="T40" fmla="*/ 37 w 66"/>
                <a:gd name="T41" fmla="*/ 39 h 39"/>
                <a:gd name="T42" fmla="*/ 60 w 66"/>
                <a:gd name="T43" fmla="*/ 23 h 39"/>
                <a:gd name="T44" fmla="*/ 65 w 66"/>
                <a:gd name="T45" fmla="*/ 4 h 39"/>
                <a:gd name="T46" fmla="*/ 17 w 66"/>
                <a:gd name="T47" fmla="*/ 5 h 39"/>
                <a:gd name="T48" fmla="*/ 4 w 66"/>
                <a:gd name="T49" fmla="*/ 22 h 39"/>
                <a:gd name="T50" fmla="*/ 4 w 66"/>
                <a:gd name="T51" fmla="*/ 22 h 39"/>
                <a:gd name="T52" fmla="*/ 4 w 66"/>
                <a:gd name="T53" fmla="*/ 22 h 39"/>
                <a:gd name="T54" fmla="*/ 4 w 66"/>
                <a:gd name="T55" fmla="*/ 22 h 39"/>
                <a:gd name="T56" fmla="*/ 22 w 66"/>
                <a:gd name="T57" fmla="*/ 35 h 39"/>
                <a:gd name="T58" fmla="*/ 23 w 66"/>
                <a:gd name="T59" fmla="*/ 36 h 39"/>
                <a:gd name="T60" fmla="*/ 22 w 66"/>
                <a:gd name="T61" fmla="*/ 35 h 39"/>
                <a:gd name="T62" fmla="*/ 57 w 66"/>
                <a:gd name="T63" fmla="*/ 9 h 39"/>
                <a:gd name="T64" fmla="*/ 56 w 66"/>
                <a:gd name="T65" fmla="*/ 11 h 39"/>
                <a:gd name="T66" fmla="*/ 49 w 66"/>
                <a:gd name="T67" fmla="*/ 26 h 39"/>
                <a:gd name="T68" fmla="*/ 23 w 66"/>
                <a:gd name="T69" fmla="*/ 31 h 39"/>
                <a:gd name="T70" fmla="*/ 25 w 66"/>
                <a:gd name="T71" fmla="*/ 30 h 39"/>
                <a:gd name="T72" fmla="*/ 21 w 66"/>
                <a:gd name="T73" fmla="*/ 30 h 39"/>
                <a:gd name="T74" fmla="*/ 8 w 66"/>
                <a:gd name="T75" fmla="*/ 13 h 39"/>
                <a:gd name="T76" fmla="*/ 8 w 66"/>
                <a:gd name="T77" fmla="*/ 10 h 39"/>
                <a:gd name="T78" fmla="*/ 8 w 66"/>
                <a:gd name="T79" fmla="*/ 10 h 39"/>
                <a:gd name="T80" fmla="*/ 7 w 66"/>
                <a:gd name="T81" fmla="*/ 9 h 39"/>
                <a:gd name="T82" fmla="*/ 7 w 66"/>
                <a:gd name="T83" fmla="*/ 9 h 39"/>
                <a:gd name="T84" fmla="*/ 14 w 66"/>
                <a:gd name="T85" fmla="*/ 10 h 39"/>
                <a:gd name="T86" fmla="*/ 14 w 66"/>
                <a:gd name="T87" fmla="*/ 9 h 39"/>
                <a:gd name="T88" fmla="*/ 42 w 66"/>
                <a:gd name="T89" fmla="*/ 10 h 39"/>
                <a:gd name="T90" fmla="*/ 43 w 66"/>
                <a:gd name="T91" fmla="*/ 9 h 39"/>
                <a:gd name="T92" fmla="*/ 43 w 66"/>
                <a:gd name="T93" fmla="*/ 10 h 39"/>
                <a:gd name="T94" fmla="*/ 49 w 66"/>
                <a:gd name="T95" fmla="*/ 10 h 39"/>
                <a:gd name="T96" fmla="*/ 57 w 66"/>
                <a:gd name="T9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6" h="39">
                  <a:moveTo>
                    <a:pt x="17" y="5"/>
                  </a:moveTo>
                  <a:cubicBezTo>
                    <a:pt x="21" y="3"/>
                    <a:pt x="11" y="3"/>
                    <a:pt x="10" y="6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6" y="2"/>
                    <a:pt x="6" y="1"/>
                    <a:pt x="4" y="1"/>
                  </a:cubicBezTo>
                  <a:cubicBezTo>
                    <a:pt x="4" y="1"/>
                    <a:pt x="3" y="1"/>
                    <a:pt x="3" y="2"/>
                  </a:cubicBezTo>
                  <a:cubicBezTo>
                    <a:pt x="3" y="2"/>
                    <a:pt x="2" y="2"/>
                    <a:pt x="1" y="4"/>
                  </a:cubicBezTo>
                  <a:cubicBezTo>
                    <a:pt x="1" y="5"/>
                    <a:pt x="0" y="6"/>
                    <a:pt x="2" y="7"/>
                  </a:cubicBezTo>
                  <a:cubicBezTo>
                    <a:pt x="2" y="7"/>
                    <a:pt x="2" y="8"/>
                    <a:pt x="2" y="8"/>
                  </a:cubicBezTo>
                  <a:cubicBezTo>
                    <a:pt x="2" y="9"/>
                    <a:pt x="2" y="9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3"/>
                    <a:pt x="2" y="15"/>
                    <a:pt x="3" y="17"/>
                  </a:cubicBezTo>
                  <a:cubicBezTo>
                    <a:pt x="3" y="19"/>
                    <a:pt x="3" y="20"/>
                    <a:pt x="4" y="22"/>
                  </a:cubicBezTo>
                  <a:cubicBezTo>
                    <a:pt x="2" y="22"/>
                    <a:pt x="0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6" y="26"/>
                    <a:pt x="10" y="24"/>
                    <a:pt x="12" y="28"/>
                  </a:cubicBezTo>
                  <a:cubicBezTo>
                    <a:pt x="11" y="28"/>
                    <a:pt x="10" y="27"/>
                    <a:pt x="9" y="28"/>
                  </a:cubicBezTo>
                  <a:cubicBezTo>
                    <a:pt x="13" y="36"/>
                    <a:pt x="29" y="39"/>
                    <a:pt x="37" y="39"/>
                  </a:cubicBezTo>
                  <a:cubicBezTo>
                    <a:pt x="49" y="39"/>
                    <a:pt x="55" y="29"/>
                    <a:pt x="60" y="23"/>
                  </a:cubicBezTo>
                  <a:cubicBezTo>
                    <a:pt x="62" y="22"/>
                    <a:pt x="66" y="8"/>
                    <a:pt x="65" y="4"/>
                  </a:cubicBezTo>
                  <a:cubicBezTo>
                    <a:pt x="65" y="1"/>
                    <a:pt x="22" y="5"/>
                    <a:pt x="17" y="5"/>
                  </a:cubicBezTo>
                  <a:close/>
                  <a:moveTo>
                    <a:pt x="4" y="22"/>
                  </a:move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lose/>
                  <a:moveTo>
                    <a:pt x="22" y="35"/>
                  </a:moveTo>
                  <a:cubicBezTo>
                    <a:pt x="22" y="35"/>
                    <a:pt x="22" y="35"/>
                    <a:pt x="23" y="36"/>
                  </a:cubicBezTo>
                  <a:cubicBezTo>
                    <a:pt x="22" y="35"/>
                    <a:pt x="22" y="35"/>
                    <a:pt x="22" y="35"/>
                  </a:cubicBezTo>
                  <a:close/>
                  <a:moveTo>
                    <a:pt x="57" y="9"/>
                  </a:moveTo>
                  <a:cubicBezTo>
                    <a:pt x="57" y="10"/>
                    <a:pt x="57" y="10"/>
                    <a:pt x="56" y="11"/>
                  </a:cubicBezTo>
                  <a:cubicBezTo>
                    <a:pt x="59" y="10"/>
                    <a:pt x="52" y="24"/>
                    <a:pt x="49" y="26"/>
                  </a:cubicBezTo>
                  <a:cubicBezTo>
                    <a:pt x="47" y="29"/>
                    <a:pt x="26" y="38"/>
                    <a:pt x="23" y="31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27" y="29"/>
                    <a:pt x="18" y="31"/>
                    <a:pt x="21" y="30"/>
                  </a:cubicBezTo>
                  <a:cubicBezTo>
                    <a:pt x="17" y="31"/>
                    <a:pt x="9" y="20"/>
                    <a:pt x="8" y="13"/>
                  </a:cubicBezTo>
                  <a:cubicBezTo>
                    <a:pt x="8" y="13"/>
                    <a:pt x="8" y="12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9" y="9"/>
                    <a:pt x="12" y="10"/>
                    <a:pt x="14" y="10"/>
                  </a:cubicBezTo>
                  <a:cubicBezTo>
                    <a:pt x="14" y="10"/>
                    <a:pt x="14" y="9"/>
                    <a:pt x="14" y="9"/>
                  </a:cubicBezTo>
                  <a:cubicBezTo>
                    <a:pt x="16" y="12"/>
                    <a:pt x="42" y="10"/>
                    <a:pt x="42" y="10"/>
                  </a:cubicBezTo>
                  <a:cubicBezTo>
                    <a:pt x="42" y="10"/>
                    <a:pt x="43" y="9"/>
                    <a:pt x="43" y="9"/>
                  </a:cubicBezTo>
                  <a:cubicBezTo>
                    <a:pt x="44" y="10"/>
                    <a:pt x="45" y="10"/>
                    <a:pt x="43" y="10"/>
                  </a:cubicBezTo>
                  <a:cubicBezTo>
                    <a:pt x="46" y="16"/>
                    <a:pt x="49" y="3"/>
                    <a:pt x="49" y="10"/>
                  </a:cubicBezTo>
                  <a:cubicBezTo>
                    <a:pt x="49" y="13"/>
                    <a:pt x="64" y="0"/>
                    <a:pt x="57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3" name="Freeform 8997"/>
            <p:cNvSpPr>
              <a:spLocks noEditPoints="1"/>
            </p:cNvSpPr>
            <p:nvPr/>
          </p:nvSpPr>
          <p:spPr bwMode="auto">
            <a:xfrm>
              <a:off x="71437" y="74613"/>
              <a:ext cx="412750" cy="296863"/>
            </a:xfrm>
            <a:custGeom>
              <a:avLst/>
              <a:gdLst>
                <a:gd name="T0" fmla="*/ 106 w 110"/>
                <a:gd name="T1" fmla="*/ 21 h 79"/>
                <a:gd name="T2" fmla="*/ 106 w 110"/>
                <a:gd name="T3" fmla="*/ 21 h 79"/>
                <a:gd name="T4" fmla="*/ 97 w 110"/>
                <a:gd name="T5" fmla="*/ 11 h 79"/>
                <a:gd name="T6" fmla="*/ 72 w 110"/>
                <a:gd name="T7" fmla="*/ 2 h 79"/>
                <a:gd name="T8" fmla="*/ 51 w 110"/>
                <a:gd name="T9" fmla="*/ 2 h 79"/>
                <a:gd name="T10" fmla="*/ 41 w 110"/>
                <a:gd name="T11" fmla="*/ 6 h 79"/>
                <a:gd name="T12" fmla="*/ 11 w 110"/>
                <a:gd name="T13" fmla="*/ 36 h 79"/>
                <a:gd name="T14" fmla="*/ 10 w 110"/>
                <a:gd name="T15" fmla="*/ 75 h 79"/>
                <a:gd name="T16" fmla="*/ 11 w 110"/>
                <a:gd name="T17" fmla="*/ 76 h 79"/>
                <a:gd name="T18" fmla="*/ 17 w 110"/>
                <a:gd name="T19" fmla="*/ 74 h 79"/>
                <a:gd name="T20" fmla="*/ 17 w 110"/>
                <a:gd name="T21" fmla="*/ 73 h 79"/>
                <a:gd name="T22" fmla="*/ 24 w 110"/>
                <a:gd name="T23" fmla="*/ 46 h 79"/>
                <a:gd name="T24" fmla="*/ 27 w 110"/>
                <a:gd name="T25" fmla="*/ 40 h 79"/>
                <a:gd name="T26" fmla="*/ 25 w 110"/>
                <a:gd name="T27" fmla="*/ 41 h 79"/>
                <a:gd name="T28" fmla="*/ 70 w 110"/>
                <a:gd name="T29" fmla="*/ 16 h 79"/>
                <a:gd name="T30" fmla="*/ 79 w 110"/>
                <a:gd name="T31" fmla="*/ 15 h 79"/>
                <a:gd name="T32" fmla="*/ 94 w 110"/>
                <a:gd name="T33" fmla="*/ 20 h 79"/>
                <a:gd name="T34" fmla="*/ 106 w 110"/>
                <a:gd name="T35" fmla="*/ 27 h 79"/>
                <a:gd name="T36" fmla="*/ 110 w 110"/>
                <a:gd name="T37" fmla="*/ 23 h 79"/>
                <a:gd name="T38" fmla="*/ 19 w 110"/>
                <a:gd name="T39" fmla="*/ 42 h 79"/>
                <a:gd name="T40" fmla="*/ 85 w 110"/>
                <a:gd name="T41" fmla="*/ 13 h 79"/>
                <a:gd name="T42" fmla="*/ 73 w 110"/>
                <a:gd name="T43" fmla="*/ 11 h 79"/>
                <a:gd name="T44" fmla="*/ 72 w 110"/>
                <a:gd name="T45" fmla="*/ 11 h 79"/>
                <a:gd name="T46" fmla="*/ 68 w 110"/>
                <a:gd name="T47" fmla="*/ 11 h 79"/>
                <a:gd name="T48" fmla="*/ 61 w 110"/>
                <a:gd name="T49" fmla="*/ 11 h 79"/>
                <a:gd name="T50" fmla="*/ 61 w 110"/>
                <a:gd name="T51" fmla="*/ 11 h 79"/>
                <a:gd name="T52" fmla="*/ 48 w 110"/>
                <a:gd name="T53" fmla="*/ 14 h 79"/>
                <a:gd name="T54" fmla="*/ 33 w 110"/>
                <a:gd name="T55" fmla="*/ 26 h 79"/>
                <a:gd name="T56" fmla="*/ 24 w 110"/>
                <a:gd name="T57" fmla="*/ 33 h 79"/>
                <a:gd name="T58" fmla="*/ 12 w 110"/>
                <a:gd name="T59" fmla="*/ 61 h 79"/>
                <a:gd name="T60" fmla="*/ 91 w 110"/>
                <a:gd name="T61" fmla="*/ 13 h 79"/>
                <a:gd name="T62" fmla="*/ 93 w 110"/>
                <a:gd name="T63" fmla="*/ 1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0" h="79">
                  <a:moveTo>
                    <a:pt x="109" y="25"/>
                  </a:moveTo>
                  <a:cubicBezTo>
                    <a:pt x="109" y="24"/>
                    <a:pt x="107" y="22"/>
                    <a:pt x="106" y="21"/>
                  </a:cubicBezTo>
                  <a:cubicBezTo>
                    <a:pt x="106" y="21"/>
                    <a:pt x="106" y="21"/>
                    <a:pt x="107" y="21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20"/>
                    <a:pt x="105" y="19"/>
                    <a:pt x="105" y="19"/>
                  </a:cubicBezTo>
                  <a:cubicBezTo>
                    <a:pt x="106" y="20"/>
                    <a:pt x="101" y="13"/>
                    <a:pt x="97" y="11"/>
                  </a:cubicBezTo>
                  <a:cubicBezTo>
                    <a:pt x="97" y="11"/>
                    <a:pt x="97" y="11"/>
                    <a:pt x="97" y="12"/>
                  </a:cubicBezTo>
                  <a:cubicBezTo>
                    <a:pt x="88" y="8"/>
                    <a:pt x="83" y="2"/>
                    <a:pt x="72" y="2"/>
                  </a:cubicBezTo>
                  <a:cubicBezTo>
                    <a:pt x="70" y="2"/>
                    <a:pt x="60" y="0"/>
                    <a:pt x="58" y="1"/>
                  </a:cubicBezTo>
                  <a:cubicBezTo>
                    <a:pt x="54" y="3"/>
                    <a:pt x="50" y="3"/>
                    <a:pt x="51" y="2"/>
                  </a:cubicBezTo>
                  <a:cubicBezTo>
                    <a:pt x="49" y="0"/>
                    <a:pt x="36" y="13"/>
                    <a:pt x="42" y="5"/>
                  </a:cubicBezTo>
                  <a:cubicBezTo>
                    <a:pt x="42" y="5"/>
                    <a:pt x="41" y="6"/>
                    <a:pt x="41" y="6"/>
                  </a:cubicBezTo>
                  <a:cubicBezTo>
                    <a:pt x="39" y="11"/>
                    <a:pt x="25" y="15"/>
                    <a:pt x="20" y="18"/>
                  </a:cubicBezTo>
                  <a:cubicBezTo>
                    <a:pt x="19" y="19"/>
                    <a:pt x="14" y="30"/>
                    <a:pt x="11" y="36"/>
                  </a:cubicBezTo>
                  <a:cubicBezTo>
                    <a:pt x="9" y="42"/>
                    <a:pt x="0" y="60"/>
                    <a:pt x="7" y="63"/>
                  </a:cubicBezTo>
                  <a:cubicBezTo>
                    <a:pt x="6" y="64"/>
                    <a:pt x="8" y="71"/>
                    <a:pt x="10" y="75"/>
                  </a:cubicBezTo>
                  <a:cubicBezTo>
                    <a:pt x="10" y="75"/>
                    <a:pt x="10" y="76"/>
                    <a:pt x="10" y="76"/>
                  </a:cubicBezTo>
                  <a:cubicBezTo>
                    <a:pt x="10" y="76"/>
                    <a:pt x="11" y="76"/>
                    <a:pt x="11" y="76"/>
                  </a:cubicBezTo>
                  <a:cubicBezTo>
                    <a:pt x="12" y="78"/>
                    <a:pt x="14" y="79"/>
                    <a:pt x="15" y="78"/>
                  </a:cubicBezTo>
                  <a:cubicBezTo>
                    <a:pt x="16" y="77"/>
                    <a:pt x="17" y="76"/>
                    <a:pt x="17" y="74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7" y="74"/>
                    <a:pt x="17" y="74"/>
                    <a:pt x="17" y="73"/>
                  </a:cubicBezTo>
                  <a:cubicBezTo>
                    <a:pt x="19" y="64"/>
                    <a:pt x="15" y="47"/>
                    <a:pt x="24" y="43"/>
                  </a:cubicBezTo>
                  <a:cubicBezTo>
                    <a:pt x="20" y="49"/>
                    <a:pt x="23" y="43"/>
                    <a:pt x="24" y="46"/>
                  </a:cubicBezTo>
                  <a:cubicBezTo>
                    <a:pt x="24" y="44"/>
                    <a:pt x="25" y="42"/>
                    <a:pt x="26" y="41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40"/>
                    <a:pt x="27" y="40"/>
                    <a:pt x="28" y="40"/>
                  </a:cubicBezTo>
                  <a:cubicBezTo>
                    <a:pt x="26" y="39"/>
                    <a:pt x="26" y="39"/>
                    <a:pt x="25" y="41"/>
                  </a:cubicBezTo>
                  <a:cubicBezTo>
                    <a:pt x="25" y="36"/>
                    <a:pt x="39" y="24"/>
                    <a:pt x="42" y="22"/>
                  </a:cubicBezTo>
                  <a:cubicBezTo>
                    <a:pt x="52" y="16"/>
                    <a:pt x="59" y="16"/>
                    <a:pt x="70" y="16"/>
                  </a:cubicBezTo>
                  <a:cubicBezTo>
                    <a:pt x="72" y="15"/>
                    <a:pt x="73" y="15"/>
                    <a:pt x="73" y="14"/>
                  </a:cubicBezTo>
                  <a:cubicBezTo>
                    <a:pt x="75" y="14"/>
                    <a:pt x="77" y="14"/>
                    <a:pt x="79" y="15"/>
                  </a:cubicBezTo>
                  <a:cubicBezTo>
                    <a:pt x="77" y="17"/>
                    <a:pt x="87" y="16"/>
                    <a:pt x="88" y="18"/>
                  </a:cubicBezTo>
                  <a:cubicBezTo>
                    <a:pt x="87" y="13"/>
                    <a:pt x="95" y="22"/>
                    <a:pt x="94" y="20"/>
                  </a:cubicBezTo>
                  <a:cubicBezTo>
                    <a:pt x="96" y="21"/>
                    <a:pt x="106" y="27"/>
                    <a:pt x="109" y="25"/>
                  </a:cubicBezTo>
                  <a:cubicBezTo>
                    <a:pt x="108" y="26"/>
                    <a:pt x="107" y="27"/>
                    <a:pt x="106" y="27"/>
                  </a:cubicBezTo>
                  <a:cubicBezTo>
                    <a:pt x="109" y="27"/>
                    <a:pt x="109" y="26"/>
                    <a:pt x="109" y="25"/>
                  </a:cubicBezTo>
                  <a:cubicBezTo>
                    <a:pt x="110" y="25"/>
                    <a:pt x="110" y="24"/>
                    <a:pt x="110" y="23"/>
                  </a:cubicBezTo>
                  <a:cubicBezTo>
                    <a:pt x="110" y="24"/>
                    <a:pt x="110" y="25"/>
                    <a:pt x="109" y="25"/>
                  </a:cubicBezTo>
                  <a:close/>
                  <a:moveTo>
                    <a:pt x="19" y="42"/>
                  </a:moveTo>
                  <a:cubicBezTo>
                    <a:pt x="20" y="41"/>
                    <a:pt x="20" y="41"/>
                    <a:pt x="19" y="42"/>
                  </a:cubicBezTo>
                  <a:close/>
                  <a:moveTo>
                    <a:pt x="85" y="13"/>
                  </a:moveTo>
                  <a:cubicBezTo>
                    <a:pt x="85" y="13"/>
                    <a:pt x="80" y="12"/>
                    <a:pt x="74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1" y="11"/>
                    <a:pt x="70" y="11"/>
                    <a:pt x="68" y="11"/>
                  </a:cubicBezTo>
                  <a:cubicBezTo>
                    <a:pt x="66" y="10"/>
                    <a:pt x="64" y="10"/>
                    <a:pt x="64" y="10"/>
                  </a:cubicBezTo>
                  <a:cubicBezTo>
                    <a:pt x="63" y="10"/>
                    <a:pt x="62" y="10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56" y="12"/>
                    <a:pt x="49" y="15"/>
                    <a:pt x="48" y="14"/>
                  </a:cubicBezTo>
                  <a:cubicBezTo>
                    <a:pt x="48" y="17"/>
                    <a:pt x="41" y="17"/>
                    <a:pt x="42" y="16"/>
                  </a:cubicBezTo>
                  <a:cubicBezTo>
                    <a:pt x="37" y="19"/>
                    <a:pt x="37" y="24"/>
                    <a:pt x="33" y="26"/>
                  </a:cubicBezTo>
                  <a:cubicBezTo>
                    <a:pt x="32" y="25"/>
                    <a:pt x="33" y="24"/>
                    <a:pt x="34" y="24"/>
                  </a:cubicBezTo>
                  <a:cubicBezTo>
                    <a:pt x="31" y="21"/>
                    <a:pt x="26" y="31"/>
                    <a:pt x="24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16" y="35"/>
                    <a:pt x="13" y="49"/>
                    <a:pt x="12" y="61"/>
                  </a:cubicBezTo>
                  <a:cubicBezTo>
                    <a:pt x="11" y="48"/>
                    <a:pt x="15" y="33"/>
                    <a:pt x="21" y="27"/>
                  </a:cubicBezTo>
                  <a:cubicBezTo>
                    <a:pt x="41" y="9"/>
                    <a:pt x="66" y="0"/>
                    <a:pt x="91" y="13"/>
                  </a:cubicBezTo>
                  <a:cubicBezTo>
                    <a:pt x="90" y="13"/>
                    <a:pt x="89" y="13"/>
                    <a:pt x="88" y="13"/>
                  </a:cubicBezTo>
                  <a:cubicBezTo>
                    <a:pt x="90" y="13"/>
                    <a:pt x="92" y="15"/>
                    <a:pt x="93" y="16"/>
                  </a:cubicBezTo>
                  <a:cubicBezTo>
                    <a:pt x="91" y="15"/>
                    <a:pt x="85" y="13"/>
                    <a:pt x="85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4" name="Freeform 8998"/>
            <p:cNvSpPr>
              <a:spLocks noEditPoints="1"/>
            </p:cNvSpPr>
            <p:nvPr/>
          </p:nvSpPr>
          <p:spPr bwMode="auto">
            <a:xfrm>
              <a:off x="0" y="0"/>
              <a:ext cx="569913" cy="646113"/>
            </a:xfrm>
            <a:custGeom>
              <a:avLst/>
              <a:gdLst>
                <a:gd name="T0" fmla="*/ 146 w 152"/>
                <a:gd name="T1" fmla="*/ 49 h 172"/>
                <a:gd name="T2" fmla="*/ 131 w 152"/>
                <a:gd name="T3" fmla="*/ 26 h 172"/>
                <a:gd name="T4" fmla="*/ 121 w 152"/>
                <a:gd name="T5" fmla="*/ 17 h 172"/>
                <a:gd name="T6" fmla="*/ 104 w 152"/>
                <a:gd name="T7" fmla="*/ 9 h 172"/>
                <a:gd name="T8" fmla="*/ 90 w 152"/>
                <a:gd name="T9" fmla="*/ 5 h 172"/>
                <a:gd name="T10" fmla="*/ 91 w 152"/>
                <a:gd name="T11" fmla="*/ 4 h 172"/>
                <a:gd name="T12" fmla="*/ 90 w 152"/>
                <a:gd name="T13" fmla="*/ 4 h 172"/>
                <a:gd name="T14" fmla="*/ 89 w 152"/>
                <a:gd name="T15" fmla="*/ 5 h 172"/>
                <a:gd name="T16" fmla="*/ 89 w 152"/>
                <a:gd name="T17" fmla="*/ 4 h 172"/>
                <a:gd name="T18" fmla="*/ 89 w 152"/>
                <a:gd name="T19" fmla="*/ 5 h 172"/>
                <a:gd name="T20" fmla="*/ 89 w 152"/>
                <a:gd name="T21" fmla="*/ 4 h 172"/>
                <a:gd name="T22" fmla="*/ 89 w 152"/>
                <a:gd name="T23" fmla="*/ 3 h 172"/>
                <a:gd name="T24" fmla="*/ 88 w 152"/>
                <a:gd name="T25" fmla="*/ 3 h 172"/>
                <a:gd name="T26" fmla="*/ 81 w 152"/>
                <a:gd name="T27" fmla="*/ 3 h 172"/>
                <a:gd name="T28" fmla="*/ 78 w 152"/>
                <a:gd name="T29" fmla="*/ 3 h 172"/>
                <a:gd name="T30" fmla="*/ 58 w 152"/>
                <a:gd name="T31" fmla="*/ 5 h 172"/>
                <a:gd name="T32" fmla="*/ 34 w 152"/>
                <a:gd name="T33" fmla="*/ 17 h 172"/>
                <a:gd name="T34" fmla="*/ 22 w 152"/>
                <a:gd name="T35" fmla="*/ 30 h 172"/>
                <a:gd name="T36" fmla="*/ 12 w 152"/>
                <a:gd name="T37" fmla="*/ 48 h 172"/>
                <a:gd name="T38" fmla="*/ 43 w 152"/>
                <a:gd name="T39" fmla="*/ 146 h 172"/>
                <a:gd name="T40" fmla="*/ 97 w 152"/>
                <a:gd name="T41" fmla="*/ 164 h 172"/>
                <a:gd name="T42" fmla="*/ 131 w 152"/>
                <a:gd name="T43" fmla="*/ 123 h 172"/>
                <a:gd name="T44" fmla="*/ 147 w 152"/>
                <a:gd name="T45" fmla="*/ 55 h 172"/>
                <a:gd name="T46" fmla="*/ 142 w 152"/>
                <a:gd name="T47" fmla="*/ 53 h 172"/>
                <a:gd name="T48" fmla="*/ 141 w 152"/>
                <a:gd name="T49" fmla="*/ 51 h 172"/>
                <a:gd name="T50" fmla="*/ 140 w 152"/>
                <a:gd name="T51" fmla="*/ 50 h 172"/>
                <a:gd name="T52" fmla="*/ 89 w 152"/>
                <a:gd name="T53" fmla="*/ 5 h 172"/>
                <a:gd name="T54" fmla="*/ 89 w 152"/>
                <a:gd name="T55" fmla="*/ 6 h 172"/>
                <a:gd name="T56" fmla="*/ 9 w 152"/>
                <a:gd name="T57" fmla="*/ 66 h 172"/>
                <a:gd name="T58" fmla="*/ 144 w 152"/>
                <a:gd name="T59" fmla="*/ 85 h 172"/>
                <a:gd name="T60" fmla="*/ 119 w 152"/>
                <a:gd name="T61" fmla="*/ 135 h 172"/>
                <a:gd name="T62" fmla="*/ 112 w 152"/>
                <a:gd name="T63" fmla="*/ 145 h 172"/>
                <a:gd name="T64" fmla="*/ 65 w 152"/>
                <a:gd name="T65" fmla="*/ 158 h 172"/>
                <a:gd name="T66" fmla="*/ 24 w 152"/>
                <a:gd name="T67" fmla="*/ 103 h 172"/>
                <a:gd name="T68" fmla="*/ 13 w 152"/>
                <a:gd name="T69" fmla="*/ 68 h 172"/>
                <a:gd name="T70" fmla="*/ 15 w 152"/>
                <a:gd name="T71" fmla="*/ 59 h 172"/>
                <a:gd name="T72" fmla="*/ 71 w 152"/>
                <a:gd name="T73" fmla="*/ 7 h 172"/>
                <a:gd name="T74" fmla="*/ 88 w 152"/>
                <a:gd name="T75" fmla="*/ 7 h 172"/>
                <a:gd name="T76" fmla="*/ 92 w 152"/>
                <a:gd name="T77" fmla="*/ 9 h 172"/>
                <a:gd name="T78" fmla="*/ 117 w 152"/>
                <a:gd name="T79" fmla="*/ 19 h 172"/>
                <a:gd name="T80" fmla="*/ 117 w 152"/>
                <a:gd name="T81" fmla="*/ 20 h 172"/>
                <a:gd name="T82" fmla="*/ 131 w 152"/>
                <a:gd name="T83" fmla="*/ 35 h 172"/>
                <a:gd name="T84" fmla="*/ 140 w 152"/>
                <a:gd name="T85" fmla="*/ 53 h 172"/>
                <a:gd name="T86" fmla="*/ 144 w 152"/>
                <a:gd name="T87" fmla="*/ 66 h 172"/>
                <a:gd name="T88" fmla="*/ 16 w 152"/>
                <a:gd name="T89" fmla="*/ 58 h 172"/>
                <a:gd name="T90" fmla="*/ 16 w 152"/>
                <a:gd name="T91" fmla="*/ 58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2" h="172">
                  <a:moveTo>
                    <a:pt x="150" y="59"/>
                  </a:moveTo>
                  <a:cubicBezTo>
                    <a:pt x="149" y="58"/>
                    <a:pt x="144" y="47"/>
                    <a:pt x="146" y="49"/>
                  </a:cubicBezTo>
                  <a:cubicBezTo>
                    <a:pt x="145" y="47"/>
                    <a:pt x="140" y="38"/>
                    <a:pt x="140" y="38"/>
                  </a:cubicBezTo>
                  <a:cubicBezTo>
                    <a:pt x="137" y="37"/>
                    <a:pt x="134" y="28"/>
                    <a:pt x="131" y="26"/>
                  </a:cubicBezTo>
                  <a:cubicBezTo>
                    <a:pt x="127" y="22"/>
                    <a:pt x="122" y="20"/>
                    <a:pt x="119" y="16"/>
                  </a:cubicBezTo>
                  <a:cubicBezTo>
                    <a:pt x="120" y="17"/>
                    <a:pt x="121" y="17"/>
                    <a:pt x="121" y="17"/>
                  </a:cubicBezTo>
                  <a:cubicBezTo>
                    <a:pt x="120" y="16"/>
                    <a:pt x="119" y="16"/>
                    <a:pt x="117" y="15"/>
                  </a:cubicBezTo>
                  <a:cubicBezTo>
                    <a:pt x="122" y="19"/>
                    <a:pt x="104" y="9"/>
                    <a:pt x="104" y="9"/>
                  </a:cubicBezTo>
                  <a:cubicBezTo>
                    <a:pt x="102" y="8"/>
                    <a:pt x="94" y="8"/>
                    <a:pt x="98" y="6"/>
                  </a:cubicBezTo>
                  <a:cubicBezTo>
                    <a:pt x="97" y="6"/>
                    <a:pt x="94" y="5"/>
                    <a:pt x="90" y="5"/>
                  </a:cubicBezTo>
                  <a:cubicBezTo>
                    <a:pt x="90" y="5"/>
                    <a:pt x="90" y="5"/>
                    <a:pt x="90" y="5"/>
                  </a:cubicBezTo>
                  <a:cubicBezTo>
                    <a:pt x="90" y="5"/>
                    <a:pt x="91" y="5"/>
                    <a:pt x="91" y="4"/>
                  </a:cubicBezTo>
                  <a:cubicBezTo>
                    <a:pt x="91" y="4"/>
                    <a:pt x="90" y="5"/>
                    <a:pt x="90" y="5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0" y="4"/>
                    <a:pt x="89" y="3"/>
                    <a:pt x="89" y="3"/>
                  </a:cubicBezTo>
                  <a:cubicBezTo>
                    <a:pt x="89" y="4"/>
                    <a:pt x="89" y="4"/>
                    <a:pt x="89" y="5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89" y="4"/>
                    <a:pt x="89" y="4"/>
                    <a:pt x="89" y="5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9" y="5"/>
                    <a:pt x="89" y="4"/>
                    <a:pt x="89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89" y="4"/>
                    <a:pt x="89" y="3"/>
                    <a:pt x="89" y="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2"/>
                    <a:pt x="88" y="2"/>
                    <a:pt x="88" y="3"/>
                  </a:cubicBezTo>
                  <a:cubicBezTo>
                    <a:pt x="86" y="2"/>
                    <a:pt x="84" y="3"/>
                    <a:pt x="83" y="3"/>
                  </a:cubicBezTo>
                  <a:cubicBezTo>
                    <a:pt x="82" y="3"/>
                    <a:pt x="81" y="3"/>
                    <a:pt x="81" y="3"/>
                  </a:cubicBezTo>
                  <a:cubicBezTo>
                    <a:pt x="80" y="3"/>
                    <a:pt x="79" y="3"/>
                    <a:pt x="78" y="3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1"/>
                    <a:pt x="74" y="0"/>
                    <a:pt x="75" y="1"/>
                  </a:cubicBezTo>
                  <a:cubicBezTo>
                    <a:pt x="72" y="0"/>
                    <a:pt x="63" y="4"/>
                    <a:pt x="58" y="5"/>
                  </a:cubicBezTo>
                  <a:cubicBezTo>
                    <a:pt x="54" y="5"/>
                    <a:pt x="40" y="13"/>
                    <a:pt x="41" y="12"/>
                  </a:cubicBezTo>
                  <a:cubicBezTo>
                    <a:pt x="43" y="14"/>
                    <a:pt x="32" y="19"/>
                    <a:pt x="34" y="17"/>
                  </a:cubicBezTo>
                  <a:cubicBezTo>
                    <a:pt x="26" y="23"/>
                    <a:pt x="26" y="30"/>
                    <a:pt x="21" y="35"/>
                  </a:cubicBezTo>
                  <a:cubicBezTo>
                    <a:pt x="20" y="34"/>
                    <a:pt x="23" y="30"/>
                    <a:pt x="22" y="30"/>
                  </a:cubicBezTo>
                  <a:cubicBezTo>
                    <a:pt x="21" y="33"/>
                    <a:pt x="15" y="47"/>
                    <a:pt x="13" y="45"/>
                  </a:cubicBezTo>
                  <a:cubicBezTo>
                    <a:pt x="12" y="57"/>
                    <a:pt x="12" y="49"/>
                    <a:pt x="12" y="48"/>
                  </a:cubicBezTo>
                  <a:cubicBezTo>
                    <a:pt x="0" y="61"/>
                    <a:pt x="9" y="91"/>
                    <a:pt x="17" y="105"/>
                  </a:cubicBezTo>
                  <a:cubicBezTo>
                    <a:pt x="24" y="118"/>
                    <a:pt x="34" y="137"/>
                    <a:pt x="43" y="146"/>
                  </a:cubicBezTo>
                  <a:cubicBezTo>
                    <a:pt x="42" y="147"/>
                    <a:pt x="42" y="147"/>
                    <a:pt x="43" y="147"/>
                  </a:cubicBezTo>
                  <a:cubicBezTo>
                    <a:pt x="47" y="167"/>
                    <a:pt x="80" y="172"/>
                    <a:pt x="97" y="164"/>
                  </a:cubicBezTo>
                  <a:cubicBezTo>
                    <a:pt x="105" y="159"/>
                    <a:pt x="116" y="152"/>
                    <a:pt x="120" y="143"/>
                  </a:cubicBezTo>
                  <a:cubicBezTo>
                    <a:pt x="122" y="140"/>
                    <a:pt x="131" y="121"/>
                    <a:pt x="131" y="123"/>
                  </a:cubicBezTo>
                  <a:cubicBezTo>
                    <a:pt x="135" y="112"/>
                    <a:pt x="144" y="105"/>
                    <a:pt x="146" y="93"/>
                  </a:cubicBezTo>
                  <a:cubicBezTo>
                    <a:pt x="148" y="80"/>
                    <a:pt x="152" y="68"/>
                    <a:pt x="147" y="55"/>
                  </a:cubicBezTo>
                  <a:cubicBezTo>
                    <a:pt x="149" y="54"/>
                    <a:pt x="148" y="59"/>
                    <a:pt x="150" y="59"/>
                  </a:cubicBezTo>
                  <a:close/>
                  <a:moveTo>
                    <a:pt x="142" y="53"/>
                  </a:moveTo>
                  <a:cubicBezTo>
                    <a:pt x="143" y="55"/>
                    <a:pt x="144" y="56"/>
                    <a:pt x="142" y="53"/>
                  </a:cubicBezTo>
                  <a:close/>
                  <a:moveTo>
                    <a:pt x="141" y="51"/>
                  </a:moveTo>
                  <a:cubicBezTo>
                    <a:pt x="141" y="51"/>
                    <a:pt x="141" y="52"/>
                    <a:pt x="141" y="52"/>
                  </a:cubicBezTo>
                  <a:cubicBezTo>
                    <a:pt x="141" y="52"/>
                    <a:pt x="141" y="51"/>
                    <a:pt x="140" y="50"/>
                  </a:cubicBezTo>
                  <a:cubicBezTo>
                    <a:pt x="141" y="51"/>
                    <a:pt x="141" y="51"/>
                    <a:pt x="141" y="51"/>
                  </a:cubicBezTo>
                  <a:close/>
                  <a:moveTo>
                    <a:pt x="89" y="5"/>
                  </a:moveTo>
                  <a:cubicBezTo>
                    <a:pt x="89" y="5"/>
                    <a:pt x="89" y="5"/>
                    <a:pt x="89" y="5"/>
                  </a:cubicBezTo>
                  <a:cubicBezTo>
                    <a:pt x="89" y="5"/>
                    <a:pt x="89" y="6"/>
                    <a:pt x="89" y="6"/>
                  </a:cubicBezTo>
                  <a:cubicBezTo>
                    <a:pt x="89" y="6"/>
                    <a:pt x="89" y="5"/>
                    <a:pt x="89" y="5"/>
                  </a:cubicBezTo>
                  <a:close/>
                  <a:moveTo>
                    <a:pt x="9" y="66"/>
                  </a:moveTo>
                  <a:cubicBezTo>
                    <a:pt x="10" y="64"/>
                    <a:pt x="10" y="63"/>
                    <a:pt x="9" y="66"/>
                  </a:cubicBezTo>
                  <a:close/>
                  <a:moveTo>
                    <a:pt x="144" y="85"/>
                  </a:moveTo>
                  <a:cubicBezTo>
                    <a:pt x="142" y="99"/>
                    <a:pt x="129" y="108"/>
                    <a:pt x="128" y="118"/>
                  </a:cubicBezTo>
                  <a:cubicBezTo>
                    <a:pt x="128" y="117"/>
                    <a:pt x="120" y="132"/>
                    <a:pt x="119" y="135"/>
                  </a:cubicBezTo>
                  <a:cubicBezTo>
                    <a:pt x="121" y="123"/>
                    <a:pt x="116" y="135"/>
                    <a:pt x="119" y="133"/>
                  </a:cubicBezTo>
                  <a:cubicBezTo>
                    <a:pt x="119" y="137"/>
                    <a:pt x="115" y="142"/>
                    <a:pt x="112" y="145"/>
                  </a:cubicBezTo>
                  <a:cubicBezTo>
                    <a:pt x="106" y="153"/>
                    <a:pt x="100" y="154"/>
                    <a:pt x="96" y="157"/>
                  </a:cubicBezTo>
                  <a:cubicBezTo>
                    <a:pt x="91" y="161"/>
                    <a:pt x="75" y="161"/>
                    <a:pt x="65" y="158"/>
                  </a:cubicBezTo>
                  <a:cubicBezTo>
                    <a:pt x="49" y="154"/>
                    <a:pt x="50" y="141"/>
                    <a:pt x="41" y="132"/>
                  </a:cubicBezTo>
                  <a:cubicBezTo>
                    <a:pt x="44" y="127"/>
                    <a:pt x="27" y="108"/>
                    <a:pt x="24" y="103"/>
                  </a:cubicBezTo>
                  <a:cubicBezTo>
                    <a:pt x="18" y="94"/>
                    <a:pt x="7" y="74"/>
                    <a:pt x="14" y="64"/>
                  </a:cubicBezTo>
                  <a:cubicBezTo>
                    <a:pt x="14" y="65"/>
                    <a:pt x="13" y="67"/>
                    <a:pt x="13" y="68"/>
                  </a:cubicBezTo>
                  <a:cubicBezTo>
                    <a:pt x="14" y="67"/>
                    <a:pt x="18" y="59"/>
                    <a:pt x="16" y="56"/>
                  </a:cubicBezTo>
                  <a:cubicBezTo>
                    <a:pt x="15" y="57"/>
                    <a:pt x="15" y="58"/>
                    <a:pt x="15" y="59"/>
                  </a:cubicBezTo>
                  <a:cubicBezTo>
                    <a:pt x="10" y="41"/>
                    <a:pt x="39" y="23"/>
                    <a:pt x="49" y="15"/>
                  </a:cubicBezTo>
                  <a:cubicBezTo>
                    <a:pt x="56" y="10"/>
                    <a:pt x="63" y="9"/>
                    <a:pt x="71" y="7"/>
                  </a:cubicBezTo>
                  <a:cubicBezTo>
                    <a:pt x="75" y="7"/>
                    <a:pt x="81" y="7"/>
                    <a:pt x="85" y="6"/>
                  </a:cubicBezTo>
                  <a:cubicBezTo>
                    <a:pt x="86" y="7"/>
                    <a:pt x="87" y="7"/>
                    <a:pt x="88" y="7"/>
                  </a:cubicBezTo>
                  <a:cubicBezTo>
                    <a:pt x="88" y="8"/>
                    <a:pt x="88" y="7"/>
                    <a:pt x="88" y="7"/>
                  </a:cubicBezTo>
                  <a:cubicBezTo>
                    <a:pt x="89" y="8"/>
                    <a:pt x="91" y="8"/>
                    <a:pt x="92" y="9"/>
                  </a:cubicBezTo>
                  <a:cubicBezTo>
                    <a:pt x="90" y="10"/>
                    <a:pt x="104" y="11"/>
                    <a:pt x="107" y="15"/>
                  </a:cubicBezTo>
                  <a:cubicBezTo>
                    <a:pt x="105" y="11"/>
                    <a:pt x="116" y="19"/>
                    <a:pt x="117" y="19"/>
                  </a:cubicBezTo>
                  <a:cubicBezTo>
                    <a:pt x="117" y="19"/>
                    <a:pt x="116" y="19"/>
                    <a:pt x="115" y="19"/>
                  </a:cubicBezTo>
                  <a:cubicBezTo>
                    <a:pt x="115" y="19"/>
                    <a:pt x="119" y="22"/>
                    <a:pt x="117" y="20"/>
                  </a:cubicBezTo>
                  <a:cubicBezTo>
                    <a:pt x="118" y="21"/>
                    <a:pt x="129" y="31"/>
                    <a:pt x="132" y="34"/>
                  </a:cubicBezTo>
                  <a:cubicBezTo>
                    <a:pt x="132" y="35"/>
                    <a:pt x="132" y="35"/>
                    <a:pt x="131" y="35"/>
                  </a:cubicBezTo>
                  <a:cubicBezTo>
                    <a:pt x="133" y="37"/>
                    <a:pt x="137" y="41"/>
                    <a:pt x="138" y="43"/>
                  </a:cubicBezTo>
                  <a:cubicBezTo>
                    <a:pt x="139" y="43"/>
                    <a:pt x="139" y="51"/>
                    <a:pt x="140" y="53"/>
                  </a:cubicBezTo>
                  <a:cubicBezTo>
                    <a:pt x="141" y="52"/>
                    <a:pt x="141" y="52"/>
                    <a:pt x="141" y="53"/>
                  </a:cubicBezTo>
                  <a:cubicBezTo>
                    <a:pt x="142" y="57"/>
                    <a:pt x="144" y="62"/>
                    <a:pt x="144" y="66"/>
                  </a:cubicBezTo>
                  <a:cubicBezTo>
                    <a:pt x="146" y="76"/>
                    <a:pt x="144" y="75"/>
                    <a:pt x="144" y="85"/>
                  </a:cubicBezTo>
                  <a:close/>
                  <a:moveTo>
                    <a:pt x="16" y="58"/>
                  </a:moveTo>
                  <a:cubicBezTo>
                    <a:pt x="16" y="59"/>
                    <a:pt x="16" y="59"/>
                    <a:pt x="16" y="59"/>
                  </a:cubicBezTo>
                  <a:cubicBezTo>
                    <a:pt x="16" y="59"/>
                    <a:pt x="16" y="57"/>
                    <a:pt x="16" y="5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5" name="Freeform 8999"/>
            <p:cNvSpPr>
              <a:spLocks/>
            </p:cNvSpPr>
            <p:nvPr/>
          </p:nvSpPr>
          <p:spPr bwMode="auto">
            <a:xfrm>
              <a:off x="303212" y="714375"/>
              <a:ext cx="65088" cy="41275"/>
            </a:xfrm>
            <a:custGeom>
              <a:avLst/>
              <a:gdLst>
                <a:gd name="T0" fmla="*/ 16 w 17"/>
                <a:gd name="T1" fmla="*/ 1 h 11"/>
                <a:gd name="T2" fmla="*/ 1 w 17"/>
                <a:gd name="T3" fmla="*/ 10 h 11"/>
                <a:gd name="T4" fmla="*/ 2 w 17"/>
                <a:gd name="T5" fmla="*/ 10 h 11"/>
                <a:gd name="T6" fmla="*/ 16 w 17"/>
                <a:gd name="T7" fmla="*/ 1 h 11"/>
                <a:gd name="T8" fmla="*/ 16 w 17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6" y="1"/>
                  </a:moveTo>
                  <a:cubicBezTo>
                    <a:pt x="11" y="4"/>
                    <a:pt x="6" y="7"/>
                    <a:pt x="1" y="10"/>
                  </a:cubicBezTo>
                  <a:cubicBezTo>
                    <a:pt x="0" y="10"/>
                    <a:pt x="1" y="11"/>
                    <a:pt x="2" y="10"/>
                  </a:cubicBezTo>
                  <a:cubicBezTo>
                    <a:pt x="7" y="7"/>
                    <a:pt x="12" y="4"/>
                    <a:pt x="16" y="1"/>
                  </a:cubicBezTo>
                  <a:cubicBezTo>
                    <a:pt x="17" y="1"/>
                    <a:pt x="16" y="0"/>
                    <a:pt x="1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6" name="Freeform 9000"/>
            <p:cNvSpPr>
              <a:spLocks/>
            </p:cNvSpPr>
            <p:nvPr/>
          </p:nvSpPr>
          <p:spPr bwMode="auto">
            <a:xfrm>
              <a:off x="258762" y="657225"/>
              <a:ext cx="142875" cy="79375"/>
            </a:xfrm>
            <a:custGeom>
              <a:avLst/>
              <a:gdLst>
                <a:gd name="T0" fmla="*/ 2 w 38"/>
                <a:gd name="T1" fmla="*/ 21 h 21"/>
                <a:gd name="T2" fmla="*/ 37 w 38"/>
                <a:gd name="T3" fmla="*/ 1 h 21"/>
                <a:gd name="T4" fmla="*/ 37 w 38"/>
                <a:gd name="T5" fmla="*/ 0 h 21"/>
                <a:gd name="T6" fmla="*/ 1 w 38"/>
                <a:gd name="T7" fmla="*/ 20 h 21"/>
                <a:gd name="T8" fmla="*/ 2 w 38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1">
                  <a:moveTo>
                    <a:pt x="2" y="21"/>
                  </a:moveTo>
                  <a:cubicBezTo>
                    <a:pt x="14" y="14"/>
                    <a:pt x="25" y="7"/>
                    <a:pt x="37" y="1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24" y="6"/>
                    <a:pt x="13" y="13"/>
                    <a:pt x="1" y="20"/>
                  </a:cubicBezTo>
                  <a:cubicBezTo>
                    <a:pt x="0" y="21"/>
                    <a:pt x="1" y="21"/>
                    <a:pt x="2" y="2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7" name="Freeform 9001"/>
            <p:cNvSpPr>
              <a:spLocks/>
            </p:cNvSpPr>
            <p:nvPr/>
          </p:nvSpPr>
          <p:spPr bwMode="auto">
            <a:xfrm>
              <a:off x="239712" y="650875"/>
              <a:ext cx="117475" cy="77788"/>
            </a:xfrm>
            <a:custGeom>
              <a:avLst/>
              <a:gdLst>
                <a:gd name="T0" fmla="*/ 30 w 31"/>
                <a:gd name="T1" fmla="*/ 0 h 21"/>
                <a:gd name="T2" fmla="*/ 1 w 31"/>
                <a:gd name="T3" fmla="*/ 20 h 21"/>
                <a:gd name="T4" fmla="*/ 2 w 31"/>
                <a:gd name="T5" fmla="*/ 20 h 21"/>
                <a:gd name="T6" fmla="*/ 31 w 31"/>
                <a:gd name="T7" fmla="*/ 1 h 21"/>
                <a:gd name="T8" fmla="*/ 30 w 31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0" y="0"/>
                  </a:moveTo>
                  <a:cubicBezTo>
                    <a:pt x="20" y="7"/>
                    <a:pt x="11" y="13"/>
                    <a:pt x="1" y="20"/>
                  </a:cubicBezTo>
                  <a:cubicBezTo>
                    <a:pt x="0" y="21"/>
                    <a:pt x="2" y="21"/>
                    <a:pt x="2" y="20"/>
                  </a:cubicBezTo>
                  <a:cubicBezTo>
                    <a:pt x="11" y="14"/>
                    <a:pt x="21" y="7"/>
                    <a:pt x="31" y="1"/>
                  </a:cubicBezTo>
                  <a:cubicBezTo>
                    <a:pt x="31" y="0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8" name="Freeform 9002"/>
            <p:cNvSpPr>
              <a:spLocks/>
            </p:cNvSpPr>
            <p:nvPr/>
          </p:nvSpPr>
          <p:spPr bwMode="auto">
            <a:xfrm>
              <a:off x="220662" y="657225"/>
              <a:ext cx="87313" cy="53975"/>
            </a:xfrm>
            <a:custGeom>
              <a:avLst/>
              <a:gdLst>
                <a:gd name="T0" fmla="*/ 2 w 23"/>
                <a:gd name="T1" fmla="*/ 13 h 14"/>
                <a:gd name="T2" fmla="*/ 22 w 23"/>
                <a:gd name="T3" fmla="*/ 0 h 14"/>
                <a:gd name="T4" fmla="*/ 21 w 23"/>
                <a:gd name="T5" fmla="*/ 0 h 14"/>
                <a:gd name="T6" fmla="*/ 1 w 23"/>
                <a:gd name="T7" fmla="*/ 13 h 14"/>
                <a:gd name="T8" fmla="*/ 2 w 2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4">
                  <a:moveTo>
                    <a:pt x="2" y="13"/>
                  </a:moveTo>
                  <a:cubicBezTo>
                    <a:pt x="9" y="9"/>
                    <a:pt x="15" y="5"/>
                    <a:pt x="22" y="0"/>
                  </a:cubicBezTo>
                  <a:cubicBezTo>
                    <a:pt x="23" y="0"/>
                    <a:pt x="22" y="0"/>
                    <a:pt x="21" y="0"/>
                  </a:cubicBezTo>
                  <a:cubicBezTo>
                    <a:pt x="15" y="4"/>
                    <a:pt x="8" y="8"/>
                    <a:pt x="1" y="13"/>
                  </a:cubicBezTo>
                  <a:cubicBezTo>
                    <a:pt x="0" y="13"/>
                    <a:pt x="1" y="14"/>
                    <a:pt x="2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9" name="Freeform 9003"/>
            <p:cNvSpPr>
              <a:spLocks/>
            </p:cNvSpPr>
            <p:nvPr/>
          </p:nvSpPr>
          <p:spPr bwMode="auto">
            <a:xfrm>
              <a:off x="214312" y="657225"/>
              <a:ext cx="63500" cy="41275"/>
            </a:xfrm>
            <a:custGeom>
              <a:avLst/>
              <a:gdLst>
                <a:gd name="T0" fmla="*/ 15 w 17"/>
                <a:gd name="T1" fmla="*/ 0 h 11"/>
                <a:gd name="T2" fmla="*/ 1 w 17"/>
                <a:gd name="T3" fmla="*/ 10 h 11"/>
                <a:gd name="T4" fmla="*/ 2 w 17"/>
                <a:gd name="T5" fmla="*/ 11 h 11"/>
                <a:gd name="T6" fmla="*/ 16 w 17"/>
                <a:gd name="T7" fmla="*/ 1 h 11"/>
                <a:gd name="T8" fmla="*/ 15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5" y="0"/>
                  </a:moveTo>
                  <a:cubicBezTo>
                    <a:pt x="11" y="3"/>
                    <a:pt x="6" y="7"/>
                    <a:pt x="1" y="10"/>
                  </a:cubicBezTo>
                  <a:cubicBezTo>
                    <a:pt x="0" y="11"/>
                    <a:pt x="1" y="11"/>
                    <a:pt x="2" y="11"/>
                  </a:cubicBezTo>
                  <a:cubicBezTo>
                    <a:pt x="7" y="7"/>
                    <a:pt x="12" y="4"/>
                    <a:pt x="16" y="1"/>
                  </a:cubicBezTo>
                  <a:cubicBezTo>
                    <a:pt x="17" y="0"/>
                    <a:pt x="16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0" name="Freeform 9004"/>
            <p:cNvSpPr>
              <a:spLocks/>
            </p:cNvSpPr>
            <p:nvPr/>
          </p:nvSpPr>
          <p:spPr bwMode="auto">
            <a:xfrm>
              <a:off x="303212" y="555625"/>
              <a:ext cx="112713" cy="49213"/>
            </a:xfrm>
            <a:custGeom>
              <a:avLst/>
              <a:gdLst>
                <a:gd name="T0" fmla="*/ 2 w 30"/>
                <a:gd name="T1" fmla="*/ 13 h 13"/>
                <a:gd name="T2" fmla="*/ 22 w 30"/>
                <a:gd name="T3" fmla="*/ 3 h 13"/>
                <a:gd name="T4" fmla="*/ 25 w 30"/>
                <a:gd name="T5" fmla="*/ 2 h 13"/>
                <a:gd name="T6" fmla="*/ 24 w 30"/>
                <a:gd name="T7" fmla="*/ 4 h 13"/>
                <a:gd name="T8" fmla="*/ 16 w 30"/>
                <a:gd name="T9" fmla="*/ 10 h 13"/>
                <a:gd name="T10" fmla="*/ 17 w 30"/>
                <a:gd name="T11" fmla="*/ 11 h 13"/>
                <a:gd name="T12" fmla="*/ 29 w 30"/>
                <a:gd name="T13" fmla="*/ 1 h 13"/>
                <a:gd name="T14" fmla="*/ 29 w 30"/>
                <a:gd name="T15" fmla="*/ 0 h 13"/>
                <a:gd name="T16" fmla="*/ 1 w 30"/>
                <a:gd name="T17" fmla="*/ 12 h 13"/>
                <a:gd name="T18" fmla="*/ 2 w 3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13">
                  <a:moveTo>
                    <a:pt x="2" y="13"/>
                  </a:moveTo>
                  <a:cubicBezTo>
                    <a:pt x="8" y="9"/>
                    <a:pt x="15" y="6"/>
                    <a:pt x="22" y="3"/>
                  </a:cubicBezTo>
                  <a:cubicBezTo>
                    <a:pt x="23" y="3"/>
                    <a:pt x="24" y="2"/>
                    <a:pt x="25" y="2"/>
                  </a:cubicBezTo>
                  <a:cubicBezTo>
                    <a:pt x="30" y="1"/>
                    <a:pt x="25" y="3"/>
                    <a:pt x="24" y="4"/>
                  </a:cubicBezTo>
                  <a:cubicBezTo>
                    <a:pt x="21" y="6"/>
                    <a:pt x="19" y="8"/>
                    <a:pt x="16" y="10"/>
                  </a:cubicBezTo>
                  <a:cubicBezTo>
                    <a:pt x="15" y="11"/>
                    <a:pt x="16" y="11"/>
                    <a:pt x="17" y="11"/>
                  </a:cubicBezTo>
                  <a:cubicBezTo>
                    <a:pt x="21" y="8"/>
                    <a:pt x="25" y="4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  <a:cubicBezTo>
                    <a:pt x="19" y="3"/>
                    <a:pt x="10" y="7"/>
                    <a:pt x="1" y="12"/>
                  </a:cubicBezTo>
                  <a:cubicBezTo>
                    <a:pt x="0" y="12"/>
                    <a:pt x="1" y="13"/>
                    <a:pt x="2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1" name="Freeform 9005"/>
            <p:cNvSpPr>
              <a:spLocks/>
            </p:cNvSpPr>
            <p:nvPr/>
          </p:nvSpPr>
          <p:spPr bwMode="auto">
            <a:xfrm>
              <a:off x="192087" y="657225"/>
              <a:ext cx="36513" cy="23813"/>
            </a:xfrm>
            <a:custGeom>
              <a:avLst/>
              <a:gdLst>
                <a:gd name="T0" fmla="*/ 2 w 10"/>
                <a:gd name="T1" fmla="*/ 5 h 6"/>
                <a:gd name="T2" fmla="*/ 10 w 10"/>
                <a:gd name="T3" fmla="*/ 0 h 6"/>
                <a:gd name="T4" fmla="*/ 9 w 10"/>
                <a:gd name="T5" fmla="*/ 0 h 6"/>
                <a:gd name="T6" fmla="*/ 1 w 10"/>
                <a:gd name="T7" fmla="*/ 5 h 6"/>
                <a:gd name="T8" fmla="*/ 2 w 10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2" y="5"/>
                  </a:moveTo>
                  <a:cubicBezTo>
                    <a:pt x="4" y="4"/>
                    <a:pt x="7" y="2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2"/>
                    <a:pt x="4" y="3"/>
                    <a:pt x="1" y="5"/>
                  </a:cubicBezTo>
                  <a:cubicBezTo>
                    <a:pt x="0" y="5"/>
                    <a:pt x="1" y="6"/>
                    <a:pt x="2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2" name="Freeform 9006"/>
            <p:cNvSpPr>
              <a:spLocks/>
            </p:cNvSpPr>
            <p:nvPr/>
          </p:nvSpPr>
          <p:spPr bwMode="auto">
            <a:xfrm>
              <a:off x="225425" y="484188"/>
              <a:ext cx="239713" cy="125413"/>
            </a:xfrm>
            <a:custGeom>
              <a:avLst/>
              <a:gdLst>
                <a:gd name="T0" fmla="*/ 2 w 64"/>
                <a:gd name="T1" fmla="*/ 32 h 33"/>
                <a:gd name="T2" fmla="*/ 52 w 64"/>
                <a:gd name="T3" fmla="*/ 5 h 33"/>
                <a:gd name="T4" fmla="*/ 39 w 64"/>
                <a:gd name="T5" fmla="*/ 17 h 33"/>
                <a:gd name="T6" fmla="*/ 15 w 64"/>
                <a:gd name="T7" fmla="*/ 32 h 33"/>
                <a:gd name="T8" fmla="*/ 16 w 64"/>
                <a:gd name="T9" fmla="*/ 32 h 33"/>
                <a:gd name="T10" fmla="*/ 60 w 64"/>
                <a:gd name="T11" fmla="*/ 2 h 33"/>
                <a:gd name="T12" fmla="*/ 59 w 64"/>
                <a:gd name="T13" fmla="*/ 2 h 33"/>
                <a:gd name="T14" fmla="*/ 1 w 64"/>
                <a:gd name="T15" fmla="*/ 32 h 33"/>
                <a:gd name="T16" fmla="*/ 2 w 64"/>
                <a:gd name="T17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33">
                  <a:moveTo>
                    <a:pt x="2" y="32"/>
                  </a:moveTo>
                  <a:cubicBezTo>
                    <a:pt x="18" y="22"/>
                    <a:pt x="34" y="12"/>
                    <a:pt x="52" y="5"/>
                  </a:cubicBezTo>
                  <a:cubicBezTo>
                    <a:pt x="64" y="0"/>
                    <a:pt x="42" y="15"/>
                    <a:pt x="39" y="17"/>
                  </a:cubicBezTo>
                  <a:cubicBezTo>
                    <a:pt x="31" y="22"/>
                    <a:pt x="23" y="27"/>
                    <a:pt x="15" y="32"/>
                  </a:cubicBezTo>
                  <a:cubicBezTo>
                    <a:pt x="14" y="33"/>
                    <a:pt x="16" y="32"/>
                    <a:pt x="16" y="32"/>
                  </a:cubicBezTo>
                  <a:cubicBezTo>
                    <a:pt x="31" y="23"/>
                    <a:pt x="46" y="13"/>
                    <a:pt x="60" y="2"/>
                  </a:cubicBezTo>
                  <a:cubicBezTo>
                    <a:pt x="61" y="1"/>
                    <a:pt x="59" y="2"/>
                    <a:pt x="59" y="2"/>
                  </a:cubicBezTo>
                  <a:cubicBezTo>
                    <a:pt x="38" y="9"/>
                    <a:pt x="19" y="20"/>
                    <a:pt x="1" y="32"/>
                  </a:cubicBezTo>
                  <a:cubicBezTo>
                    <a:pt x="0" y="33"/>
                    <a:pt x="1" y="33"/>
                    <a:pt x="2" y="3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3" name="Freeform 9007"/>
            <p:cNvSpPr>
              <a:spLocks/>
            </p:cNvSpPr>
            <p:nvPr/>
          </p:nvSpPr>
          <p:spPr bwMode="auto">
            <a:xfrm>
              <a:off x="220662" y="417513"/>
              <a:ext cx="293688" cy="192088"/>
            </a:xfrm>
            <a:custGeom>
              <a:avLst/>
              <a:gdLst>
                <a:gd name="T0" fmla="*/ 76 w 78"/>
                <a:gd name="T1" fmla="*/ 0 h 51"/>
                <a:gd name="T2" fmla="*/ 1 w 78"/>
                <a:gd name="T3" fmla="*/ 50 h 51"/>
                <a:gd name="T4" fmla="*/ 2 w 78"/>
                <a:gd name="T5" fmla="*/ 51 h 51"/>
                <a:gd name="T6" fmla="*/ 77 w 78"/>
                <a:gd name="T7" fmla="*/ 1 h 51"/>
                <a:gd name="T8" fmla="*/ 76 w 78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1">
                  <a:moveTo>
                    <a:pt x="76" y="0"/>
                  </a:moveTo>
                  <a:cubicBezTo>
                    <a:pt x="51" y="17"/>
                    <a:pt x="26" y="34"/>
                    <a:pt x="1" y="50"/>
                  </a:cubicBezTo>
                  <a:cubicBezTo>
                    <a:pt x="0" y="51"/>
                    <a:pt x="1" y="51"/>
                    <a:pt x="2" y="51"/>
                  </a:cubicBezTo>
                  <a:cubicBezTo>
                    <a:pt x="27" y="34"/>
                    <a:pt x="52" y="18"/>
                    <a:pt x="77" y="1"/>
                  </a:cubicBezTo>
                  <a:cubicBezTo>
                    <a:pt x="78" y="0"/>
                    <a:pt x="77" y="0"/>
                    <a:pt x="7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" name="Freeform 9008"/>
            <p:cNvSpPr>
              <a:spLocks/>
            </p:cNvSpPr>
            <p:nvPr/>
          </p:nvSpPr>
          <p:spPr bwMode="auto">
            <a:xfrm>
              <a:off x="195262" y="398463"/>
              <a:ext cx="327025" cy="184150"/>
            </a:xfrm>
            <a:custGeom>
              <a:avLst/>
              <a:gdLst>
                <a:gd name="T0" fmla="*/ 2 w 87"/>
                <a:gd name="T1" fmla="*/ 49 h 49"/>
                <a:gd name="T2" fmla="*/ 86 w 87"/>
                <a:gd name="T3" fmla="*/ 0 h 49"/>
                <a:gd name="T4" fmla="*/ 86 w 87"/>
                <a:gd name="T5" fmla="*/ 0 h 49"/>
                <a:gd name="T6" fmla="*/ 1 w 87"/>
                <a:gd name="T7" fmla="*/ 49 h 49"/>
                <a:gd name="T8" fmla="*/ 2 w 87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49">
                  <a:moveTo>
                    <a:pt x="2" y="49"/>
                  </a:moveTo>
                  <a:cubicBezTo>
                    <a:pt x="30" y="33"/>
                    <a:pt x="56" y="14"/>
                    <a:pt x="86" y="0"/>
                  </a:cubicBezTo>
                  <a:cubicBezTo>
                    <a:pt x="87" y="0"/>
                    <a:pt x="86" y="0"/>
                    <a:pt x="86" y="0"/>
                  </a:cubicBezTo>
                  <a:cubicBezTo>
                    <a:pt x="56" y="13"/>
                    <a:pt x="29" y="33"/>
                    <a:pt x="1" y="49"/>
                  </a:cubicBezTo>
                  <a:cubicBezTo>
                    <a:pt x="0" y="49"/>
                    <a:pt x="1" y="49"/>
                    <a:pt x="2" y="4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" name="Freeform 9009"/>
            <p:cNvSpPr>
              <a:spLocks/>
            </p:cNvSpPr>
            <p:nvPr/>
          </p:nvSpPr>
          <p:spPr bwMode="auto">
            <a:xfrm>
              <a:off x="184150" y="330200"/>
              <a:ext cx="360363" cy="233363"/>
            </a:xfrm>
            <a:custGeom>
              <a:avLst/>
              <a:gdLst>
                <a:gd name="T0" fmla="*/ 94 w 96"/>
                <a:gd name="T1" fmla="*/ 0 h 62"/>
                <a:gd name="T2" fmla="*/ 1 w 96"/>
                <a:gd name="T3" fmla="*/ 61 h 62"/>
                <a:gd name="T4" fmla="*/ 2 w 96"/>
                <a:gd name="T5" fmla="*/ 61 h 62"/>
                <a:gd name="T6" fmla="*/ 95 w 96"/>
                <a:gd name="T7" fmla="*/ 0 h 62"/>
                <a:gd name="T8" fmla="*/ 94 w 96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2">
                  <a:moveTo>
                    <a:pt x="94" y="0"/>
                  </a:moveTo>
                  <a:cubicBezTo>
                    <a:pt x="64" y="22"/>
                    <a:pt x="32" y="41"/>
                    <a:pt x="1" y="61"/>
                  </a:cubicBezTo>
                  <a:cubicBezTo>
                    <a:pt x="0" y="62"/>
                    <a:pt x="2" y="62"/>
                    <a:pt x="2" y="61"/>
                  </a:cubicBezTo>
                  <a:cubicBezTo>
                    <a:pt x="33" y="41"/>
                    <a:pt x="65" y="22"/>
                    <a:pt x="95" y="0"/>
                  </a:cubicBezTo>
                  <a:cubicBezTo>
                    <a:pt x="96" y="0"/>
                    <a:pt x="94" y="0"/>
                    <a:pt x="9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6" name="Freeform 9010"/>
            <p:cNvSpPr>
              <a:spLocks/>
            </p:cNvSpPr>
            <p:nvPr/>
          </p:nvSpPr>
          <p:spPr bwMode="auto">
            <a:xfrm>
              <a:off x="168275" y="327025"/>
              <a:ext cx="371475" cy="203200"/>
            </a:xfrm>
            <a:custGeom>
              <a:avLst/>
              <a:gdLst>
                <a:gd name="T0" fmla="*/ 2 w 99"/>
                <a:gd name="T1" fmla="*/ 53 h 54"/>
                <a:gd name="T2" fmla="*/ 98 w 99"/>
                <a:gd name="T3" fmla="*/ 0 h 54"/>
                <a:gd name="T4" fmla="*/ 98 w 99"/>
                <a:gd name="T5" fmla="*/ 0 h 54"/>
                <a:gd name="T6" fmla="*/ 1 w 99"/>
                <a:gd name="T7" fmla="*/ 53 h 54"/>
                <a:gd name="T8" fmla="*/ 2 w 99"/>
                <a:gd name="T9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54">
                  <a:moveTo>
                    <a:pt x="2" y="53"/>
                  </a:moveTo>
                  <a:cubicBezTo>
                    <a:pt x="33" y="34"/>
                    <a:pt x="63" y="13"/>
                    <a:pt x="98" y="0"/>
                  </a:cubicBezTo>
                  <a:cubicBezTo>
                    <a:pt x="99" y="0"/>
                    <a:pt x="98" y="0"/>
                    <a:pt x="98" y="0"/>
                  </a:cubicBezTo>
                  <a:cubicBezTo>
                    <a:pt x="63" y="13"/>
                    <a:pt x="32" y="34"/>
                    <a:pt x="1" y="53"/>
                  </a:cubicBezTo>
                  <a:cubicBezTo>
                    <a:pt x="0" y="54"/>
                    <a:pt x="1" y="54"/>
                    <a:pt x="2" y="5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" name="Freeform 9011"/>
            <p:cNvSpPr>
              <a:spLocks/>
            </p:cNvSpPr>
            <p:nvPr/>
          </p:nvSpPr>
          <p:spPr bwMode="auto">
            <a:xfrm>
              <a:off x="142875" y="266700"/>
              <a:ext cx="396875" cy="247650"/>
            </a:xfrm>
            <a:custGeom>
              <a:avLst/>
              <a:gdLst>
                <a:gd name="T0" fmla="*/ 2 w 106"/>
                <a:gd name="T1" fmla="*/ 57 h 66"/>
                <a:gd name="T2" fmla="*/ 41 w 106"/>
                <a:gd name="T3" fmla="*/ 33 h 66"/>
                <a:gd name="T4" fmla="*/ 69 w 106"/>
                <a:gd name="T5" fmla="*/ 16 h 66"/>
                <a:gd name="T6" fmla="*/ 86 w 106"/>
                <a:gd name="T7" fmla="*/ 7 h 66"/>
                <a:gd name="T8" fmla="*/ 95 w 106"/>
                <a:gd name="T9" fmla="*/ 9 h 66"/>
                <a:gd name="T10" fmla="*/ 6 w 106"/>
                <a:gd name="T11" fmla="*/ 65 h 66"/>
                <a:gd name="T12" fmla="*/ 7 w 106"/>
                <a:gd name="T13" fmla="*/ 66 h 66"/>
                <a:gd name="T14" fmla="*/ 105 w 106"/>
                <a:gd name="T15" fmla="*/ 1 h 66"/>
                <a:gd name="T16" fmla="*/ 105 w 106"/>
                <a:gd name="T17" fmla="*/ 0 h 66"/>
                <a:gd name="T18" fmla="*/ 1 w 106"/>
                <a:gd name="T19" fmla="*/ 57 h 66"/>
                <a:gd name="T20" fmla="*/ 2 w 106"/>
                <a:gd name="T21" fmla="*/ 5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6" h="66">
                  <a:moveTo>
                    <a:pt x="2" y="57"/>
                  </a:moveTo>
                  <a:cubicBezTo>
                    <a:pt x="15" y="50"/>
                    <a:pt x="28" y="41"/>
                    <a:pt x="41" y="33"/>
                  </a:cubicBezTo>
                  <a:cubicBezTo>
                    <a:pt x="50" y="27"/>
                    <a:pt x="59" y="21"/>
                    <a:pt x="69" y="16"/>
                  </a:cubicBezTo>
                  <a:cubicBezTo>
                    <a:pt x="74" y="13"/>
                    <a:pt x="80" y="10"/>
                    <a:pt x="86" y="7"/>
                  </a:cubicBezTo>
                  <a:cubicBezTo>
                    <a:pt x="91" y="3"/>
                    <a:pt x="94" y="4"/>
                    <a:pt x="95" y="9"/>
                  </a:cubicBezTo>
                  <a:cubicBezTo>
                    <a:pt x="69" y="32"/>
                    <a:pt x="34" y="45"/>
                    <a:pt x="6" y="65"/>
                  </a:cubicBezTo>
                  <a:cubicBezTo>
                    <a:pt x="6" y="66"/>
                    <a:pt x="7" y="66"/>
                    <a:pt x="7" y="66"/>
                  </a:cubicBezTo>
                  <a:cubicBezTo>
                    <a:pt x="39" y="42"/>
                    <a:pt x="77" y="28"/>
                    <a:pt x="105" y="1"/>
                  </a:cubicBezTo>
                  <a:cubicBezTo>
                    <a:pt x="106" y="0"/>
                    <a:pt x="105" y="0"/>
                    <a:pt x="105" y="0"/>
                  </a:cubicBezTo>
                  <a:cubicBezTo>
                    <a:pt x="66" y="12"/>
                    <a:pt x="36" y="38"/>
                    <a:pt x="1" y="57"/>
                  </a:cubicBezTo>
                  <a:cubicBezTo>
                    <a:pt x="0" y="57"/>
                    <a:pt x="1" y="57"/>
                    <a:pt x="2" y="5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8" name="Freeform 9012"/>
            <p:cNvSpPr>
              <a:spLocks/>
            </p:cNvSpPr>
            <p:nvPr/>
          </p:nvSpPr>
          <p:spPr bwMode="auto">
            <a:xfrm>
              <a:off x="131762" y="206375"/>
              <a:ext cx="415925" cy="260350"/>
            </a:xfrm>
            <a:custGeom>
              <a:avLst/>
              <a:gdLst>
                <a:gd name="T0" fmla="*/ 109 w 111"/>
                <a:gd name="T1" fmla="*/ 0 h 69"/>
                <a:gd name="T2" fmla="*/ 0 w 111"/>
                <a:gd name="T3" fmla="*/ 69 h 69"/>
                <a:gd name="T4" fmla="*/ 1 w 111"/>
                <a:gd name="T5" fmla="*/ 69 h 69"/>
                <a:gd name="T6" fmla="*/ 110 w 111"/>
                <a:gd name="T7" fmla="*/ 1 h 69"/>
                <a:gd name="T8" fmla="*/ 109 w 111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69">
                  <a:moveTo>
                    <a:pt x="109" y="0"/>
                  </a:moveTo>
                  <a:cubicBezTo>
                    <a:pt x="72" y="22"/>
                    <a:pt x="35" y="43"/>
                    <a:pt x="0" y="69"/>
                  </a:cubicBezTo>
                  <a:cubicBezTo>
                    <a:pt x="0" y="69"/>
                    <a:pt x="1" y="69"/>
                    <a:pt x="1" y="69"/>
                  </a:cubicBezTo>
                  <a:cubicBezTo>
                    <a:pt x="36" y="43"/>
                    <a:pt x="73" y="22"/>
                    <a:pt x="110" y="1"/>
                  </a:cubicBezTo>
                  <a:cubicBezTo>
                    <a:pt x="111" y="0"/>
                    <a:pt x="109" y="0"/>
                    <a:pt x="10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" name="Freeform 9013"/>
            <p:cNvSpPr>
              <a:spLocks/>
            </p:cNvSpPr>
            <p:nvPr/>
          </p:nvSpPr>
          <p:spPr bwMode="auto">
            <a:xfrm>
              <a:off x="120650" y="206375"/>
              <a:ext cx="423863" cy="247650"/>
            </a:xfrm>
            <a:custGeom>
              <a:avLst/>
              <a:gdLst>
                <a:gd name="T0" fmla="*/ 2 w 113"/>
                <a:gd name="T1" fmla="*/ 66 h 66"/>
                <a:gd name="T2" fmla="*/ 113 w 113"/>
                <a:gd name="T3" fmla="*/ 1 h 66"/>
                <a:gd name="T4" fmla="*/ 112 w 113"/>
                <a:gd name="T5" fmla="*/ 1 h 66"/>
                <a:gd name="T6" fmla="*/ 1 w 113"/>
                <a:gd name="T7" fmla="*/ 65 h 66"/>
                <a:gd name="T8" fmla="*/ 2 w 113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66">
                  <a:moveTo>
                    <a:pt x="2" y="66"/>
                  </a:moveTo>
                  <a:cubicBezTo>
                    <a:pt x="39" y="45"/>
                    <a:pt x="76" y="23"/>
                    <a:pt x="113" y="1"/>
                  </a:cubicBezTo>
                  <a:cubicBezTo>
                    <a:pt x="113" y="0"/>
                    <a:pt x="112" y="0"/>
                    <a:pt x="112" y="1"/>
                  </a:cubicBezTo>
                  <a:cubicBezTo>
                    <a:pt x="75" y="22"/>
                    <a:pt x="39" y="45"/>
                    <a:pt x="1" y="65"/>
                  </a:cubicBezTo>
                  <a:cubicBezTo>
                    <a:pt x="0" y="66"/>
                    <a:pt x="1" y="66"/>
                    <a:pt x="2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" name="Freeform 9014"/>
            <p:cNvSpPr>
              <a:spLocks/>
            </p:cNvSpPr>
            <p:nvPr/>
          </p:nvSpPr>
          <p:spPr bwMode="auto">
            <a:xfrm>
              <a:off x="112712" y="184150"/>
              <a:ext cx="427038" cy="247650"/>
            </a:xfrm>
            <a:custGeom>
              <a:avLst/>
              <a:gdLst>
                <a:gd name="T0" fmla="*/ 112 w 114"/>
                <a:gd name="T1" fmla="*/ 0 h 66"/>
                <a:gd name="T2" fmla="*/ 1 w 114"/>
                <a:gd name="T3" fmla="*/ 65 h 66"/>
                <a:gd name="T4" fmla="*/ 2 w 114"/>
                <a:gd name="T5" fmla="*/ 66 h 66"/>
                <a:gd name="T6" fmla="*/ 113 w 114"/>
                <a:gd name="T7" fmla="*/ 0 h 66"/>
                <a:gd name="T8" fmla="*/ 112 w 114"/>
                <a:gd name="T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66">
                  <a:moveTo>
                    <a:pt x="112" y="0"/>
                  </a:moveTo>
                  <a:cubicBezTo>
                    <a:pt x="75" y="22"/>
                    <a:pt x="35" y="39"/>
                    <a:pt x="1" y="65"/>
                  </a:cubicBezTo>
                  <a:cubicBezTo>
                    <a:pt x="0" y="66"/>
                    <a:pt x="1" y="66"/>
                    <a:pt x="2" y="66"/>
                  </a:cubicBezTo>
                  <a:cubicBezTo>
                    <a:pt x="36" y="40"/>
                    <a:pt x="76" y="23"/>
                    <a:pt x="113" y="0"/>
                  </a:cubicBezTo>
                  <a:cubicBezTo>
                    <a:pt x="114" y="0"/>
                    <a:pt x="112" y="0"/>
                    <a:pt x="1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" name="Freeform 9015"/>
            <p:cNvSpPr>
              <a:spLocks/>
            </p:cNvSpPr>
            <p:nvPr/>
          </p:nvSpPr>
          <p:spPr bwMode="auto">
            <a:xfrm>
              <a:off x="96837" y="173038"/>
              <a:ext cx="436563" cy="247650"/>
            </a:xfrm>
            <a:custGeom>
              <a:avLst/>
              <a:gdLst>
                <a:gd name="T0" fmla="*/ 2 w 116"/>
                <a:gd name="T1" fmla="*/ 66 h 66"/>
                <a:gd name="T2" fmla="*/ 115 w 116"/>
                <a:gd name="T3" fmla="*/ 1 h 66"/>
                <a:gd name="T4" fmla="*/ 115 w 116"/>
                <a:gd name="T5" fmla="*/ 0 h 66"/>
                <a:gd name="T6" fmla="*/ 1 w 116"/>
                <a:gd name="T7" fmla="*/ 65 h 66"/>
                <a:gd name="T8" fmla="*/ 2 w 116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66">
                  <a:moveTo>
                    <a:pt x="2" y="66"/>
                  </a:moveTo>
                  <a:cubicBezTo>
                    <a:pt x="40" y="46"/>
                    <a:pt x="77" y="23"/>
                    <a:pt x="115" y="1"/>
                  </a:cubicBezTo>
                  <a:cubicBezTo>
                    <a:pt x="116" y="1"/>
                    <a:pt x="115" y="0"/>
                    <a:pt x="115" y="0"/>
                  </a:cubicBezTo>
                  <a:cubicBezTo>
                    <a:pt x="77" y="22"/>
                    <a:pt x="40" y="45"/>
                    <a:pt x="1" y="65"/>
                  </a:cubicBezTo>
                  <a:cubicBezTo>
                    <a:pt x="0" y="66"/>
                    <a:pt x="1" y="66"/>
                    <a:pt x="2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2" name="Freeform 9016"/>
            <p:cNvSpPr>
              <a:spLocks/>
            </p:cNvSpPr>
            <p:nvPr/>
          </p:nvSpPr>
          <p:spPr bwMode="auto">
            <a:xfrm>
              <a:off x="90487" y="138113"/>
              <a:ext cx="423863" cy="268288"/>
            </a:xfrm>
            <a:custGeom>
              <a:avLst/>
              <a:gdLst>
                <a:gd name="T0" fmla="*/ 112 w 113"/>
                <a:gd name="T1" fmla="*/ 0 h 71"/>
                <a:gd name="T2" fmla="*/ 1 w 113"/>
                <a:gd name="T3" fmla="*/ 70 h 71"/>
                <a:gd name="T4" fmla="*/ 2 w 113"/>
                <a:gd name="T5" fmla="*/ 70 h 71"/>
                <a:gd name="T6" fmla="*/ 112 w 113"/>
                <a:gd name="T7" fmla="*/ 0 h 71"/>
                <a:gd name="T8" fmla="*/ 112 w 113"/>
                <a:gd name="T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71">
                  <a:moveTo>
                    <a:pt x="112" y="0"/>
                  </a:moveTo>
                  <a:cubicBezTo>
                    <a:pt x="74" y="22"/>
                    <a:pt x="36" y="44"/>
                    <a:pt x="1" y="70"/>
                  </a:cubicBezTo>
                  <a:cubicBezTo>
                    <a:pt x="0" y="71"/>
                    <a:pt x="1" y="71"/>
                    <a:pt x="2" y="70"/>
                  </a:cubicBezTo>
                  <a:cubicBezTo>
                    <a:pt x="37" y="44"/>
                    <a:pt x="75" y="23"/>
                    <a:pt x="112" y="0"/>
                  </a:cubicBezTo>
                  <a:cubicBezTo>
                    <a:pt x="113" y="0"/>
                    <a:pt x="112" y="0"/>
                    <a:pt x="1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3" name="Freeform 9017"/>
            <p:cNvSpPr>
              <a:spLocks/>
            </p:cNvSpPr>
            <p:nvPr/>
          </p:nvSpPr>
          <p:spPr bwMode="auto">
            <a:xfrm>
              <a:off x="74612" y="115888"/>
              <a:ext cx="423863" cy="249238"/>
            </a:xfrm>
            <a:custGeom>
              <a:avLst/>
              <a:gdLst>
                <a:gd name="T0" fmla="*/ 2 w 113"/>
                <a:gd name="T1" fmla="*/ 66 h 66"/>
                <a:gd name="T2" fmla="*/ 112 w 113"/>
                <a:gd name="T3" fmla="*/ 1 h 66"/>
                <a:gd name="T4" fmla="*/ 111 w 113"/>
                <a:gd name="T5" fmla="*/ 1 h 66"/>
                <a:gd name="T6" fmla="*/ 1 w 113"/>
                <a:gd name="T7" fmla="*/ 65 h 66"/>
                <a:gd name="T8" fmla="*/ 2 w 113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66">
                  <a:moveTo>
                    <a:pt x="2" y="66"/>
                  </a:moveTo>
                  <a:cubicBezTo>
                    <a:pt x="39" y="46"/>
                    <a:pt x="75" y="23"/>
                    <a:pt x="112" y="1"/>
                  </a:cubicBezTo>
                  <a:cubicBezTo>
                    <a:pt x="113" y="1"/>
                    <a:pt x="111" y="0"/>
                    <a:pt x="111" y="1"/>
                  </a:cubicBezTo>
                  <a:cubicBezTo>
                    <a:pt x="74" y="22"/>
                    <a:pt x="39" y="45"/>
                    <a:pt x="1" y="65"/>
                  </a:cubicBezTo>
                  <a:cubicBezTo>
                    <a:pt x="0" y="66"/>
                    <a:pt x="2" y="66"/>
                    <a:pt x="2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4" name="Freeform 9018"/>
            <p:cNvSpPr>
              <a:spLocks/>
            </p:cNvSpPr>
            <p:nvPr/>
          </p:nvSpPr>
          <p:spPr bwMode="auto">
            <a:xfrm>
              <a:off x="71437" y="93663"/>
              <a:ext cx="401638" cy="252413"/>
            </a:xfrm>
            <a:custGeom>
              <a:avLst/>
              <a:gdLst>
                <a:gd name="T0" fmla="*/ 105 w 107"/>
                <a:gd name="T1" fmla="*/ 0 h 67"/>
                <a:gd name="T2" fmla="*/ 0 w 107"/>
                <a:gd name="T3" fmla="*/ 67 h 67"/>
                <a:gd name="T4" fmla="*/ 1 w 107"/>
                <a:gd name="T5" fmla="*/ 67 h 67"/>
                <a:gd name="T6" fmla="*/ 106 w 107"/>
                <a:gd name="T7" fmla="*/ 0 h 67"/>
                <a:gd name="T8" fmla="*/ 105 w 107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67">
                  <a:moveTo>
                    <a:pt x="105" y="0"/>
                  </a:moveTo>
                  <a:cubicBezTo>
                    <a:pt x="71" y="24"/>
                    <a:pt x="35" y="44"/>
                    <a:pt x="0" y="67"/>
                  </a:cubicBezTo>
                  <a:cubicBezTo>
                    <a:pt x="0" y="67"/>
                    <a:pt x="1" y="67"/>
                    <a:pt x="1" y="67"/>
                  </a:cubicBezTo>
                  <a:cubicBezTo>
                    <a:pt x="36" y="44"/>
                    <a:pt x="72" y="24"/>
                    <a:pt x="106" y="0"/>
                  </a:cubicBezTo>
                  <a:cubicBezTo>
                    <a:pt x="107" y="0"/>
                    <a:pt x="106" y="0"/>
                    <a:pt x="10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5" name="Freeform 9019"/>
            <p:cNvSpPr>
              <a:spLocks/>
            </p:cNvSpPr>
            <p:nvPr/>
          </p:nvSpPr>
          <p:spPr bwMode="auto">
            <a:xfrm>
              <a:off x="55562" y="85725"/>
              <a:ext cx="409575" cy="241300"/>
            </a:xfrm>
            <a:custGeom>
              <a:avLst/>
              <a:gdLst>
                <a:gd name="T0" fmla="*/ 2 w 109"/>
                <a:gd name="T1" fmla="*/ 63 h 64"/>
                <a:gd name="T2" fmla="*/ 108 w 109"/>
                <a:gd name="T3" fmla="*/ 1 h 64"/>
                <a:gd name="T4" fmla="*/ 108 w 109"/>
                <a:gd name="T5" fmla="*/ 0 h 64"/>
                <a:gd name="T6" fmla="*/ 1 w 109"/>
                <a:gd name="T7" fmla="*/ 63 h 64"/>
                <a:gd name="T8" fmla="*/ 2 w 109"/>
                <a:gd name="T9" fmla="*/ 6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64">
                  <a:moveTo>
                    <a:pt x="2" y="63"/>
                  </a:moveTo>
                  <a:cubicBezTo>
                    <a:pt x="39" y="46"/>
                    <a:pt x="72" y="19"/>
                    <a:pt x="108" y="1"/>
                  </a:cubicBezTo>
                  <a:cubicBezTo>
                    <a:pt x="109" y="0"/>
                    <a:pt x="108" y="0"/>
                    <a:pt x="108" y="0"/>
                  </a:cubicBezTo>
                  <a:cubicBezTo>
                    <a:pt x="71" y="19"/>
                    <a:pt x="38" y="45"/>
                    <a:pt x="1" y="63"/>
                  </a:cubicBezTo>
                  <a:cubicBezTo>
                    <a:pt x="0" y="63"/>
                    <a:pt x="1" y="64"/>
                    <a:pt x="2" y="6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6" name="Freeform 9020"/>
            <p:cNvSpPr>
              <a:spLocks/>
            </p:cNvSpPr>
            <p:nvPr/>
          </p:nvSpPr>
          <p:spPr bwMode="auto">
            <a:xfrm>
              <a:off x="52387" y="250825"/>
              <a:ext cx="63500" cy="49213"/>
            </a:xfrm>
            <a:custGeom>
              <a:avLst/>
              <a:gdLst>
                <a:gd name="T0" fmla="*/ 15 w 17"/>
                <a:gd name="T1" fmla="*/ 1 h 13"/>
                <a:gd name="T2" fmla="*/ 1 w 17"/>
                <a:gd name="T3" fmla="*/ 12 h 13"/>
                <a:gd name="T4" fmla="*/ 2 w 17"/>
                <a:gd name="T5" fmla="*/ 13 h 13"/>
                <a:gd name="T6" fmla="*/ 16 w 17"/>
                <a:gd name="T7" fmla="*/ 1 h 13"/>
                <a:gd name="T8" fmla="*/ 15 w 17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3">
                  <a:moveTo>
                    <a:pt x="15" y="1"/>
                  </a:moveTo>
                  <a:cubicBezTo>
                    <a:pt x="10" y="4"/>
                    <a:pt x="6" y="8"/>
                    <a:pt x="1" y="12"/>
                  </a:cubicBezTo>
                  <a:cubicBezTo>
                    <a:pt x="0" y="13"/>
                    <a:pt x="1" y="13"/>
                    <a:pt x="2" y="13"/>
                  </a:cubicBezTo>
                  <a:cubicBezTo>
                    <a:pt x="6" y="9"/>
                    <a:pt x="11" y="5"/>
                    <a:pt x="16" y="1"/>
                  </a:cubicBezTo>
                  <a:cubicBezTo>
                    <a:pt x="17" y="1"/>
                    <a:pt x="15" y="0"/>
                    <a:pt x="15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7" name="Freeform 9021"/>
            <p:cNvSpPr>
              <a:spLocks/>
            </p:cNvSpPr>
            <p:nvPr/>
          </p:nvSpPr>
          <p:spPr bwMode="auto">
            <a:xfrm>
              <a:off x="150812" y="127000"/>
              <a:ext cx="146050" cy="95250"/>
            </a:xfrm>
            <a:custGeom>
              <a:avLst/>
              <a:gdLst>
                <a:gd name="T0" fmla="*/ 37 w 39"/>
                <a:gd name="T1" fmla="*/ 0 h 25"/>
                <a:gd name="T2" fmla="*/ 0 w 39"/>
                <a:gd name="T3" fmla="*/ 25 h 25"/>
                <a:gd name="T4" fmla="*/ 1 w 39"/>
                <a:gd name="T5" fmla="*/ 25 h 25"/>
                <a:gd name="T6" fmla="*/ 38 w 39"/>
                <a:gd name="T7" fmla="*/ 0 h 25"/>
                <a:gd name="T8" fmla="*/ 37 w 39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25">
                  <a:moveTo>
                    <a:pt x="37" y="0"/>
                  </a:moveTo>
                  <a:cubicBezTo>
                    <a:pt x="25" y="8"/>
                    <a:pt x="12" y="16"/>
                    <a:pt x="0" y="25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13" y="16"/>
                    <a:pt x="26" y="8"/>
                    <a:pt x="38" y="0"/>
                  </a:cubicBezTo>
                  <a:cubicBezTo>
                    <a:pt x="39" y="0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8" name="Freeform 9022"/>
            <p:cNvSpPr>
              <a:spLocks/>
            </p:cNvSpPr>
            <p:nvPr/>
          </p:nvSpPr>
          <p:spPr bwMode="auto">
            <a:xfrm>
              <a:off x="344487" y="74613"/>
              <a:ext cx="26988" cy="15875"/>
            </a:xfrm>
            <a:custGeom>
              <a:avLst/>
              <a:gdLst>
                <a:gd name="T0" fmla="*/ 2 w 7"/>
                <a:gd name="T1" fmla="*/ 3 h 4"/>
                <a:gd name="T2" fmla="*/ 6 w 7"/>
                <a:gd name="T3" fmla="*/ 0 h 4"/>
                <a:gd name="T4" fmla="*/ 5 w 7"/>
                <a:gd name="T5" fmla="*/ 0 h 4"/>
                <a:gd name="T6" fmla="*/ 1 w 7"/>
                <a:gd name="T7" fmla="*/ 3 h 4"/>
                <a:gd name="T8" fmla="*/ 2 w 7"/>
                <a:gd name="T9" fmla="*/ 3 h 4"/>
                <a:gd name="T10" fmla="*/ 6 w 7"/>
                <a:gd name="T11" fmla="*/ 0 h 4"/>
                <a:gd name="T12" fmla="*/ 5 w 7"/>
                <a:gd name="T13" fmla="*/ 0 h 4"/>
                <a:gd name="T14" fmla="*/ 1 w 7"/>
                <a:gd name="T15" fmla="*/ 3 h 4"/>
                <a:gd name="T16" fmla="*/ 2 w 7"/>
                <a:gd name="T1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2" y="3"/>
                  </a:moveTo>
                  <a:cubicBezTo>
                    <a:pt x="4" y="2"/>
                    <a:pt x="5" y="1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4" y="1"/>
                    <a:pt x="3" y="2"/>
                    <a:pt x="1" y="3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4" y="2"/>
                    <a:pt x="5" y="1"/>
                    <a:pt x="6" y="0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0" y="3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9" name="Freeform 9023"/>
            <p:cNvSpPr>
              <a:spLocks/>
            </p:cNvSpPr>
            <p:nvPr/>
          </p:nvSpPr>
          <p:spPr bwMode="auto">
            <a:xfrm>
              <a:off x="146050" y="127000"/>
              <a:ext cx="142875" cy="95250"/>
            </a:xfrm>
            <a:custGeom>
              <a:avLst/>
              <a:gdLst>
                <a:gd name="T0" fmla="*/ 1 w 38"/>
                <a:gd name="T1" fmla="*/ 25 h 25"/>
                <a:gd name="T2" fmla="*/ 37 w 38"/>
                <a:gd name="T3" fmla="*/ 1 h 25"/>
                <a:gd name="T4" fmla="*/ 36 w 38"/>
                <a:gd name="T5" fmla="*/ 1 h 25"/>
                <a:gd name="T6" fmla="*/ 0 w 38"/>
                <a:gd name="T7" fmla="*/ 25 h 25"/>
                <a:gd name="T8" fmla="*/ 1 w 38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5">
                  <a:moveTo>
                    <a:pt x="1" y="25"/>
                  </a:moveTo>
                  <a:cubicBezTo>
                    <a:pt x="13" y="17"/>
                    <a:pt x="25" y="9"/>
                    <a:pt x="37" y="1"/>
                  </a:cubicBezTo>
                  <a:cubicBezTo>
                    <a:pt x="38" y="0"/>
                    <a:pt x="36" y="0"/>
                    <a:pt x="36" y="1"/>
                  </a:cubicBezTo>
                  <a:cubicBezTo>
                    <a:pt x="24" y="9"/>
                    <a:pt x="12" y="17"/>
                    <a:pt x="0" y="25"/>
                  </a:cubicBezTo>
                  <a:cubicBezTo>
                    <a:pt x="0" y="25"/>
                    <a:pt x="1" y="25"/>
                    <a:pt x="1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0" name="Freeform 9024"/>
            <p:cNvSpPr>
              <a:spLocks/>
            </p:cNvSpPr>
            <p:nvPr/>
          </p:nvSpPr>
          <p:spPr bwMode="auto">
            <a:xfrm>
              <a:off x="52387" y="244475"/>
              <a:ext cx="55563" cy="33338"/>
            </a:xfrm>
            <a:custGeom>
              <a:avLst/>
              <a:gdLst>
                <a:gd name="T0" fmla="*/ 1 w 15"/>
                <a:gd name="T1" fmla="*/ 9 h 9"/>
                <a:gd name="T2" fmla="*/ 14 w 15"/>
                <a:gd name="T3" fmla="*/ 2 h 9"/>
                <a:gd name="T4" fmla="*/ 13 w 15"/>
                <a:gd name="T5" fmla="*/ 1 h 9"/>
                <a:gd name="T6" fmla="*/ 0 w 15"/>
                <a:gd name="T7" fmla="*/ 8 h 9"/>
                <a:gd name="T8" fmla="*/ 1 w 1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" y="9"/>
                  </a:moveTo>
                  <a:cubicBezTo>
                    <a:pt x="5" y="6"/>
                    <a:pt x="10" y="4"/>
                    <a:pt x="14" y="2"/>
                  </a:cubicBezTo>
                  <a:cubicBezTo>
                    <a:pt x="15" y="1"/>
                    <a:pt x="14" y="0"/>
                    <a:pt x="13" y="1"/>
                  </a:cubicBezTo>
                  <a:cubicBezTo>
                    <a:pt x="9" y="3"/>
                    <a:pt x="5" y="6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1" name="Freeform 9025"/>
            <p:cNvSpPr>
              <a:spLocks/>
            </p:cNvSpPr>
            <p:nvPr/>
          </p:nvSpPr>
          <p:spPr bwMode="auto">
            <a:xfrm>
              <a:off x="41275" y="30163"/>
              <a:ext cx="307975" cy="220663"/>
            </a:xfrm>
            <a:custGeom>
              <a:avLst/>
              <a:gdLst>
                <a:gd name="T0" fmla="*/ 81 w 82"/>
                <a:gd name="T1" fmla="*/ 0 h 59"/>
                <a:gd name="T2" fmla="*/ 0 w 82"/>
                <a:gd name="T3" fmla="*/ 58 h 59"/>
                <a:gd name="T4" fmla="*/ 2 w 82"/>
                <a:gd name="T5" fmla="*/ 59 h 59"/>
                <a:gd name="T6" fmla="*/ 82 w 82"/>
                <a:gd name="T7" fmla="*/ 0 h 59"/>
                <a:gd name="T8" fmla="*/ 81 w 82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9">
                  <a:moveTo>
                    <a:pt x="81" y="0"/>
                  </a:moveTo>
                  <a:cubicBezTo>
                    <a:pt x="55" y="20"/>
                    <a:pt x="26" y="37"/>
                    <a:pt x="0" y="58"/>
                  </a:cubicBezTo>
                  <a:cubicBezTo>
                    <a:pt x="0" y="59"/>
                    <a:pt x="1" y="59"/>
                    <a:pt x="2" y="59"/>
                  </a:cubicBezTo>
                  <a:cubicBezTo>
                    <a:pt x="27" y="37"/>
                    <a:pt x="56" y="21"/>
                    <a:pt x="82" y="0"/>
                  </a:cubicBezTo>
                  <a:cubicBezTo>
                    <a:pt x="82" y="0"/>
                    <a:pt x="81" y="0"/>
                    <a:pt x="8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2" name="Freeform 9026"/>
            <p:cNvSpPr>
              <a:spLocks/>
            </p:cNvSpPr>
            <p:nvPr/>
          </p:nvSpPr>
          <p:spPr bwMode="auto">
            <a:xfrm>
              <a:off x="41275" y="25400"/>
              <a:ext cx="296863" cy="188913"/>
            </a:xfrm>
            <a:custGeom>
              <a:avLst/>
              <a:gdLst>
                <a:gd name="T0" fmla="*/ 1 w 79"/>
                <a:gd name="T1" fmla="*/ 49 h 50"/>
                <a:gd name="T2" fmla="*/ 78 w 79"/>
                <a:gd name="T3" fmla="*/ 1 h 50"/>
                <a:gd name="T4" fmla="*/ 77 w 79"/>
                <a:gd name="T5" fmla="*/ 0 h 50"/>
                <a:gd name="T6" fmla="*/ 1 w 79"/>
                <a:gd name="T7" fmla="*/ 48 h 50"/>
                <a:gd name="T8" fmla="*/ 1 w 79"/>
                <a:gd name="T9" fmla="*/ 4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50">
                  <a:moveTo>
                    <a:pt x="1" y="49"/>
                  </a:moveTo>
                  <a:cubicBezTo>
                    <a:pt x="27" y="34"/>
                    <a:pt x="50" y="13"/>
                    <a:pt x="78" y="1"/>
                  </a:cubicBezTo>
                  <a:cubicBezTo>
                    <a:pt x="79" y="0"/>
                    <a:pt x="78" y="0"/>
                    <a:pt x="77" y="0"/>
                  </a:cubicBezTo>
                  <a:cubicBezTo>
                    <a:pt x="49" y="12"/>
                    <a:pt x="27" y="33"/>
                    <a:pt x="1" y="48"/>
                  </a:cubicBezTo>
                  <a:cubicBezTo>
                    <a:pt x="0" y="49"/>
                    <a:pt x="1" y="50"/>
                    <a:pt x="1" y="4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3" name="Freeform 9027"/>
            <p:cNvSpPr>
              <a:spLocks/>
            </p:cNvSpPr>
            <p:nvPr/>
          </p:nvSpPr>
          <p:spPr bwMode="auto">
            <a:xfrm>
              <a:off x="41275" y="11113"/>
              <a:ext cx="198438" cy="165100"/>
            </a:xfrm>
            <a:custGeom>
              <a:avLst/>
              <a:gdLst>
                <a:gd name="T0" fmla="*/ 52 w 53"/>
                <a:gd name="T1" fmla="*/ 0 h 44"/>
                <a:gd name="T2" fmla="*/ 0 w 53"/>
                <a:gd name="T3" fmla="*/ 43 h 44"/>
                <a:gd name="T4" fmla="*/ 1 w 53"/>
                <a:gd name="T5" fmla="*/ 43 h 44"/>
                <a:gd name="T6" fmla="*/ 53 w 53"/>
                <a:gd name="T7" fmla="*/ 1 h 44"/>
                <a:gd name="T8" fmla="*/ 52 w 53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44">
                  <a:moveTo>
                    <a:pt x="52" y="0"/>
                  </a:moveTo>
                  <a:cubicBezTo>
                    <a:pt x="34" y="14"/>
                    <a:pt x="16" y="28"/>
                    <a:pt x="0" y="43"/>
                  </a:cubicBezTo>
                  <a:cubicBezTo>
                    <a:pt x="0" y="44"/>
                    <a:pt x="1" y="44"/>
                    <a:pt x="1" y="43"/>
                  </a:cubicBezTo>
                  <a:cubicBezTo>
                    <a:pt x="18" y="28"/>
                    <a:pt x="35" y="14"/>
                    <a:pt x="53" y="1"/>
                  </a:cubicBezTo>
                  <a:cubicBezTo>
                    <a:pt x="53" y="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84" name="Group 124"/>
          <p:cNvGrpSpPr>
            <a:grpSpLocks/>
          </p:cNvGrpSpPr>
          <p:nvPr/>
        </p:nvGrpSpPr>
        <p:grpSpPr bwMode="auto">
          <a:xfrm>
            <a:off x="5311775" y="2603500"/>
            <a:ext cx="650875" cy="831850"/>
            <a:chOff x="0" y="0"/>
            <a:chExt cx="650875" cy="831850"/>
          </a:xfrm>
        </p:grpSpPr>
        <p:sp>
          <p:nvSpPr>
            <p:cNvPr id="15485" name="Freeform 9375"/>
            <p:cNvSpPr>
              <a:spLocks noEditPoints="1"/>
            </p:cNvSpPr>
            <p:nvPr/>
          </p:nvSpPr>
          <p:spPr bwMode="auto">
            <a:xfrm>
              <a:off x="0" y="3175"/>
              <a:ext cx="650875" cy="828675"/>
            </a:xfrm>
            <a:custGeom>
              <a:avLst/>
              <a:gdLst>
                <a:gd name="T0" fmla="*/ 166 w 173"/>
                <a:gd name="T1" fmla="*/ 128 h 220"/>
                <a:gd name="T2" fmla="*/ 160 w 173"/>
                <a:gd name="T3" fmla="*/ 68 h 220"/>
                <a:gd name="T4" fmla="*/ 145 w 173"/>
                <a:gd name="T5" fmla="*/ 69 h 220"/>
                <a:gd name="T6" fmla="*/ 133 w 173"/>
                <a:gd name="T7" fmla="*/ 71 h 220"/>
                <a:gd name="T8" fmla="*/ 106 w 173"/>
                <a:gd name="T9" fmla="*/ 70 h 220"/>
                <a:gd name="T10" fmla="*/ 158 w 173"/>
                <a:gd name="T11" fmla="*/ 72 h 220"/>
                <a:gd name="T12" fmla="*/ 163 w 173"/>
                <a:gd name="T13" fmla="*/ 78 h 220"/>
                <a:gd name="T14" fmla="*/ 163 w 173"/>
                <a:gd name="T15" fmla="*/ 95 h 220"/>
                <a:gd name="T16" fmla="*/ 163 w 173"/>
                <a:gd name="T17" fmla="*/ 121 h 220"/>
                <a:gd name="T18" fmla="*/ 163 w 173"/>
                <a:gd name="T19" fmla="*/ 128 h 220"/>
                <a:gd name="T20" fmla="*/ 163 w 173"/>
                <a:gd name="T21" fmla="*/ 143 h 220"/>
                <a:gd name="T22" fmla="*/ 163 w 173"/>
                <a:gd name="T23" fmla="*/ 158 h 220"/>
                <a:gd name="T24" fmla="*/ 163 w 173"/>
                <a:gd name="T25" fmla="*/ 188 h 220"/>
                <a:gd name="T26" fmla="*/ 161 w 173"/>
                <a:gd name="T27" fmla="*/ 200 h 220"/>
                <a:gd name="T28" fmla="*/ 161 w 173"/>
                <a:gd name="T29" fmla="*/ 201 h 220"/>
                <a:gd name="T30" fmla="*/ 153 w 173"/>
                <a:gd name="T31" fmla="*/ 209 h 220"/>
                <a:gd name="T32" fmla="*/ 123 w 173"/>
                <a:gd name="T33" fmla="*/ 210 h 220"/>
                <a:gd name="T34" fmla="*/ 58 w 173"/>
                <a:gd name="T35" fmla="*/ 211 h 220"/>
                <a:gd name="T36" fmla="*/ 35 w 173"/>
                <a:gd name="T37" fmla="*/ 213 h 220"/>
                <a:gd name="T38" fmla="*/ 36 w 173"/>
                <a:gd name="T39" fmla="*/ 212 h 220"/>
                <a:gd name="T40" fmla="*/ 7 w 173"/>
                <a:gd name="T41" fmla="*/ 197 h 220"/>
                <a:gd name="T42" fmla="*/ 8 w 173"/>
                <a:gd name="T43" fmla="*/ 188 h 220"/>
                <a:gd name="T44" fmla="*/ 9 w 173"/>
                <a:gd name="T45" fmla="*/ 75 h 220"/>
                <a:gd name="T46" fmla="*/ 24 w 173"/>
                <a:gd name="T47" fmla="*/ 9 h 220"/>
                <a:gd name="T48" fmla="*/ 35 w 173"/>
                <a:gd name="T49" fmla="*/ 10 h 220"/>
                <a:gd name="T50" fmla="*/ 53 w 173"/>
                <a:gd name="T51" fmla="*/ 10 h 220"/>
                <a:gd name="T52" fmla="*/ 101 w 173"/>
                <a:gd name="T53" fmla="*/ 57 h 220"/>
                <a:gd name="T54" fmla="*/ 100 w 173"/>
                <a:gd name="T55" fmla="*/ 61 h 220"/>
                <a:gd name="T56" fmla="*/ 102 w 173"/>
                <a:gd name="T57" fmla="*/ 60 h 220"/>
                <a:gd name="T58" fmla="*/ 102 w 173"/>
                <a:gd name="T59" fmla="*/ 58 h 220"/>
                <a:gd name="T60" fmla="*/ 102 w 173"/>
                <a:gd name="T61" fmla="*/ 58 h 220"/>
                <a:gd name="T62" fmla="*/ 105 w 173"/>
                <a:gd name="T63" fmla="*/ 54 h 220"/>
                <a:gd name="T64" fmla="*/ 106 w 173"/>
                <a:gd name="T65" fmla="*/ 28 h 220"/>
                <a:gd name="T66" fmla="*/ 101 w 173"/>
                <a:gd name="T67" fmla="*/ 7 h 220"/>
                <a:gd name="T68" fmla="*/ 101 w 173"/>
                <a:gd name="T69" fmla="*/ 7 h 220"/>
                <a:gd name="T70" fmla="*/ 70 w 173"/>
                <a:gd name="T71" fmla="*/ 6 h 220"/>
                <a:gd name="T72" fmla="*/ 63 w 173"/>
                <a:gd name="T73" fmla="*/ 6 h 220"/>
                <a:gd name="T74" fmla="*/ 47 w 173"/>
                <a:gd name="T75" fmla="*/ 4 h 220"/>
                <a:gd name="T76" fmla="*/ 44 w 173"/>
                <a:gd name="T77" fmla="*/ 5 h 220"/>
                <a:gd name="T78" fmla="*/ 2 w 173"/>
                <a:gd name="T79" fmla="*/ 46 h 220"/>
                <a:gd name="T80" fmla="*/ 3 w 173"/>
                <a:gd name="T81" fmla="*/ 115 h 220"/>
                <a:gd name="T82" fmla="*/ 23 w 173"/>
                <a:gd name="T83" fmla="*/ 219 h 220"/>
                <a:gd name="T84" fmla="*/ 149 w 173"/>
                <a:gd name="T85" fmla="*/ 215 h 220"/>
                <a:gd name="T86" fmla="*/ 168 w 173"/>
                <a:gd name="T87" fmla="*/ 157 h 220"/>
                <a:gd name="T88" fmla="*/ 32 w 173"/>
                <a:gd name="T89" fmla="*/ 10 h 220"/>
                <a:gd name="T90" fmla="*/ 32 w 173"/>
                <a:gd name="T91" fmla="*/ 10 h 220"/>
                <a:gd name="T92" fmla="*/ 101 w 173"/>
                <a:gd name="T93" fmla="*/ 59 h 220"/>
                <a:gd name="T94" fmla="*/ 101 w 173"/>
                <a:gd name="T95" fmla="*/ 59 h 220"/>
                <a:gd name="T96" fmla="*/ 26 w 173"/>
                <a:gd name="T97" fmla="*/ 5 h 220"/>
                <a:gd name="T98" fmla="*/ 21 w 173"/>
                <a:gd name="T99" fmla="*/ 5 h 220"/>
                <a:gd name="T100" fmla="*/ 20 w 173"/>
                <a:gd name="T101" fmla="*/ 5 h 220"/>
                <a:gd name="T102" fmla="*/ 155 w 173"/>
                <a:gd name="T103" fmla="*/ 209 h 220"/>
                <a:gd name="T104" fmla="*/ 155 w 173"/>
                <a:gd name="T105" fmla="*/ 209 h 220"/>
                <a:gd name="T106" fmla="*/ 163 w 173"/>
                <a:gd name="T107" fmla="*/ 189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3" h="220">
                  <a:moveTo>
                    <a:pt x="166" y="138"/>
                  </a:moveTo>
                  <a:cubicBezTo>
                    <a:pt x="166" y="138"/>
                    <a:pt x="166" y="130"/>
                    <a:pt x="166" y="128"/>
                  </a:cubicBezTo>
                  <a:cubicBezTo>
                    <a:pt x="166" y="128"/>
                    <a:pt x="167" y="129"/>
                    <a:pt x="167" y="130"/>
                  </a:cubicBezTo>
                  <a:cubicBezTo>
                    <a:pt x="167" y="119"/>
                    <a:pt x="170" y="71"/>
                    <a:pt x="160" y="68"/>
                  </a:cubicBezTo>
                  <a:cubicBezTo>
                    <a:pt x="164" y="72"/>
                    <a:pt x="158" y="69"/>
                    <a:pt x="157" y="69"/>
                  </a:cubicBezTo>
                  <a:cubicBezTo>
                    <a:pt x="148" y="69"/>
                    <a:pt x="153" y="69"/>
                    <a:pt x="145" y="69"/>
                  </a:cubicBezTo>
                  <a:cubicBezTo>
                    <a:pt x="152" y="67"/>
                    <a:pt x="145" y="69"/>
                    <a:pt x="144" y="68"/>
                  </a:cubicBezTo>
                  <a:cubicBezTo>
                    <a:pt x="140" y="68"/>
                    <a:pt x="137" y="69"/>
                    <a:pt x="133" y="71"/>
                  </a:cubicBezTo>
                  <a:cubicBezTo>
                    <a:pt x="134" y="70"/>
                    <a:pt x="113" y="70"/>
                    <a:pt x="107" y="69"/>
                  </a:cubicBezTo>
                  <a:cubicBezTo>
                    <a:pt x="108" y="69"/>
                    <a:pt x="107" y="70"/>
                    <a:pt x="106" y="70"/>
                  </a:cubicBezTo>
                  <a:cubicBezTo>
                    <a:pt x="110" y="74"/>
                    <a:pt x="127" y="69"/>
                    <a:pt x="128" y="73"/>
                  </a:cubicBezTo>
                  <a:cubicBezTo>
                    <a:pt x="128" y="70"/>
                    <a:pt x="158" y="72"/>
                    <a:pt x="158" y="72"/>
                  </a:cubicBezTo>
                  <a:cubicBezTo>
                    <a:pt x="161" y="71"/>
                    <a:pt x="165" y="78"/>
                    <a:pt x="165" y="79"/>
                  </a:cubicBezTo>
                  <a:cubicBezTo>
                    <a:pt x="162" y="76"/>
                    <a:pt x="165" y="83"/>
                    <a:pt x="163" y="78"/>
                  </a:cubicBezTo>
                  <a:cubicBezTo>
                    <a:pt x="163" y="80"/>
                    <a:pt x="163" y="81"/>
                    <a:pt x="163" y="81"/>
                  </a:cubicBezTo>
                  <a:cubicBezTo>
                    <a:pt x="163" y="85"/>
                    <a:pt x="162" y="90"/>
                    <a:pt x="163" y="95"/>
                  </a:cubicBezTo>
                  <a:cubicBezTo>
                    <a:pt x="164" y="104"/>
                    <a:pt x="164" y="114"/>
                    <a:pt x="163" y="123"/>
                  </a:cubicBezTo>
                  <a:cubicBezTo>
                    <a:pt x="162" y="121"/>
                    <a:pt x="162" y="124"/>
                    <a:pt x="163" y="121"/>
                  </a:cubicBezTo>
                  <a:cubicBezTo>
                    <a:pt x="162" y="124"/>
                    <a:pt x="162" y="127"/>
                    <a:pt x="162" y="130"/>
                  </a:cubicBezTo>
                  <a:cubicBezTo>
                    <a:pt x="162" y="129"/>
                    <a:pt x="162" y="128"/>
                    <a:pt x="163" y="128"/>
                  </a:cubicBezTo>
                  <a:cubicBezTo>
                    <a:pt x="163" y="133"/>
                    <a:pt x="164" y="140"/>
                    <a:pt x="162" y="145"/>
                  </a:cubicBezTo>
                  <a:cubicBezTo>
                    <a:pt x="162" y="144"/>
                    <a:pt x="163" y="144"/>
                    <a:pt x="163" y="143"/>
                  </a:cubicBezTo>
                  <a:cubicBezTo>
                    <a:pt x="163" y="146"/>
                    <a:pt x="166" y="158"/>
                    <a:pt x="165" y="160"/>
                  </a:cubicBezTo>
                  <a:cubicBezTo>
                    <a:pt x="164" y="159"/>
                    <a:pt x="164" y="158"/>
                    <a:pt x="163" y="158"/>
                  </a:cubicBezTo>
                  <a:cubicBezTo>
                    <a:pt x="162" y="156"/>
                    <a:pt x="163" y="163"/>
                    <a:pt x="164" y="162"/>
                  </a:cubicBezTo>
                  <a:cubicBezTo>
                    <a:pt x="163" y="167"/>
                    <a:pt x="163" y="182"/>
                    <a:pt x="163" y="188"/>
                  </a:cubicBezTo>
                  <a:cubicBezTo>
                    <a:pt x="163" y="188"/>
                    <a:pt x="163" y="189"/>
                    <a:pt x="162" y="188"/>
                  </a:cubicBezTo>
                  <a:cubicBezTo>
                    <a:pt x="162" y="191"/>
                    <a:pt x="162" y="197"/>
                    <a:pt x="161" y="200"/>
                  </a:cubicBezTo>
                  <a:cubicBezTo>
                    <a:pt x="161" y="199"/>
                    <a:pt x="162" y="198"/>
                    <a:pt x="162" y="197"/>
                  </a:cubicBezTo>
                  <a:cubicBezTo>
                    <a:pt x="163" y="198"/>
                    <a:pt x="163" y="200"/>
                    <a:pt x="161" y="201"/>
                  </a:cubicBezTo>
                  <a:cubicBezTo>
                    <a:pt x="161" y="203"/>
                    <a:pt x="155" y="206"/>
                    <a:pt x="152" y="208"/>
                  </a:cubicBezTo>
                  <a:cubicBezTo>
                    <a:pt x="153" y="209"/>
                    <a:pt x="157" y="206"/>
                    <a:pt x="153" y="209"/>
                  </a:cubicBezTo>
                  <a:cubicBezTo>
                    <a:pt x="149" y="210"/>
                    <a:pt x="142" y="210"/>
                    <a:pt x="140" y="210"/>
                  </a:cubicBezTo>
                  <a:cubicBezTo>
                    <a:pt x="144" y="211"/>
                    <a:pt x="118" y="211"/>
                    <a:pt x="123" y="210"/>
                  </a:cubicBezTo>
                  <a:cubicBezTo>
                    <a:pt x="112" y="210"/>
                    <a:pt x="95" y="208"/>
                    <a:pt x="85" y="211"/>
                  </a:cubicBezTo>
                  <a:cubicBezTo>
                    <a:pt x="83" y="211"/>
                    <a:pt x="58" y="213"/>
                    <a:pt x="58" y="211"/>
                  </a:cubicBezTo>
                  <a:cubicBezTo>
                    <a:pt x="59" y="211"/>
                    <a:pt x="60" y="211"/>
                    <a:pt x="60" y="211"/>
                  </a:cubicBezTo>
                  <a:cubicBezTo>
                    <a:pt x="54" y="207"/>
                    <a:pt x="41" y="213"/>
                    <a:pt x="35" y="213"/>
                  </a:cubicBezTo>
                  <a:cubicBezTo>
                    <a:pt x="37" y="213"/>
                    <a:pt x="39" y="212"/>
                    <a:pt x="41" y="211"/>
                  </a:cubicBezTo>
                  <a:cubicBezTo>
                    <a:pt x="40" y="212"/>
                    <a:pt x="37" y="212"/>
                    <a:pt x="36" y="212"/>
                  </a:cubicBezTo>
                  <a:cubicBezTo>
                    <a:pt x="35" y="212"/>
                    <a:pt x="26" y="213"/>
                    <a:pt x="22" y="212"/>
                  </a:cubicBezTo>
                  <a:cubicBezTo>
                    <a:pt x="16" y="210"/>
                    <a:pt x="5" y="205"/>
                    <a:pt x="7" y="197"/>
                  </a:cubicBezTo>
                  <a:cubicBezTo>
                    <a:pt x="9" y="198"/>
                    <a:pt x="8" y="190"/>
                    <a:pt x="7" y="195"/>
                  </a:cubicBezTo>
                  <a:cubicBezTo>
                    <a:pt x="7" y="194"/>
                    <a:pt x="7" y="183"/>
                    <a:pt x="8" y="188"/>
                  </a:cubicBezTo>
                  <a:cubicBezTo>
                    <a:pt x="5" y="159"/>
                    <a:pt x="16" y="124"/>
                    <a:pt x="9" y="97"/>
                  </a:cubicBezTo>
                  <a:cubicBezTo>
                    <a:pt x="12" y="93"/>
                    <a:pt x="9" y="80"/>
                    <a:pt x="9" y="75"/>
                  </a:cubicBezTo>
                  <a:cubicBezTo>
                    <a:pt x="8" y="66"/>
                    <a:pt x="10" y="58"/>
                    <a:pt x="9" y="49"/>
                  </a:cubicBezTo>
                  <a:cubicBezTo>
                    <a:pt x="7" y="38"/>
                    <a:pt x="1" y="3"/>
                    <a:pt x="24" y="9"/>
                  </a:cubicBezTo>
                  <a:cubicBezTo>
                    <a:pt x="22" y="9"/>
                    <a:pt x="20" y="10"/>
                    <a:pt x="19" y="10"/>
                  </a:cubicBezTo>
                  <a:cubicBezTo>
                    <a:pt x="21" y="10"/>
                    <a:pt x="31" y="12"/>
                    <a:pt x="35" y="10"/>
                  </a:cubicBezTo>
                  <a:cubicBezTo>
                    <a:pt x="34" y="10"/>
                    <a:pt x="31" y="9"/>
                    <a:pt x="30" y="9"/>
                  </a:cubicBezTo>
                  <a:cubicBezTo>
                    <a:pt x="35" y="7"/>
                    <a:pt x="50" y="12"/>
                    <a:pt x="53" y="10"/>
                  </a:cubicBezTo>
                  <a:cubicBezTo>
                    <a:pt x="65" y="7"/>
                    <a:pt x="81" y="5"/>
                    <a:pt x="94" y="9"/>
                  </a:cubicBezTo>
                  <a:cubicBezTo>
                    <a:pt x="104" y="13"/>
                    <a:pt x="105" y="45"/>
                    <a:pt x="101" y="57"/>
                  </a:cubicBezTo>
                  <a:cubicBezTo>
                    <a:pt x="101" y="57"/>
                    <a:pt x="101" y="57"/>
                    <a:pt x="100" y="57"/>
                  </a:cubicBezTo>
                  <a:cubicBezTo>
                    <a:pt x="100" y="57"/>
                    <a:pt x="99" y="59"/>
                    <a:pt x="100" y="61"/>
                  </a:cubicBezTo>
                  <a:cubicBezTo>
                    <a:pt x="100" y="61"/>
                    <a:pt x="100" y="60"/>
                    <a:pt x="101" y="60"/>
                  </a:cubicBezTo>
                  <a:cubicBezTo>
                    <a:pt x="101" y="62"/>
                    <a:pt x="101" y="62"/>
                    <a:pt x="102" y="60"/>
                  </a:cubicBezTo>
                  <a:cubicBezTo>
                    <a:pt x="101" y="60"/>
                    <a:pt x="101" y="59"/>
                    <a:pt x="101" y="59"/>
                  </a:cubicBezTo>
                  <a:cubicBezTo>
                    <a:pt x="102" y="59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103" y="57"/>
                    <a:pt x="105" y="56"/>
                    <a:pt x="105" y="54"/>
                  </a:cubicBezTo>
                  <a:cubicBezTo>
                    <a:pt x="105" y="55"/>
                    <a:pt x="106" y="47"/>
                    <a:pt x="106" y="47"/>
                  </a:cubicBezTo>
                  <a:cubicBezTo>
                    <a:pt x="104" y="41"/>
                    <a:pt x="105" y="33"/>
                    <a:pt x="106" y="28"/>
                  </a:cubicBezTo>
                  <a:cubicBezTo>
                    <a:pt x="106" y="28"/>
                    <a:pt x="104" y="11"/>
                    <a:pt x="102" y="8"/>
                  </a:cubicBezTo>
                  <a:cubicBezTo>
                    <a:pt x="102" y="8"/>
                    <a:pt x="101" y="7"/>
                    <a:pt x="101" y="7"/>
                  </a:cubicBezTo>
                  <a:cubicBezTo>
                    <a:pt x="101" y="7"/>
                    <a:pt x="102" y="7"/>
                    <a:pt x="102" y="7"/>
                  </a:cubicBezTo>
                  <a:cubicBezTo>
                    <a:pt x="102" y="7"/>
                    <a:pt x="101" y="7"/>
                    <a:pt x="101" y="7"/>
                  </a:cubicBezTo>
                  <a:cubicBezTo>
                    <a:pt x="97" y="6"/>
                    <a:pt x="89" y="1"/>
                    <a:pt x="91" y="3"/>
                  </a:cubicBezTo>
                  <a:cubicBezTo>
                    <a:pt x="85" y="2"/>
                    <a:pt x="73" y="7"/>
                    <a:pt x="70" y="6"/>
                  </a:cubicBezTo>
                  <a:cubicBezTo>
                    <a:pt x="70" y="6"/>
                    <a:pt x="71" y="4"/>
                    <a:pt x="71" y="4"/>
                  </a:cubicBezTo>
                  <a:cubicBezTo>
                    <a:pt x="68" y="5"/>
                    <a:pt x="66" y="5"/>
                    <a:pt x="63" y="6"/>
                  </a:cubicBezTo>
                  <a:cubicBezTo>
                    <a:pt x="63" y="5"/>
                    <a:pt x="69" y="4"/>
                    <a:pt x="68" y="4"/>
                  </a:cubicBezTo>
                  <a:cubicBezTo>
                    <a:pt x="64" y="5"/>
                    <a:pt x="46" y="6"/>
                    <a:pt x="47" y="4"/>
                  </a:cubicBezTo>
                  <a:cubicBezTo>
                    <a:pt x="45" y="5"/>
                    <a:pt x="43" y="5"/>
                    <a:pt x="41" y="5"/>
                  </a:cubicBezTo>
                  <a:cubicBezTo>
                    <a:pt x="42" y="5"/>
                    <a:pt x="43" y="5"/>
                    <a:pt x="44" y="5"/>
                  </a:cubicBezTo>
                  <a:cubicBezTo>
                    <a:pt x="34" y="0"/>
                    <a:pt x="15" y="2"/>
                    <a:pt x="7" y="9"/>
                  </a:cubicBezTo>
                  <a:cubicBezTo>
                    <a:pt x="0" y="20"/>
                    <a:pt x="2" y="33"/>
                    <a:pt x="2" y="46"/>
                  </a:cubicBezTo>
                  <a:cubicBezTo>
                    <a:pt x="2" y="69"/>
                    <a:pt x="2" y="91"/>
                    <a:pt x="2" y="113"/>
                  </a:cubicBezTo>
                  <a:cubicBezTo>
                    <a:pt x="2" y="110"/>
                    <a:pt x="3" y="115"/>
                    <a:pt x="3" y="115"/>
                  </a:cubicBezTo>
                  <a:cubicBezTo>
                    <a:pt x="0" y="138"/>
                    <a:pt x="1" y="168"/>
                    <a:pt x="1" y="193"/>
                  </a:cubicBezTo>
                  <a:cubicBezTo>
                    <a:pt x="1" y="207"/>
                    <a:pt x="8" y="218"/>
                    <a:pt x="23" y="219"/>
                  </a:cubicBezTo>
                  <a:cubicBezTo>
                    <a:pt x="30" y="219"/>
                    <a:pt x="57" y="218"/>
                    <a:pt x="57" y="218"/>
                  </a:cubicBezTo>
                  <a:cubicBezTo>
                    <a:pt x="87" y="212"/>
                    <a:pt x="119" y="220"/>
                    <a:pt x="149" y="215"/>
                  </a:cubicBezTo>
                  <a:cubicBezTo>
                    <a:pt x="149" y="215"/>
                    <a:pt x="149" y="215"/>
                    <a:pt x="149" y="216"/>
                  </a:cubicBezTo>
                  <a:cubicBezTo>
                    <a:pt x="173" y="208"/>
                    <a:pt x="170" y="174"/>
                    <a:pt x="168" y="157"/>
                  </a:cubicBezTo>
                  <a:cubicBezTo>
                    <a:pt x="167" y="161"/>
                    <a:pt x="165" y="142"/>
                    <a:pt x="166" y="138"/>
                  </a:cubicBezTo>
                  <a:close/>
                  <a:moveTo>
                    <a:pt x="32" y="10"/>
                  </a:moveTo>
                  <a:cubicBezTo>
                    <a:pt x="30" y="10"/>
                    <a:pt x="31" y="10"/>
                    <a:pt x="31" y="10"/>
                  </a:cubicBezTo>
                  <a:cubicBezTo>
                    <a:pt x="30" y="10"/>
                    <a:pt x="33" y="10"/>
                    <a:pt x="32" y="10"/>
                  </a:cubicBezTo>
                  <a:close/>
                  <a:moveTo>
                    <a:pt x="101" y="59"/>
                  </a:move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8"/>
                    <a:pt x="101" y="58"/>
                  </a:cubicBezTo>
                  <a:cubicBezTo>
                    <a:pt x="101" y="59"/>
                    <a:pt x="101" y="59"/>
                    <a:pt x="101" y="59"/>
                  </a:cubicBezTo>
                  <a:close/>
                  <a:moveTo>
                    <a:pt x="26" y="5"/>
                  </a:moveTo>
                  <a:cubicBezTo>
                    <a:pt x="29" y="4"/>
                    <a:pt x="27" y="4"/>
                    <a:pt x="26" y="5"/>
                  </a:cubicBezTo>
                  <a:close/>
                  <a:moveTo>
                    <a:pt x="23" y="5"/>
                  </a:moveTo>
                  <a:cubicBezTo>
                    <a:pt x="23" y="5"/>
                    <a:pt x="21" y="5"/>
                    <a:pt x="21" y="5"/>
                  </a:cubicBezTo>
                  <a:cubicBezTo>
                    <a:pt x="21" y="5"/>
                    <a:pt x="22" y="5"/>
                    <a:pt x="23" y="5"/>
                  </a:cubicBezTo>
                  <a:close/>
                  <a:moveTo>
                    <a:pt x="20" y="5"/>
                  </a:moveTo>
                  <a:cubicBezTo>
                    <a:pt x="21" y="5"/>
                    <a:pt x="21" y="5"/>
                    <a:pt x="20" y="5"/>
                  </a:cubicBezTo>
                  <a:close/>
                  <a:moveTo>
                    <a:pt x="155" y="209"/>
                  </a:moveTo>
                  <a:cubicBezTo>
                    <a:pt x="156" y="208"/>
                    <a:pt x="157" y="208"/>
                    <a:pt x="158" y="207"/>
                  </a:cubicBezTo>
                  <a:cubicBezTo>
                    <a:pt x="158" y="208"/>
                    <a:pt x="157" y="208"/>
                    <a:pt x="155" y="209"/>
                  </a:cubicBezTo>
                  <a:close/>
                  <a:moveTo>
                    <a:pt x="163" y="190"/>
                  </a:moveTo>
                  <a:cubicBezTo>
                    <a:pt x="163" y="189"/>
                    <a:pt x="163" y="189"/>
                    <a:pt x="163" y="189"/>
                  </a:cubicBezTo>
                  <a:cubicBezTo>
                    <a:pt x="163" y="189"/>
                    <a:pt x="163" y="190"/>
                    <a:pt x="163" y="19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6" name="Freeform 9376"/>
            <p:cNvSpPr>
              <a:spLocks noEditPoints="1"/>
            </p:cNvSpPr>
            <p:nvPr/>
          </p:nvSpPr>
          <p:spPr bwMode="auto">
            <a:xfrm>
              <a:off x="398463" y="0"/>
              <a:ext cx="244475" cy="252413"/>
            </a:xfrm>
            <a:custGeom>
              <a:avLst/>
              <a:gdLst>
                <a:gd name="T0" fmla="*/ 5 w 65"/>
                <a:gd name="T1" fmla="*/ 30 h 67"/>
                <a:gd name="T2" fmla="*/ 12 w 65"/>
                <a:gd name="T3" fmla="*/ 58 h 67"/>
                <a:gd name="T4" fmla="*/ 6 w 65"/>
                <a:gd name="T5" fmla="*/ 39 h 67"/>
                <a:gd name="T6" fmla="*/ 8 w 65"/>
                <a:gd name="T7" fmla="*/ 39 h 67"/>
                <a:gd name="T8" fmla="*/ 10 w 65"/>
                <a:gd name="T9" fmla="*/ 33 h 67"/>
                <a:gd name="T10" fmla="*/ 8 w 65"/>
                <a:gd name="T11" fmla="*/ 32 h 67"/>
                <a:gd name="T12" fmla="*/ 9 w 65"/>
                <a:gd name="T13" fmla="*/ 24 h 67"/>
                <a:gd name="T14" fmla="*/ 8 w 65"/>
                <a:gd name="T15" fmla="*/ 17 h 67"/>
                <a:gd name="T16" fmla="*/ 9 w 65"/>
                <a:gd name="T17" fmla="*/ 12 h 67"/>
                <a:gd name="T18" fmla="*/ 13 w 65"/>
                <a:gd name="T19" fmla="*/ 16 h 67"/>
                <a:gd name="T20" fmla="*/ 18 w 65"/>
                <a:gd name="T21" fmla="*/ 21 h 67"/>
                <a:gd name="T22" fmla="*/ 23 w 65"/>
                <a:gd name="T23" fmla="*/ 31 h 67"/>
                <a:gd name="T24" fmla="*/ 50 w 65"/>
                <a:gd name="T25" fmla="*/ 55 h 67"/>
                <a:gd name="T26" fmla="*/ 49 w 65"/>
                <a:gd name="T27" fmla="*/ 56 h 67"/>
                <a:gd name="T28" fmla="*/ 50 w 65"/>
                <a:gd name="T29" fmla="*/ 57 h 67"/>
                <a:gd name="T30" fmla="*/ 54 w 65"/>
                <a:gd name="T31" fmla="*/ 59 h 67"/>
                <a:gd name="T32" fmla="*/ 52 w 65"/>
                <a:gd name="T33" fmla="*/ 59 h 67"/>
                <a:gd name="T34" fmla="*/ 49 w 65"/>
                <a:gd name="T35" fmla="*/ 57 h 67"/>
                <a:gd name="T36" fmla="*/ 47 w 65"/>
                <a:gd name="T37" fmla="*/ 57 h 67"/>
                <a:gd name="T38" fmla="*/ 48 w 65"/>
                <a:gd name="T39" fmla="*/ 59 h 67"/>
                <a:gd name="T40" fmla="*/ 20 w 65"/>
                <a:gd name="T41" fmla="*/ 57 h 67"/>
                <a:gd name="T42" fmla="*/ 18 w 65"/>
                <a:gd name="T43" fmla="*/ 59 h 67"/>
                <a:gd name="T44" fmla="*/ 13 w 65"/>
                <a:gd name="T45" fmla="*/ 59 h 67"/>
                <a:gd name="T46" fmla="*/ 17 w 65"/>
                <a:gd name="T47" fmla="*/ 60 h 67"/>
                <a:gd name="T48" fmla="*/ 20 w 65"/>
                <a:gd name="T49" fmla="*/ 62 h 67"/>
                <a:gd name="T50" fmla="*/ 32 w 65"/>
                <a:gd name="T51" fmla="*/ 62 h 67"/>
                <a:gd name="T52" fmla="*/ 34 w 65"/>
                <a:gd name="T53" fmla="*/ 65 h 67"/>
                <a:gd name="T54" fmla="*/ 41 w 65"/>
                <a:gd name="T55" fmla="*/ 62 h 67"/>
                <a:gd name="T56" fmla="*/ 40 w 65"/>
                <a:gd name="T57" fmla="*/ 64 h 67"/>
                <a:gd name="T58" fmla="*/ 48 w 65"/>
                <a:gd name="T59" fmla="*/ 63 h 67"/>
                <a:gd name="T60" fmla="*/ 47 w 65"/>
                <a:gd name="T61" fmla="*/ 63 h 67"/>
                <a:gd name="T62" fmla="*/ 65 w 65"/>
                <a:gd name="T63" fmla="*/ 63 h 67"/>
                <a:gd name="T64" fmla="*/ 4 w 65"/>
                <a:gd name="T65" fmla="*/ 0 h 67"/>
                <a:gd name="T66" fmla="*/ 4 w 65"/>
                <a:gd name="T67" fmla="*/ 23 h 67"/>
                <a:gd name="T68" fmla="*/ 5 w 65"/>
                <a:gd name="T69" fmla="*/ 30 h 67"/>
                <a:gd name="T70" fmla="*/ 18 w 65"/>
                <a:gd name="T71" fmla="*/ 61 h 67"/>
                <a:gd name="T72" fmla="*/ 18 w 65"/>
                <a:gd name="T73" fmla="*/ 60 h 67"/>
                <a:gd name="T74" fmla="*/ 18 w 65"/>
                <a:gd name="T75" fmla="*/ 60 h 67"/>
                <a:gd name="T76" fmla="*/ 18 w 65"/>
                <a:gd name="T77" fmla="*/ 61 h 67"/>
                <a:gd name="T78" fmla="*/ 23 w 65"/>
                <a:gd name="T79" fmla="*/ 61 h 67"/>
                <a:gd name="T80" fmla="*/ 23 w 65"/>
                <a:gd name="T81" fmla="*/ 61 h 67"/>
                <a:gd name="T82" fmla="*/ 23 w 65"/>
                <a:gd name="T83" fmla="*/ 61 h 67"/>
                <a:gd name="T84" fmla="*/ 23 w 65"/>
                <a:gd name="T85" fmla="*/ 61 h 67"/>
                <a:gd name="T86" fmla="*/ 23 w 65"/>
                <a:gd name="T87" fmla="*/ 61 h 67"/>
                <a:gd name="T88" fmla="*/ 55 w 65"/>
                <a:gd name="T89" fmla="*/ 62 h 67"/>
                <a:gd name="T90" fmla="*/ 55 w 65"/>
                <a:gd name="T91" fmla="*/ 62 h 67"/>
                <a:gd name="T92" fmla="*/ 9 w 65"/>
                <a:gd name="T93" fmla="*/ 24 h 67"/>
                <a:gd name="T94" fmla="*/ 7 w 65"/>
                <a:gd name="T95" fmla="*/ 25 h 67"/>
                <a:gd name="T96" fmla="*/ 9 w 65"/>
                <a:gd name="T97" fmla="*/ 2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" h="67">
                  <a:moveTo>
                    <a:pt x="5" y="30"/>
                  </a:moveTo>
                  <a:cubicBezTo>
                    <a:pt x="0" y="32"/>
                    <a:pt x="3" y="52"/>
                    <a:pt x="12" y="58"/>
                  </a:cubicBezTo>
                  <a:cubicBezTo>
                    <a:pt x="13" y="55"/>
                    <a:pt x="7" y="42"/>
                    <a:pt x="6" y="39"/>
                  </a:cubicBezTo>
                  <a:cubicBezTo>
                    <a:pt x="7" y="39"/>
                    <a:pt x="8" y="38"/>
                    <a:pt x="8" y="39"/>
                  </a:cubicBezTo>
                  <a:cubicBezTo>
                    <a:pt x="7" y="36"/>
                    <a:pt x="7" y="35"/>
                    <a:pt x="10" y="33"/>
                  </a:cubicBezTo>
                  <a:cubicBezTo>
                    <a:pt x="9" y="33"/>
                    <a:pt x="8" y="32"/>
                    <a:pt x="8" y="32"/>
                  </a:cubicBezTo>
                  <a:cubicBezTo>
                    <a:pt x="8" y="31"/>
                    <a:pt x="10" y="26"/>
                    <a:pt x="9" y="24"/>
                  </a:cubicBezTo>
                  <a:cubicBezTo>
                    <a:pt x="10" y="22"/>
                    <a:pt x="7" y="19"/>
                    <a:pt x="8" y="17"/>
                  </a:cubicBezTo>
                  <a:cubicBezTo>
                    <a:pt x="9" y="19"/>
                    <a:pt x="9" y="15"/>
                    <a:pt x="9" y="12"/>
                  </a:cubicBezTo>
                  <a:cubicBezTo>
                    <a:pt x="10" y="16"/>
                    <a:pt x="12" y="16"/>
                    <a:pt x="13" y="16"/>
                  </a:cubicBezTo>
                  <a:cubicBezTo>
                    <a:pt x="13" y="20"/>
                    <a:pt x="14" y="19"/>
                    <a:pt x="18" y="21"/>
                  </a:cubicBezTo>
                  <a:cubicBezTo>
                    <a:pt x="14" y="20"/>
                    <a:pt x="22" y="26"/>
                    <a:pt x="23" y="31"/>
                  </a:cubicBezTo>
                  <a:cubicBezTo>
                    <a:pt x="31" y="35"/>
                    <a:pt x="42" y="54"/>
                    <a:pt x="50" y="55"/>
                  </a:cubicBezTo>
                  <a:cubicBezTo>
                    <a:pt x="50" y="55"/>
                    <a:pt x="49" y="56"/>
                    <a:pt x="49" y="56"/>
                  </a:cubicBezTo>
                  <a:cubicBezTo>
                    <a:pt x="49" y="56"/>
                    <a:pt x="54" y="58"/>
                    <a:pt x="50" y="57"/>
                  </a:cubicBezTo>
                  <a:cubicBezTo>
                    <a:pt x="52" y="57"/>
                    <a:pt x="53" y="58"/>
                    <a:pt x="54" y="59"/>
                  </a:cubicBezTo>
                  <a:cubicBezTo>
                    <a:pt x="53" y="58"/>
                    <a:pt x="51" y="58"/>
                    <a:pt x="52" y="59"/>
                  </a:cubicBezTo>
                  <a:cubicBezTo>
                    <a:pt x="46" y="55"/>
                    <a:pt x="53" y="59"/>
                    <a:pt x="49" y="57"/>
                  </a:cubicBezTo>
                  <a:cubicBezTo>
                    <a:pt x="49" y="57"/>
                    <a:pt x="47" y="57"/>
                    <a:pt x="47" y="57"/>
                  </a:cubicBezTo>
                  <a:cubicBezTo>
                    <a:pt x="47" y="57"/>
                    <a:pt x="48" y="59"/>
                    <a:pt x="48" y="59"/>
                  </a:cubicBezTo>
                  <a:cubicBezTo>
                    <a:pt x="46" y="56"/>
                    <a:pt x="25" y="58"/>
                    <a:pt x="20" y="57"/>
                  </a:cubicBezTo>
                  <a:cubicBezTo>
                    <a:pt x="19" y="58"/>
                    <a:pt x="18" y="58"/>
                    <a:pt x="18" y="59"/>
                  </a:cubicBezTo>
                  <a:cubicBezTo>
                    <a:pt x="17" y="57"/>
                    <a:pt x="14" y="58"/>
                    <a:pt x="13" y="59"/>
                  </a:cubicBezTo>
                  <a:cubicBezTo>
                    <a:pt x="14" y="60"/>
                    <a:pt x="16" y="60"/>
                    <a:pt x="17" y="60"/>
                  </a:cubicBezTo>
                  <a:cubicBezTo>
                    <a:pt x="16" y="62"/>
                    <a:pt x="18" y="62"/>
                    <a:pt x="20" y="62"/>
                  </a:cubicBezTo>
                  <a:cubicBezTo>
                    <a:pt x="23" y="65"/>
                    <a:pt x="29" y="67"/>
                    <a:pt x="32" y="62"/>
                  </a:cubicBezTo>
                  <a:cubicBezTo>
                    <a:pt x="32" y="66"/>
                    <a:pt x="32" y="62"/>
                    <a:pt x="34" y="65"/>
                  </a:cubicBezTo>
                  <a:cubicBezTo>
                    <a:pt x="38" y="65"/>
                    <a:pt x="38" y="60"/>
                    <a:pt x="41" y="62"/>
                  </a:cubicBezTo>
                  <a:cubicBezTo>
                    <a:pt x="42" y="63"/>
                    <a:pt x="40" y="62"/>
                    <a:pt x="40" y="64"/>
                  </a:cubicBezTo>
                  <a:cubicBezTo>
                    <a:pt x="42" y="65"/>
                    <a:pt x="44" y="61"/>
                    <a:pt x="48" y="63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9" y="65"/>
                    <a:pt x="65" y="64"/>
                    <a:pt x="65" y="63"/>
                  </a:cubicBezTo>
                  <a:cubicBezTo>
                    <a:pt x="42" y="46"/>
                    <a:pt x="27" y="19"/>
                    <a:pt x="4" y="0"/>
                  </a:cubicBezTo>
                  <a:cubicBezTo>
                    <a:pt x="6" y="8"/>
                    <a:pt x="3" y="13"/>
                    <a:pt x="4" y="23"/>
                  </a:cubicBezTo>
                  <a:cubicBezTo>
                    <a:pt x="1" y="19"/>
                    <a:pt x="2" y="29"/>
                    <a:pt x="5" y="30"/>
                  </a:cubicBezTo>
                  <a:close/>
                  <a:moveTo>
                    <a:pt x="18" y="61"/>
                  </a:moveTo>
                  <a:cubicBezTo>
                    <a:pt x="18" y="61"/>
                    <a:pt x="18" y="60"/>
                    <a:pt x="18" y="60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8" y="61"/>
                    <a:pt x="18" y="61"/>
                  </a:cubicBezTo>
                  <a:close/>
                  <a:moveTo>
                    <a:pt x="23" y="61"/>
                  </a:move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3" y="61"/>
                    <a:pt x="23" y="61"/>
                  </a:cubicBezTo>
                  <a:close/>
                  <a:moveTo>
                    <a:pt x="55" y="62"/>
                  </a:moveTo>
                  <a:cubicBezTo>
                    <a:pt x="54" y="62"/>
                    <a:pt x="53" y="61"/>
                    <a:pt x="55" y="62"/>
                  </a:cubicBezTo>
                  <a:close/>
                  <a:moveTo>
                    <a:pt x="9" y="24"/>
                  </a:moveTo>
                  <a:cubicBezTo>
                    <a:pt x="9" y="26"/>
                    <a:pt x="9" y="25"/>
                    <a:pt x="7" y="25"/>
                  </a:cubicBezTo>
                  <a:cubicBezTo>
                    <a:pt x="8" y="25"/>
                    <a:pt x="8" y="25"/>
                    <a:pt x="9" y="2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7" name="Freeform 9377"/>
            <p:cNvSpPr>
              <a:spLocks/>
            </p:cNvSpPr>
            <p:nvPr/>
          </p:nvSpPr>
          <p:spPr bwMode="auto">
            <a:xfrm>
              <a:off x="514350" y="785813"/>
              <a:ext cx="68263" cy="26988"/>
            </a:xfrm>
            <a:custGeom>
              <a:avLst/>
              <a:gdLst>
                <a:gd name="T0" fmla="*/ 2 w 18"/>
                <a:gd name="T1" fmla="*/ 7 h 7"/>
                <a:gd name="T2" fmla="*/ 13 w 18"/>
                <a:gd name="T3" fmla="*/ 2 h 7"/>
                <a:gd name="T4" fmla="*/ 16 w 18"/>
                <a:gd name="T5" fmla="*/ 1 h 7"/>
                <a:gd name="T6" fmla="*/ 14 w 18"/>
                <a:gd name="T7" fmla="*/ 3 h 7"/>
                <a:gd name="T8" fmla="*/ 8 w 18"/>
                <a:gd name="T9" fmla="*/ 7 h 7"/>
                <a:gd name="T10" fmla="*/ 9 w 18"/>
                <a:gd name="T11" fmla="*/ 7 h 7"/>
                <a:gd name="T12" fmla="*/ 18 w 18"/>
                <a:gd name="T13" fmla="*/ 1 h 7"/>
                <a:gd name="T14" fmla="*/ 17 w 18"/>
                <a:gd name="T15" fmla="*/ 0 h 7"/>
                <a:gd name="T16" fmla="*/ 1 w 18"/>
                <a:gd name="T17" fmla="*/ 7 h 7"/>
                <a:gd name="T18" fmla="*/ 2 w 18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7">
                  <a:moveTo>
                    <a:pt x="2" y="7"/>
                  </a:moveTo>
                  <a:cubicBezTo>
                    <a:pt x="6" y="5"/>
                    <a:pt x="9" y="4"/>
                    <a:pt x="13" y="2"/>
                  </a:cubicBezTo>
                  <a:cubicBezTo>
                    <a:pt x="14" y="2"/>
                    <a:pt x="15" y="1"/>
                    <a:pt x="16" y="1"/>
                  </a:cubicBezTo>
                  <a:cubicBezTo>
                    <a:pt x="15" y="1"/>
                    <a:pt x="15" y="2"/>
                    <a:pt x="14" y="3"/>
                  </a:cubicBezTo>
                  <a:cubicBezTo>
                    <a:pt x="12" y="4"/>
                    <a:pt x="10" y="6"/>
                    <a:pt x="8" y="7"/>
                  </a:cubicBezTo>
                  <a:cubicBezTo>
                    <a:pt x="8" y="7"/>
                    <a:pt x="9" y="7"/>
                    <a:pt x="9" y="7"/>
                  </a:cubicBezTo>
                  <a:cubicBezTo>
                    <a:pt x="12" y="5"/>
                    <a:pt x="15" y="3"/>
                    <a:pt x="18" y="1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2" y="2"/>
                    <a:pt x="6" y="5"/>
                    <a:pt x="1" y="7"/>
                  </a:cubicBezTo>
                  <a:cubicBezTo>
                    <a:pt x="0" y="7"/>
                    <a:pt x="2" y="7"/>
                    <a:pt x="2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8" name="Freeform 9378"/>
            <p:cNvSpPr>
              <a:spLocks/>
            </p:cNvSpPr>
            <p:nvPr/>
          </p:nvSpPr>
          <p:spPr bwMode="auto">
            <a:xfrm>
              <a:off x="488950" y="711200"/>
              <a:ext cx="131763" cy="96838"/>
            </a:xfrm>
            <a:custGeom>
              <a:avLst/>
              <a:gdLst>
                <a:gd name="T0" fmla="*/ 34 w 35"/>
                <a:gd name="T1" fmla="*/ 0 h 26"/>
                <a:gd name="T2" fmla="*/ 1 w 35"/>
                <a:gd name="T3" fmla="*/ 25 h 26"/>
                <a:gd name="T4" fmla="*/ 2 w 35"/>
                <a:gd name="T5" fmla="*/ 26 h 26"/>
                <a:gd name="T6" fmla="*/ 35 w 35"/>
                <a:gd name="T7" fmla="*/ 1 h 26"/>
                <a:gd name="T8" fmla="*/ 34 w 35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6">
                  <a:moveTo>
                    <a:pt x="34" y="0"/>
                  </a:moveTo>
                  <a:cubicBezTo>
                    <a:pt x="23" y="9"/>
                    <a:pt x="12" y="17"/>
                    <a:pt x="1" y="25"/>
                  </a:cubicBezTo>
                  <a:cubicBezTo>
                    <a:pt x="0" y="26"/>
                    <a:pt x="2" y="26"/>
                    <a:pt x="2" y="26"/>
                  </a:cubicBezTo>
                  <a:cubicBezTo>
                    <a:pt x="13" y="17"/>
                    <a:pt x="24" y="10"/>
                    <a:pt x="35" y="1"/>
                  </a:cubicBezTo>
                  <a:cubicBezTo>
                    <a:pt x="35" y="1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89" name="Freeform 9379"/>
            <p:cNvSpPr>
              <a:spLocks/>
            </p:cNvSpPr>
            <p:nvPr/>
          </p:nvSpPr>
          <p:spPr bwMode="auto">
            <a:xfrm>
              <a:off x="360363" y="669925"/>
              <a:ext cx="255588" cy="138113"/>
            </a:xfrm>
            <a:custGeom>
              <a:avLst/>
              <a:gdLst>
                <a:gd name="T0" fmla="*/ 2 w 68"/>
                <a:gd name="T1" fmla="*/ 37 h 37"/>
                <a:gd name="T2" fmla="*/ 67 w 68"/>
                <a:gd name="T3" fmla="*/ 1 h 37"/>
                <a:gd name="T4" fmla="*/ 67 w 68"/>
                <a:gd name="T5" fmla="*/ 1 h 37"/>
                <a:gd name="T6" fmla="*/ 1 w 68"/>
                <a:gd name="T7" fmla="*/ 36 h 37"/>
                <a:gd name="T8" fmla="*/ 2 w 6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7">
                  <a:moveTo>
                    <a:pt x="2" y="37"/>
                  </a:moveTo>
                  <a:cubicBezTo>
                    <a:pt x="24" y="26"/>
                    <a:pt x="43" y="8"/>
                    <a:pt x="67" y="1"/>
                  </a:cubicBezTo>
                  <a:cubicBezTo>
                    <a:pt x="68" y="1"/>
                    <a:pt x="67" y="0"/>
                    <a:pt x="67" y="1"/>
                  </a:cubicBezTo>
                  <a:cubicBezTo>
                    <a:pt x="42" y="7"/>
                    <a:pt x="24" y="25"/>
                    <a:pt x="1" y="36"/>
                  </a:cubicBezTo>
                  <a:cubicBezTo>
                    <a:pt x="0" y="37"/>
                    <a:pt x="2" y="37"/>
                    <a:pt x="2" y="3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0" name="Freeform 9380"/>
            <p:cNvSpPr>
              <a:spLocks/>
            </p:cNvSpPr>
            <p:nvPr/>
          </p:nvSpPr>
          <p:spPr bwMode="auto">
            <a:xfrm>
              <a:off x="357188" y="639763"/>
              <a:ext cx="255588" cy="168275"/>
            </a:xfrm>
            <a:custGeom>
              <a:avLst/>
              <a:gdLst>
                <a:gd name="T0" fmla="*/ 67 w 68"/>
                <a:gd name="T1" fmla="*/ 1 h 45"/>
                <a:gd name="T2" fmla="*/ 0 w 68"/>
                <a:gd name="T3" fmla="*/ 44 h 45"/>
                <a:gd name="T4" fmla="*/ 2 w 68"/>
                <a:gd name="T5" fmla="*/ 44 h 45"/>
                <a:gd name="T6" fmla="*/ 68 w 68"/>
                <a:gd name="T7" fmla="*/ 1 h 45"/>
                <a:gd name="T8" fmla="*/ 67 w 68"/>
                <a:gd name="T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45">
                  <a:moveTo>
                    <a:pt x="67" y="1"/>
                  </a:moveTo>
                  <a:cubicBezTo>
                    <a:pt x="44" y="15"/>
                    <a:pt x="20" y="26"/>
                    <a:pt x="0" y="44"/>
                  </a:cubicBezTo>
                  <a:cubicBezTo>
                    <a:pt x="0" y="45"/>
                    <a:pt x="1" y="45"/>
                    <a:pt x="2" y="44"/>
                  </a:cubicBezTo>
                  <a:cubicBezTo>
                    <a:pt x="21" y="26"/>
                    <a:pt x="46" y="15"/>
                    <a:pt x="68" y="1"/>
                  </a:cubicBezTo>
                  <a:cubicBezTo>
                    <a:pt x="68" y="0"/>
                    <a:pt x="67" y="0"/>
                    <a:pt x="67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1" name="Freeform 9381"/>
            <p:cNvSpPr>
              <a:spLocks/>
            </p:cNvSpPr>
            <p:nvPr/>
          </p:nvSpPr>
          <p:spPr bwMode="auto">
            <a:xfrm>
              <a:off x="290513" y="612775"/>
              <a:ext cx="322263" cy="192088"/>
            </a:xfrm>
            <a:custGeom>
              <a:avLst/>
              <a:gdLst>
                <a:gd name="T0" fmla="*/ 2 w 86"/>
                <a:gd name="T1" fmla="*/ 51 h 51"/>
                <a:gd name="T2" fmla="*/ 85 w 86"/>
                <a:gd name="T3" fmla="*/ 0 h 51"/>
                <a:gd name="T4" fmla="*/ 85 w 86"/>
                <a:gd name="T5" fmla="*/ 0 h 51"/>
                <a:gd name="T6" fmla="*/ 1 w 86"/>
                <a:gd name="T7" fmla="*/ 50 h 51"/>
                <a:gd name="T8" fmla="*/ 2 w 86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51">
                  <a:moveTo>
                    <a:pt x="2" y="51"/>
                  </a:moveTo>
                  <a:cubicBezTo>
                    <a:pt x="30" y="34"/>
                    <a:pt x="57" y="16"/>
                    <a:pt x="85" y="0"/>
                  </a:cubicBezTo>
                  <a:cubicBezTo>
                    <a:pt x="86" y="0"/>
                    <a:pt x="85" y="0"/>
                    <a:pt x="85" y="0"/>
                  </a:cubicBezTo>
                  <a:cubicBezTo>
                    <a:pt x="56" y="15"/>
                    <a:pt x="29" y="34"/>
                    <a:pt x="1" y="50"/>
                  </a:cubicBezTo>
                  <a:cubicBezTo>
                    <a:pt x="0" y="51"/>
                    <a:pt x="2" y="51"/>
                    <a:pt x="2" y="5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2" name="Freeform 9382"/>
            <p:cNvSpPr>
              <a:spLocks/>
            </p:cNvSpPr>
            <p:nvPr/>
          </p:nvSpPr>
          <p:spPr bwMode="auto">
            <a:xfrm>
              <a:off x="260350" y="582613"/>
              <a:ext cx="349250" cy="222250"/>
            </a:xfrm>
            <a:custGeom>
              <a:avLst/>
              <a:gdLst>
                <a:gd name="T0" fmla="*/ 92 w 93"/>
                <a:gd name="T1" fmla="*/ 0 h 59"/>
                <a:gd name="T2" fmla="*/ 1 w 93"/>
                <a:gd name="T3" fmla="*/ 58 h 59"/>
                <a:gd name="T4" fmla="*/ 2 w 93"/>
                <a:gd name="T5" fmla="*/ 59 h 59"/>
                <a:gd name="T6" fmla="*/ 92 w 93"/>
                <a:gd name="T7" fmla="*/ 0 h 59"/>
                <a:gd name="T8" fmla="*/ 92 w 93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59">
                  <a:moveTo>
                    <a:pt x="92" y="0"/>
                  </a:moveTo>
                  <a:cubicBezTo>
                    <a:pt x="62" y="21"/>
                    <a:pt x="30" y="38"/>
                    <a:pt x="1" y="58"/>
                  </a:cubicBezTo>
                  <a:cubicBezTo>
                    <a:pt x="0" y="59"/>
                    <a:pt x="1" y="59"/>
                    <a:pt x="2" y="59"/>
                  </a:cubicBezTo>
                  <a:cubicBezTo>
                    <a:pt x="31" y="38"/>
                    <a:pt x="63" y="21"/>
                    <a:pt x="92" y="0"/>
                  </a:cubicBezTo>
                  <a:cubicBezTo>
                    <a:pt x="93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3" name="Freeform 9383"/>
            <p:cNvSpPr>
              <a:spLocks/>
            </p:cNvSpPr>
            <p:nvPr/>
          </p:nvSpPr>
          <p:spPr bwMode="auto">
            <a:xfrm>
              <a:off x="184150" y="560388"/>
              <a:ext cx="428625" cy="247650"/>
            </a:xfrm>
            <a:custGeom>
              <a:avLst/>
              <a:gdLst>
                <a:gd name="T0" fmla="*/ 1 w 114"/>
                <a:gd name="T1" fmla="*/ 66 h 66"/>
                <a:gd name="T2" fmla="*/ 54 w 114"/>
                <a:gd name="T3" fmla="*/ 34 h 66"/>
                <a:gd name="T4" fmla="*/ 113 w 114"/>
                <a:gd name="T5" fmla="*/ 1 h 66"/>
                <a:gd name="T6" fmla="*/ 112 w 114"/>
                <a:gd name="T7" fmla="*/ 0 h 66"/>
                <a:gd name="T8" fmla="*/ 71 w 114"/>
                <a:gd name="T9" fmla="*/ 23 h 66"/>
                <a:gd name="T10" fmla="*/ 0 w 114"/>
                <a:gd name="T11" fmla="*/ 65 h 66"/>
                <a:gd name="T12" fmla="*/ 1 w 114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66">
                  <a:moveTo>
                    <a:pt x="1" y="66"/>
                  </a:moveTo>
                  <a:cubicBezTo>
                    <a:pt x="19" y="55"/>
                    <a:pt x="37" y="45"/>
                    <a:pt x="54" y="34"/>
                  </a:cubicBezTo>
                  <a:cubicBezTo>
                    <a:pt x="73" y="23"/>
                    <a:pt x="91" y="8"/>
                    <a:pt x="113" y="1"/>
                  </a:cubicBezTo>
                  <a:cubicBezTo>
                    <a:pt x="114" y="0"/>
                    <a:pt x="113" y="0"/>
                    <a:pt x="112" y="0"/>
                  </a:cubicBezTo>
                  <a:cubicBezTo>
                    <a:pt x="97" y="6"/>
                    <a:pt x="84" y="14"/>
                    <a:pt x="71" y="23"/>
                  </a:cubicBezTo>
                  <a:cubicBezTo>
                    <a:pt x="48" y="38"/>
                    <a:pt x="24" y="51"/>
                    <a:pt x="0" y="65"/>
                  </a:cubicBezTo>
                  <a:cubicBezTo>
                    <a:pt x="0" y="66"/>
                    <a:pt x="1" y="66"/>
                    <a:pt x="1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4" name="Freeform 9384"/>
            <p:cNvSpPr>
              <a:spLocks/>
            </p:cNvSpPr>
            <p:nvPr/>
          </p:nvSpPr>
          <p:spPr bwMode="auto">
            <a:xfrm>
              <a:off x="65088" y="477838"/>
              <a:ext cx="558800" cy="346075"/>
            </a:xfrm>
            <a:custGeom>
              <a:avLst/>
              <a:gdLst>
                <a:gd name="T0" fmla="*/ 147 w 149"/>
                <a:gd name="T1" fmla="*/ 0 h 92"/>
                <a:gd name="T2" fmla="*/ 3 w 149"/>
                <a:gd name="T3" fmla="*/ 89 h 92"/>
                <a:gd name="T4" fmla="*/ 3 w 149"/>
                <a:gd name="T5" fmla="*/ 90 h 92"/>
                <a:gd name="T6" fmla="*/ 121 w 149"/>
                <a:gd name="T7" fmla="*/ 24 h 92"/>
                <a:gd name="T8" fmla="*/ 133 w 149"/>
                <a:gd name="T9" fmla="*/ 19 h 92"/>
                <a:gd name="T10" fmla="*/ 126 w 149"/>
                <a:gd name="T11" fmla="*/ 27 h 92"/>
                <a:gd name="T12" fmla="*/ 94 w 149"/>
                <a:gd name="T13" fmla="*/ 47 h 92"/>
                <a:gd name="T14" fmla="*/ 30 w 149"/>
                <a:gd name="T15" fmla="*/ 88 h 92"/>
                <a:gd name="T16" fmla="*/ 31 w 149"/>
                <a:gd name="T17" fmla="*/ 88 h 92"/>
                <a:gd name="T18" fmla="*/ 146 w 149"/>
                <a:gd name="T19" fmla="*/ 15 h 92"/>
                <a:gd name="T20" fmla="*/ 146 w 149"/>
                <a:gd name="T21" fmla="*/ 14 h 92"/>
                <a:gd name="T22" fmla="*/ 21 w 149"/>
                <a:gd name="T23" fmla="*/ 80 h 92"/>
                <a:gd name="T24" fmla="*/ 16 w 149"/>
                <a:gd name="T25" fmla="*/ 81 h 92"/>
                <a:gd name="T26" fmla="*/ 34 w 149"/>
                <a:gd name="T27" fmla="*/ 69 h 92"/>
                <a:gd name="T28" fmla="*/ 72 w 149"/>
                <a:gd name="T29" fmla="*/ 46 h 92"/>
                <a:gd name="T30" fmla="*/ 148 w 149"/>
                <a:gd name="T31" fmla="*/ 1 h 92"/>
                <a:gd name="T32" fmla="*/ 147 w 149"/>
                <a:gd name="T3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9" h="92">
                  <a:moveTo>
                    <a:pt x="147" y="0"/>
                  </a:moveTo>
                  <a:cubicBezTo>
                    <a:pt x="100" y="31"/>
                    <a:pt x="49" y="56"/>
                    <a:pt x="3" y="89"/>
                  </a:cubicBezTo>
                  <a:cubicBezTo>
                    <a:pt x="2" y="90"/>
                    <a:pt x="3" y="90"/>
                    <a:pt x="3" y="90"/>
                  </a:cubicBezTo>
                  <a:cubicBezTo>
                    <a:pt x="44" y="70"/>
                    <a:pt x="80" y="43"/>
                    <a:pt x="121" y="24"/>
                  </a:cubicBezTo>
                  <a:cubicBezTo>
                    <a:pt x="125" y="23"/>
                    <a:pt x="129" y="21"/>
                    <a:pt x="133" y="19"/>
                  </a:cubicBezTo>
                  <a:cubicBezTo>
                    <a:pt x="149" y="13"/>
                    <a:pt x="127" y="26"/>
                    <a:pt x="126" y="27"/>
                  </a:cubicBezTo>
                  <a:cubicBezTo>
                    <a:pt x="116" y="34"/>
                    <a:pt x="105" y="41"/>
                    <a:pt x="94" y="47"/>
                  </a:cubicBezTo>
                  <a:cubicBezTo>
                    <a:pt x="73" y="61"/>
                    <a:pt x="51" y="74"/>
                    <a:pt x="30" y="88"/>
                  </a:cubicBezTo>
                  <a:cubicBezTo>
                    <a:pt x="29" y="88"/>
                    <a:pt x="30" y="89"/>
                    <a:pt x="31" y="88"/>
                  </a:cubicBezTo>
                  <a:cubicBezTo>
                    <a:pt x="69" y="63"/>
                    <a:pt x="108" y="40"/>
                    <a:pt x="146" y="15"/>
                  </a:cubicBezTo>
                  <a:cubicBezTo>
                    <a:pt x="147" y="14"/>
                    <a:pt x="146" y="14"/>
                    <a:pt x="146" y="14"/>
                  </a:cubicBezTo>
                  <a:cubicBezTo>
                    <a:pt x="101" y="29"/>
                    <a:pt x="62" y="57"/>
                    <a:pt x="21" y="80"/>
                  </a:cubicBezTo>
                  <a:cubicBezTo>
                    <a:pt x="18" y="81"/>
                    <a:pt x="0" y="92"/>
                    <a:pt x="16" y="81"/>
                  </a:cubicBezTo>
                  <a:cubicBezTo>
                    <a:pt x="22" y="77"/>
                    <a:pt x="28" y="73"/>
                    <a:pt x="34" y="69"/>
                  </a:cubicBezTo>
                  <a:cubicBezTo>
                    <a:pt x="47" y="61"/>
                    <a:pt x="59" y="54"/>
                    <a:pt x="72" y="46"/>
                  </a:cubicBezTo>
                  <a:cubicBezTo>
                    <a:pt x="97" y="31"/>
                    <a:pt x="123" y="17"/>
                    <a:pt x="148" y="1"/>
                  </a:cubicBezTo>
                  <a:cubicBezTo>
                    <a:pt x="149" y="0"/>
                    <a:pt x="147" y="0"/>
                    <a:pt x="14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5" name="Freeform 9385"/>
            <p:cNvSpPr>
              <a:spLocks/>
            </p:cNvSpPr>
            <p:nvPr/>
          </p:nvSpPr>
          <p:spPr bwMode="auto">
            <a:xfrm>
              <a:off x="30163" y="439738"/>
              <a:ext cx="593725" cy="350838"/>
            </a:xfrm>
            <a:custGeom>
              <a:avLst/>
              <a:gdLst>
                <a:gd name="T0" fmla="*/ 156 w 158"/>
                <a:gd name="T1" fmla="*/ 1 h 93"/>
                <a:gd name="T2" fmla="*/ 1 w 158"/>
                <a:gd name="T3" fmla="*/ 92 h 93"/>
                <a:gd name="T4" fmla="*/ 2 w 158"/>
                <a:gd name="T5" fmla="*/ 93 h 93"/>
                <a:gd name="T6" fmla="*/ 156 w 158"/>
                <a:gd name="T7" fmla="*/ 8 h 93"/>
                <a:gd name="T8" fmla="*/ 155 w 158"/>
                <a:gd name="T9" fmla="*/ 8 h 93"/>
                <a:gd name="T10" fmla="*/ 8 w 158"/>
                <a:gd name="T11" fmla="*/ 89 h 93"/>
                <a:gd name="T12" fmla="*/ 37 w 158"/>
                <a:gd name="T13" fmla="*/ 68 h 93"/>
                <a:gd name="T14" fmla="*/ 74 w 158"/>
                <a:gd name="T15" fmla="*/ 46 h 93"/>
                <a:gd name="T16" fmla="*/ 157 w 158"/>
                <a:gd name="T17" fmla="*/ 1 h 93"/>
                <a:gd name="T18" fmla="*/ 156 w 158"/>
                <a:gd name="T19" fmla="*/ 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8" h="93">
                  <a:moveTo>
                    <a:pt x="156" y="1"/>
                  </a:moveTo>
                  <a:cubicBezTo>
                    <a:pt x="103" y="30"/>
                    <a:pt x="49" y="56"/>
                    <a:pt x="1" y="92"/>
                  </a:cubicBezTo>
                  <a:cubicBezTo>
                    <a:pt x="0" y="93"/>
                    <a:pt x="1" y="93"/>
                    <a:pt x="2" y="93"/>
                  </a:cubicBezTo>
                  <a:cubicBezTo>
                    <a:pt x="56" y="69"/>
                    <a:pt x="102" y="32"/>
                    <a:pt x="156" y="8"/>
                  </a:cubicBezTo>
                  <a:cubicBezTo>
                    <a:pt x="157" y="8"/>
                    <a:pt x="156" y="7"/>
                    <a:pt x="155" y="8"/>
                  </a:cubicBezTo>
                  <a:cubicBezTo>
                    <a:pt x="104" y="31"/>
                    <a:pt x="59" y="66"/>
                    <a:pt x="8" y="89"/>
                  </a:cubicBezTo>
                  <a:cubicBezTo>
                    <a:pt x="17" y="85"/>
                    <a:pt x="28" y="74"/>
                    <a:pt x="37" y="68"/>
                  </a:cubicBezTo>
                  <a:cubicBezTo>
                    <a:pt x="50" y="60"/>
                    <a:pt x="62" y="53"/>
                    <a:pt x="74" y="46"/>
                  </a:cubicBezTo>
                  <a:cubicBezTo>
                    <a:pt x="102" y="30"/>
                    <a:pt x="129" y="16"/>
                    <a:pt x="157" y="1"/>
                  </a:cubicBezTo>
                  <a:cubicBezTo>
                    <a:pt x="158" y="1"/>
                    <a:pt x="156" y="0"/>
                    <a:pt x="15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6" name="Freeform 9386"/>
            <p:cNvSpPr>
              <a:spLocks/>
            </p:cNvSpPr>
            <p:nvPr/>
          </p:nvSpPr>
          <p:spPr bwMode="auto">
            <a:xfrm>
              <a:off x="12700" y="406400"/>
              <a:ext cx="608013" cy="304800"/>
            </a:xfrm>
            <a:custGeom>
              <a:avLst/>
              <a:gdLst>
                <a:gd name="T0" fmla="*/ 2 w 162"/>
                <a:gd name="T1" fmla="*/ 81 h 81"/>
                <a:gd name="T2" fmla="*/ 161 w 162"/>
                <a:gd name="T3" fmla="*/ 1 h 81"/>
                <a:gd name="T4" fmla="*/ 161 w 162"/>
                <a:gd name="T5" fmla="*/ 0 h 81"/>
                <a:gd name="T6" fmla="*/ 1 w 162"/>
                <a:gd name="T7" fmla="*/ 80 h 81"/>
                <a:gd name="T8" fmla="*/ 2 w 162"/>
                <a:gd name="T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81">
                  <a:moveTo>
                    <a:pt x="2" y="81"/>
                  </a:moveTo>
                  <a:cubicBezTo>
                    <a:pt x="56" y="55"/>
                    <a:pt x="106" y="24"/>
                    <a:pt x="161" y="1"/>
                  </a:cubicBezTo>
                  <a:cubicBezTo>
                    <a:pt x="162" y="0"/>
                    <a:pt x="161" y="0"/>
                    <a:pt x="161" y="0"/>
                  </a:cubicBezTo>
                  <a:cubicBezTo>
                    <a:pt x="106" y="24"/>
                    <a:pt x="55" y="55"/>
                    <a:pt x="1" y="80"/>
                  </a:cubicBezTo>
                  <a:cubicBezTo>
                    <a:pt x="0" y="81"/>
                    <a:pt x="1" y="81"/>
                    <a:pt x="2" y="8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7" name="Freeform 9387"/>
            <p:cNvSpPr>
              <a:spLocks/>
            </p:cNvSpPr>
            <p:nvPr/>
          </p:nvSpPr>
          <p:spPr bwMode="auto">
            <a:xfrm>
              <a:off x="12700" y="338138"/>
              <a:ext cx="608013" cy="357188"/>
            </a:xfrm>
            <a:custGeom>
              <a:avLst/>
              <a:gdLst>
                <a:gd name="T0" fmla="*/ 161 w 162"/>
                <a:gd name="T1" fmla="*/ 0 h 95"/>
                <a:gd name="T2" fmla="*/ 0 w 162"/>
                <a:gd name="T3" fmla="*/ 94 h 95"/>
                <a:gd name="T4" fmla="*/ 1 w 162"/>
                <a:gd name="T5" fmla="*/ 95 h 95"/>
                <a:gd name="T6" fmla="*/ 162 w 162"/>
                <a:gd name="T7" fmla="*/ 1 h 95"/>
                <a:gd name="T8" fmla="*/ 161 w 162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95">
                  <a:moveTo>
                    <a:pt x="161" y="0"/>
                  </a:moveTo>
                  <a:cubicBezTo>
                    <a:pt x="107" y="31"/>
                    <a:pt x="51" y="59"/>
                    <a:pt x="0" y="94"/>
                  </a:cubicBezTo>
                  <a:cubicBezTo>
                    <a:pt x="0" y="95"/>
                    <a:pt x="1" y="95"/>
                    <a:pt x="1" y="95"/>
                  </a:cubicBezTo>
                  <a:cubicBezTo>
                    <a:pt x="52" y="59"/>
                    <a:pt x="108" y="32"/>
                    <a:pt x="162" y="1"/>
                  </a:cubicBezTo>
                  <a:cubicBezTo>
                    <a:pt x="162" y="1"/>
                    <a:pt x="162" y="0"/>
                    <a:pt x="16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8" name="Freeform 9388"/>
            <p:cNvSpPr>
              <a:spLocks/>
            </p:cNvSpPr>
            <p:nvPr/>
          </p:nvSpPr>
          <p:spPr bwMode="auto">
            <a:xfrm>
              <a:off x="23813" y="315913"/>
              <a:ext cx="600075" cy="307975"/>
            </a:xfrm>
            <a:custGeom>
              <a:avLst/>
              <a:gdLst>
                <a:gd name="T0" fmla="*/ 1 w 160"/>
                <a:gd name="T1" fmla="*/ 82 h 82"/>
                <a:gd name="T2" fmla="*/ 159 w 160"/>
                <a:gd name="T3" fmla="*/ 1 h 82"/>
                <a:gd name="T4" fmla="*/ 159 w 160"/>
                <a:gd name="T5" fmla="*/ 0 h 82"/>
                <a:gd name="T6" fmla="*/ 1 w 160"/>
                <a:gd name="T7" fmla="*/ 81 h 82"/>
                <a:gd name="T8" fmla="*/ 1 w 160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2">
                  <a:moveTo>
                    <a:pt x="1" y="82"/>
                  </a:moveTo>
                  <a:cubicBezTo>
                    <a:pt x="56" y="58"/>
                    <a:pt x="105" y="24"/>
                    <a:pt x="159" y="1"/>
                  </a:cubicBezTo>
                  <a:cubicBezTo>
                    <a:pt x="160" y="1"/>
                    <a:pt x="160" y="0"/>
                    <a:pt x="159" y="0"/>
                  </a:cubicBezTo>
                  <a:cubicBezTo>
                    <a:pt x="104" y="23"/>
                    <a:pt x="55" y="58"/>
                    <a:pt x="1" y="81"/>
                  </a:cubicBezTo>
                  <a:cubicBezTo>
                    <a:pt x="0" y="82"/>
                    <a:pt x="0" y="82"/>
                    <a:pt x="1" y="8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99" name="Freeform 9389"/>
            <p:cNvSpPr>
              <a:spLocks/>
            </p:cNvSpPr>
            <p:nvPr/>
          </p:nvSpPr>
          <p:spPr bwMode="auto">
            <a:xfrm>
              <a:off x="23813" y="271463"/>
              <a:ext cx="585788" cy="330200"/>
            </a:xfrm>
            <a:custGeom>
              <a:avLst/>
              <a:gdLst>
                <a:gd name="T0" fmla="*/ 155 w 156"/>
                <a:gd name="T1" fmla="*/ 0 h 88"/>
                <a:gd name="T2" fmla="*/ 0 w 156"/>
                <a:gd name="T3" fmla="*/ 87 h 88"/>
                <a:gd name="T4" fmla="*/ 1 w 156"/>
                <a:gd name="T5" fmla="*/ 88 h 88"/>
                <a:gd name="T6" fmla="*/ 155 w 156"/>
                <a:gd name="T7" fmla="*/ 1 h 88"/>
                <a:gd name="T8" fmla="*/ 155 w 156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88">
                  <a:moveTo>
                    <a:pt x="155" y="0"/>
                  </a:moveTo>
                  <a:cubicBezTo>
                    <a:pt x="104" y="31"/>
                    <a:pt x="48" y="52"/>
                    <a:pt x="0" y="87"/>
                  </a:cubicBezTo>
                  <a:cubicBezTo>
                    <a:pt x="0" y="88"/>
                    <a:pt x="1" y="88"/>
                    <a:pt x="1" y="88"/>
                  </a:cubicBezTo>
                  <a:cubicBezTo>
                    <a:pt x="48" y="53"/>
                    <a:pt x="105" y="32"/>
                    <a:pt x="155" y="1"/>
                  </a:cubicBezTo>
                  <a:cubicBezTo>
                    <a:pt x="156" y="1"/>
                    <a:pt x="155" y="0"/>
                    <a:pt x="15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0" name="Freeform 9390"/>
            <p:cNvSpPr>
              <a:spLocks/>
            </p:cNvSpPr>
            <p:nvPr/>
          </p:nvSpPr>
          <p:spPr bwMode="auto">
            <a:xfrm>
              <a:off x="26988" y="266700"/>
              <a:ext cx="544513" cy="266700"/>
            </a:xfrm>
            <a:custGeom>
              <a:avLst/>
              <a:gdLst>
                <a:gd name="T0" fmla="*/ 2 w 145"/>
                <a:gd name="T1" fmla="*/ 71 h 71"/>
                <a:gd name="T2" fmla="*/ 145 w 145"/>
                <a:gd name="T3" fmla="*/ 1 h 71"/>
                <a:gd name="T4" fmla="*/ 144 w 145"/>
                <a:gd name="T5" fmla="*/ 0 h 71"/>
                <a:gd name="T6" fmla="*/ 1 w 145"/>
                <a:gd name="T7" fmla="*/ 70 h 71"/>
                <a:gd name="T8" fmla="*/ 2 w 145"/>
                <a:gd name="T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71">
                  <a:moveTo>
                    <a:pt x="2" y="71"/>
                  </a:moveTo>
                  <a:cubicBezTo>
                    <a:pt x="50" y="49"/>
                    <a:pt x="96" y="21"/>
                    <a:pt x="145" y="1"/>
                  </a:cubicBezTo>
                  <a:cubicBezTo>
                    <a:pt x="145" y="0"/>
                    <a:pt x="145" y="0"/>
                    <a:pt x="144" y="0"/>
                  </a:cubicBezTo>
                  <a:cubicBezTo>
                    <a:pt x="95" y="21"/>
                    <a:pt x="49" y="48"/>
                    <a:pt x="1" y="70"/>
                  </a:cubicBezTo>
                  <a:cubicBezTo>
                    <a:pt x="0" y="71"/>
                    <a:pt x="1" y="71"/>
                    <a:pt x="2" y="7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1" name="Freeform 9391"/>
            <p:cNvSpPr>
              <a:spLocks/>
            </p:cNvSpPr>
            <p:nvPr/>
          </p:nvSpPr>
          <p:spPr bwMode="auto">
            <a:xfrm>
              <a:off x="26988" y="266700"/>
              <a:ext cx="423863" cy="249238"/>
            </a:xfrm>
            <a:custGeom>
              <a:avLst/>
              <a:gdLst>
                <a:gd name="T0" fmla="*/ 112 w 113"/>
                <a:gd name="T1" fmla="*/ 0 h 66"/>
                <a:gd name="T2" fmla="*/ 1 w 113"/>
                <a:gd name="T3" fmla="*/ 65 h 66"/>
                <a:gd name="T4" fmla="*/ 2 w 113"/>
                <a:gd name="T5" fmla="*/ 65 h 66"/>
                <a:gd name="T6" fmla="*/ 113 w 113"/>
                <a:gd name="T7" fmla="*/ 1 h 66"/>
                <a:gd name="T8" fmla="*/ 112 w 113"/>
                <a:gd name="T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66">
                  <a:moveTo>
                    <a:pt x="112" y="0"/>
                  </a:moveTo>
                  <a:cubicBezTo>
                    <a:pt x="73" y="19"/>
                    <a:pt x="37" y="42"/>
                    <a:pt x="1" y="65"/>
                  </a:cubicBezTo>
                  <a:cubicBezTo>
                    <a:pt x="0" y="65"/>
                    <a:pt x="1" y="66"/>
                    <a:pt x="2" y="65"/>
                  </a:cubicBezTo>
                  <a:cubicBezTo>
                    <a:pt x="38" y="42"/>
                    <a:pt x="74" y="20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2" name="Freeform 9392"/>
            <p:cNvSpPr>
              <a:spLocks/>
            </p:cNvSpPr>
            <p:nvPr/>
          </p:nvSpPr>
          <p:spPr bwMode="auto">
            <a:xfrm>
              <a:off x="544513" y="192088"/>
              <a:ext cx="38100" cy="25400"/>
            </a:xfrm>
            <a:custGeom>
              <a:avLst/>
              <a:gdLst>
                <a:gd name="T0" fmla="*/ 9 w 10"/>
                <a:gd name="T1" fmla="*/ 1 h 7"/>
                <a:gd name="T2" fmla="*/ 0 w 10"/>
                <a:gd name="T3" fmla="*/ 6 h 7"/>
                <a:gd name="T4" fmla="*/ 1 w 10"/>
                <a:gd name="T5" fmla="*/ 6 h 7"/>
                <a:gd name="T6" fmla="*/ 9 w 10"/>
                <a:gd name="T7" fmla="*/ 2 h 7"/>
                <a:gd name="T8" fmla="*/ 9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9" y="1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7"/>
                    <a:pt x="1" y="6"/>
                  </a:cubicBezTo>
                  <a:cubicBezTo>
                    <a:pt x="4" y="5"/>
                    <a:pt x="6" y="3"/>
                    <a:pt x="9" y="2"/>
                  </a:cubicBezTo>
                  <a:cubicBezTo>
                    <a:pt x="10" y="1"/>
                    <a:pt x="9" y="0"/>
                    <a:pt x="9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" name="Freeform 9393"/>
            <p:cNvSpPr>
              <a:spLocks/>
            </p:cNvSpPr>
            <p:nvPr/>
          </p:nvSpPr>
          <p:spPr bwMode="auto">
            <a:xfrm>
              <a:off x="500063" y="184150"/>
              <a:ext cx="68263" cy="26988"/>
            </a:xfrm>
            <a:custGeom>
              <a:avLst/>
              <a:gdLst>
                <a:gd name="T0" fmla="*/ 2 w 18"/>
                <a:gd name="T1" fmla="*/ 7 h 7"/>
                <a:gd name="T2" fmla="*/ 17 w 18"/>
                <a:gd name="T3" fmla="*/ 1 h 7"/>
                <a:gd name="T4" fmla="*/ 17 w 18"/>
                <a:gd name="T5" fmla="*/ 0 h 7"/>
                <a:gd name="T6" fmla="*/ 1 w 18"/>
                <a:gd name="T7" fmla="*/ 7 h 7"/>
                <a:gd name="T8" fmla="*/ 2 w 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2" y="7"/>
                  </a:moveTo>
                  <a:cubicBezTo>
                    <a:pt x="7" y="5"/>
                    <a:pt x="12" y="3"/>
                    <a:pt x="17" y="1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2" y="2"/>
                    <a:pt x="6" y="5"/>
                    <a:pt x="1" y="7"/>
                  </a:cubicBezTo>
                  <a:cubicBezTo>
                    <a:pt x="0" y="7"/>
                    <a:pt x="2" y="7"/>
                    <a:pt x="2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4" name="Freeform 9394"/>
            <p:cNvSpPr>
              <a:spLocks/>
            </p:cNvSpPr>
            <p:nvPr/>
          </p:nvSpPr>
          <p:spPr bwMode="auto">
            <a:xfrm>
              <a:off x="34925" y="266700"/>
              <a:ext cx="363538" cy="188913"/>
            </a:xfrm>
            <a:custGeom>
              <a:avLst/>
              <a:gdLst>
                <a:gd name="T0" fmla="*/ 2 w 97"/>
                <a:gd name="T1" fmla="*/ 50 h 50"/>
                <a:gd name="T2" fmla="*/ 96 w 97"/>
                <a:gd name="T3" fmla="*/ 0 h 50"/>
                <a:gd name="T4" fmla="*/ 95 w 97"/>
                <a:gd name="T5" fmla="*/ 0 h 50"/>
                <a:gd name="T6" fmla="*/ 1 w 97"/>
                <a:gd name="T7" fmla="*/ 50 h 50"/>
                <a:gd name="T8" fmla="*/ 2 w 97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0">
                  <a:moveTo>
                    <a:pt x="2" y="50"/>
                  </a:moveTo>
                  <a:cubicBezTo>
                    <a:pt x="34" y="35"/>
                    <a:pt x="65" y="17"/>
                    <a:pt x="96" y="0"/>
                  </a:cubicBezTo>
                  <a:cubicBezTo>
                    <a:pt x="97" y="0"/>
                    <a:pt x="96" y="0"/>
                    <a:pt x="95" y="0"/>
                  </a:cubicBezTo>
                  <a:cubicBezTo>
                    <a:pt x="64" y="16"/>
                    <a:pt x="34" y="35"/>
                    <a:pt x="1" y="50"/>
                  </a:cubicBezTo>
                  <a:cubicBezTo>
                    <a:pt x="0" y="50"/>
                    <a:pt x="2" y="50"/>
                    <a:pt x="2" y="5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5" name="Freeform 9395"/>
            <p:cNvSpPr>
              <a:spLocks/>
            </p:cNvSpPr>
            <p:nvPr/>
          </p:nvSpPr>
          <p:spPr bwMode="auto">
            <a:xfrm>
              <a:off x="38100" y="241300"/>
              <a:ext cx="338138" cy="179388"/>
            </a:xfrm>
            <a:custGeom>
              <a:avLst/>
              <a:gdLst>
                <a:gd name="T0" fmla="*/ 89 w 90"/>
                <a:gd name="T1" fmla="*/ 0 h 48"/>
                <a:gd name="T2" fmla="*/ 1 w 90"/>
                <a:gd name="T3" fmla="*/ 48 h 48"/>
                <a:gd name="T4" fmla="*/ 2 w 90"/>
                <a:gd name="T5" fmla="*/ 48 h 48"/>
                <a:gd name="T6" fmla="*/ 89 w 90"/>
                <a:gd name="T7" fmla="*/ 0 h 48"/>
                <a:gd name="T8" fmla="*/ 89 w 90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8">
                  <a:moveTo>
                    <a:pt x="89" y="0"/>
                  </a:moveTo>
                  <a:cubicBezTo>
                    <a:pt x="59" y="16"/>
                    <a:pt x="28" y="29"/>
                    <a:pt x="1" y="48"/>
                  </a:cubicBezTo>
                  <a:cubicBezTo>
                    <a:pt x="0" y="48"/>
                    <a:pt x="1" y="48"/>
                    <a:pt x="2" y="48"/>
                  </a:cubicBezTo>
                  <a:cubicBezTo>
                    <a:pt x="29" y="29"/>
                    <a:pt x="60" y="16"/>
                    <a:pt x="89" y="0"/>
                  </a:cubicBezTo>
                  <a:cubicBezTo>
                    <a:pt x="90" y="0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6" name="Freeform 9396"/>
            <p:cNvSpPr>
              <a:spLocks/>
            </p:cNvSpPr>
            <p:nvPr/>
          </p:nvSpPr>
          <p:spPr bwMode="auto">
            <a:xfrm>
              <a:off x="444500" y="150813"/>
              <a:ext cx="100013" cy="52388"/>
            </a:xfrm>
            <a:custGeom>
              <a:avLst/>
              <a:gdLst>
                <a:gd name="T0" fmla="*/ 26 w 27"/>
                <a:gd name="T1" fmla="*/ 0 h 14"/>
                <a:gd name="T2" fmla="*/ 0 w 27"/>
                <a:gd name="T3" fmla="*/ 14 h 14"/>
                <a:gd name="T4" fmla="*/ 1 w 27"/>
                <a:gd name="T5" fmla="*/ 14 h 14"/>
                <a:gd name="T6" fmla="*/ 27 w 27"/>
                <a:gd name="T7" fmla="*/ 0 h 14"/>
                <a:gd name="T8" fmla="*/ 26 w 27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4">
                  <a:moveTo>
                    <a:pt x="26" y="0"/>
                  </a:moveTo>
                  <a:cubicBezTo>
                    <a:pt x="17" y="5"/>
                    <a:pt x="9" y="9"/>
                    <a:pt x="0" y="14"/>
                  </a:cubicBezTo>
                  <a:cubicBezTo>
                    <a:pt x="0" y="14"/>
                    <a:pt x="1" y="14"/>
                    <a:pt x="1" y="14"/>
                  </a:cubicBezTo>
                  <a:cubicBezTo>
                    <a:pt x="10" y="9"/>
                    <a:pt x="18" y="5"/>
                    <a:pt x="27" y="0"/>
                  </a:cubicBezTo>
                  <a:cubicBezTo>
                    <a:pt x="27" y="0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7" name="Freeform 9397"/>
            <p:cNvSpPr>
              <a:spLocks/>
            </p:cNvSpPr>
            <p:nvPr/>
          </p:nvSpPr>
          <p:spPr bwMode="auto">
            <a:xfrm>
              <a:off x="428625" y="134938"/>
              <a:ext cx="104775" cy="52388"/>
            </a:xfrm>
            <a:custGeom>
              <a:avLst/>
              <a:gdLst>
                <a:gd name="T0" fmla="*/ 2 w 28"/>
                <a:gd name="T1" fmla="*/ 13 h 14"/>
                <a:gd name="T2" fmla="*/ 27 w 28"/>
                <a:gd name="T3" fmla="*/ 1 h 14"/>
                <a:gd name="T4" fmla="*/ 27 w 28"/>
                <a:gd name="T5" fmla="*/ 1 h 14"/>
                <a:gd name="T6" fmla="*/ 1 w 28"/>
                <a:gd name="T7" fmla="*/ 13 h 14"/>
                <a:gd name="T8" fmla="*/ 2 w 28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4">
                  <a:moveTo>
                    <a:pt x="2" y="13"/>
                  </a:moveTo>
                  <a:cubicBezTo>
                    <a:pt x="10" y="9"/>
                    <a:pt x="19" y="5"/>
                    <a:pt x="27" y="1"/>
                  </a:cubicBezTo>
                  <a:cubicBezTo>
                    <a:pt x="28" y="1"/>
                    <a:pt x="27" y="0"/>
                    <a:pt x="27" y="1"/>
                  </a:cubicBezTo>
                  <a:cubicBezTo>
                    <a:pt x="18" y="4"/>
                    <a:pt x="10" y="9"/>
                    <a:pt x="1" y="13"/>
                  </a:cubicBezTo>
                  <a:cubicBezTo>
                    <a:pt x="0" y="13"/>
                    <a:pt x="1" y="14"/>
                    <a:pt x="2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8" name="Freeform 9398"/>
            <p:cNvSpPr>
              <a:spLocks/>
            </p:cNvSpPr>
            <p:nvPr/>
          </p:nvSpPr>
          <p:spPr bwMode="auto">
            <a:xfrm>
              <a:off x="38100" y="211138"/>
              <a:ext cx="341313" cy="184150"/>
            </a:xfrm>
            <a:custGeom>
              <a:avLst/>
              <a:gdLst>
                <a:gd name="T0" fmla="*/ 2 w 91"/>
                <a:gd name="T1" fmla="*/ 49 h 49"/>
                <a:gd name="T2" fmla="*/ 91 w 91"/>
                <a:gd name="T3" fmla="*/ 1 h 49"/>
                <a:gd name="T4" fmla="*/ 90 w 91"/>
                <a:gd name="T5" fmla="*/ 0 h 49"/>
                <a:gd name="T6" fmla="*/ 1 w 91"/>
                <a:gd name="T7" fmla="*/ 48 h 49"/>
                <a:gd name="T8" fmla="*/ 2 w 91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49">
                  <a:moveTo>
                    <a:pt x="2" y="49"/>
                  </a:moveTo>
                  <a:cubicBezTo>
                    <a:pt x="32" y="33"/>
                    <a:pt x="61" y="16"/>
                    <a:pt x="91" y="1"/>
                  </a:cubicBezTo>
                  <a:cubicBezTo>
                    <a:pt x="91" y="0"/>
                    <a:pt x="90" y="0"/>
                    <a:pt x="90" y="0"/>
                  </a:cubicBezTo>
                  <a:cubicBezTo>
                    <a:pt x="60" y="16"/>
                    <a:pt x="31" y="33"/>
                    <a:pt x="1" y="48"/>
                  </a:cubicBezTo>
                  <a:cubicBezTo>
                    <a:pt x="0" y="49"/>
                    <a:pt x="1" y="49"/>
                    <a:pt x="2" y="4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9" name="Freeform 9399"/>
            <p:cNvSpPr>
              <a:spLocks/>
            </p:cNvSpPr>
            <p:nvPr/>
          </p:nvSpPr>
          <p:spPr bwMode="auto">
            <a:xfrm>
              <a:off x="41275" y="165100"/>
              <a:ext cx="338138" cy="192088"/>
            </a:xfrm>
            <a:custGeom>
              <a:avLst/>
              <a:gdLst>
                <a:gd name="T0" fmla="*/ 89 w 90"/>
                <a:gd name="T1" fmla="*/ 0 h 51"/>
                <a:gd name="T2" fmla="*/ 1 w 90"/>
                <a:gd name="T3" fmla="*/ 50 h 51"/>
                <a:gd name="T4" fmla="*/ 2 w 90"/>
                <a:gd name="T5" fmla="*/ 51 h 51"/>
                <a:gd name="T6" fmla="*/ 90 w 90"/>
                <a:gd name="T7" fmla="*/ 1 h 51"/>
                <a:gd name="T8" fmla="*/ 89 w 90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51">
                  <a:moveTo>
                    <a:pt x="89" y="0"/>
                  </a:moveTo>
                  <a:cubicBezTo>
                    <a:pt x="59" y="17"/>
                    <a:pt x="30" y="33"/>
                    <a:pt x="1" y="50"/>
                  </a:cubicBezTo>
                  <a:cubicBezTo>
                    <a:pt x="0" y="51"/>
                    <a:pt x="1" y="51"/>
                    <a:pt x="2" y="51"/>
                  </a:cubicBezTo>
                  <a:cubicBezTo>
                    <a:pt x="31" y="33"/>
                    <a:pt x="60" y="17"/>
                    <a:pt x="90" y="1"/>
                  </a:cubicBezTo>
                  <a:cubicBezTo>
                    <a:pt x="90" y="0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0" name="Freeform 9400"/>
            <p:cNvSpPr>
              <a:spLocks/>
            </p:cNvSpPr>
            <p:nvPr/>
          </p:nvSpPr>
          <p:spPr bwMode="auto">
            <a:xfrm>
              <a:off x="428625" y="98425"/>
              <a:ext cx="63500" cy="36513"/>
            </a:xfrm>
            <a:custGeom>
              <a:avLst/>
              <a:gdLst>
                <a:gd name="T0" fmla="*/ 16 w 17"/>
                <a:gd name="T1" fmla="*/ 1 h 10"/>
                <a:gd name="T2" fmla="*/ 1 w 17"/>
                <a:gd name="T3" fmla="*/ 9 h 10"/>
                <a:gd name="T4" fmla="*/ 2 w 17"/>
                <a:gd name="T5" fmla="*/ 10 h 10"/>
                <a:gd name="T6" fmla="*/ 17 w 17"/>
                <a:gd name="T7" fmla="*/ 1 h 10"/>
                <a:gd name="T8" fmla="*/ 16 w 17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6" y="1"/>
                  </a:moveTo>
                  <a:cubicBezTo>
                    <a:pt x="11" y="4"/>
                    <a:pt x="6" y="6"/>
                    <a:pt x="1" y="9"/>
                  </a:cubicBezTo>
                  <a:cubicBezTo>
                    <a:pt x="0" y="10"/>
                    <a:pt x="2" y="10"/>
                    <a:pt x="2" y="10"/>
                  </a:cubicBezTo>
                  <a:cubicBezTo>
                    <a:pt x="7" y="7"/>
                    <a:pt x="12" y="4"/>
                    <a:pt x="17" y="1"/>
                  </a:cubicBezTo>
                  <a:cubicBezTo>
                    <a:pt x="17" y="1"/>
                    <a:pt x="16" y="0"/>
                    <a:pt x="1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1" name="Freeform 9401"/>
            <p:cNvSpPr>
              <a:spLocks/>
            </p:cNvSpPr>
            <p:nvPr/>
          </p:nvSpPr>
          <p:spPr bwMode="auto">
            <a:xfrm>
              <a:off x="431800" y="85725"/>
              <a:ext cx="49213" cy="26988"/>
            </a:xfrm>
            <a:custGeom>
              <a:avLst/>
              <a:gdLst>
                <a:gd name="T0" fmla="*/ 1 w 13"/>
                <a:gd name="T1" fmla="*/ 7 h 7"/>
                <a:gd name="T2" fmla="*/ 13 w 13"/>
                <a:gd name="T3" fmla="*/ 1 h 7"/>
                <a:gd name="T4" fmla="*/ 12 w 13"/>
                <a:gd name="T5" fmla="*/ 0 h 7"/>
                <a:gd name="T6" fmla="*/ 0 w 13"/>
                <a:gd name="T7" fmla="*/ 6 h 7"/>
                <a:gd name="T8" fmla="*/ 1 w 13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" y="7"/>
                  </a:moveTo>
                  <a:cubicBezTo>
                    <a:pt x="5" y="5"/>
                    <a:pt x="9" y="3"/>
                    <a:pt x="13" y="1"/>
                  </a:cubicBezTo>
                  <a:cubicBezTo>
                    <a:pt x="13" y="1"/>
                    <a:pt x="13" y="0"/>
                    <a:pt x="12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0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2" name="Freeform 9402"/>
            <p:cNvSpPr>
              <a:spLocks/>
            </p:cNvSpPr>
            <p:nvPr/>
          </p:nvSpPr>
          <p:spPr bwMode="auto">
            <a:xfrm>
              <a:off x="34925" y="139700"/>
              <a:ext cx="349250" cy="179388"/>
            </a:xfrm>
            <a:custGeom>
              <a:avLst/>
              <a:gdLst>
                <a:gd name="T0" fmla="*/ 2 w 93"/>
                <a:gd name="T1" fmla="*/ 48 h 48"/>
                <a:gd name="T2" fmla="*/ 92 w 93"/>
                <a:gd name="T3" fmla="*/ 0 h 48"/>
                <a:gd name="T4" fmla="*/ 91 w 93"/>
                <a:gd name="T5" fmla="*/ 0 h 48"/>
                <a:gd name="T6" fmla="*/ 1 w 93"/>
                <a:gd name="T7" fmla="*/ 47 h 48"/>
                <a:gd name="T8" fmla="*/ 2 w 93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48">
                  <a:moveTo>
                    <a:pt x="2" y="48"/>
                  </a:moveTo>
                  <a:cubicBezTo>
                    <a:pt x="32" y="32"/>
                    <a:pt x="62" y="16"/>
                    <a:pt x="92" y="0"/>
                  </a:cubicBezTo>
                  <a:cubicBezTo>
                    <a:pt x="93" y="0"/>
                    <a:pt x="92" y="0"/>
                    <a:pt x="91" y="0"/>
                  </a:cubicBezTo>
                  <a:cubicBezTo>
                    <a:pt x="61" y="16"/>
                    <a:pt x="31" y="32"/>
                    <a:pt x="1" y="47"/>
                  </a:cubicBezTo>
                  <a:cubicBezTo>
                    <a:pt x="0" y="48"/>
                    <a:pt x="2" y="48"/>
                    <a:pt x="2" y="4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3" name="Freeform 9403"/>
            <p:cNvSpPr>
              <a:spLocks/>
            </p:cNvSpPr>
            <p:nvPr/>
          </p:nvSpPr>
          <p:spPr bwMode="auto">
            <a:xfrm>
              <a:off x="26988" y="101600"/>
              <a:ext cx="352425" cy="200025"/>
            </a:xfrm>
            <a:custGeom>
              <a:avLst/>
              <a:gdLst>
                <a:gd name="T0" fmla="*/ 92 w 94"/>
                <a:gd name="T1" fmla="*/ 0 h 53"/>
                <a:gd name="T2" fmla="*/ 1 w 94"/>
                <a:gd name="T3" fmla="*/ 52 h 53"/>
                <a:gd name="T4" fmla="*/ 2 w 94"/>
                <a:gd name="T5" fmla="*/ 53 h 53"/>
                <a:gd name="T6" fmla="*/ 93 w 94"/>
                <a:gd name="T7" fmla="*/ 0 h 53"/>
                <a:gd name="T8" fmla="*/ 92 w 94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53">
                  <a:moveTo>
                    <a:pt x="92" y="0"/>
                  </a:moveTo>
                  <a:cubicBezTo>
                    <a:pt x="62" y="18"/>
                    <a:pt x="31" y="34"/>
                    <a:pt x="1" y="52"/>
                  </a:cubicBezTo>
                  <a:cubicBezTo>
                    <a:pt x="0" y="53"/>
                    <a:pt x="1" y="53"/>
                    <a:pt x="2" y="53"/>
                  </a:cubicBezTo>
                  <a:cubicBezTo>
                    <a:pt x="32" y="35"/>
                    <a:pt x="63" y="19"/>
                    <a:pt x="93" y="0"/>
                  </a:cubicBezTo>
                  <a:cubicBezTo>
                    <a:pt x="94" y="0"/>
                    <a:pt x="93" y="0"/>
                    <a:pt x="9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4" name="Freeform 9404"/>
            <p:cNvSpPr>
              <a:spLocks/>
            </p:cNvSpPr>
            <p:nvPr/>
          </p:nvSpPr>
          <p:spPr bwMode="auto">
            <a:xfrm>
              <a:off x="23813" y="71438"/>
              <a:ext cx="352425" cy="180975"/>
            </a:xfrm>
            <a:custGeom>
              <a:avLst/>
              <a:gdLst>
                <a:gd name="T0" fmla="*/ 2 w 94"/>
                <a:gd name="T1" fmla="*/ 47 h 48"/>
                <a:gd name="T2" fmla="*/ 93 w 94"/>
                <a:gd name="T3" fmla="*/ 1 h 48"/>
                <a:gd name="T4" fmla="*/ 93 w 94"/>
                <a:gd name="T5" fmla="*/ 1 h 48"/>
                <a:gd name="T6" fmla="*/ 1 w 94"/>
                <a:gd name="T7" fmla="*/ 47 h 48"/>
                <a:gd name="T8" fmla="*/ 2 w 94"/>
                <a:gd name="T9" fmla="*/ 4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48">
                  <a:moveTo>
                    <a:pt x="2" y="47"/>
                  </a:moveTo>
                  <a:cubicBezTo>
                    <a:pt x="32" y="32"/>
                    <a:pt x="61" y="14"/>
                    <a:pt x="93" y="1"/>
                  </a:cubicBezTo>
                  <a:cubicBezTo>
                    <a:pt x="94" y="1"/>
                    <a:pt x="93" y="0"/>
                    <a:pt x="93" y="1"/>
                  </a:cubicBezTo>
                  <a:cubicBezTo>
                    <a:pt x="61" y="13"/>
                    <a:pt x="32" y="31"/>
                    <a:pt x="1" y="47"/>
                  </a:cubicBezTo>
                  <a:cubicBezTo>
                    <a:pt x="0" y="47"/>
                    <a:pt x="1" y="48"/>
                    <a:pt x="2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5" name="Freeform 9405"/>
            <p:cNvSpPr>
              <a:spLocks/>
            </p:cNvSpPr>
            <p:nvPr/>
          </p:nvSpPr>
          <p:spPr bwMode="auto">
            <a:xfrm>
              <a:off x="23813" y="38100"/>
              <a:ext cx="333375" cy="179388"/>
            </a:xfrm>
            <a:custGeom>
              <a:avLst/>
              <a:gdLst>
                <a:gd name="T0" fmla="*/ 88 w 89"/>
                <a:gd name="T1" fmla="*/ 1 h 48"/>
                <a:gd name="T2" fmla="*/ 1 w 89"/>
                <a:gd name="T3" fmla="*/ 48 h 48"/>
                <a:gd name="T4" fmla="*/ 2 w 89"/>
                <a:gd name="T5" fmla="*/ 48 h 48"/>
                <a:gd name="T6" fmla="*/ 88 w 89"/>
                <a:gd name="T7" fmla="*/ 2 h 48"/>
                <a:gd name="T8" fmla="*/ 88 w 89"/>
                <a:gd name="T9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48">
                  <a:moveTo>
                    <a:pt x="88" y="1"/>
                  </a:moveTo>
                  <a:cubicBezTo>
                    <a:pt x="59" y="16"/>
                    <a:pt x="29" y="30"/>
                    <a:pt x="1" y="48"/>
                  </a:cubicBezTo>
                  <a:cubicBezTo>
                    <a:pt x="0" y="48"/>
                    <a:pt x="1" y="48"/>
                    <a:pt x="2" y="48"/>
                  </a:cubicBezTo>
                  <a:cubicBezTo>
                    <a:pt x="30" y="31"/>
                    <a:pt x="59" y="17"/>
                    <a:pt x="88" y="2"/>
                  </a:cubicBezTo>
                  <a:cubicBezTo>
                    <a:pt x="89" y="1"/>
                    <a:pt x="88" y="0"/>
                    <a:pt x="8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6" name="Freeform 9406"/>
            <p:cNvSpPr>
              <a:spLocks/>
            </p:cNvSpPr>
            <p:nvPr/>
          </p:nvSpPr>
          <p:spPr bwMode="auto">
            <a:xfrm>
              <a:off x="23813" y="30163"/>
              <a:ext cx="333375" cy="169863"/>
            </a:xfrm>
            <a:custGeom>
              <a:avLst/>
              <a:gdLst>
                <a:gd name="T0" fmla="*/ 2 w 89"/>
                <a:gd name="T1" fmla="*/ 44 h 45"/>
                <a:gd name="T2" fmla="*/ 88 w 89"/>
                <a:gd name="T3" fmla="*/ 1 h 45"/>
                <a:gd name="T4" fmla="*/ 87 w 89"/>
                <a:gd name="T5" fmla="*/ 1 h 45"/>
                <a:gd name="T6" fmla="*/ 1 w 89"/>
                <a:gd name="T7" fmla="*/ 44 h 45"/>
                <a:gd name="T8" fmla="*/ 2 w 89"/>
                <a:gd name="T9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45">
                  <a:moveTo>
                    <a:pt x="2" y="44"/>
                  </a:moveTo>
                  <a:cubicBezTo>
                    <a:pt x="32" y="32"/>
                    <a:pt x="59" y="14"/>
                    <a:pt x="88" y="1"/>
                  </a:cubicBezTo>
                  <a:cubicBezTo>
                    <a:pt x="89" y="0"/>
                    <a:pt x="87" y="0"/>
                    <a:pt x="87" y="1"/>
                  </a:cubicBezTo>
                  <a:cubicBezTo>
                    <a:pt x="58" y="14"/>
                    <a:pt x="31" y="32"/>
                    <a:pt x="1" y="44"/>
                  </a:cubicBezTo>
                  <a:cubicBezTo>
                    <a:pt x="0" y="44"/>
                    <a:pt x="1" y="45"/>
                    <a:pt x="2" y="4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7" name="Freeform 9407"/>
            <p:cNvSpPr>
              <a:spLocks/>
            </p:cNvSpPr>
            <p:nvPr/>
          </p:nvSpPr>
          <p:spPr bwMode="auto">
            <a:xfrm>
              <a:off x="23813" y="26988"/>
              <a:ext cx="254000" cy="142875"/>
            </a:xfrm>
            <a:custGeom>
              <a:avLst/>
              <a:gdLst>
                <a:gd name="T0" fmla="*/ 67 w 68"/>
                <a:gd name="T1" fmla="*/ 0 h 38"/>
                <a:gd name="T2" fmla="*/ 1 w 68"/>
                <a:gd name="T3" fmla="*/ 37 h 38"/>
                <a:gd name="T4" fmla="*/ 2 w 68"/>
                <a:gd name="T5" fmla="*/ 37 h 38"/>
                <a:gd name="T6" fmla="*/ 68 w 68"/>
                <a:gd name="T7" fmla="*/ 1 h 38"/>
                <a:gd name="T8" fmla="*/ 67 w 68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8">
                  <a:moveTo>
                    <a:pt x="67" y="0"/>
                  </a:moveTo>
                  <a:cubicBezTo>
                    <a:pt x="46" y="14"/>
                    <a:pt x="23" y="24"/>
                    <a:pt x="1" y="37"/>
                  </a:cubicBezTo>
                  <a:cubicBezTo>
                    <a:pt x="0" y="38"/>
                    <a:pt x="1" y="38"/>
                    <a:pt x="2" y="37"/>
                  </a:cubicBezTo>
                  <a:cubicBezTo>
                    <a:pt x="24" y="25"/>
                    <a:pt x="47" y="15"/>
                    <a:pt x="68" y="1"/>
                  </a:cubicBezTo>
                  <a:cubicBezTo>
                    <a:pt x="68" y="0"/>
                    <a:pt x="67" y="0"/>
                    <a:pt x="6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8" name="Freeform 9408"/>
            <p:cNvSpPr>
              <a:spLocks/>
            </p:cNvSpPr>
            <p:nvPr/>
          </p:nvSpPr>
          <p:spPr bwMode="auto">
            <a:xfrm>
              <a:off x="15875" y="30163"/>
              <a:ext cx="209550" cy="109538"/>
            </a:xfrm>
            <a:custGeom>
              <a:avLst/>
              <a:gdLst>
                <a:gd name="T0" fmla="*/ 2 w 56"/>
                <a:gd name="T1" fmla="*/ 29 h 29"/>
                <a:gd name="T2" fmla="*/ 55 w 56"/>
                <a:gd name="T3" fmla="*/ 1 h 29"/>
                <a:gd name="T4" fmla="*/ 54 w 56"/>
                <a:gd name="T5" fmla="*/ 0 h 29"/>
                <a:gd name="T6" fmla="*/ 1 w 56"/>
                <a:gd name="T7" fmla="*/ 28 h 29"/>
                <a:gd name="T8" fmla="*/ 2 w 5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29">
                  <a:moveTo>
                    <a:pt x="2" y="29"/>
                  </a:moveTo>
                  <a:cubicBezTo>
                    <a:pt x="20" y="20"/>
                    <a:pt x="37" y="9"/>
                    <a:pt x="55" y="1"/>
                  </a:cubicBezTo>
                  <a:cubicBezTo>
                    <a:pt x="56" y="1"/>
                    <a:pt x="55" y="0"/>
                    <a:pt x="54" y="0"/>
                  </a:cubicBezTo>
                  <a:cubicBezTo>
                    <a:pt x="36" y="9"/>
                    <a:pt x="19" y="19"/>
                    <a:pt x="1" y="28"/>
                  </a:cubicBezTo>
                  <a:cubicBezTo>
                    <a:pt x="0" y="28"/>
                    <a:pt x="1" y="29"/>
                    <a:pt x="2" y="2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9" name="Freeform 9409"/>
            <p:cNvSpPr>
              <a:spLocks/>
            </p:cNvSpPr>
            <p:nvPr/>
          </p:nvSpPr>
          <p:spPr bwMode="auto">
            <a:xfrm>
              <a:off x="12700" y="26988"/>
              <a:ext cx="146050" cy="82550"/>
            </a:xfrm>
            <a:custGeom>
              <a:avLst/>
              <a:gdLst>
                <a:gd name="T0" fmla="*/ 38 w 39"/>
                <a:gd name="T1" fmla="*/ 0 h 22"/>
                <a:gd name="T2" fmla="*/ 1 w 39"/>
                <a:gd name="T3" fmla="*/ 21 h 22"/>
                <a:gd name="T4" fmla="*/ 1 w 39"/>
                <a:gd name="T5" fmla="*/ 22 h 22"/>
                <a:gd name="T6" fmla="*/ 38 w 39"/>
                <a:gd name="T7" fmla="*/ 1 h 22"/>
                <a:gd name="T8" fmla="*/ 38 w 39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22">
                  <a:moveTo>
                    <a:pt x="38" y="0"/>
                  </a:moveTo>
                  <a:cubicBezTo>
                    <a:pt x="25" y="7"/>
                    <a:pt x="13" y="14"/>
                    <a:pt x="1" y="21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13" y="14"/>
                    <a:pt x="26" y="8"/>
                    <a:pt x="38" y="1"/>
                  </a:cubicBezTo>
                  <a:cubicBezTo>
                    <a:pt x="39" y="1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0" name="Freeform 9410"/>
            <p:cNvSpPr>
              <a:spLocks/>
            </p:cNvSpPr>
            <p:nvPr/>
          </p:nvSpPr>
          <p:spPr bwMode="auto">
            <a:xfrm>
              <a:off x="4763" y="26988"/>
              <a:ext cx="138113" cy="74613"/>
            </a:xfrm>
            <a:custGeom>
              <a:avLst/>
              <a:gdLst>
                <a:gd name="T0" fmla="*/ 2 w 37"/>
                <a:gd name="T1" fmla="*/ 19 h 20"/>
                <a:gd name="T2" fmla="*/ 36 w 37"/>
                <a:gd name="T3" fmla="*/ 0 h 20"/>
                <a:gd name="T4" fmla="*/ 36 w 37"/>
                <a:gd name="T5" fmla="*/ 0 h 20"/>
                <a:gd name="T6" fmla="*/ 1 w 37"/>
                <a:gd name="T7" fmla="*/ 19 h 20"/>
                <a:gd name="T8" fmla="*/ 2 w 37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0">
                  <a:moveTo>
                    <a:pt x="2" y="19"/>
                  </a:moveTo>
                  <a:cubicBezTo>
                    <a:pt x="13" y="13"/>
                    <a:pt x="25" y="6"/>
                    <a:pt x="36" y="0"/>
                  </a:cubicBezTo>
                  <a:cubicBezTo>
                    <a:pt x="37" y="0"/>
                    <a:pt x="36" y="0"/>
                    <a:pt x="36" y="0"/>
                  </a:cubicBezTo>
                  <a:cubicBezTo>
                    <a:pt x="24" y="6"/>
                    <a:pt x="13" y="12"/>
                    <a:pt x="1" y="19"/>
                  </a:cubicBezTo>
                  <a:cubicBezTo>
                    <a:pt x="0" y="20"/>
                    <a:pt x="2" y="20"/>
                    <a:pt x="2" y="1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15" presetID="23" presetClass="entr" presetSubtype="32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20" presetID="23" presetClass="entr" presetSubtype="32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15364" grpId="0" autoUpdateAnimBg="0"/>
      <p:bldP spid="15365" grpId="0" autoUpdateAnimBg="0"/>
      <p:bldP spid="1536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87" name="直接连接符 15"/>
          <p:cNvCxnSpPr>
            <a:cxnSpLocks noChangeShapeType="1"/>
          </p:cNvCxnSpPr>
          <p:nvPr/>
        </p:nvCxnSpPr>
        <p:spPr bwMode="auto">
          <a:xfrm>
            <a:off x="4838700" y="3389313"/>
            <a:ext cx="3859133" cy="34116"/>
          </a:xfrm>
          <a:prstGeom prst="line">
            <a:avLst/>
          </a:prstGeom>
          <a:noFill/>
          <a:ln w="12700" cmpd="sng">
            <a:solidFill>
              <a:srgbClr val="D9D9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8" name="矩形 5"/>
          <p:cNvSpPr>
            <a:spLocks noChangeArrowheads="1"/>
          </p:cNvSpPr>
          <p:nvPr/>
        </p:nvSpPr>
        <p:spPr bwMode="auto">
          <a:xfrm>
            <a:off x="4838700" y="2559050"/>
            <a:ext cx="38591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4000" b="1" dirty="0" smtClean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4000" b="1" dirty="0" smtClean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组织的建立</a:t>
            </a:r>
            <a:endParaRPr lang="en-US" altLang="zh-CN" sz="40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389" name="Group 5"/>
          <p:cNvGrpSpPr>
            <a:grpSpLocks/>
          </p:cNvGrpSpPr>
          <p:nvPr/>
        </p:nvGrpSpPr>
        <p:grpSpPr bwMode="auto">
          <a:xfrm>
            <a:off x="2171700" y="1169988"/>
            <a:ext cx="2497138" cy="3394075"/>
            <a:chOff x="0" y="0"/>
            <a:chExt cx="569913" cy="774701"/>
          </a:xfrm>
        </p:grpSpPr>
        <p:sp>
          <p:nvSpPr>
            <p:cNvPr id="16390" name="Freeform 8996"/>
            <p:cNvSpPr>
              <a:spLocks noEditPoints="1"/>
            </p:cNvSpPr>
            <p:nvPr/>
          </p:nvSpPr>
          <p:spPr bwMode="auto">
            <a:xfrm>
              <a:off x="173037" y="627063"/>
              <a:ext cx="247650" cy="147638"/>
            </a:xfrm>
            <a:custGeom>
              <a:avLst/>
              <a:gdLst>
                <a:gd name="T0" fmla="*/ 17 w 66"/>
                <a:gd name="T1" fmla="*/ 5 h 39"/>
                <a:gd name="T2" fmla="*/ 10 w 66"/>
                <a:gd name="T3" fmla="*/ 6 h 39"/>
                <a:gd name="T4" fmla="*/ 7 w 66"/>
                <a:gd name="T5" fmla="*/ 3 h 39"/>
                <a:gd name="T6" fmla="*/ 4 w 66"/>
                <a:gd name="T7" fmla="*/ 1 h 39"/>
                <a:gd name="T8" fmla="*/ 3 w 66"/>
                <a:gd name="T9" fmla="*/ 2 h 39"/>
                <a:gd name="T10" fmla="*/ 1 w 66"/>
                <a:gd name="T11" fmla="*/ 4 h 39"/>
                <a:gd name="T12" fmla="*/ 2 w 66"/>
                <a:gd name="T13" fmla="*/ 7 h 39"/>
                <a:gd name="T14" fmla="*/ 2 w 66"/>
                <a:gd name="T15" fmla="*/ 8 h 39"/>
                <a:gd name="T16" fmla="*/ 2 w 66"/>
                <a:gd name="T17" fmla="*/ 10 h 39"/>
                <a:gd name="T18" fmla="*/ 2 w 66"/>
                <a:gd name="T19" fmla="*/ 11 h 39"/>
                <a:gd name="T20" fmla="*/ 2 w 66"/>
                <a:gd name="T21" fmla="*/ 11 h 39"/>
                <a:gd name="T22" fmla="*/ 3 w 66"/>
                <a:gd name="T23" fmla="*/ 17 h 39"/>
                <a:gd name="T24" fmla="*/ 4 w 66"/>
                <a:gd name="T25" fmla="*/ 22 h 39"/>
                <a:gd name="T26" fmla="*/ 4 w 66"/>
                <a:gd name="T27" fmla="*/ 22 h 39"/>
                <a:gd name="T28" fmla="*/ 4 w 66"/>
                <a:gd name="T29" fmla="*/ 22 h 39"/>
                <a:gd name="T30" fmla="*/ 4 w 66"/>
                <a:gd name="T31" fmla="*/ 22 h 39"/>
                <a:gd name="T32" fmla="*/ 4 w 66"/>
                <a:gd name="T33" fmla="*/ 22 h 39"/>
                <a:gd name="T34" fmla="*/ 4 w 66"/>
                <a:gd name="T35" fmla="*/ 22 h 39"/>
                <a:gd name="T36" fmla="*/ 12 w 66"/>
                <a:gd name="T37" fmla="*/ 28 h 39"/>
                <a:gd name="T38" fmla="*/ 9 w 66"/>
                <a:gd name="T39" fmla="*/ 28 h 39"/>
                <a:gd name="T40" fmla="*/ 37 w 66"/>
                <a:gd name="T41" fmla="*/ 39 h 39"/>
                <a:gd name="T42" fmla="*/ 60 w 66"/>
                <a:gd name="T43" fmla="*/ 23 h 39"/>
                <a:gd name="T44" fmla="*/ 65 w 66"/>
                <a:gd name="T45" fmla="*/ 4 h 39"/>
                <a:gd name="T46" fmla="*/ 17 w 66"/>
                <a:gd name="T47" fmla="*/ 5 h 39"/>
                <a:gd name="T48" fmla="*/ 4 w 66"/>
                <a:gd name="T49" fmla="*/ 22 h 39"/>
                <a:gd name="T50" fmla="*/ 4 w 66"/>
                <a:gd name="T51" fmla="*/ 22 h 39"/>
                <a:gd name="T52" fmla="*/ 4 w 66"/>
                <a:gd name="T53" fmla="*/ 22 h 39"/>
                <a:gd name="T54" fmla="*/ 4 w 66"/>
                <a:gd name="T55" fmla="*/ 22 h 39"/>
                <a:gd name="T56" fmla="*/ 22 w 66"/>
                <a:gd name="T57" fmla="*/ 35 h 39"/>
                <a:gd name="T58" fmla="*/ 23 w 66"/>
                <a:gd name="T59" fmla="*/ 36 h 39"/>
                <a:gd name="T60" fmla="*/ 22 w 66"/>
                <a:gd name="T61" fmla="*/ 35 h 39"/>
                <a:gd name="T62" fmla="*/ 57 w 66"/>
                <a:gd name="T63" fmla="*/ 9 h 39"/>
                <a:gd name="T64" fmla="*/ 56 w 66"/>
                <a:gd name="T65" fmla="*/ 11 h 39"/>
                <a:gd name="T66" fmla="*/ 49 w 66"/>
                <a:gd name="T67" fmla="*/ 26 h 39"/>
                <a:gd name="T68" fmla="*/ 23 w 66"/>
                <a:gd name="T69" fmla="*/ 31 h 39"/>
                <a:gd name="T70" fmla="*/ 25 w 66"/>
                <a:gd name="T71" fmla="*/ 30 h 39"/>
                <a:gd name="T72" fmla="*/ 21 w 66"/>
                <a:gd name="T73" fmla="*/ 30 h 39"/>
                <a:gd name="T74" fmla="*/ 8 w 66"/>
                <a:gd name="T75" fmla="*/ 13 h 39"/>
                <a:gd name="T76" fmla="*/ 8 w 66"/>
                <a:gd name="T77" fmla="*/ 10 h 39"/>
                <a:gd name="T78" fmla="*/ 8 w 66"/>
                <a:gd name="T79" fmla="*/ 10 h 39"/>
                <a:gd name="T80" fmla="*/ 7 w 66"/>
                <a:gd name="T81" fmla="*/ 9 h 39"/>
                <a:gd name="T82" fmla="*/ 7 w 66"/>
                <a:gd name="T83" fmla="*/ 9 h 39"/>
                <a:gd name="T84" fmla="*/ 14 w 66"/>
                <a:gd name="T85" fmla="*/ 10 h 39"/>
                <a:gd name="T86" fmla="*/ 14 w 66"/>
                <a:gd name="T87" fmla="*/ 9 h 39"/>
                <a:gd name="T88" fmla="*/ 42 w 66"/>
                <a:gd name="T89" fmla="*/ 10 h 39"/>
                <a:gd name="T90" fmla="*/ 43 w 66"/>
                <a:gd name="T91" fmla="*/ 9 h 39"/>
                <a:gd name="T92" fmla="*/ 43 w 66"/>
                <a:gd name="T93" fmla="*/ 10 h 39"/>
                <a:gd name="T94" fmla="*/ 49 w 66"/>
                <a:gd name="T95" fmla="*/ 10 h 39"/>
                <a:gd name="T96" fmla="*/ 57 w 66"/>
                <a:gd name="T9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6" h="39">
                  <a:moveTo>
                    <a:pt x="17" y="5"/>
                  </a:moveTo>
                  <a:cubicBezTo>
                    <a:pt x="21" y="3"/>
                    <a:pt x="11" y="3"/>
                    <a:pt x="10" y="6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6" y="2"/>
                    <a:pt x="6" y="1"/>
                    <a:pt x="4" y="1"/>
                  </a:cubicBezTo>
                  <a:cubicBezTo>
                    <a:pt x="4" y="1"/>
                    <a:pt x="3" y="1"/>
                    <a:pt x="3" y="2"/>
                  </a:cubicBezTo>
                  <a:cubicBezTo>
                    <a:pt x="3" y="2"/>
                    <a:pt x="2" y="2"/>
                    <a:pt x="1" y="4"/>
                  </a:cubicBezTo>
                  <a:cubicBezTo>
                    <a:pt x="1" y="5"/>
                    <a:pt x="0" y="6"/>
                    <a:pt x="2" y="7"/>
                  </a:cubicBezTo>
                  <a:cubicBezTo>
                    <a:pt x="2" y="7"/>
                    <a:pt x="2" y="8"/>
                    <a:pt x="2" y="8"/>
                  </a:cubicBezTo>
                  <a:cubicBezTo>
                    <a:pt x="2" y="9"/>
                    <a:pt x="2" y="9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3"/>
                    <a:pt x="2" y="15"/>
                    <a:pt x="3" y="17"/>
                  </a:cubicBezTo>
                  <a:cubicBezTo>
                    <a:pt x="3" y="19"/>
                    <a:pt x="3" y="20"/>
                    <a:pt x="4" y="22"/>
                  </a:cubicBezTo>
                  <a:cubicBezTo>
                    <a:pt x="2" y="22"/>
                    <a:pt x="0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6" y="26"/>
                    <a:pt x="10" y="24"/>
                    <a:pt x="12" y="28"/>
                  </a:cubicBezTo>
                  <a:cubicBezTo>
                    <a:pt x="11" y="28"/>
                    <a:pt x="10" y="27"/>
                    <a:pt x="9" y="28"/>
                  </a:cubicBezTo>
                  <a:cubicBezTo>
                    <a:pt x="13" y="36"/>
                    <a:pt x="29" y="39"/>
                    <a:pt x="37" y="39"/>
                  </a:cubicBezTo>
                  <a:cubicBezTo>
                    <a:pt x="49" y="39"/>
                    <a:pt x="55" y="29"/>
                    <a:pt x="60" y="23"/>
                  </a:cubicBezTo>
                  <a:cubicBezTo>
                    <a:pt x="62" y="22"/>
                    <a:pt x="66" y="8"/>
                    <a:pt x="65" y="4"/>
                  </a:cubicBezTo>
                  <a:cubicBezTo>
                    <a:pt x="65" y="1"/>
                    <a:pt x="22" y="5"/>
                    <a:pt x="17" y="5"/>
                  </a:cubicBezTo>
                  <a:close/>
                  <a:moveTo>
                    <a:pt x="4" y="22"/>
                  </a:move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lose/>
                  <a:moveTo>
                    <a:pt x="22" y="35"/>
                  </a:moveTo>
                  <a:cubicBezTo>
                    <a:pt x="22" y="35"/>
                    <a:pt x="22" y="35"/>
                    <a:pt x="23" y="36"/>
                  </a:cubicBezTo>
                  <a:cubicBezTo>
                    <a:pt x="22" y="35"/>
                    <a:pt x="22" y="35"/>
                    <a:pt x="22" y="35"/>
                  </a:cubicBezTo>
                  <a:close/>
                  <a:moveTo>
                    <a:pt x="57" y="9"/>
                  </a:moveTo>
                  <a:cubicBezTo>
                    <a:pt x="57" y="10"/>
                    <a:pt x="57" y="10"/>
                    <a:pt x="56" y="11"/>
                  </a:cubicBezTo>
                  <a:cubicBezTo>
                    <a:pt x="59" y="10"/>
                    <a:pt x="52" y="24"/>
                    <a:pt x="49" y="26"/>
                  </a:cubicBezTo>
                  <a:cubicBezTo>
                    <a:pt x="47" y="29"/>
                    <a:pt x="26" y="38"/>
                    <a:pt x="23" y="31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27" y="29"/>
                    <a:pt x="18" y="31"/>
                    <a:pt x="21" y="30"/>
                  </a:cubicBezTo>
                  <a:cubicBezTo>
                    <a:pt x="17" y="31"/>
                    <a:pt x="9" y="20"/>
                    <a:pt x="8" y="13"/>
                  </a:cubicBezTo>
                  <a:cubicBezTo>
                    <a:pt x="8" y="13"/>
                    <a:pt x="8" y="12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9" y="9"/>
                    <a:pt x="12" y="10"/>
                    <a:pt x="14" y="10"/>
                  </a:cubicBezTo>
                  <a:cubicBezTo>
                    <a:pt x="14" y="10"/>
                    <a:pt x="14" y="9"/>
                    <a:pt x="14" y="9"/>
                  </a:cubicBezTo>
                  <a:cubicBezTo>
                    <a:pt x="16" y="12"/>
                    <a:pt x="42" y="10"/>
                    <a:pt x="42" y="10"/>
                  </a:cubicBezTo>
                  <a:cubicBezTo>
                    <a:pt x="42" y="10"/>
                    <a:pt x="43" y="9"/>
                    <a:pt x="43" y="9"/>
                  </a:cubicBezTo>
                  <a:cubicBezTo>
                    <a:pt x="44" y="10"/>
                    <a:pt x="45" y="10"/>
                    <a:pt x="43" y="10"/>
                  </a:cubicBezTo>
                  <a:cubicBezTo>
                    <a:pt x="46" y="16"/>
                    <a:pt x="49" y="3"/>
                    <a:pt x="49" y="10"/>
                  </a:cubicBezTo>
                  <a:cubicBezTo>
                    <a:pt x="49" y="13"/>
                    <a:pt x="64" y="0"/>
                    <a:pt x="57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1" name="Freeform 8997"/>
            <p:cNvSpPr>
              <a:spLocks noEditPoints="1"/>
            </p:cNvSpPr>
            <p:nvPr/>
          </p:nvSpPr>
          <p:spPr bwMode="auto">
            <a:xfrm>
              <a:off x="71437" y="74613"/>
              <a:ext cx="412750" cy="296863"/>
            </a:xfrm>
            <a:custGeom>
              <a:avLst/>
              <a:gdLst>
                <a:gd name="T0" fmla="*/ 106 w 110"/>
                <a:gd name="T1" fmla="*/ 21 h 79"/>
                <a:gd name="T2" fmla="*/ 106 w 110"/>
                <a:gd name="T3" fmla="*/ 21 h 79"/>
                <a:gd name="T4" fmla="*/ 97 w 110"/>
                <a:gd name="T5" fmla="*/ 11 h 79"/>
                <a:gd name="T6" fmla="*/ 72 w 110"/>
                <a:gd name="T7" fmla="*/ 2 h 79"/>
                <a:gd name="T8" fmla="*/ 51 w 110"/>
                <a:gd name="T9" fmla="*/ 2 h 79"/>
                <a:gd name="T10" fmla="*/ 41 w 110"/>
                <a:gd name="T11" fmla="*/ 6 h 79"/>
                <a:gd name="T12" fmla="*/ 11 w 110"/>
                <a:gd name="T13" fmla="*/ 36 h 79"/>
                <a:gd name="T14" fmla="*/ 10 w 110"/>
                <a:gd name="T15" fmla="*/ 75 h 79"/>
                <a:gd name="T16" fmla="*/ 11 w 110"/>
                <a:gd name="T17" fmla="*/ 76 h 79"/>
                <a:gd name="T18" fmla="*/ 17 w 110"/>
                <a:gd name="T19" fmla="*/ 74 h 79"/>
                <a:gd name="T20" fmla="*/ 17 w 110"/>
                <a:gd name="T21" fmla="*/ 73 h 79"/>
                <a:gd name="T22" fmla="*/ 24 w 110"/>
                <a:gd name="T23" fmla="*/ 46 h 79"/>
                <a:gd name="T24" fmla="*/ 27 w 110"/>
                <a:gd name="T25" fmla="*/ 40 h 79"/>
                <a:gd name="T26" fmla="*/ 25 w 110"/>
                <a:gd name="T27" fmla="*/ 41 h 79"/>
                <a:gd name="T28" fmla="*/ 70 w 110"/>
                <a:gd name="T29" fmla="*/ 16 h 79"/>
                <a:gd name="T30" fmla="*/ 79 w 110"/>
                <a:gd name="T31" fmla="*/ 15 h 79"/>
                <a:gd name="T32" fmla="*/ 94 w 110"/>
                <a:gd name="T33" fmla="*/ 20 h 79"/>
                <a:gd name="T34" fmla="*/ 106 w 110"/>
                <a:gd name="T35" fmla="*/ 27 h 79"/>
                <a:gd name="T36" fmla="*/ 110 w 110"/>
                <a:gd name="T37" fmla="*/ 23 h 79"/>
                <a:gd name="T38" fmla="*/ 19 w 110"/>
                <a:gd name="T39" fmla="*/ 42 h 79"/>
                <a:gd name="T40" fmla="*/ 85 w 110"/>
                <a:gd name="T41" fmla="*/ 13 h 79"/>
                <a:gd name="T42" fmla="*/ 73 w 110"/>
                <a:gd name="T43" fmla="*/ 11 h 79"/>
                <a:gd name="T44" fmla="*/ 72 w 110"/>
                <a:gd name="T45" fmla="*/ 11 h 79"/>
                <a:gd name="T46" fmla="*/ 68 w 110"/>
                <a:gd name="T47" fmla="*/ 11 h 79"/>
                <a:gd name="T48" fmla="*/ 61 w 110"/>
                <a:gd name="T49" fmla="*/ 11 h 79"/>
                <a:gd name="T50" fmla="*/ 61 w 110"/>
                <a:gd name="T51" fmla="*/ 11 h 79"/>
                <a:gd name="T52" fmla="*/ 48 w 110"/>
                <a:gd name="T53" fmla="*/ 14 h 79"/>
                <a:gd name="T54" fmla="*/ 33 w 110"/>
                <a:gd name="T55" fmla="*/ 26 h 79"/>
                <a:gd name="T56" fmla="*/ 24 w 110"/>
                <a:gd name="T57" fmla="*/ 33 h 79"/>
                <a:gd name="T58" fmla="*/ 12 w 110"/>
                <a:gd name="T59" fmla="*/ 61 h 79"/>
                <a:gd name="T60" fmla="*/ 91 w 110"/>
                <a:gd name="T61" fmla="*/ 13 h 79"/>
                <a:gd name="T62" fmla="*/ 93 w 110"/>
                <a:gd name="T63" fmla="*/ 1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0" h="79">
                  <a:moveTo>
                    <a:pt x="109" y="25"/>
                  </a:moveTo>
                  <a:cubicBezTo>
                    <a:pt x="109" y="24"/>
                    <a:pt x="107" y="22"/>
                    <a:pt x="106" y="21"/>
                  </a:cubicBezTo>
                  <a:cubicBezTo>
                    <a:pt x="106" y="21"/>
                    <a:pt x="106" y="21"/>
                    <a:pt x="107" y="21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20"/>
                    <a:pt x="105" y="19"/>
                    <a:pt x="105" y="19"/>
                  </a:cubicBezTo>
                  <a:cubicBezTo>
                    <a:pt x="106" y="20"/>
                    <a:pt x="101" y="13"/>
                    <a:pt x="97" y="11"/>
                  </a:cubicBezTo>
                  <a:cubicBezTo>
                    <a:pt x="97" y="11"/>
                    <a:pt x="97" y="11"/>
                    <a:pt x="97" y="12"/>
                  </a:cubicBezTo>
                  <a:cubicBezTo>
                    <a:pt x="88" y="8"/>
                    <a:pt x="83" y="2"/>
                    <a:pt x="72" y="2"/>
                  </a:cubicBezTo>
                  <a:cubicBezTo>
                    <a:pt x="70" y="2"/>
                    <a:pt x="60" y="0"/>
                    <a:pt x="58" y="1"/>
                  </a:cubicBezTo>
                  <a:cubicBezTo>
                    <a:pt x="54" y="3"/>
                    <a:pt x="50" y="3"/>
                    <a:pt x="51" y="2"/>
                  </a:cubicBezTo>
                  <a:cubicBezTo>
                    <a:pt x="49" y="0"/>
                    <a:pt x="36" y="13"/>
                    <a:pt x="42" y="5"/>
                  </a:cubicBezTo>
                  <a:cubicBezTo>
                    <a:pt x="42" y="5"/>
                    <a:pt x="41" y="6"/>
                    <a:pt x="41" y="6"/>
                  </a:cubicBezTo>
                  <a:cubicBezTo>
                    <a:pt x="39" y="11"/>
                    <a:pt x="25" y="15"/>
                    <a:pt x="20" y="18"/>
                  </a:cubicBezTo>
                  <a:cubicBezTo>
                    <a:pt x="19" y="19"/>
                    <a:pt x="14" y="30"/>
                    <a:pt x="11" y="36"/>
                  </a:cubicBezTo>
                  <a:cubicBezTo>
                    <a:pt x="9" y="42"/>
                    <a:pt x="0" y="60"/>
                    <a:pt x="7" y="63"/>
                  </a:cubicBezTo>
                  <a:cubicBezTo>
                    <a:pt x="6" y="64"/>
                    <a:pt x="8" y="71"/>
                    <a:pt x="10" y="75"/>
                  </a:cubicBezTo>
                  <a:cubicBezTo>
                    <a:pt x="10" y="75"/>
                    <a:pt x="10" y="76"/>
                    <a:pt x="10" y="76"/>
                  </a:cubicBezTo>
                  <a:cubicBezTo>
                    <a:pt x="10" y="76"/>
                    <a:pt x="11" y="76"/>
                    <a:pt x="11" y="76"/>
                  </a:cubicBezTo>
                  <a:cubicBezTo>
                    <a:pt x="12" y="78"/>
                    <a:pt x="14" y="79"/>
                    <a:pt x="15" y="78"/>
                  </a:cubicBezTo>
                  <a:cubicBezTo>
                    <a:pt x="16" y="77"/>
                    <a:pt x="17" y="76"/>
                    <a:pt x="17" y="74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7" y="74"/>
                    <a:pt x="17" y="74"/>
                    <a:pt x="17" y="73"/>
                  </a:cubicBezTo>
                  <a:cubicBezTo>
                    <a:pt x="19" y="64"/>
                    <a:pt x="15" y="47"/>
                    <a:pt x="24" y="43"/>
                  </a:cubicBezTo>
                  <a:cubicBezTo>
                    <a:pt x="20" y="49"/>
                    <a:pt x="23" y="43"/>
                    <a:pt x="24" y="46"/>
                  </a:cubicBezTo>
                  <a:cubicBezTo>
                    <a:pt x="24" y="44"/>
                    <a:pt x="25" y="42"/>
                    <a:pt x="26" y="41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40"/>
                    <a:pt x="27" y="40"/>
                    <a:pt x="28" y="40"/>
                  </a:cubicBezTo>
                  <a:cubicBezTo>
                    <a:pt x="26" y="39"/>
                    <a:pt x="26" y="39"/>
                    <a:pt x="25" y="41"/>
                  </a:cubicBezTo>
                  <a:cubicBezTo>
                    <a:pt x="25" y="36"/>
                    <a:pt x="39" y="24"/>
                    <a:pt x="42" y="22"/>
                  </a:cubicBezTo>
                  <a:cubicBezTo>
                    <a:pt x="52" y="16"/>
                    <a:pt x="59" y="16"/>
                    <a:pt x="70" y="16"/>
                  </a:cubicBezTo>
                  <a:cubicBezTo>
                    <a:pt x="72" y="15"/>
                    <a:pt x="73" y="15"/>
                    <a:pt x="73" y="14"/>
                  </a:cubicBezTo>
                  <a:cubicBezTo>
                    <a:pt x="75" y="14"/>
                    <a:pt x="77" y="14"/>
                    <a:pt x="79" y="15"/>
                  </a:cubicBezTo>
                  <a:cubicBezTo>
                    <a:pt x="77" y="17"/>
                    <a:pt x="87" y="16"/>
                    <a:pt x="88" y="18"/>
                  </a:cubicBezTo>
                  <a:cubicBezTo>
                    <a:pt x="87" y="13"/>
                    <a:pt x="95" y="22"/>
                    <a:pt x="94" y="20"/>
                  </a:cubicBezTo>
                  <a:cubicBezTo>
                    <a:pt x="96" y="21"/>
                    <a:pt x="106" y="27"/>
                    <a:pt x="109" y="25"/>
                  </a:cubicBezTo>
                  <a:cubicBezTo>
                    <a:pt x="108" y="26"/>
                    <a:pt x="107" y="27"/>
                    <a:pt x="106" y="27"/>
                  </a:cubicBezTo>
                  <a:cubicBezTo>
                    <a:pt x="109" y="27"/>
                    <a:pt x="109" y="26"/>
                    <a:pt x="109" y="25"/>
                  </a:cubicBezTo>
                  <a:cubicBezTo>
                    <a:pt x="110" y="25"/>
                    <a:pt x="110" y="24"/>
                    <a:pt x="110" y="23"/>
                  </a:cubicBezTo>
                  <a:cubicBezTo>
                    <a:pt x="110" y="24"/>
                    <a:pt x="110" y="25"/>
                    <a:pt x="109" y="25"/>
                  </a:cubicBezTo>
                  <a:close/>
                  <a:moveTo>
                    <a:pt x="19" y="42"/>
                  </a:moveTo>
                  <a:cubicBezTo>
                    <a:pt x="20" y="41"/>
                    <a:pt x="20" y="41"/>
                    <a:pt x="19" y="42"/>
                  </a:cubicBezTo>
                  <a:close/>
                  <a:moveTo>
                    <a:pt x="85" y="13"/>
                  </a:moveTo>
                  <a:cubicBezTo>
                    <a:pt x="85" y="13"/>
                    <a:pt x="80" y="12"/>
                    <a:pt x="74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1" y="11"/>
                    <a:pt x="70" y="11"/>
                    <a:pt x="68" y="11"/>
                  </a:cubicBezTo>
                  <a:cubicBezTo>
                    <a:pt x="66" y="10"/>
                    <a:pt x="64" y="10"/>
                    <a:pt x="64" y="10"/>
                  </a:cubicBezTo>
                  <a:cubicBezTo>
                    <a:pt x="63" y="10"/>
                    <a:pt x="62" y="10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56" y="12"/>
                    <a:pt x="49" y="15"/>
                    <a:pt x="48" y="14"/>
                  </a:cubicBezTo>
                  <a:cubicBezTo>
                    <a:pt x="48" y="17"/>
                    <a:pt x="41" y="17"/>
                    <a:pt x="42" y="16"/>
                  </a:cubicBezTo>
                  <a:cubicBezTo>
                    <a:pt x="37" y="19"/>
                    <a:pt x="37" y="24"/>
                    <a:pt x="33" y="26"/>
                  </a:cubicBezTo>
                  <a:cubicBezTo>
                    <a:pt x="32" y="25"/>
                    <a:pt x="33" y="24"/>
                    <a:pt x="34" y="24"/>
                  </a:cubicBezTo>
                  <a:cubicBezTo>
                    <a:pt x="31" y="21"/>
                    <a:pt x="26" y="31"/>
                    <a:pt x="24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16" y="35"/>
                    <a:pt x="13" y="49"/>
                    <a:pt x="12" y="61"/>
                  </a:cubicBezTo>
                  <a:cubicBezTo>
                    <a:pt x="11" y="48"/>
                    <a:pt x="15" y="33"/>
                    <a:pt x="21" y="27"/>
                  </a:cubicBezTo>
                  <a:cubicBezTo>
                    <a:pt x="41" y="9"/>
                    <a:pt x="66" y="0"/>
                    <a:pt x="91" y="13"/>
                  </a:cubicBezTo>
                  <a:cubicBezTo>
                    <a:pt x="90" y="13"/>
                    <a:pt x="89" y="13"/>
                    <a:pt x="88" y="13"/>
                  </a:cubicBezTo>
                  <a:cubicBezTo>
                    <a:pt x="90" y="13"/>
                    <a:pt x="92" y="15"/>
                    <a:pt x="93" y="16"/>
                  </a:cubicBezTo>
                  <a:cubicBezTo>
                    <a:pt x="91" y="15"/>
                    <a:pt x="85" y="13"/>
                    <a:pt x="85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" name="Freeform 8998"/>
            <p:cNvSpPr>
              <a:spLocks noEditPoints="1"/>
            </p:cNvSpPr>
            <p:nvPr/>
          </p:nvSpPr>
          <p:spPr bwMode="auto">
            <a:xfrm>
              <a:off x="0" y="0"/>
              <a:ext cx="569913" cy="646113"/>
            </a:xfrm>
            <a:custGeom>
              <a:avLst/>
              <a:gdLst>
                <a:gd name="T0" fmla="*/ 146 w 152"/>
                <a:gd name="T1" fmla="*/ 49 h 172"/>
                <a:gd name="T2" fmla="*/ 131 w 152"/>
                <a:gd name="T3" fmla="*/ 26 h 172"/>
                <a:gd name="T4" fmla="*/ 121 w 152"/>
                <a:gd name="T5" fmla="*/ 17 h 172"/>
                <a:gd name="T6" fmla="*/ 104 w 152"/>
                <a:gd name="T7" fmla="*/ 9 h 172"/>
                <a:gd name="T8" fmla="*/ 90 w 152"/>
                <a:gd name="T9" fmla="*/ 5 h 172"/>
                <a:gd name="T10" fmla="*/ 91 w 152"/>
                <a:gd name="T11" fmla="*/ 4 h 172"/>
                <a:gd name="T12" fmla="*/ 90 w 152"/>
                <a:gd name="T13" fmla="*/ 4 h 172"/>
                <a:gd name="T14" fmla="*/ 89 w 152"/>
                <a:gd name="T15" fmla="*/ 5 h 172"/>
                <a:gd name="T16" fmla="*/ 89 w 152"/>
                <a:gd name="T17" fmla="*/ 4 h 172"/>
                <a:gd name="T18" fmla="*/ 89 w 152"/>
                <a:gd name="T19" fmla="*/ 5 h 172"/>
                <a:gd name="T20" fmla="*/ 89 w 152"/>
                <a:gd name="T21" fmla="*/ 4 h 172"/>
                <a:gd name="T22" fmla="*/ 89 w 152"/>
                <a:gd name="T23" fmla="*/ 3 h 172"/>
                <a:gd name="T24" fmla="*/ 88 w 152"/>
                <a:gd name="T25" fmla="*/ 3 h 172"/>
                <a:gd name="T26" fmla="*/ 81 w 152"/>
                <a:gd name="T27" fmla="*/ 3 h 172"/>
                <a:gd name="T28" fmla="*/ 78 w 152"/>
                <a:gd name="T29" fmla="*/ 3 h 172"/>
                <a:gd name="T30" fmla="*/ 58 w 152"/>
                <a:gd name="T31" fmla="*/ 5 h 172"/>
                <a:gd name="T32" fmla="*/ 34 w 152"/>
                <a:gd name="T33" fmla="*/ 17 h 172"/>
                <a:gd name="T34" fmla="*/ 22 w 152"/>
                <a:gd name="T35" fmla="*/ 30 h 172"/>
                <a:gd name="T36" fmla="*/ 12 w 152"/>
                <a:gd name="T37" fmla="*/ 48 h 172"/>
                <a:gd name="T38" fmla="*/ 43 w 152"/>
                <a:gd name="T39" fmla="*/ 146 h 172"/>
                <a:gd name="T40" fmla="*/ 97 w 152"/>
                <a:gd name="T41" fmla="*/ 164 h 172"/>
                <a:gd name="T42" fmla="*/ 131 w 152"/>
                <a:gd name="T43" fmla="*/ 123 h 172"/>
                <a:gd name="T44" fmla="*/ 147 w 152"/>
                <a:gd name="T45" fmla="*/ 55 h 172"/>
                <a:gd name="T46" fmla="*/ 142 w 152"/>
                <a:gd name="T47" fmla="*/ 53 h 172"/>
                <a:gd name="T48" fmla="*/ 141 w 152"/>
                <a:gd name="T49" fmla="*/ 51 h 172"/>
                <a:gd name="T50" fmla="*/ 140 w 152"/>
                <a:gd name="T51" fmla="*/ 50 h 172"/>
                <a:gd name="T52" fmla="*/ 89 w 152"/>
                <a:gd name="T53" fmla="*/ 5 h 172"/>
                <a:gd name="T54" fmla="*/ 89 w 152"/>
                <a:gd name="T55" fmla="*/ 6 h 172"/>
                <a:gd name="T56" fmla="*/ 9 w 152"/>
                <a:gd name="T57" fmla="*/ 66 h 172"/>
                <a:gd name="T58" fmla="*/ 144 w 152"/>
                <a:gd name="T59" fmla="*/ 85 h 172"/>
                <a:gd name="T60" fmla="*/ 119 w 152"/>
                <a:gd name="T61" fmla="*/ 135 h 172"/>
                <a:gd name="T62" fmla="*/ 112 w 152"/>
                <a:gd name="T63" fmla="*/ 145 h 172"/>
                <a:gd name="T64" fmla="*/ 65 w 152"/>
                <a:gd name="T65" fmla="*/ 158 h 172"/>
                <a:gd name="T66" fmla="*/ 24 w 152"/>
                <a:gd name="T67" fmla="*/ 103 h 172"/>
                <a:gd name="T68" fmla="*/ 13 w 152"/>
                <a:gd name="T69" fmla="*/ 68 h 172"/>
                <a:gd name="T70" fmla="*/ 15 w 152"/>
                <a:gd name="T71" fmla="*/ 59 h 172"/>
                <a:gd name="T72" fmla="*/ 71 w 152"/>
                <a:gd name="T73" fmla="*/ 7 h 172"/>
                <a:gd name="T74" fmla="*/ 88 w 152"/>
                <a:gd name="T75" fmla="*/ 7 h 172"/>
                <a:gd name="T76" fmla="*/ 92 w 152"/>
                <a:gd name="T77" fmla="*/ 9 h 172"/>
                <a:gd name="T78" fmla="*/ 117 w 152"/>
                <a:gd name="T79" fmla="*/ 19 h 172"/>
                <a:gd name="T80" fmla="*/ 117 w 152"/>
                <a:gd name="T81" fmla="*/ 20 h 172"/>
                <a:gd name="T82" fmla="*/ 131 w 152"/>
                <a:gd name="T83" fmla="*/ 35 h 172"/>
                <a:gd name="T84" fmla="*/ 140 w 152"/>
                <a:gd name="T85" fmla="*/ 53 h 172"/>
                <a:gd name="T86" fmla="*/ 144 w 152"/>
                <a:gd name="T87" fmla="*/ 66 h 172"/>
                <a:gd name="T88" fmla="*/ 16 w 152"/>
                <a:gd name="T89" fmla="*/ 58 h 172"/>
                <a:gd name="T90" fmla="*/ 16 w 152"/>
                <a:gd name="T91" fmla="*/ 58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2" h="172">
                  <a:moveTo>
                    <a:pt x="150" y="59"/>
                  </a:moveTo>
                  <a:cubicBezTo>
                    <a:pt x="149" y="58"/>
                    <a:pt x="144" y="47"/>
                    <a:pt x="146" y="49"/>
                  </a:cubicBezTo>
                  <a:cubicBezTo>
                    <a:pt x="145" y="47"/>
                    <a:pt x="140" y="38"/>
                    <a:pt x="140" y="38"/>
                  </a:cubicBezTo>
                  <a:cubicBezTo>
                    <a:pt x="137" y="37"/>
                    <a:pt x="134" y="28"/>
                    <a:pt x="131" y="26"/>
                  </a:cubicBezTo>
                  <a:cubicBezTo>
                    <a:pt x="127" y="22"/>
                    <a:pt x="122" y="20"/>
                    <a:pt x="119" y="16"/>
                  </a:cubicBezTo>
                  <a:cubicBezTo>
                    <a:pt x="120" y="17"/>
                    <a:pt x="121" y="17"/>
                    <a:pt x="121" y="17"/>
                  </a:cubicBezTo>
                  <a:cubicBezTo>
                    <a:pt x="120" y="16"/>
                    <a:pt x="119" y="16"/>
                    <a:pt x="117" y="15"/>
                  </a:cubicBezTo>
                  <a:cubicBezTo>
                    <a:pt x="122" y="19"/>
                    <a:pt x="104" y="9"/>
                    <a:pt x="104" y="9"/>
                  </a:cubicBezTo>
                  <a:cubicBezTo>
                    <a:pt x="102" y="8"/>
                    <a:pt x="94" y="8"/>
                    <a:pt x="98" y="6"/>
                  </a:cubicBezTo>
                  <a:cubicBezTo>
                    <a:pt x="97" y="6"/>
                    <a:pt x="94" y="5"/>
                    <a:pt x="90" y="5"/>
                  </a:cubicBezTo>
                  <a:cubicBezTo>
                    <a:pt x="90" y="5"/>
                    <a:pt x="90" y="5"/>
                    <a:pt x="90" y="5"/>
                  </a:cubicBezTo>
                  <a:cubicBezTo>
                    <a:pt x="90" y="5"/>
                    <a:pt x="91" y="5"/>
                    <a:pt x="91" y="4"/>
                  </a:cubicBezTo>
                  <a:cubicBezTo>
                    <a:pt x="91" y="4"/>
                    <a:pt x="90" y="5"/>
                    <a:pt x="90" y="5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0" y="4"/>
                    <a:pt x="89" y="3"/>
                    <a:pt x="89" y="3"/>
                  </a:cubicBezTo>
                  <a:cubicBezTo>
                    <a:pt x="89" y="4"/>
                    <a:pt x="89" y="4"/>
                    <a:pt x="89" y="5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89" y="4"/>
                    <a:pt x="89" y="4"/>
                    <a:pt x="89" y="5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9" y="5"/>
                    <a:pt x="89" y="4"/>
                    <a:pt x="89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89" y="4"/>
                    <a:pt x="89" y="3"/>
                    <a:pt x="89" y="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2"/>
                    <a:pt x="88" y="2"/>
                    <a:pt x="88" y="3"/>
                  </a:cubicBezTo>
                  <a:cubicBezTo>
                    <a:pt x="86" y="2"/>
                    <a:pt x="84" y="3"/>
                    <a:pt x="83" y="3"/>
                  </a:cubicBezTo>
                  <a:cubicBezTo>
                    <a:pt x="82" y="3"/>
                    <a:pt x="81" y="3"/>
                    <a:pt x="81" y="3"/>
                  </a:cubicBezTo>
                  <a:cubicBezTo>
                    <a:pt x="80" y="3"/>
                    <a:pt x="79" y="3"/>
                    <a:pt x="78" y="3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1"/>
                    <a:pt x="74" y="0"/>
                    <a:pt x="75" y="1"/>
                  </a:cubicBezTo>
                  <a:cubicBezTo>
                    <a:pt x="72" y="0"/>
                    <a:pt x="63" y="4"/>
                    <a:pt x="58" y="5"/>
                  </a:cubicBezTo>
                  <a:cubicBezTo>
                    <a:pt x="54" y="5"/>
                    <a:pt x="40" y="13"/>
                    <a:pt x="41" y="12"/>
                  </a:cubicBezTo>
                  <a:cubicBezTo>
                    <a:pt x="43" y="14"/>
                    <a:pt x="32" y="19"/>
                    <a:pt x="34" y="17"/>
                  </a:cubicBezTo>
                  <a:cubicBezTo>
                    <a:pt x="26" y="23"/>
                    <a:pt x="26" y="30"/>
                    <a:pt x="21" y="35"/>
                  </a:cubicBezTo>
                  <a:cubicBezTo>
                    <a:pt x="20" y="34"/>
                    <a:pt x="23" y="30"/>
                    <a:pt x="22" y="30"/>
                  </a:cubicBezTo>
                  <a:cubicBezTo>
                    <a:pt x="21" y="33"/>
                    <a:pt x="15" y="47"/>
                    <a:pt x="13" y="45"/>
                  </a:cubicBezTo>
                  <a:cubicBezTo>
                    <a:pt x="12" y="57"/>
                    <a:pt x="12" y="49"/>
                    <a:pt x="12" y="48"/>
                  </a:cubicBezTo>
                  <a:cubicBezTo>
                    <a:pt x="0" y="61"/>
                    <a:pt x="9" y="91"/>
                    <a:pt x="17" y="105"/>
                  </a:cubicBezTo>
                  <a:cubicBezTo>
                    <a:pt x="24" y="118"/>
                    <a:pt x="34" y="137"/>
                    <a:pt x="43" y="146"/>
                  </a:cubicBezTo>
                  <a:cubicBezTo>
                    <a:pt x="42" y="147"/>
                    <a:pt x="42" y="147"/>
                    <a:pt x="43" y="147"/>
                  </a:cubicBezTo>
                  <a:cubicBezTo>
                    <a:pt x="47" y="167"/>
                    <a:pt x="80" y="172"/>
                    <a:pt x="97" y="164"/>
                  </a:cubicBezTo>
                  <a:cubicBezTo>
                    <a:pt x="105" y="159"/>
                    <a:pt x="116" y="152"/>
                    <a:pt x="120" y="143"/>
                  </a:cubicBezTo>
                  <a:cubicBezTo>
                    <a:pt x="122" y="140"/>
                    <a:pt x="131" y="121"/>
                    <a:pt x="131" y="123"/>
                  </a:cubicBezTo>
                  <a:cubicBezTo>
                    <a:pt x="135" y="112"/>
                    <a:pt x="144" y="105"/>
                    <a:pt x="146" y="93"/>
                  </a:cubicBezTo>
                  <a:cubicBezTo>
                    <a:pt x="148" y="80"/>
                    <a:pt x="152" y="68"/>
                    <a:pt x="147" y="55"/>
                  </a:cubicBezTo>
                  <a:cubicBezTo>
                    <a:pt x="149" y="54"/>
                    <a:pt x="148" y="59"/>
                    <a:pt x="150" y="59"/>
                  </a:cubicBezTo>
                  <a:close/>
                  <a:moveTo>
                    <a:pt x="142" y="53"/>
                  </a:moveTo>
                  <a:cubicBezTo>
                    <a:pt x="143" y="55"/>
                    <a:pt x="144" y="56"/>
                    <a:pt x="142" y="53"/>
                  </a:cubicBezTo>
                  <a:close/>
                  <a:moveTo>
                    <a:pt x="141" y="51"/>
                  </a:moveTo>
                  <a:cubicBezTo>
                    <a:pt x="141" y="51"/>
                    <a:pt x="141" y="52"/>
                    <a:pt x="141" y="52"/>
                  </a:cubicBezTo>
                  <a:cubicBezTo>
                    <a:pt x="141" y="52"/>
                    <a:pt x="141" y="51"/>
                    <a:pt x="140" y="50"/>
                  </a:cubicBezTo>
                  <a:cubicBezTo>
                    <a:pt x="141" y="51"/>
                    <a:pt x="141" y="51"/>
                    <a:pt x="141" y="51"/>
                  </a:cubicBezTo>
                  <a:close/>
                  <a:moveTo>
                    <a:pt x="89" y="5"/>
                  </a:moveTo>
                  <a:cubicBezTo>
                    <a:pt x="89" y="5"/>
                    <a:pt x="89" y="5"/>
                    <a:pt x="89" y="5"/>
                  </a:cubicBezTo>
                  <a:cubicBezTo>
                    <a:pt x="89" y="5"/>
                    <a:pt x="89" y="6"/>
                    <a:pt x="89" y="6"/>
                  </a:cubicBezTo>
                  <a:cubicBezTo>
                    <a:pt x="89" y="6"/>
                    <a:pt x="89" y="5"/>
                    <a:pt x="89" y="5"/>
                  </a:cubicBezTo>
                  <a:close/>
                  <a:moveTo>
                    <a:pt x="9" y="66"/>
                  </a:moveTo>
                  <a:cubicBezTo>
                    <a:pt x="10" y="64"/>
                    <a:pt x="10" y="63"/>
                    <a:pt x="9" y="66"/>
                  </a:cubicBezTo>
                  <a:close/>
                  <a:moveTo>
                    <a:pt x="144" y="85"/>
                  </a:moveTo>
                  <a:cubicBezTo>
                    <a:pt x="142" y="99"/>
                    <a:pt x="129" y="108"/>
                    <a:pt x="128" y="118"/>
                  </a:cubicBezTo>
                  <a:cubicBezTo>
                    <a:pt x="128" y="117"/>
                    <a:pt x="120" y="132"/>
                    <a:pt x="119" y="135"/>
                  </a:cubicBezTo>
                  <a:cubicBezTo>
                    <a:pt x="121" y="123"/>
                    <a:pt x="116" y="135"/>
                    <a:pt x="119" y="133"/>
                  </a:cubicBezTo>
                  <a:cubicBezTo>
                    <a:pt x="119" y="137"/>
                    <a:pt x="115" y="142"/>
                    <a:pt x="112" y="145"/>
                  </a:cubicBezTo>
                  <a:cubicBezTo>
                    <a:pt x="106" y="153"/>
                    <a:pt x="100" y="154"/>
                    <a:pt x="96" y="157"/>
                  </a:cubicBezTo>
                  <a:cubicBezTo>
                    <a:pt x="91" y="161"/>
                    <a:pt x="75" y="161"/>
                    <a:pt x="65" y="158"/>
                  </a:cubicBezTo>
                  <a:cubicBezTo>
                    <a:pt x="49" y="154"/>
                    <a:pt x="50" y="141"/>
                    <a:pt x="41" y="132"/>
                  </a:cubicBezTo>
                  <a:cubicBezTo>
                    <a:pt x="44" y="127"/>
                    <a:pt x="27" y="108"/>
                    <a:pt x="24" y="103"/>
                  </a:cubicBezTo>
                  <a:cubicBezTo>
                    <a:pt x="18" y="94"/>
                    <a:pt x="7" y="74"/>
                    <a:pt x="14" y="64"/>
                  </a:cubicBezTo>
                  <a:cubicBezTo>
                    <a:pt x="14" y="65"/>
                    <a:pt x="13" y="67"/>
                    <a:pt x="13" y="68"/>
                  </a:cubicBezTo>
                  <a:cubicBezTo>
                    <a:pt x="14" y="67"/>
                    <a:pt x="18" y="59"/>
                    <a:pt x="16" y="56"/>
                  </a:cubicBezTo>
                  <a:cubicBezTo>
                    <a:pt x="15" y="57"/>
                    <a:pt x="15" y="58"/>
                    <a:pt x="15" y="59"/>
                  </a:cubicBezTo>
                  <a:cubicBezTo>
                    <a:pt x="10" y="41"/>
                    <a:pt x="39" y="23"/>
                    <a:pt x="49" y="15"/>
                  </a:cubicBezTo>
                  <a:cubicBezTo>
                    <a:pt x="56" y="10"/>
                    <a:pt x="63" y="9"/>
                    <a:pt x="71" y="7"/>
                  </a:cubicBezTo>
                  <a:cubicBezTo>
                    <a:pt x="75" y="7"/>
                    <a:pt x="81" y="7"/>
                    <a:pt x="85" y="6"/>
                  </a:cubicBezTo>
                  <a:cubicBezTo>
                    <a:pt x="86" y="7"/>
                    <a:pt x="87" y="7"/>
                    <a:pt x="88" y="7"/>
                  </a:cubicBezTo>
                  <a:cubicBezTo>
                    <a:pt x="88" y="8"/>
                    <a:pt x="88" y="7"/>
                    <a:pt x="88" y="7"/>
                  </a:cubicBezTo>
                  <a:cubicBezTo>
                    <a:pt x="89" y="8"/>
                    <a:pt x="91" y="8"/>
                    <a:pt x="92" y="9"/>
                  </a:cubicBezTo>
                  <a:cubicBezTo>
                    <a:pt x="90" y="10"/>
                    <a:pt x="104" y="11"/>
                    <a:pt x="107" y="15"/>
                  </a:cubicBezTo>
                  <a:cubicBezTo>
                    <a:pt x="105" y="11"/>
                    <a:pt x="116" y="19"/>
                    <a:pt x="117" y="19"/>
                  </a:cubicBezTo>
                  <a:cubicBezTo>
                    <a:pt x="117" y="19"/>
                    <a:pt x="116" y="19"/>
                    <a:pt x="115" y="19"/>
                  </a:cubicBezTo>
                  <a:cubicBezTo>
                    <a:pt x="115" y="19"/>
                    <a:pt x="119" y="22"/>
                    <a:pt x="117" y="20"/>
                  </a:cubicBezTo>
                  <a:cubicBezTo>
                    <a:pt x="118" y="21"/>
                    <a:pt x="129" y="31"/>
                    <a:pt x="132" y="34"/>
                  </a:cubicBezTo>
                  <a:cubicBezTo>
                    <a:pt x="132" y="35"/>
                    <a:pt x="132" y="35"/>
                    <a:pt x="131" y="35"/>
                  </a:cubicBezTo>
                  <a:cubicBezTo>
                    <a:pt x="133" y="37"/>
                    <a:pt x="137" y="41"/>
                    <a:pt x="138" y="43"/>
                  </a:cubicBezTo>
                  <a:cubicBezTo>
                    <a:pt x="139" y="43"/>
                    <a:pt x="139" y="51"/>
                    <a:pt x="140" y="53"/>
                  </a:cubicBezTo>
                  <a:cubicBezTo>
                    <a:pt x="141" y="52"/>
                    <a:pt x="141" y="52"/>
                    <a:pt x="141" y="53"/>
                  </a:cubicBezTo>
                  <a:cubicBezTo>
                    <a:pt x="142" y="57"/>
                    <a:pt x="144" y="62"/>
                    <a:pt x="144" y="66"/>
                  </a:cubicBezTo>
                  <a:cubicBezTo>
                    <a:pt x="146" y="76"/>
                    <a:pt x="144" y="75"/>
                    <a:pt x="144" y="85"/>
                  </a:cubicBezTo>
                  <a:close/>
                  <a:moveTo>
                    <a:pt x="16" y="58"/>
                  </a:moveTo>
                  <a:cubicBezTo>
                    <a:pt x="16" y="59"/>
                    <a:pt x="16" y="59"/>
                    <a:pt x="16" y="59"/>
                  </a:cubicBezTo>
                  <a:cubicBezTo>
                    <a:pt x="16" y="59"/>
                    <a:pt x="16" y="57"/>
                    <a:pt x="16" y="5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Freeform 8999"/>
            <p:cNvSpPr>
              <a:spLocks/>
            </p:cNvSpPr>
            <p:nvPr/>
          </p:nvSpPr>
          <p:spPr bwMode="auto">
            <a:xfrm>
              <a:off x="303212" y="714375"/>
              <a:ext cx="65088" cy="41275"/>
            </a:xfrm>
            <a:custGeom>
              <a:avLst/>
              <a:gdLst>
                <a:gd name="T0" fmla="*/ 16 w 17"/>
                <a:gd name="T1" fmla="*/ 1 h 11"/>
                <a:gd name="T2" fmla="*/ 1 w 17"/>
                <a:gd name="T3" fmla="*/ 10 h 11"/>
                <a:gd name="T4" fmla="*/ 2 w 17"/>
                <a:gd name="T5" fmla="*/ 10 h 11"/>
                <a:gd name="T6" fmla="*/ 16 w 17"/>
                <a:gd name="T7" fmla="*/ 1 h 11"/>
                <a:gd name="T8" fmla="*/ 16 w 17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6" y="1"/>
                  </a:moveTo>
                  <a:cubicBezTo>
                    <a:pt x="11" y="4"/>
                    <a:pt x="6" y="7"/>
                    <a:pt x="1" y="10"/>
                  </a:cubicBezTo>
                  <a:cubicBezTo>
                    <a:pt x="0" y="10"/>
                    <a:pt x="1" y="11"/>
                    <a:pt x="2" y="10"/>
                  </a:cubicBezTo>
                  <a:cubicBezTo>
                    <a:pt x="7" y="7"/>
                    <a:pt x="12" y="4"/>
                    <a:pt x="16" y="1"/>
                  </a:cubicBezTo>
                  <a:cubicBezTo>
                    <a:pt x="17" y="1"/>
                    <a:pt x="16" y="0"/>
                    <a:pt x="1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4" name="Freeform 9000"/>
            <p:cNvSpPr>
              <a:spLocks/>
            </p:cNvSpPr>
            <p:nvPr/>
          </p:nvSpPr>
          <p:spPr bwMode="auto">
            <a:xfrm>
              <a:off x="258762" y="657225"/>
              <a:ext cx="142875" cy="79375"/>
            </a:xfrm>
            <a:custGeom>
              <a:avLst/>
              <a:gdLst>
                <a:gd name="T0" fmla="*/ 2 w 38"/>
                <a:gd name="T1" fmla="*/ 21 h 21"/>
                <a:gd name="T2" fmla="*/ 37 w 38"/>
                <a:gd name="T3" fmla="*/ 1 h 21"/>
                <a:gd name="T4" fmla="*/ 37 w 38"/>
                <a:gd name="T5" fmla="*/ 0 h 21"/>
                <a:gd name="T6" fmla="*/ 1 w 38"/>
                <a:gd name="T7" fmla="*/ 20 h 21"/>
                <a:gd name="T8" fmla="*/ 2 w 38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1">
                  <a:moveTo>
                    <a:pt x="2" y="21"/>
                  </a:moveTo>
                  <a:cubicBezTo>
                    <a:pt x="14" y="14"/>
                    <a:pt x="25" y="7"/>
                    <a:pt x="37" y="1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24" y="6"/>
                    <a:pt x="13" y="13"/>
                    <a:pt x="1" y="20"/>
                  </a:cubicBezTo>
                  <a:cubicBezTo>
                    <a:pt x="0" y="21"/>
                    <a:pt x="1" y="21"/>
                    <a:pt x="2" y="2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Freeform 9001"/>
            <p:cNvSpPr>
              <a:spLocks/>
            </p:cNvSpPr>
            <p:nvPr/>
          </p:nvSpPr>
          <p:spPr bwMode="auto">
            <a:xfrm>
              <a:off x="239712" y="650875"/>
              <a:ext cx="117475" cy="77788"/>
            </a:xfrm>
            <a:custGeom>
              <a:avLst/>
              <a:gdLst>
                <a:gd name="T0" fmla="*/ 30 w 31"/>
                <a:gd name="T1" fmla="*/ 0 h 21"/>
                <a:gd name="T2" fmla="*/ 1 w 31"/>
                <a:gd name="T3" fmla="*/ 20 h 21"/>
                <a:gd name="T4" fmla="*/ 2 w 31"/>
                <a:gd name="T5" fmla="*/ 20 h 21"/>
                <a:gd name="T6" fmla="*/ 31 w 31"/>
                <a:gd name="T7" fmla="*/ 1 h 21"/>
                <a:gd name="T8" fmla="*/ 30 w 31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0" y="0"/>
                  </a:moveTo>
                  <a:cubicBezTo>
                    <a:pt x="20" y="7"/>
                    <a:pt x="11" y="13"/>
                    <a:pt x="1" y="20"/>
                  </a:cubicBezTo>
                  <a:cubicBezTo>
                    <a:pt x="0" y="21"/>
                    <a:pt x="2" y="21"/>
                    <a:pt x="2" y="20"/>
                  </a:cubicBezTo>
                  <a:cubicBezTo>
                    <a:pt x="11" y="14"/>
                    <a:pt x="21" y="7"/>
                    <a:pt x="31" y="1"/>
                  </a:cubicBezTo>
                  <a:cubicBezTo>
                    <a:pt x="31" y="0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6" name="Freeform 9002"/>
            <p:cNvSpPr>
              <a:spLocks/>
            </p:cNvSpPr>
            <p:nvPr/>
          </p:nvSpPr>
          <p:spPr bwMode="auto">
            <a:xfrm>
              <a:off x="220662" y="657225"/>
              <a:ext cx="87313" cy="53975"/>
            </a:xfrm>
            <a:custGeom>
              <a:avLst/>
              <a:gdLst>
                <a:gd name="T0" fmla="*/ 2 w 23"/>
                <a:gd name="T1" fmla="*/ 13 h 14"/>
                <a:gd name="T2" fmla="*/ 22 w 23"/>
                <a:gd name="T3" fmla="*/ 0 h 14"/>
                <a:gd name="T4" fmla="*/ 21 w 23"/>
                <a:gd name="T5" fmla="*/ 0 h 14"/>
                <a:gd name="T6" fmla="*/ 1 w 23"/>
                <a:gd name="T7" fmla="*/ 13 h 14"/>
                <a:gd name="T8" fmla="*/ 2 w 2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4">
                  <a:moveTo>
                    <a:pt x="2" y="13"/>
                  </a:moveTo>
                  <a:cubicBezTo>
                    <a:pt x="9" y="9"/>
                    <a:pt x="15" y="5"/>
                    <a:pt x="22" y="0"/>
                  </a:cubicBezTo>
                  <a:cubicBezTo>
                    <a:pt x="23" y="0"/>
                    <a:pt x="22" y="0"/>
                    <a:pt x="21" y="0"/>
                  </a:cubicBezTo>
                  <a:cubicBezTo>
                    <a:pt x="15" y="4"/>
                    <a:pt x="8" y="8"/>
                    <a:pt x="1" y="13"/>
                  </a:cubicBezTo>
                  <a:cubicBezTo>
                    <a:pt x="0" y="13"/>
                    <a:pt x="1" y="14"/>
                    <a:pt x="2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7" name="Freeform 9003"/>
            <p:cNvSpPr>
              <a:spLocks/>
            </p:cNvSpPr>
            <p:nvPr/>
          </p:nvSpPr>
          <p:spPr bwMode="auto">
            <a:xfrm>
              <a:off x="214312" y="657225"/>
              <a:ext cx="63500" cy="41275"/>
            </a:xfrm>
            <a:custGeom>
              <a:avLst/>
              <a:gdLst>
                <a:gd name="T0" fmla="*/ 15 w 17"/>
                <a:gd name="T1" fmla="*/ 0 h 11"/>
                <a:gd name="T2" fmla="*/ 1 w 17"/>
                <a:gd name="T3" fmla="*/ 10 h 11"/>
                <a:gd name="T4" fmla="*/ 2 w 17"/>
                <a:gd name="T5" fmla="*/ 11 h 11"/>
                <a:gd name="T6" fmla="*/ 16 w 17"/>
                <a:gd name="T7" fmla="*/ 1 h 11"/>
                <a:gd name="T8" fmla="*/ 15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5" y="0"/>
                  </a:moveTo>
                  <a:cubicBezTo>
                    <a:pt x="11" y="3"/>
                    <a:pt x="6" y="7"/>
                    <a:pt x="1" y="10"/>
                  </a:cubicBezTo>
                  <a:cubicBezTo>
                    <a:pt x="0" y="11"/>
                    <a:pt x="1" y="11"/>
                    <a:pt x="2" y="11"/>
                  </a:cubicBezTo>
                  <a:cubicBezTo>
                    <a:pt x="7" y="7"/>
                    <a:pt x="12" y="4"/>
                    <a:pt x="16" y="1"/>
                  </a:cubicBezTo>
                  <a:cubicBezTo>
                    <a:pt x="17" y="0"/>
                    <a:pt x="16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8" name="Freeform 9004"/>
            <p:cNvSpPr>
              <a:spLocks/>
            </p:cNvSpPr>
            <p:nvPr/>
          </p:nvSpPr>
          <p:spPr bwMode="auto">
            <a:xfrm>
              <a:off x="303212" y="555625"/>
              <a:ext cx="112713" cy="49213"/>
            </a:xfrm>
            <a:custGeom>
              <a:avLst/>
              <a:gdLst>
                <a:gd name="T0" fmla="*/ 2 w 30"/>
                <a:gd name="T1" fmla="*/ 13 h 13"/>
                <a:gd name="T2" fmla="*/ 22 w 30"/>
                <a:gd name="T3" fmla="*/ 3 h 13"/>
                <a:gd name="T4" fmla="*/ 25 w 30"/>
                <a:gd name="T5" fmla="*/ 2 h 13"/>
                <a:gd name="T6" fmla="*/ 24 w 30"/>
                <a:gd name="T7" fmla="*/ 4 h 13"/>
                <a:gd name="T8" fmla="*/ 16 w 30"/>
                <a:gd name="T9" fmla="*/ 10 h 13"/>
                <a:gd name="T10" fmla="*/ 17 w 30"/>
                <a:gd name="T11" fmla="*/ 11 h 13"/>
                <a:gd name="T12" fmla="*/ 29 w 30"/>
                <a:gd name="T13" fmla="*/ 1 h 13"/>
                <a:gd name="T14" fmla="*/ 29 w 30"/>
                <a:gd name="T15" fmla="*/ 0 h 13"/>
                <a:gd name="T16" fmla="*/ 1 w 30"/>
                <a:gd name="T17" fmla="*/ 12 h 13"/>
                <a:gd name="T18" fmla="*/ 2 w 3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13">
                  <a:moveTo>
                    <a:pt x="2" y="13"/>
                  </a:moveTo>
                  <a:cubicBezTo>
                    <a:pt x="8" y="9"/>
                    <a:pt x="15" y="6"/>
                    <a:pt x="22" y="3"/>
                  </a:cubicBezTo>
                  <a:cubicBezTo>
                    <a:pt x="23" y="3"/>
                    <a:pt x="24" y="2"/>
                    <a:pt x="25" y="2"/>
                  </a:cubicBezTo>
                  <a:cubicBezTo>
                    <a:pt x="30" y="1"/>
                    <a:pt x="25" y="3"/>
                    <a:pt x="24" y="4"/>
                  </a:cubicBezTo>
                  <a:cubicBezTo>
                    <a:pt x="21" y="6"/>
                    <a:pt x="19" y="8"/>
                    <a:pt x="16" y="10"/>
                  </a:cubicBezTo>
                  <a:cubicBezTo>
                    <a:pt x="15" y="11"/>
                    <a:pt x="16" y="11"/>
                    <a:pt x="17" y="11"/>
                  </a:cubicBezTo>
                  <a:cubicBezTo>
                    <a:pt x="21" y="8"/>
                    <a:pt x="25" y="4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  <a:cubicBezTo>
                    <a:pt x="19" y="3"/>
                    <a:pt x="10" y="7"/>
                    <a:pt x="1" y="12"/>
                  </a:cubicBezTo>
                  <a:cubicBezTo>
                    <a:pt x="0" y="12"/>
                    <a:pt x="1" y="13"/>
                    <a:pt x="2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Freeform 9005"/>
            <p:cNvSpPr>
              <a:spLocks/>
            </p:cNvSpPr>
            <p:nvPr/>
          </p:nvSpPr>
          <p:spPr bwMode="auto">
            <a:xfrm>
              <a:off x="192087" y="657225"/>
              <a:ext cx="36513" cy="23813"/>
            </a:xfrm>
            <a:custGeom>
              <a:avLst/>
              <a:gdLst>
                <a:gd name="T0" fmla="*/ 2 w 10"/>
                <a:gd name="T1" fmla="*/ 5 h 6"/>
                <a:gd name="T2" fmla="*/ 10 w 10"/>
                <a:gd name="T3" fmla="*/ 0 h 6"/>
                <a:gd name="T4" fmla="*/ 9 w 10"/>
                <a:gd name="T5" fmla="*/ 0 h 6"/>
                <a:gd name="T6" fmla="*/ 1 w 10"/>
                <a:gd name="T7" fmla="*/ 5 h 6"/>
                <a:gd name="T8" fmla="*/ 2 w 10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2" y="5"/>
                  </a:moveTo>
                  <a:cubicBezTo>
                    <a:pt x="4" y="4"/>
                    <a:pt x="7" y="2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2"/>
                    <a:pt x="4" y="3"/>
                    <a:pt x="1" y="5"/>
                  </a:cubicBezTo>
                  <a:cubicBezTo>
                    <a:pt x="0" y="5"/>
                    <a:pt x="1" y="6"/>
                    <a:pt x="2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Freeform 9006"/>
            <p:cNvSpPr>
              <a:spLocks/>
            </p:cNvSpPr>
            <p:nvPr/>
          </p:nvSpPr>
          <p:spPr bwMode="auto">
            <a:xfrm>
              <a:off x="225425" y="484188"/>
              <a:ext cx="239713" cy="125413"/>
            </a:xfrm>
            <a:custGeom>
              <a:avLst/>
              <a:gdLst>
                <a:gd name="T0" fmla="*/ 2 w 64"/>
                <a:gd name="T1" fmla="*/ 32 h 33"/>
                <a:gd name="T2" fmla="*/ 52 w 64"/>
                <a:gd name="T3" fmla="*/ 5 h 33"/>
                <a:gd name="T4" fmla="*/ 39 w 64"/>
                <a:gd name="T5" fmla="*/ 17 h 33"/>
                <a:gd name="T6" fmla="*/ 15 w 64"/>
                <a:gd name="T7" fmla="*/ 32 h 33"/>
                <a:gd name="T8" fmla="*/ 16 w 64"/>
                <a:gd name="T9" fmla="*/ 32 h 33"/>
                <a:gd name="T10" fmla="*/ 60 w 64"/>
                <a:gd name="T11" fmla="*/ 2 h 33"/>
                <a:gd name="T12" fmla="*/ 59 w 64"/>
                <a:gd name="T13" fmla="*/ 2 h 33"/>
                <a:gd name="T14" fmla="*/ 1 w 64"/>
                <a:gd name="T15" fmla="*/ 32 h 33"/>
                <a:gd name="T16" fmla="*/ 2 w 64"/>
                <a:gd name="T17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33">
                  <a:moveTo>
                    <a:pt x="2" y="32"/>
                  </a:moveTo>
                  <a:cubicBezTo>
                    <a:pt x="18" y="22"/>
                    <a:pt x="34" y="12"/>
                    <a:pt x="52" y="5"/>
                  </a:cubicBezTo>
                  <a:cubicBezTo>
                    <a:pt x="64" y="0"/>
                    <a:pt x="42" y="15"/>
                    <a:pt x="39" y="17"/>
                  </a:cubicBezTo>
                  <a:cubicBezTo>
                    <a:pt x="31" y="22"/>
                    <a:pt x="23" y="27"/>
                    <a:pt x="15" y="32"/>
                  </a:cubicBezTo>
                  <a:cubicBezTo>
                    <a:pt x="14" y="33"/>
                    <a:pt x="16" y="32"/>
                    <a:pt x="16" y="32"/>
                  </a:cubicBezTo>
                  <a:cubicBezTo>
                    <a:pt x="31" y="23"/>
                    <a:pt x="46" y="13"/>
                    <a:pt x="60" y="2"/>
                  </a:cubicBezTo>
                  <a:cubicBezTo>
                    <a:pt x="61" y="1"/>
                    <a:pt x="59" y="2"/>
                    <a:pt x="59" y="2"/>
                  </a:cubicBezTo>
                  <a:cubicBezTo>
                    <a:pt x="38" y="9"/>
                    <a:pt x="19" y="20"/>
                    <a:pt x="1" y="32"/>
                  </a:cubicBezTo>
                  <a:cubicBezTo>
                    <a:pt x="0" y="33"/>
                    <a:pt x="1" y="33"/>
                    <a:pt x="2" y="3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Freeform 9007"/>
            <p:cNvSpPr>
              <a:spLocks/>
            </p:cNvSpPr>
            <p:nvPr/>
          </p:nvSpPr>
          <p:spPr bwMode="auto">
            <a:xfrm>
              <a:off x="220662" y="417513"/>
              <a:ext cx="293688" cy="192088"/>
            </a:xfrm>
            <a:custGeom>
              <a:avLst/>
              <a:gdLst>
                <a:gd name="T0" fmla="*/ 76 w 78"/>
                <a:gd name="T1" fmla="*/ 0 h 51"/>
                <a:gd name="T2" fmla="*/ 1 w 78"/>
                <a:gd name="T3" fmla="*/ 50 h 51"/>
                <a:gd name="T4" fmla="*/ 2 w 78"/>
                <a:gd name="T5" fmla="*/ 51 h 51"/>
                <a:gd name="T6" fmla="*/ 77 w 78"/>
                <a:gd name="T7" fmla="*/ 1 h 51"/>
                <a:gd name="T8" fmla="*/ 76 w 78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1">
                  <a:moveTo>
                    <a:pt x="76" y="0"/>
                  </a:moveTo>
                  <a:cubicBezTo>
                    <a:pt x="51" y="17"/>
                    <a:pt x="26" y="34"/>
                    <a:pt x="1" y="50"/>
                  </a:cubicBezTo>
                  <a:cubicBezTo>
                    <a:pt x="0" y="51"/>
                    <a:pt x="1" y="51"/>
                    <a:pt x="2" y="51"/>
                  </a:cubicBezTo>
                  <a:cubicBezTo>
                    <a:pt x="27" y="34"/>
                    <a:pt x="52" y="18"/>
                    <a:pt x="77" y="1"/>
                  </a:cubicBezTo>
                  <a:cubicBezTo>
                    <a:pt x="78" y="0"/>
                    <a:pt x="77" y="0"/>
                    <a:pt x="7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Freeform 9008"/>
            <p:cNvSpPr>
              <a:spLocks/>
            </p:cNvSpPr>
            <p:nvPr/>
          </p:nvSpPr>
          <p:spPr bwMode="auto">
            <a:xfrm>
              <a:off x="195262" y="398463"/>
              <a:ext cx="327025" cy="184150"/>
            </a:xfrm>
            <a:custGeom>
              <a:avLst/>
              <a:gdLst>
                <a:gd name="T0" fmla="*/ 2 w 87"/>
                <a:gd name="T1" fmla="*/ 49 h 49"/>
                <a:gd name="T2" fmla="*/ 86 w 87"/>
                <a:gd name="T3" fmla="*/ 0 h 49"/>
                <a:gd name="T4" fmla="*/ 86 w 87"/>
                <a:gd name="T5" fmla="*/ 0 h 49"/>
                <a:gd name="T6" fmla="*/ 1 w 87"/>
                <a:gd name="T7" fmla="*/ 49 h 49"/>
                <a:gd name="T8" fmla="*/ 2 w 87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49">
                  <a:moveTo>
                    <a:pt x="2" y="49"/>
                  </a:moveTo>
                  <a:cubicBezTo>
                    <a:pt x="30" y="33"/>
                    <a:pt x="56" y="14"/>
                    <a:pt x="86" y="0"/>
                  </a:cubicBezTo>
                  <a:cubicBezTo>
                    <a:pt x="87" y="0"/>
                    <a:pt x="86" y="0"/>
                    <a:pt x="86" y="0"/>
                  </a:cubicBezTo>
                  <a:cubicBezTo>
                    <a:pt x="56" y="13"/>
                    <a:pt x="29" y="33"/>
                    <a:pt x="1" y="49"/>
                  </a:cubicBezTo>
                  <a:cubicBezTo>
                    <a:pt x="0" y="49"/>
                    <a:pt x="1" y="49"/>
                    <a:pt x="2" y="4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Freeform 9009"/>
            <p:cNvSpPr>
              <a:spLocks/>
            </p:cNvSpPr>
            <p:nvPr/>
          </p:nvSpPr>
          <p:spPr bwMode="auto">
            <a:xfrm>
              <a:off x="184150" y="330200"/>
              <a:ext cx="360363" cy="233363"/>
            </a:xfrm>
            <a:custGeom>
              <a:avLst/>
              <a:gdLst>
                <a:gd name="T0" fmla="*/ 94 w 96"/>
                <a:gd name="T1" fmla="*/ 0 h 62"/>
                <a:gd name="T2" fmla="*/ 1 w 96"/>
                <a:gd name="T3" fmla="*/ 61 h 62"/>
                <a:gd name="T4" fmla="*/ 2 w 96"/>
                <a:gd name="T5" fmla="*/ 61 h 62"/>
                <a:gd name="T6" fmla="*/ 95 w 96"/>
                <a:gd name="T7" fmla="*/ 0 h 62"/>
                <a:gd name="T8" fmla="*/ 94 w 96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2">
                  <a:moveTo>
                    <a:pt x="94" y="0"/>
                  </a:moveTo>
                  <a:cubicBezTo>
                    <a:pt x="64" y="22"/>
                    <a:pt x="32" y="41"/>
                    <a:pt x="1" y="61"/>
                  </a:cubicBezTo>
                  <a:cubicBezTo>
                    <a:pt x="0" y="62"/>
                    <a:pt x="2" y="62"/>
                    <a:pt x="2" y="61"/>
                  </a:cubicBezTo>
                  <a:cubicBezTo>
                    <a:pt x="33" y="41"/>
                    <a:pt x="65" y="22"/>
                    <a:pt x="95" y="0"/>
                  </a:cubicBezTo>
                  <a:cubicBezTo>
                    <a:pt x="96" y="0"/>
                    <a:pt x="94" y="0"/>
                    <a:pt x="9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Freeform 9010"/>
            <p:cNvSpPr>
              <a:spLocks/>
            </p:cNvSpPr>
            <p:nvPr/>
          </p:nvSpPr>
          <p:spPr bwMode="auto">
            <a:xfrm>
              <a:off x="168275" y="327025"/>
              <a:ext cx="371475" cy="203200"/>
            </a:xfrm>
            <a:custGeom>
              <a:avLst/>
              <a:gdLst>
                <a:gd name="T0" fmla="*/ 2 w 99"/>
                <a:gd name="T1" fmla="*/ 53 h 54"/>
                <a:gd name="T2" fmla="*/ 98 w 99"/>
                <a:gd name="T3" fmla="*/ 0 h 54"/>
                <a:gd name="T4" fmla="*/ 98 w 99"/>
                <a:gd name="T5" fmla="*/ 0 h 54"/>
                <a:gd name="T6" fmla="*/ 1 w 99"/>
                <a:gd name="T7" fmla="*/ 53 h 54"/>
                <a:gd name="T8" fmla="*/ 2 w 99"/>
                <a:gd name="T9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54">
                  <a:moveTo>
                    <a:pt x="2" y="53"/>
                  </a:moveTo>
                  <a:cubicBezTo>
                    <a:pt x="33" y="34"/>
                    <a:pt x="63" y="13"/>
                    <a:pt x="98" y="0"/>
                  </a:cubicBezTo>
                  <a:cubicBezTo>
                    <a:pt x="99" y="0"/>
                    <a:pt x="98" y="0"/>
                    <a:pt x="98" y="0"/>
                  </a:cubicBezTo>
                  <a:cubicBezTo>
                    <a:pt x="63" y="13"/>
                    <a:pt x="32" y="34"/>
                    <a:pt x="1" y="53"/>
                  </a:cubicBezTo>
                  <a:cubicBezTo>
                    <a:pt x="0" y="54"/>
                    <a:pt x="1" y="54"/>
                    <a:pt x="2" y="5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Freeform 9011"/>
            <p:cNvSpPr>
              <a:spLocks/>
            </p:cNvSpPr>
            <p:nvPr/>
          </p:nvSpPr>
          <p:spPr bwMode="auto">
            <a:xfrm>
              <a:off x="142875" y="266700"/>
              <a:ext cx="396875" cy="247650"/>
            </a:xfrm>
            <a:custGeom>
              <a:avLst/>
              <a:gdLst>
                <a:gd name="T0" fmla="*/ 2 w 106"/>
                <a:gd name="T1" fmla="*/ 57 h 66"/>
                <a:gd name="T2" fmla="*/ 41 w 106"/>
                <a:gd name="T3" fmla="*/ 33 h 66"/>
                <a:gd name="T4" fmla="*/ 69 w 106"/>
                <a:gd name="T5" fmla="*/ 16 h 66"/>
                <a:gd name="T6" fmla="*/ 86 w 106"/>
                <a:gd name="T7" fmla="*/ 7 h 66"/>
                <a:gd name="T8" fmla="*/ 95 w 106"/>
                <a:gd name="T9" fmla="*/ 9 h 66"/>
                <a:gd name="T10" fmla="*/ 6 w 106"/>
                <a:gd name="T11" fmla="*/ 65 h 66"/>
                <a:gd name="T12" fmla="*/ 7 w 106"/>
                <a:gd name="T13" fmla="*/ 66 h 66"/>
                <a:gd name="T14" fmla="*/ 105 w 106"/>
                <a:gd name="T15" fmla="*/ 1 h 66"/>
                <a:gd name="T16" fmla="*/ 105 w 106"/>
                <a:gd name="T17" fmla="*/ 0 h 66"/>
                <a:gd name="T18" fmla="*/ 1 w 106"/>
                <a:gd name="T19" fmla="*/ 57 h 66"/>
                <a:gd name="T20" fmla="*/ 2 w 106"/>
                <a:gd name="T21" fmla="*/ 5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6" h="66">
                  <a:moveTo>
                    <a:pt x="2" y="57"/>
                  </a:moveTo>
                  <a:cubicBezTo>
                    <a:pt x="15" y="50"/>
                    <a:pt x="28" y="41"/>
                    <a:pt x="41" y="33"/>
                  </a:cubicBezTo>
                  <a:cubicBezTo>
                    <a:pt x="50" y="27"/>
                    <a:pt x="59" y="21"/>
                    <a:pt x="69" y="16"/>
                  </a:cubicBezTo>
                  <a:cubicBezTo>
                    <a:pt x="74" y="13"/>
                    <a:pt x="80" y="10"/>
                    <a:pt x="86" y="7"/>
                  </a:cubicBezTo>
                  <a:cubicBezTo>
                    <a:pt x="91" y="3"/>
                    <a:pt x="94" y="4"/>
                    <a:pt x="95" y="9"/>
                  </a:cubicBezTo>
                  <a:cubicBezTo>
                    <a:pt x="69" y="32"/>
                    <a:pt x="34" y="45"/>
                    <a:pt x="6" y="65"/>
                  </a:cubicBezTo>
                  <a:cubicBezTo>
                    <a:pt x="6" y="66"/>
                    <a:pt x="7" y="66"/>
                    <a:pt x="7" y="66"/>
                  </a:cubicBezTo>
                  <a:cubicBezTo>
                    <a:pt x="39" y="42"/>
                    <a:pt x="77" y="28"/>
                    <a:pt x="105" y="1"/>
                  </a:cubicBezTo>
                  <a:cubicBezTo>
                    <a:pt x="106" y="0"/>
                    <a:pt x="105" y="0"/>
                    <a:pt x="105" y="0"/>
                  </a:cubicBezTo>
                  <a:cubicBezTo>
                    <a:pt x="66" y="12"/>
                    <a:pt x="36" y="38"/>
                    <a:pt x="1" y="57"/>
                  </a:cubicBezTo>
                  <a:cubicBezTo>
                    <a:pt x="0" y="57"/>
                    <a:pt x="1" y="57"/>
                    <a:pt x="2" y="5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Freeform 9012"/>
            <p:cNvSpPr>
              <a:spLocks/>
            </p:cNvSpPr>
            <p:nvPr/>
          </p:nvSpPr>
          <p:spPr bwMode="auto">
            <a:xfrm>
              <a:off x="131762" y="206375"/>
              <a:ext cx="415925" cy="260350"/>
            </a:xfrm>
            <a:custGeom>
              <a:avLst/>
              <a:gdLst>
                <a:gd name="T0" fmla="*/ 109 w 111"/>
                <a:gd name="T1" fmla="*/ 0 h 69"/>
                <a:gd name="T2" fmla="*/ 0 w 111"/>
                <a:gd name="T3" fmla="*/ 69 h 69"/>
                <a:gd name="T4" fmla="*/ 1 w 111"/>
                <a:gd name="T5" fmla="*/ 69 h 69"/>
                <a:gd name="T6" fmla="*/ 110 w 111"/>
                <a:gd name="T7" fmla="*/ 1 h 69"/>
                <a:gd name="T8" fmla="*/ 109 w 111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69">
                  <a:moveTo>
                    <a:pt x="109" y="0"/>
                  </a:moveTo>
                  <a:cubicBezTo>
                    <a:pt x="72" y="22"/>
                    <a:pt x="35" y="43"/>
                    <a:pt x="0" y="69"/>
                  </a:cubicBezTo>
                  <a:cubicBezTo>
                    <a:pt x="0" y="69"/>
                    <a:pt x="1" y="69"/>
                    <a:pt x="1" y="69"/>
                  </a:cubicBezTo>
                  <a:cubicBezTo>
                    <a:pt x="36" y="43"/>
                    <a:pt x="73" y="22"/>
                    <a:pt x="110" y="1"/>
                  </a:cubicBezTo>
                  <a:cubicBezTo>
                    <a:pt x="111" y="0"/>
                    <a:pt x="109" y="0"/>
                    <a:pt x="10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Freeform 9013"/>
            <p:cNvSpPr>
              <a:spLocks/>
            </p:cNvSpPr>
            <p:nvPr/>
          </p:nvSpPr>
          <p:spPr bwMode="auto">
            <a:xfrm>
              <a:off x="120650" y="206375"/>
              <a:ext cx="423863" cy="247650"/>
            </a:xfrm>
            <a:custGeom>
              <a:avLst/>
              <a:gdLst>
                <a:gd name="T0" fmla="*/ 2 w 113"/>
                <a:gd name="T1" fmla="*/ 66 h 66"/>
                <a:gd name="T2" fmla="*/ 113 w 113"/>
                <a:gd name="T3" fmla="*/ 1 h 66"/>
                <a:gd name="T4" fmla="*/ 112 w 113"/>
                <a:gd name="T5" fmla="*/ 1 h 66"/>
                <a:gd name="T6" fmla="*/ 1 w 113"/>
                <a:gd name="T7" fmla="*/ 65 h 66"/>
                <a:gd name="T8" fmla="*/ 2 w 113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66">
                  <a:moveTo>
                    <a:pt x="2" y="66"/>
                  </a:moveTo>
                  <a:cubicBezTo>
                    <a:pt x="39" y="45"/>
                    <a:pt x="76" y="23"/>
                    <a:pt x="113" y="1"/>
                  </a:cubicBezTo>
                  <a:cubicBezTo>
                    <a:pt x="113" y="0"/>
                    <a:pt x="112" y="0"/>
                    <a:pt x="112" y="1"/>
                  </a:cubicBezTo>
                  <a:cubicBezTo>
                    <a:pt x="75" y="22"/>
                    <a:pt x="39" y="45"/>
                    <a:pt x="1" y="65"/>
                  </a:cubicBezTo>
                  <a:cubicBezTo>
                    <a:pt x="0" y="66"/>
                    <a:pt x="1" y="66"/>
                    <a:pt x="2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8" name="Freeform 9014"/>
            <p:cNvSpPr>
              <a:spLocks/>
            </p:cNvSpPr>
            <p:nvPr/>
          </p:nvSpPr>
          <p:spPr bwMode="auto">
            <a:xfrm>
              <a:off x="112712" y="184150"/>
              <a:ext cx="427038" cy="247650"/>
            </a:xfrm>
            <a:custGeom>
              <a:avLst/>
              <a:gdLst>
                <a:gd name="T0" fmla="*/ 112 w 114"/>
                <a:gd name="T1" fmla="*/ 0 h 66"/>
                <a:gd name="T2" fmla="*/ 1 w 114"/>
                <a:gd name="T3" fmla="*/ 65 h 66"/>
                <a:gd name="T4" fmla="*/ 2 w 114"/>
                <a:gd name="T5" fmla="*/ 66 h 66"/>
                <a:gd name="T6" fmla="*/ 113 w 114"/>
                <a:gd name="T7" fmla="*/ 0 h 66"/>
                <a:gd name="T8" fmla="*/ 112 w 114"/>
                <a:gd name="T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66">
                  <a:moveTo>
                    <a:pt x="112" y="0"/>
                  </a:moveTo>
                  <a:cubicBezTo>
                    <a:pt x="75" y="22"/>
                    <a:pt x="35" y="39"/>
                    <a:pt x="1" y="65"/>
                  </a:cubicBezTo>
                  <a:cubicBezTo>
                    <a:pt x="0" y="66"/>
                    <a:pt x="1" y="66"/>
                    <a:pt x="2" y="66"/>
                  </a:cubicBezTo>
                  <a:cubicBezTo>
                    <a:pt x="36" y="40"/>
                    <a:pt x="76" y="23"/>
                    <a:pt x="113" y="0"/>
                  </a:cubicBezTo>
                  <a:cubicBezTo>
                    <a:pt x="114" y="0"/>
                    <a:pt x="112" y="0"/>
                    <a:pt x="1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9" name="Freeform 9015"/>
            <p:cNvSpPr>
              <a:spLocks/>
            </p:cNvSpPr>
            <p:nvPr/>
          </p:nvSpPr>
          <p:spPr bwMode="auto">
            <a:xfrm>
              <a:off x="96837" y="173038"/>
              <a:ext cx="436563" cy="247650"/>
            </a:xfrm>
            <a:custGeom>
              <a:avLst/>
              <a:gdLst>
                <a:gd name="T0" fmla="*/ 2 w 116"/>
                <a:gd name="T1" fmla="*/ 66 h 66"/>
                <a:gd name="T2" fmla="*/ 115 w 116"/>
                <a:gd name="T3" fmla="*/ 1 h 66"/>
                <a:gd name="T4" fmla="*/ 115 w 116"/>
                <a:gd name="T5" fmla="*/ 0 h 66"/>
                <a:gd name="T6" fmla="*/ 1 w 116"/>
                <a:gd name="T7" fmla="*/ 65 h 66"/>
                <a:gd name="T8" fmla="*/ 2 w 116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66">
                  <a:moveTo>
                    <a:pt x="2" y="66"/>
                  </a:moveTo>
                  <a:cubicBezTo>
                    <a:pt x="40" y="46"/>
                    <a:pt x="77" y="23"/>
                    <a:pt x="115" y="1"/>
                  </a:cubicBezTo>
                  <a:cubicBezTo>
                    <a:pt x="116" y="1"/>
                    <a:pt x="115" y="0"/>
                    <a:pt x="115" y="0"/>
                  </a:cubicBezTo>
                  <a:cubicBezTo>
                    <a:pt x="77" y="22"/>
                    <a:pt x="40" y="45"/>
                    <a:pt x="1" y="65"/>
                  </a:cubicBezTo>
                  <a:cubicBezTo>
                    <a:pt x="0" y="66"/>
                    <a:pt x="1" y="66"/>
                    <a:pt x="2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0" name="Freeform 9016"/>
            <p:cNvSpPr>
              <a:spLocks/>
            </p:cNvSpPr>
            <p:nvPr/>
          </p:nvSpPr>
          <p:spPr bwMode="auto">
            <a:xfrm>
              <a:off x="90487" y="138113"/>
              <a:ext cx="423863" cy="268288"/>
            </a:xfrm>
            <a:custGeom>
              <a:avLst/>
              <a:gdLst>
                <a:gd name="T0" fmla="*/ 112 w 113"/>
                <a:gd name="T1" fmla="*/ 0 h 71"/>
                <a:gd name="T2" fmla="*/ 1 w 113"/>
                <a:gd name="T3" fmla="*/ 70 h 71"/>
                <a:gd name="T4" fmla="*/ 2 w 113"/>
                <a:gd name="T5" fmla="*/ 70 h 71"/>
                <a:gd name="T6" fmla="*/ 112 w 113"/>
                <a:gd name="T7" fmla="*/ 0 h 71"/>
                <a:gd name="T8" fmla="*/ 112 w 113"/>
                <a:gd name="T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71">
                  <a:moveTo>
                    <a:pt x="112" y="0"/>
                  </a:moveTo>
                  <a:cubicBezTo>
                    <a:pt x="74" y="22"/>
                    <a:pt x="36" y="44"/>
                    <a:pt x="1" y="70"/>
                  </a:cubicBezTo>
                  <a:cubicBezTo>
                    <a:pt x="0" y="71"/>
                    <a:pt x="1" y="71"/>
                    <a:pt x="2" y="70"/>
                  </a:cubicBezTo>
                  <a:cubicBezTo>
                    <a:pt x="37" y="44"/>
                    <a:pt x="75" y="23"/>
                    <a:pt x="112" y="0"/>
                  </a:cubicBezTo>
                  <a:cubicBezTo>
                    <a:pt x="113" y="0"/>
                    <a:pt x="112" y="0"/>
                    <a:pt x="1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1" name="Freeform 9017"/>
            <p:cNvSpPr>
              <a:spLocks/>
            </p:cNvSpPr>
            <p:nvPr/>
          </p:nvSpPr>
          <p:spPr bwMode="auto">
            <a:xfrm>
              <a:off x="74612" y="115888"/>
              <a:ext cx="423863" cy="249238"/>
            </a:xfrm>
            <a:custGeom>
              <a:avLst/>
              <a:gdLst>
                <a:gd name="T0" fmla="*/ 2 w 113"/>
                <a:gd name="T1" fmla="*/ 66 h 66"/>
                <a:gd name="T2" fmla="*/ 112 w 113"/>
                <a:gd name="T3" fmla="*/ 1 h 66"/>
                <a:gd name="T4" fmla="*/ 111 w 113"/>
                <a:gd name="T5" fmla="*/ 1 h 66"/>
                <a:gd name="T6" fmla="*/ 1 w 113"/>
                <a:gd name="T7" fmla="*/ 65 h 66"/>
                <a:gd name="T8" fmla="*/ 2 w 113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66">
                  <a:moveTo>
                    <a:pt x="2" y="66"/>
                  </a:moveTo>
                  <a:cubicBezTo>
                    <a:pt x="39" y="46"/>
                    <a:pt x="75" y="23"/>
                    <a:pt x="112" y="1"/>
                  </a:cubicBezTo>
                  <a:cubicBezTo>
                    <a:pt x="113" y="1"/>
                    <a:pt x="111" y="0"/>
                    <a:pt x="111" y="1"/>
                  </a:cubicBezTo>
                  <a:cubicBezTo>
                    <a:pt x="74" y="22"/>
                    <a:pt x="39" y="45"/>
                    <a:pt x="1" y="65"/>
                  </a:cubicBezTo>
                  <a:cubicBezTo>
                    <a:pt x="0" y="66"/>
                    <a:pt x="2" y="66"/>
                    <a:pt x="2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Freeform 9018"/>
            <p:cNvSpPr>
              <a:spLocks/>
            </p:cNvSpPr>
            <p:nvPr/>
          </p:nvSpPr>
          <p:spPr bwMode="auto">
            <a:xfrm>
              <a:off x="71437" y="93663"/>
              <a:ext cx="401638" cy="252413"/>
            </a:xfrm>
            <a:custGeom>
              <a:avLst/>
              <a:gdLst>
                <a:gd name="T0" fmla="*/ 105 w 107"/>
                <a:gd name="T1" fmla="*/ 0 h 67"/>
                <a:gd name="T2" fmla="*/ 0 w 107"/>
                <a:gd name="T3" fmla="*/ 67 h 67"/>
                <a:gd name="T4" fmla="*/ 1 w 107"/>
                <a:gd name="T5" fmla="*/ 67 h 67"/>
                <a:gd name="T6" fmla="*/ 106 w 107"/>
                <a:gd name="T7" fmla="*/ 0 h 67"/>
                <a:gd name="T8" fmla="*/ 105 w 107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67">
                  <a:moveTo>
                    <a:pt x="105" y="0"/>
                  </a:moveTo>
                  <a:cubicBezTo>
                    <a:pt x="71" y="24"/>
                    <a:pt x="35" y="44"/>
                    <a:pt x="0" y="67"/>
                  </a:cubicBezTo>
                  <a:cubicBezTo>
                    <a:pt x="0" y="67"/>
                    <a:pt x="1" y="67"/>
                    <a:pt x="1" y="67"/>
                  </a:cubicBezTo>
                  <a:cubicBezTo>
                    <a:pt x="36" y="44"/>
                    <a:pt x="72" y="24"/>
                    <a:pt x="106" y="0"/>
                  </a:cubicBezTo>
                  <a:cubicBezTo>
                    <a:pt x="107" y="0"/>
                    <a:pt x="106" y="0"/>
                    <a:pt x="10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Freeform 9019"/>
            <p:cNvSpPr>
              <a:spLocks/>
            </p:cNvSpPr>
            <p:nvPr/>
          </p:nvSpPr>
          <p:spPr bwMode="auto">
            <a:xfrm>
              <a:off x="55562" y="85725"/>
              <a:ext cx="409575" cy="241300"/>
            </a:xfrm>
            <a:custGeom>
              <a:avLst/>
              <a:gdLst>
                <a:gd name="T0" fmla="*/ 2 w 109"/>
                <a:gd name="T1" fmla="*/ 63 h 64"/>
                <a:gd name="T2" fmla="*/ 108 w 109"/>
                <a:gd name="T3" fmla="*/ 1 h 64"/>
                <a:gd name="T4" fmla="*/ 108 w 109"/>
                <a:gd name="T5" fmla="*/ 0 h 64"/>
                <a:gd name="T6" fmla="*/ 1 w 109"/>
                <a:gd name="T7" fmla="*/ 63 h 64"/>
                <a:gd name="T8" fmla="*/ 2 w 109"/>
                <a:gd name="T9" fmla="*/ 6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64">
                  <a:moveTo>
                    <a:pt x="2" y="63"/>
                  </a:moveTo>
                  <a:cubicBezTo>
                    <a:pt x="39" y="46"/>
                    <a:pt x="72" y="19"/>
                    <a:pt x="108" y="1"/>
                  </a:cubicBezTo>
                  <a:cubicBezTo>
                    <a:pt x="109" y="0"/>
                    <a:pt x="108" y="0"/>
                    <a:pt x="108" y="0"/>
                  </a:cubicBezTo>
                  <a:cubicBezTo>
                    <a:pt x="71" y="19"/>
                    <a:pt x="38" y="45"/>
                    <a:pt x="1" y="63"/>
                  </a:cubicBezTo>
                  <a:cubicBezTo>
                    <a:pt x="0" y="63"/>
                    <a:pt x="1" y="64"/>
                    <a:pt x="2" y="6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4" name="Freeform 9020"/>
            <p:cNvSpPr>
              <a:spLocks/>
            </p:cNvSpPr>
            <p:nvPr/>
          </p:nvSpPr>
          <p:spPr bwMode="auto">
            <a:xfrm>
              <a:off x="52387" y="250825"/>
              <a:ext cx="63500" cy="49213"/>
            </a:xfrm>
            <a:custGeom>
              <a:avLst/>
              <a:gdLst>
                <a:gd name="T0" fmla="*/ 15 w 17"/>
                <a:gd name="T1" fmla="*/ 1 h 13"/>
                <a:gd name="T2" fmla="*/ 1 w 17"/>
                <a:gd name="T3" fmla="*/ 12 h 13"/>
                <a:gd name="T4" fmla="*/ 2 w 17"/>
                <a:gd name="T5" fmla="*/ 13 h 13"/>
                <a:gd name="T6" fmla="*/ 16 w 17"/>
                <a:gd name="T7" fmla="*/ 1 h 13"/>
                <a:gd name="T8" fmla="*/ 15 w 17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3">
                  <a:moveTo>
                    <a:pt x="15" y="1"/>
                  </a:moveTo>
                  <a:cubicBezTo>
                    <a:pt x="10" y="4"/>
                    <a:pt x="6" y="8"/>
                    <a:pt x="1" y="12"/>
                  </a:cubicBezTo>
                  <a:cubicBezTo>
                    <a:pt x="0" y="13"/>
                    <a:pt x="1" y="13"/>
                    <a:pt x="2" y="13"/>
                  </a:cubicBezTo>
                  <a:cubicBezTo>
                    <a:pt x="6" y="9"/>
                    <a:pt x="11" y="5"/>
                    <a:pt x="16" y="1"/>
                  </a:cubicBezTo>
                  <a:cubicBezTo>
                    <a:pt x="17" y="1"/>
                    <a:pt x="15" y="0"/>
                    <a:pt x="15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Freeform 9021"/>
            <p:cNvSpPr>
              <a:spLocks/>
            </p:cNvSpPr>
            <p:nvPr/>
          </p:nvSpPr>
          <p:spPr bwMode="auto">
            <a:xfrm>
              <a:off x="150812" y="127000"/>
              <a:ext cx="146050" cy="95250"/>
            </a:xfrm>
            <a:custGeom>
              <a:avLst/>
              <a:gdLst>
                <a:gd name="T0" fmla="*/ 37 w 39"/>
                <a:gd name="T1" fmla="*/ 0 h 25"/>
                <a:gd name="T2" fmla="*/ 0 w 39"/>
                <a:gd name="T3" fmla="*/ 25 h 25"/>
                <a:gd name="T4" fmla="*/ 1 w 39"/>
                <a:gd name="T5" fmla="*/ 25 h 25"/>
                <a:gd name="T6" fmla="*/ 38 w 39"/>
                <a:gd name="T7" fmla="*/ 0 h 25"/>
                <a:gd name="T8" fmla="*/ 37 w 39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25">
                  <a:moveTo>
                    <a:pt x="37" y="0"/>
                  </a:moveTo>
                  <a:cubicBezTo>
                    <a:pt x="25" y="8"/>
                    <a:pt x="12" y="16"/>
                    <a:pt x="0" y="25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13" y="16"/>
                    <a:pt x="26" y="8"/>
                    <a:pt x="38" y="0"/>
                  </a:cubicBezTo>
                  <a:cubicBezTo>
                    <a:pt x="39" y="0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Freeform 9022"/>
            <p:cNvSpPr>
              <a:spLocks/>
            </p:cNvSpPr>
            <p:nvPr/>
          </p:nvSpPr>
          <p:spPr bwMode="auto">
            <a:xfrm>
              <a:off x="344487" y="74613"/>
              <a:ext cx="26988" cy="15875"/>
            </a:xfrm>
            <a:custGeom>
              <a:avLst/>
              <a:gdLst>
                <a:gd name="T0" fmla="*/ 2 w 7"/>
                <a:gd name="T1" fmla="*/ 3 h 4"/>
                <a:gd name="T2" fmla="*/ 6 w 7"/>
                <a:gd name="T3" fmla="*/ 0 h 4"/>
                <a:gd name="T4" fmla="*/ 5 w 7"/>
                <a:gd name="T5" fmla="*/ 0 h 4"/>
                <a:gd name="T6" fmla="*/ 1 w 7"/>
                <a:gd name="T7" fmla="*/ 3 h 4"/>
                <a:gd name="T8" fmla="*/ 2 w 7"/>
                <a:gd name="T9" fmla="*/ 3 h 4"/>
                <a:gd name="T10" fmla="*/ 6 w 7"/>
                <a:gd name="T11" fmla="*/ 0 h 4"/>
                <a:gd name="T12" fmla="*/ 5 w 7"/>
                <a:gd name="T13" fmla="*/ 0 h 4"/>
                <a:gd name="T14" fmla="*/ 1 w 7"/>
                <a:gd name="T15" fmla="*/ 3 h 4"/>
                <a:gd name="T16" fmla="*/ 2 w 7"/>
                <a:gd name="T1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4">
                  <a:moveTo>
                    <a:pt x="2" y="3"/>
                  </a:moveTo>
                  <a:cubicBezTo>
                    <a:pt x="4" y="2"/>
                    <a:pt x="5" y="1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4" y="1"/>
                    <a:pt x="3" y="2"/>
                    <a:pt x="1" y="3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4" y="2"/>
                    <a:pt x="5" y="1"/>
                    <a:pt x="6" y="0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0" y="3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7" name="Freeform 9023"/>
            <p:cNvSpPr>
              <a:spLocks/>
            </p:cNvSpPr>
            <p:nvPr/>
          </p:nvSpPr>
          <p:spPr bwMode="auto">
            <a:xfrm>
              <a:off x="146050" y="127000"/>
              <a:ext cx="142875" cy="95250"/>
            </a:xfrm>
            <a:custGeom>
              <a:avLst/>
              <a:gdLst>
                <a:gd name="T0" fmla="*/ 1 w 38"/>
                <a:gd name="T1" fmla="*/ 25 h 25"/>
                <a:gd name="T2" fmla="*/ 37 w 38"/>
                <a:gd name="T3" fmla="*/ 1 h 25"/>
                <a:gd name="T4" fmla="*/ 36 w 38"/>
                <a:gd name="T5" fmla="*/ 1 h 25"/>
                <a:gd name="T6" fmla="*/ 0 w 38"/>
                <a:gd name="T7" fmla="*/ 25 h 25"/>
                <a:gd name="T8" fmla="*/ 1 w 38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5">
                  <a:moveTo>
                    <a:pt x="1" y="25"/>
                  </a:moveTo>
                  <a:cubicBezTo>
                    <a:pt x="13" y="17"/>
                    <a:pt x="25" y="9"/>
                    <a:pt x="37" y="1"/>
                  </a:cubicBezTo>
                  <a:cubicBezTo>
                    <a:pt x="38" y="0"/>
                    <a:pt x="36" y="0"/>
                    <a:pt x="36" y="1"/>
                  </a:cubicBezTo>
                  <a:cubicBezTo>
                    <a:pt x="24" y="9"/>
                    <a:pt x="12" y="17"/>
                    <a:pt x="0" y="25"/>
                  </a:cubicBezTo>
                  <a:cubicBezTo>
                    <a:pt x="0" y="25"/>
                    <a:pt x="1" y="25"/>
                    <a:pt x="1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8" name="Freeform 9024"/>
            <p:cNvSpPr>
              <a:spLocks/>
            </p:cNvSpPr>
            <p:nvPr/>
          </p:nvSpPr>
          <p:spPr bwMode="auto">
            <a:xfrm>
              <a:off x="52387" y="244475"/>
              <a:ext cx="55563" cy="33338"/>
            </a:xfrm>
            <a:custGeom>
              <a:avLst/>
              <a:gdLst>
                <a:gd name="T0" fmla="*/ 1 w 15"/>
                <a:gd name="T1" fmla="*/ 9 h 9"/>
                <a:gd name="T2" fmla="*/ 14 w 15"/>
                <a:gd name="T3" fmla="*/ 2 h 9"/>
                <a:gd name="T4" fmla="*/ 13 w 15"/>
                <a:gd name="T5" fmla="*/ 1 h 9"/>
                <a:gd name="T6" fmla="*/ 0 w 15"/>
                <a:gd name="T7" fmla="*/ 8 h 9"/>
                <a:gd name="T8" fmla="*/ 1 w 1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" y="9"/>
                  </a:moveTo>
                  <a:cubicBezTo>
                    <a:pt x="5" y="6"/>
                    <a:pt x="10" y="4"/>
                    <a:pt x="14" y="2"/>
                  </a:cubicBezTo>
                  <a:cubicBezTo>
                    <a:pt x="15" y="1"/>
                    <a:pt x="14" y="0"/>
                    <a:pt x="13" y="1"/>
                  </a:cubicBezTo>
                  <a:cubicBezTo>
                    <a:pt x="9" y="3"/>
                    <a:pt x="5" y="6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9" name="Freeform 9025"/>
            <p:cNvSpPr>
              <a:spLocks/>
            </p:cNvSpPr>
            <p:nvPr/>
          </p:nvSpPr>
          <p:spPr bwMode="auto">
            <a:xfrm>
              <a:off x="41275" y="30163"/>
              <a:ext cx="307975" cy="220663"/>
            </a:xfrm>
            <a:custGeom>
              <a:avLst/>
              <a:gdLst>
                <a:gd name="T0" fmla="*/ 81 w 82"/>
                <a:gd name="T1" fmla="*/ 0 h 59"/>
                <a:gd name="T2" fmla="*/ 0 w 82"/>
                <a:gd name="T3" fmla="*/ 58 h 59"/>
                <a:gd name="T4" fmla="*/ 2 w 82"/>
                <a:gd name="T5" fmla="*/ 59 h 59"/>
                <a:gd name="T6" fmla="*/ 82 w 82"/>
                <a:gd name="T7" fmla="*/ 0 h 59"/>
                <a:gd name="T8" fmla="*/ 81 w 82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9">
                  <a:moveTo>
                    <a:pt x="81" y="0"/>
                  </a:moveTo>
                  <a:cubicBezTo>
                    <a:pt x="55" y="20"/>
                    <a:pt x="26" y="37"/>
                    <a:pt x="0" y="58"/>
                  </a:cubicBezTo>
                  <a:cubicBezTo>
                    <a:pt x="0" y="59"/>
                    <a:pt x="1" y="59"/>
                    <a:pt x="2" y="59"/>
                  </a:cubicBezTo>
                  <a:cubicBezTo>
                    <a:pt x="27" y="37"/>
                    <a:pt x="56" y="21"/>
                    <a:pt x="82" y="0"/>
                  </a:cubicBezTo>
                  <a:cubicBezTo>
                    <a:pt x="82" y="0"/>
                    <a:pt x="81" y="0"/>
                    <a:pt x="8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0" name="Freeform 9026"/>
            <p:cNvSpPr>
              <a:spLocks/>
            </p:cNvSpPr>
            <p:nvPr/>
          </p:nvSpPr>
          <p:spPr bwMode="auto">
            <a:xfrm>
              <a:off x="41275" y="25400"/>
              <a:ext cx="296863" cy="188913"/>
            </a:xfrm>
            <a:custGeom>
              <a:avLst/>
              <a:gdLst>
                <a:gd name="T0" fmla="*/ 1 w 79"/>
                <a:gd name="T1" fmla="*/ 49 h 50"/>
                <a:gd name="T2" fmla="*/ 78 w 79"/>
                <a:gd name="T3" fmla="*/ 1 h 50"/>
                <a:gd name="T4" fmla="*/ 77 w 79"/>
                <a:gd name="T5" fmla="*/ 0 h 50"/>
                <a:gd name="T6" fmla="*/ 1 w 79"/>
                <a:gd name="T7" fmla="*/ 48 h 50"/>
                <a:gd name="T8" fmla="*/ 1 w 79"/>
                <a:gd name="T9" fmla="*/ 4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50">
                  <a:moveTo>
                    <a:pt x="1" y="49"/>
                  </a:moveTo>
                  <a:cubicBezTo>
                    <a:pt x="27" y="34"/>
                    <a:pt x="50" y="13"/>
                    <a:pt x="78" y="1"/>
                  </a:cubicBezTo>
                  <a:cubicBezTo>
                    <a:pt x="79" y="0"/>
                    <a:pt x="78" y="0"/>
                    <a:pt x="77" y="0"/>
                  </a:cubicBezTo>
                  <a:cubicBezTo>
                    <a:pt x="49" y="12"/>
                    <a:pt x="27" y="33"/>
                    <a:pt x="1" y="48"/>
                  </a:cubicBezTo>
                  <a:cubicBezTo>
                    <a:pt x="0" y="49"/>
                    <a:pt x="1" y="50"/>
                    <a:pt x="1" y="4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1" name="Freeform 9027"/>
            <p:cNvSpPr>
              <a:spLocks/>
            </p:cNvSpPr>
            <p:nvPr/>
          </p:nvSpPr>
          <p:spPr bwMode="auto">
            <a:xfrm>
              <a:off x="41275" y="11113"/>
              <a:ext cx="198438" cy="165100"/>
            </a:xfrm>
            <a:custGeom>
              <a:avLst/>
              <a:gdLst>
                <a:gd name="T0" fmla="*/ 52 w 53"/>
                <a:gd name="T1" fmla="*/ 0 h 44"/>
                <a:gd name="T2" fmla="*/ 0 w 53"/>
                <a:gd name="T3" fmla="*/ 43 h 44"/>
                <a:gd name="T4" fmla="*/ 1 w 53"/>
                <a:gd name="T5" fmla="*/ 43 h 44"/>
                <a:gd name="T6" fmla="*/ 53 w 53"/>
                <a:gd name="T7" fmla="*/ 1 h 44"/>
                <a:gd name="T8" fmla="*/ 52 w 53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44">
                  <a:moveTo>
                    <a:pt x="52" y="0"/>
                  </a:moveTo>
                  <a:cubicBezTo>
                    <a:pt x="34" y="14"/>
                    <a:pt x="16" y="28"/>
                    <a:pt x="0" y="43"/>
                  </a:cubicBezTo>
                  <a:cubicBezTo>
                    <a:pt x="0" y="44"/>
                    <a:pt x="1" y="44"/>
                    <a:pt x="1" y="43"/>
                  </a:cubicBezTo>
                  <a:cubicBezTo>
                    <a:pt x="18" y="28"/>
                    <a:pt x="35" y="14"/>
                    <a:pt x="53" y="1"/>
                  </a:cubicBezTo>
                  <a:cubicBezTo>
                    <a:pt x="53" y="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AutoShape 24"/>
          <p:cNvSpPr>
            <a:spLocks noChangeArrowheads="1"/>
          </p:cNvSpPr>
          <p:nvPr/>
        </p:nvSpPr>
        <p:spPr bwMode="auto">
          <a:xfrm>
            <a:off x="5125837" y="1804287"/>
            <a:ext cx="5902381" cy="341096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 smtClean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在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SQA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组织建立之前，需要考虑的第一个问题是：质量对于企业有多么重要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?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例如：质量的重要性超过了按时发布一个关键的产品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?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产品中包含多少个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Bug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时就不能发布</a:t>
            </a:r>
            <a:r>
              <a:rPr lang="zh-CN" altLang="en-US" dirty="0" smtClean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？</a:t>
            </a:r>
            <a:r>
              <a:rPr lang="en-US" altLang="zh-CN" dirty="0" smtClean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个，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10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个，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100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个或者更多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?</a:t>
            </a:r>
            <a:endParaRPr lang="zh-CN" altLang="en-US" dirty="0">
              <a:solidFill>
                <a:schemeClr val="bg1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grpSp>
        <p:nvGrpSpPr>
          <p:cNvPr id="19465" name="Group 9"/>
          <p:cNvGrpSpPr>
            <a:grpSpLocks/>
          </p:cNvGrpSpPr>
          <p:nvPr/>
        </p:nvGrpSpPr>
        <p:grpSpPr bwMode="auto">
          <a:xfrm>
            <a:off x="1755775" y="1784350"/>
            <a:ext cx="2584450" cy="2643188"/>
            <a:chOff x="0" y="0"/>
            <a:chExt cx="558800" cy="571500"/>
          </a:xfrm>
        </p:grpSpPr>
        <p:sp>
          <p:nvSpPr>
            <p:cNvPr id="19466" name="Freeform 9411"/>
            <p:cNvSpPr>
              <a:spLocks/>
            </p:cNvSpPr>
            <p:nvPr/>
          </p:nvSpPr>
          <p:spPr bwMode="auto">
            <a:xfrm>
              <a:off x="52387" y="93663"/>
              <a:ext cx="457200" cy="331788"/>
            </a:xfrm>
            <a:custGeom>
              <a:avLst/>
              <a:gdLst>
                <a:gd name="T0" fmla="*/ 120 w 122"/>
                <a:gd name="T1" fmla="*/ 76 h 88"/>
                <a:gd name="T2" fmla="*/ 118 w 122"/>
                <a:gd name="T3" fmla="*/ 19 h 88"/>
                <a:gd name="T4" fmla="*/ 117 w 122"/>
                <a:gd name="T5" fmla="*/ 13 h 88"/>
                <a:gd name="T6" fmla="*/ 116 w 122"/>
                <a:gd name="T7" fmla="*/ 13 h 88"/>
                <a:gd name="T8" fmla="*/ 116 w 122"/>
                <a:gd name="T9" fmla="*/ 37 h 88"/>
                <a:gd name="T10" fmla="*/ 117 w 122"/>
                <a:gd name="T11" fmla="*/ 53 h 88"/>
                <a:gd name="T12" fmla="*/ 116 w 122"/>
                <a:gd name="T13" fmla="*/ 55 h 88"/>
                <a:gd name="T14" fmla="*/ 116 w 122"/>
                <a:gd name="T15" fmla="*/ 69 h 88"/>
                <a:gd name="T16" fmla="*/ 89 w 122"/>
                <a:gd name="T17" fmla="*/ 81 h 88"/>
                <a:gd name="T18" fmla="*/ 15 w 122"/>
                <a:gd name="T19" fmla="*/ 83 h 88"/>
                <a:gd name="T20" fmla="*/ 7 w 122"/>
                <a:gd name="T21" fmla="*/ 51 h 88"/>
                <a:gd name="T22" fmla="*/ 12 w 122"/>
                <a:gd name="T23" fmla="*/ 6 h 88"/>
                <a:gd name="T24" fmla="*/ 15 w 122"/>
                <a:gd name="T25" fmla="*/ 6 h 88"/>
                <a:gd name="T26" fmla="*/ 44 w 122"/>
                <a:gd name="T27" fmla="*/ 4 h 88"/>
                <a:gd name="T28" fmla="*/ 56 w 122"/>
                <a:gd name="T29" fmla="*/ 4 h 88"/>
                <a:gd name="T30" fmla="*/ 69 w 122"/>
                <a:gd name="T31" fmla="*/ 4 h 88"/>
                <a:gd name="T32" fmla="*/ 103 w 122"/>
                <a:gd name="T33" fmla="*/ 3 h 88"/>
                <a:gd name="T34" fmla="*/ 118 w 122"/>
                <a:gd name="T35" fmla="*/ 9 h 88"/>
                <a:gd name="T36" fmla="*/ 117 w 122"/>
                <a:gd name="T37" fmla="*/ 6 h 88"/>
                <a:gd name="T38" fmla="*/ 89 w 122"/>
                <a:gd name="T39" fmla="*/ 1 h 88"/>
                <a:gd name="T40" fmla="*/ 89 w 122"/>
                <a:gd name="T41" fmla="*/ 2 h 88"/>
                <a:gd name="T42" fmla="*/ 63 w 122"/>
                <a:gd name="T43" fmla="*/ 2 h 88"/>
                <a:gd name="T44" fmla="*/ 44 w 122"/>
                <a:gd name="T45" fmla="*/ 2 h 88"/>
                <a:gd name="T46" fmla="*/ 43 w 122"/>
                <a:gd name="T47" fmla="*/ 1 h 88"/>
                <a:gd name="T48" fmla="*/ 29 w 122"/>
                <a:gd name="T49" fmla="*/ 0 h 88"/>
                <a:gd name="T50" fmla="*/ 16 w 122"/>
                <a:gd name="T51" fmla="*/ 2 h 88"/>
                <a:gd name="T52" fmla="*/ 15 w 122"/>
                <a:gd name="T53" fmla="*/ 2 h 88"/>
                <a:gd name="T54" fmla="*/ 12 w 122"/>
                <a:gd name="T55" fmla="*/ 2 h 88"/>
                <a:gd name="T56" fmla="*/ 3 w 122"/>
                <a:gd name="T57" fmla="*/ 37 h 88"/>
                <a:gd name="T58" fmla="*/ 4 w 122"/>
                <a:gd name="T59" fmla="*/ 64 h 88"/>
                <a:gd name="T60" fmla="*/ 2 w 122"/>
                <a:gd name="T61" fmla="*/ 79 h 88"/>
                <a:gd name="T62" fmla="*/ 9 w 122"/>
                <a:gd name="T63" fmla="*/ 86 h 88"/>
                <a:gd name="T64" fmla="*/ 89 w 122"/>
                <a:gd name="T65" fmla="*/ 86 h 88"/>
                <a:gd name="T66" fmla="*/ 118 w 122"/>
                <a:gd name="T67" fmla="*/ 8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2" h="88">
                  <a:moveTo>
                    <a:pt x="120" y="73"/>
                  </a:moveTo>
                  <a:cubicBezTo>
                    <a:pt x="120" y="73"/>
                    <a:pt x="120" y="76"/>
                    <a:pt x="120" y="76"/>
                  </a:cubicBezTo>
                  <a:cubicBezTo>
                    <a:pt x="116" y="65"/>
                    <a:pt x="121" y="49"/>
                    <a:pt x="121" y="37"/>
                  </a:cubicBezTo>
                  <a:cubicBezTo>
                    <a:pt x="120" y="33"/>
                    <a:pt x="119" y="26"/>
                    <a:pt x="118" y="19"/>
                  </a:cubicBezTo>
                  <a:cubicBezTo>
                    <a:pt x="117" y="17"/>
                    <a:pt x="117" y="15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6" y="13"/>
                    <a:pt x="116" y="13"/>
                    <a:pt x="116" y="13"/>
                  </a:cubicBezTo>
                  <a:cubicBezTo>
                    <a:pt x="115" y="16"/>
                    <a:pt x="116" y="23"/>
                    <a:pt x="116" y="26"/>
                  </a:cubicBezTo>
                  <a:cubicBezTo>
                    <a:pt x="116" y="27"/>
                    <a:pt x="117" y="36"/>
                    <a:pt x="116" y="37"/>
                  </a:cubicBezTo>
                  <a:cubicBezTo>
                    <a:pt x="118" y="38"/>
                    <a:pt x="114" y="44"/>
                    <a:pt x="115" y="43"/>
                  </a:cubicBezTo>
                  <a:cubicBezTo>
                    <a:pt x="115" y="45"/>
                    <a:pt x="117" y="50"/>
                    <a:pt x="117" y="53"/>
                  </a:cubicBezTo>
                  <a:cubicBezTo>
                    <a:pt x="117" y="54"/>
                    <a:pt x="117" y="55"/>
                    <a:pt x="117" y="58"/>
                  </a:cubicBezTo>
                  <a:cubicBezTo>
                    <a:pt x="117" y="58"/>
                    <a:pt x="116" y="54"/>
                    <a:pt x="116" y="55"/>
                  </a:cubicBezTo>
                  <a:cubicBezTo>
                    <a:pt x="118" y="60"/>
                    <a:pt x="117" y="66"/>
                    <a:pt x="117" y="70"/>
                  </a:cubicBezTo>
                  <a:cubicBezTo>
                    <a:pt x="116" y="70"/>
                    <a:pt x="116" y="69"/>
                    <a:pt x="116" y="69"/>
                  </a:cubicBezTo>
                  <a:cubicBezTo>
                    <a:pt x="114" y="75"/>
                    <a:pt x="118" y="80"/>
                    <a:pt x="108" y="82"/>
                  </a:cubicBezTo>
                  <a:cubicBezTo>
                    <a:pt x="102" y="83"/>
                    <a:pt x="95" y="82"/>
                    <a:pt x="89" y="81"/>
                  </a:cubicBezTo>
                  <a:cubicBezTo>
                    <a:pt x="79" y="81"/>
                    <a:pt x="61" y="78"/>
                    <a:pt x="54" y="82"/>
                  </a:cubicBezTo>
                  <a:cubicBezTo>
                    <a:pt x="42" y="79"/>
                    <a:pt x="27" y="87"/>
                    <a:pt x="15" y="83"/>
                  </a:cubicBezTo>
                  <a:cubicBezTo>
                    <a:pt x="6" y="80"/>
                    <a:pt x="7" y="76"/>
                    <a:pt x="7" y="69"/>
                  </a:cubicBezTo>
                  <a:cubicBezTo>
                    <a:pt x="7" y="66"/>
                    <a:pt x="7" y="51"/>
                    <a:pt x="7" y="51"/>
                  </a:cubicBezTo>
                  <a:cubicBezTo>
                    <a:pt x="6" y="44"/>
                    <a:pt x="8" y="37"/>
                    <a:pt x="6" y="30"/>
                  </a:cubicBezTo>
                  <a:cubicBezTo>
                    <a:pt x="5" y="24"/>
                    <a:pt x="4" y="9"/>
                    <a:pt x="12" y="6"/>
                  </a:cubicBezTo>
                  <a:cubicBezTo>
                    <a:pt x="6" y="10"/>
                    <a:pt x="15" y="5"/>
                    <a:pt x="15" y="5"/>
                  </a:cubicBezTo>
                  <a:cubicBezTo>
                    <a:pt x="15" y="5"/>
                    <a:pt x="15" y="6"/>
                    <a:pt x="15" y="6"/>
                  </a:cubicBezTo>
                  <a:cubicBezTo>
                    <a:pt x="17" y="6"/>
                    <a:pt x="24" y="4"/>
                    <a:pt x="23" y="5"/>
                  </a:cubicBezTo>
                  <a:cubicBezTo>
                    <a:pt x="28" y="4"/>
                    <a:pt x="41" y="5"/>
                    <a:pt x="44" y="4"/>
                  </a:cubicBezTo>
                  <a:cubicBezTo>
                    <a:pt x="51" y="4"/>
                    <a:pt x="38" y="4"/>
                    <a:pt x="48" y="3"/>
                  </a:cubicBezTo>
                  <a:cubicBezTo>
                    <a:pt x="51" y="3"/>
                    <a:pt x="54" y="3"/>
                    <a:pt x="56" y="4"/>
                  </a:cubicBezTo>
                  <a:cubicBezTo>
                    <a:pt x="56" y="4"/>
                    <a:pt x="64" y="5"/>
                    <a:pt x="61" y="5"/>
                  </a:cubicBezTo>
                  <a:cubicBezTo>
                    <a:pt x="62" y="5"/>
                    <a:pt x="68" y="4"/>
                    <a:pt x="69" y="4"/>
                  </a:cubicBezTo>
                  <a:cubicBezTo>
                    <a:pt x="70" y="2"/>
                    <a:pt x="91" y="4"/>
                    <a:pt x="95" y="4"/>
                  </a:cubicBezTo>
                  <a:cubicBezTo>
                    <a:pt x="93" y="3"/>
                    <a:pt x="102" y="3"/>
                    <a:pt x="103" y="3"/>
                  </a:cubicBezTo>
                  <a:cubicBezTo>
                    <a:pt x="99" y="3"/>
                    <a:pt x="102" y="3"/>
                    <a:pt x="103" y="4"/>
                  </a:cubicBezTo>
                  <a:cubicBezTo>
                    <a:pt x="109" y="5"/>
                    <a:pt x="112" y="5"/>
                    <a:pt x="118" y="9"/>
                  </a:cubicBezTo>
                  <a:cubicBezTo>
                    <a:pt x="118" y="9"/>
                    <a:pt x="118" y="8"/>
                    <a:pt x="118" y="8"/>
                  </a:cubicBezTo>
                  <a:cubicBezTo>
                    <a:pt x="117" y="7"/>
                    <a:pt x="117" y="6"/>
                    <a:pt x="117" y="6"/>
                  </a:cubicBezTo>
                  <a:cubicBezTo>
                    <a:pt x="115" y="5"/>
                    <a:pt x="111" y="4"/>
                    <a:pt x="109" y="3"/>
                  </a:cubicBezTo>
                  <a:cubicBezTo>
                    <a:pt x="108" y="4"/>
                    <a:pt x="91" y="2"/>
                    <a:pt x="89" y="1"/>
                  </a:cubicBezTo>
                  <a:cubicBezTo>
                    <a:pt x="90" y="2"/>
                    <a:pt x="90" y="3"/>
                    <a:pt x="89" y="3"/>
                  </a:cubicBezTo>
                  <a:cubicBezTo>
                    <a:pt x="90" y="1"/>
                    <a:pt x="87" y="3"/>
                    <a:pt x="89" y="2"/>
                  </a:cubicBezTo>
                  <a:cubicBezTo>
                    <a:pt x="87" y="2"/>
                    <a:pt x="83" y="1"/>
                    <a:pt x="80" y="2"/>
                  </a:cubicBezTo>
                  <a:cubicBezTo>
                    <a:pt x="73" y="3"/>
                    <a:pt x="67" y="2"/>
                    <a:pt x="63" y="2"/>
                  </a:cubicBezTo>
                  <a:cubicBezTo>
                    <a:pt x="60" y="1"/>
                    <a:pt x="56" y="3"/>
                    <a:pt x="53" y="1"/>
                  </a:cubicBezTo>
                  <a:cubicBezTo>
                    <a:pt x="55" y="3"/>
                    <a:pt x="44" y="2"/>
                    <a:pt x="44" y="2"/>
                  </a:cubicBezTo>
                  <a:cubicBezTo>
                    <a:pt x="45" y="1"/>
                    <a:pt x="45" y="1"/>
                    <a:pt x="46" y="1"/>
                  </a:cubicBezTo>
                  <a:cubicBezTo>
                    <a:pt x="45" y="1"/>
                    <a:pt x="44" y="1"/>
                    <a:pt x="43" y="1"/>
                  </a:cubicBezTo>
                  <a:cubicBezTo>
                    <a:pt x="44" y="1"/>
                    <a:pt x="32" y="0"/>
                    <a:pt x="29" y="0"/>
                  </a:cubicBezTo>
                  <a:cubicBezTo>
                    <a:pt x="29" y="0"/>
                    <a:pt x="28" y="0"/>
                    <a:pt x="29" y="0"/>
                  </a:cubicBezTo>
                  <a:cubicBezTo>
                    <a:pt x="26" y="1"/>
                    <a:pt x="23" y="1"/>
                    <a:pt x="21" y="2"/>
                  </a:cubicBezTo>
                  <a:cubicBezTo>
                    <a:pt x="22" y="1"/>
                    <a:pt x="19" y="2"/>
                    <a:pt x="16" y="2"/>
                  </a:cubicBezTo>
                  <a:cubicBezTo>
                    <a:pt x="17" y="2"/>
                    <a:pt x="17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3" y="2"/>
                    <a:pt x="12" y="2"/>
                    <a:pt x="14" y="2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4" y="4"/>
                    <a:pt x="2" y="15"/>
                    <a:pt x="2" y="19"/>
                  </a:cubicBezTo>
                  <a:cubicBezTo>
                    <a:pt x="2" y="25"/>
                    <a:pt x="4" y="32"/>
                    <a:pt x="3" y="37"/>
                  </a:cubicBezTo>
                  <a:cubicBezTo>
                    <a:pt x="2" y="41"/>
                    <a:pt x="2" y="48"/>
                    <a:pt x="4" y="50"/>
                  </a:cubicBezTo>
                  <a:cubicBezTo>
                    <a:pt x="3" y="49"/>
                    <a:pt x="4" y="61"/>
                    <a:pt x="4" y="64"/>
                  </a:cubicBezTo>
                  <a:cubicBezTo>
                    <a:pt x="0" y="56"/>
                    <a:pt x="2" y="63"/>
                    <a:pt x="3" y="62"/>
                  </a:cubicBezTo>
                  <a:cubicBezTo>
                    <a:pt x="6" y="67"/>
                    <a:pt x="0" y="73"/>
                    <a:pt x="2" y="79"/>
                  </a:cubicBezTo>
                  <a:cubicBezTo>
                    <a:pt x="2" y="80"/>
                    <a:pt x="8" y="85"/>
                    <a:pt x="7" y="85"/>
                  </a:cubicBezTo>
                  <a:cubicBezTo>
                    <a:pt x="8" y="85"/>
                    <a:pt x="12" y="88"/>
                    <a:pt x="9" y="86"/>
                  </a:cubicBezTo>
                  <a:cubicBezTo>
                    <a:pt x="26" y="88"/>
                    <a:pt x="46" y="86"/>
                    <a:pt x="64" y="85"/>
                  </a:cubicBezTo>
                  <a:cubicBezTo>
                    <a:pt x="66" y="88"/>
                    <a:pt x="84" y="86"/>
                    <a:pt x="89" y="86"/>
                  </a:cubicBezTo>
                  <a:cubicBezTo>
                    <a:pt x="98" y="85"/>
                    <a:pt x="112" y="87"/>
                    <a:pt x="119" y="80"/>
                  </a:cubicBezTo>
                  <a:cubicBezTo>
                    <a:pt x="116" y="88"/>
                    <a:pt x="119" y="81"/>
                    <a:pt x="118" y="84"/>
                  </a:cubicBezTo>
                  <a:cubicBezTo>
                    <a:pt x="119" y="82"/>
                    <a:pt x="122" y="75"/>
                    <a:pt x="120" y="7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7" name="Freeform 9412"/>
            <p:cNvSpPr>
              <a:spLocks/>
            </p:cNvSpPr>
            <p:nvPr/>
          </p:nvSpPr>
          <p:spPr bwMode="auto">
            <a:xfrm>
              <a:off x="0" y="0"/>
              <a:ext cx="558800" cy="571500"/>
            </a:xfrm>
            <a:custGeom>
              <a:avLst/>
              <a:gdLst>
                <a:gd name="T0" fmla="*/ 147 w 149"/>
                <a:gd name="T1" fmla="*/ 20 h 152"/>
                <a:gd name="T2" fmla="*/ 139 w 149"/>
                <a:gd name="T3" fmla="*/ 40 h 152"/>
                <a:gd name="T4" fmla="*/ 139 w 149"/>
                <a:gd name="T5" fmla="*/ 53 h 152"/>
                <a:gd name="T6" fmla="*/ 138 w 149"/>
                <a:gd name="T7" fmla="*/ 66 h 152"/>
                <a:gd name="T8" fmla="*/ 140 w 149"/>
                <a:gd name="T9" fmla="*/ 75 h 152"/>
                <a:gd name="T10" fmla="*/ 139 w 149"/>
                <a:gd name="T11" fmla="*/ 77 h 152"/>
                <a:gd name="T12" fmla="*/ 139 w 149"/>
                <a:gd name="T13" fmla="*/ 91 h 152"/>
                <a:gd name="T14" fmla="*/ 136 w 149"/>
                <a:gd name="T15" fmla="*/ 113 h 152"/>
                <a:gd name="T16" fmla="*/ 131 w 149"/>
                <a:gd name="T17" fmla="*/ 115 h 152"/>
                <a:gd name="T18" fmla="*/ 118 w 149"/>
                <a:gd name="T19" fmla="*/ 114 h 152"/>
                <a:gd name="T20" fmla="*/ 105 w 149"/>
                <a:gd name="T21" fmla="*/ 115 h 152"/>
                <a:gd name="T22" fmla="*/ 103 w 149"/>
                <a:gd name="T23" fmla="*/ 114 h 152"/>
                <a:gd name="T24" fmla="*/ 94 w 149"/>
                <a:gd name="T25" fmla="*/ 114 h 152"/>
                <a:gd name="T26" fmla="*/ 92 w 149"/>
                <a:gd name="T27" fmla="*/ 117 h 152"/>
                <a:gd name="T28" fmla="*/ 104 w 149"/>
                <a:gd name="T29" fmla="*/ 128 h 152"/>
                <a:gd name="T30" fmla="*/ 111 w 149"/>
                <a:gd name="T31" fmla="*/ 135 h 152"/>
                <a:gd name="T32" fmla="*/ 111 w 149"/>
                <a:gd name="T33" fmla="*/ 145 h 152"/>
                <a:gd name="T34" fmla="*/ 103 w 149"/>
                <a:gd name="T35" fmla="*/ 145 h 152"/>
                <a:gd name="T36" fmla="*/ 92 w 149"/>
                <a:gd name="T37" fmla="*/ 135 h 152"/>
                <a:gd name="T38" fmla="*/ 67 w 149"/>
                <a:gd name="T39" fmla="*/ 125 h 152"/>
                <a:gd name="T40" fmla="*/ 51 w 149"/>
                <a:gd name="T41" fmla="*/ 142 h 152"/>
                <a:gd name="T42" fmla="*/ 36 w 149"/>
                <a:gd name="T43" fmla="*/ 141 h 152"/>
                <a:gd name="T44" fmla="*/ 56 w 149"/>
                <a:gd name="T45" fmla="*/ 120 h 152"/>
                <a:gd name="T46" fmla="*/ 62 w 149"/>
                <a:gd name="T47" fmla="*/ 114 h 152"/>
                <a:gd name="T48" fmla="*/ 56 w 149"/>
                <a:gd name="T49" fmla="*/ 114 h 152"/>
                <a:gd name="T50" fmla="*/ 18 w 149"/>
                <a:gd name="T51" fmla="*/ 114 h 152"/>
                <a:gd name="T52" fmla="*/ 12 w 149"/>
                <a:gd name="T53" fmla="*/ 39 h 152"/>
                <a:gd name="T54" fmla="*/ 7 w 149"/>
                <a:gd name="T55" fmla="*/ 17 h 152"/>
                <a:gd name="T56" fmla="*/ 17 w 149"/>
                <a:gd name="T57" fmla="*/ 15 h 152"/>
                <a:gd name="T58" fmla="*/ 30 w 149"/>
                <a:gd name="T59" fmla="*/ 15 h 152"/>
                <a:gd name="T60" fmla="*/ 43 w 149"/>
                <a:gd name="T61" fmla="*/ 7 h 152"/>
                <a:gd name="T62" fmla="*/ 50 w 149"/>
                <a:gd name="T63" fmla="*/ 5 h 152"/>
                <a:gd name="T64" fmla="*/ 105 w 149"/>
                <a:gd name="T65" fmla="*/ 7 h 152"/>
                <a:gd name="T66" fmla="*/ 123 w 149"/>
                <a:gd name="T67" fmla="*/ 15 h 152"/>
                <a:gd name="T68" fmla="*/ 135 w 149"/>
                <a:gd name="T69" fmla="*/ 11 h 152"/>
                <a:gd name="T70" fmla="*/ 117 w 149"/>
                <a:gd name="T71" fmla="*/ 9 h 152"/>
                <a:gd name="T72" fmla="*/ 100 w 149"/>
                <a:gd name="T73" fmla="*/ 2 h 152"/>
                <a:gd name="T74" fmla="*/ 74 w 149"/>
                <a:gd name="T75" fmla="*/ 4 h 152"/>
                <a:gd name="T76" fmla="*/ 73 w 149"/>
                <a:gd name="T77" fmla="*/ 5 h 152"/>
                <a:gd name="T78" fmla="*/ 71 w 149"/>
                <a:gd name="T79" fmla="*/ 4 h 152"/>
                <a:gd name="T80" fmla="*/ 52 w 149"/>
                <a:gd name="T81" fmla="*/ 2 h 152"/>
                <a:gd name="T82" fmla="*/ 49 w 149"/>
                <a:gd name="T83" fmla="*/ 2 h 152"/>
                <a:gd name="T84" fmla="*/ 1 w 149"/>
                <a:gd name="T85" fmla="*/ 18 h 152"/>
                <a:gd name="T86" fmla="*/ 9 w 149"/>
                <a:gd name="T87" fmla="*/ 38 h 152"/>
                <a:gd name="T88" fmla="*/ 8 w 149"/>
                <a:gd name="T89" fmla="*/ 62 h 152"/>
                <a:gd name="T90" fmla="*/ 8 w 149"/>
                <a:gd name="T91" fmla="*/ 86 h 152"/>
                <a:gd name="T92" fmla="*/ 12 w 149"/>
                <a:gd name="T93" fmla="*/ 114 h 152"/>
                <a:gd name="T94" fmla="*/ 51 w 149"/>
                <a:gd name="T95" fmla="*/ 119 h 152"/>
                <a:gd name="T96" fmla="*/ 40 w 149"/>
                <a:gd name="T97" fmla="*/ 150 h 152"/>
                <a:gd name="T98" fmla="*/ 53 w 149"/>
                <a:gd name="T99" fmla="*/ 146 h 152"/>
                <a:gd name="T100" fmla="*/ 76 w 149"/>
                <a:gd name="T101" fmla="*/ 121 h 152"/>
                <a:gd name="T102" fmla="*/ 109 w 149"/>
                <a:gd name="T103" fmla="*/ 150 h 152"/>
                <a:gd name="T104" fmla="*/ 115 w 149"/>
                <a:gd name="T105" fmla="*/ 144 h 152"/>
                <a:gd name="T106" fmla="*/ 97 w 149"/>
                <a:gd name="T107" fmla="*/ 117 h 152"/>
                <a:gd name="T108" fmla="*/ 107 w 149"/>
                <a:gd name="T109" fmla="*/ 117 h 152"/>
                <a:gd name="T110" fmla="*/ 123 w 149"/>
                <a:gd name="T111" fmla="*/ 117 h 152"/>
                <a:gd name="T112" fmla="*/ 131 w 149"/>
                <a:gd name="T113" fmla="*/ 118 h 152"/>
                <a:gd name="T114" fmla="*/ 141 w 149"/>
                <a:gd name="T115" fmla="*/ 67 h 152"/>
                <a:gd name="T116" fmla="*/ 140 w 149"/>
                <a:gd name="T117" fmla="*/ 54 h 152"/>
                <a:gd name="T118" fmla="*/ 140 w 149"/>
                <a:gd name="T119" fmla="*/ 44 h 152"/>
                <a:gd name="T120" fmla="*/ 141 w 149"/>
                <a:gd name="T121" fmla="*/ 38 h 152"/>
                <a:gd name="T122" fmla="*/ 148 w 149"/>
                <a:gd name="T123" fmla="*/ 2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9" h="152">
                  <a:moveTo>
                    <a:pt x="147" y="18"/>
                  </a:moveTo>
                  <a:cubicBezTo>
                    <a:pt x="146" y="18"/>
                    <a:pt x="147" y="20"/>
                    <a:pt x="147" y="20"/>
                  </a:cubicBezTo>
                  <a:cubicBezTo>
                    <a:pt x="147" y="20"/>
                    <a:pt x="147" y="22"/>
                    <a:pt x="147" y="24"/>
                  </a:cubicBezTo>
                  <a:cubicBezTo>
                    <a:pt x="141" y="20"/>
                    <a:pt x="140" y="39"/>
                    <a:pt x="139" y="40"/>
                  </a:cubicBezTo>
                  <a:cubicBezTo>
                    <a:pt x="140" y="39"/>
                    <a:pt x="140" y="42"/>
                    <a:pt x="139" y="44"/>
                  </a:cubicBezTo>
                  <a:cubicBezTo>
                    <a:pt x="138" y="42"/>
                    <a:pt x="139" y="51"/>
                    <a:pt x="139" y="53"/>
                  </a:cubicBezTo>
                  <a:cubicBezTo>
                    <a:pt x="139" y="57"/>
                    <a:pt x="139" y="62"/>
                    <a:pt x="139" y="67"/>
                  </a:cubicBezTo>
                  <a:cubicBezTo>
                    <a:pt x="139" y="67"/>
                    <a:pt x="138" y="66"/>
                    <a:pt x="138" y="66"/>
                  </a:cubicBezTo>
                  <a:cubicBezTo>
                    <a:pt x="139" y="69"/>
                    <a:pt x="139" y="73"/>
                    <a:pt x="139" y="76"/>
                  </a:cubicBezTo>
                  <a:cubicBezTo>
                    <a:pt x="139" y="76"/>
                    <a:pt x="140" y="76"/>
                    <a:pt x="140" y="75"/>
                  </a:cubicBezTo>
                  <a:cubicBezTo>
                    <a:pt x="141" y="76"/>
                    <a:pt x="140" y="78"/>
                    <a:pt x="140" y="78"/>
                  </a:cubicBezTo>
                  <a:cubicBezTo>
                    <a:pt x="140" y="78"/>
                    <a:pt x="139" y="77"/>
                    <a:pt x="139" y="77"/>
                  </a:cubicBezTo>
                  <a:cubicBezTo>
                    <a:pt x="139" y="77"/>
                    <a:pt x="139" y="78"/>
                    <a:pt x="139" y="78"/>
                  </a:cubicBezTo>
                  <a:cubicBezTo>
                    <a:pt x="139" y="82"/>
                    <a:pt x="138" y="87"/>
                    <a:pt x="139" y="91"/>
                  </a:cubicBezTo>
                  <a:cubicBezTo>
                    <a:pt x="141" y="97"/>
                    <a:pt x="142" y="109"/>
                    <a:pt x="136" y="114"/>
                  </a:cubicBezTo>
                  <a:cubicBezTo>
                    <a:pt x="136" y="113"/>
                    <a:pt x="136" y="113"/>
                    <a:pt x="136" y="113"/>
                  </a:cubicBezTo>
                  <a:cubicBezTo>
                    <a:pt x="136" y="113"/>
                    <a:pt x="136" y="113"/>
                    <a:pt x="137" y="112"/>
                  </a:cubicBezTo>
                  <a:cubicBezTo>
                    <a:pt x="135" y="114"/>
                    <a:pt x="133" y="115"/>
                    <a:pt x="131" y="115"/>
                  </a:cubicBezTo>
                  <a:cubicBezTo>
                    <a:pt x="134" y="115"/>
                    <a:pt x="130" y="115"/>
                    <a:pt x="129" y="115"/>
                  </a:cubicBezTo>
                  <a:cubicBezTo>
                    <a:pt x="127" y="114"/>
                    <a:pt x="121" y="115"/>
                    <a:pt x="118" y="114"/>
                  </a:cubicBezTo>
                  <a:cubicBezTo>
                    <a:pt x="118" y="114"/>
                    <a:pt x="119" y="115"/>
                    <a:pt x="119" y="115"/>
                  </a:cubicBezTo>
                  <a:cubicBezTo>
                    <a:pt x="117" y="115"/>
                    <a:pt x="107" y="117"/>
                    <a:pt x="105" y="115"/>
                  </a:cubicBezTo>
                  <a:cubicBezTo>
                    <a:pt x="105" y="115"/>
                    <a:pt x="107" y="114"/>
                    <a:pt x="107" y="114"/>
                  </a:cubicBezTo>
                  <a:cubicBezTo>
                    <a:pt x="106" y="114"/>
                    <a:pt x="102" y="114"/>
                    <a:pt x="103" y="114"/>
                  </a:cubicBezTo>
                  <a:cubicBezTo>
                    <a:pt x="100" y="114"/>
                    <a:pt x="97" y="114"/>
                    <a:pt x="94" y="114"/>
                  </a:cubicBezTo>
                  <a:cubicBezTo>
                    <a:pt x="94" y="114"/>
                    <a:pt x="94" y="114"/>
                    <a:pt x="94" y="114"/>
                  </a:cubicBezTo>
                  <a:cubicBezTo>
                    <a:pt x="93" y="114"/>
                    <a:pt x="91" y="114"/>
                    <a:pt x="91" y="115"/>
                  </a:cubicBezTo>
                  <a:cubicBezTo>
                    <a:pt x="91" y="116"/>
                    <a:pt x="97" y="121"/>
                    <a:pt x="92" y="117"/>
                  </a:cubicBezTo>
                  <a:cubicBezTo>
                    <a:pt x="94" y="119"/>
                    <a:pt x="96" y="121"/>
                    <a:pt x="98" y="124"/>
                  </a:cubicBezTo>
                  <a:cubicBezTo>
                    <a:pt x="100" y="124"/>
                    <a:pt x="104" y="126"/>
                    <a:pt x="104" y="128"/>
                  </a:cubicBezTo>
                  <a:cubicBezTo>
                    <a:pt x="101" y="125"/>
                    <a:pt x="103" y="127"/>
                    <a:pt x="102" y="127"/>
                  </a:cubicBezTo>
                  <a:cubicBezTo>
                    <a:pt x="105" y="129"/>
                    <a:pt x="109" y="133"/>
                    <a:pt x="111" y="135"/>
                  </a:cubicBezTo>
                  <a:cubicBezTo>
                    <a:pt x="111" y="136"/>
                    <a:pt x="112" y="140"/>
                    <a:pt x="111" y="143"/>
                  </a:cubicBezTo>
                  <a:cubicBezTo>
                    <a:pt x="111" y="143"/>
                    <a:pt x="111" y="143"/>
                    <a:pt x="111" y="145"/>
                  </a:cubicBezTo>
                  <a:cubicBezTo>
                    <a:pt x="111" y="146"/>
                    <a:pt x="110" y="147"/>
                    <a:pt x="110" y="147"/>
                  </a:cubicBezTo>
                  <a:cubicBezTo>
                    <a:pt x="108" y="146"/>
                    <a:pt x="105" y="145"/>
                    <a:pt x="103" y="145"/>
                  </a:cubicBezTo>
                  <a:cubicBezTo>
                    <a:pt x="99" y="145"/>
                    <a:pt x="93" y="138"/>
                    <a:pt x="91" y="134"/>
                  </a:cubicBezTo>
                  <a:cubicBezTo>
                    <a:pt x="92" y="135"/>
                    <a:pt x="90" y="133"/>
                    <a:pt x="92" y="135"/>
                  </a:cubicBezTo>
                  <a:cubicBezTo>
                    <a:pt x="89" y="130"/>
                    <a:pt x="86" y="125"/>
                    <a:pt x="81" y="122"/>
                  </a:cubicBezTo>
                  <a:cubicBezTo>
                    <a:pt x="75" y="117"/>
                    <a:pt x="72" y="121"/>
                    <a:pt x="67" y="125"/>
                  </a:cubicBezTo>
                  <a:cubicBezTo>
                    <a:pt x="67" y="124"/>
                    <a:pt x="67" y="124"/>
                    <a:pt x="67" y="124"/>
                  </a:cubicBezTo>
                  <a:cubicBezTo>
                    <a:pt x="62" y="121"/>
                    <a:pt x="54" y="144"/>
                    <a:pt x="51" y="142"/>
                  </a:cubicBezTo>
                  <a:cubicBezTo>
                    <a:pt x="51" y="142"/>
                    <a:pt x="51" y="141"/>
                    <a:pt x="52" y="141"/>
                  </a:cubicBezTo>
                  <a:cubicBezTo>
                    <a:pt x="49" y="142"/>
                    <a:pt x="38" y="152"/>
                    <a:pt x="36" y="141"/>
                  </a:cubicBezTo>
                  <a:cubicBezTo>
                    <a:pt x="37" y="143"/>
                    <a:pt x="38" y="144"/>
                    <a:pt x="40" y="144"/>
                  </a:cubicBezTo>
                  <a:cubicBezTo>
                    <a:pt x="30" y="138"/>
                    <a:pt x="50" y="125"/>
                    <a:pt x="56" y="120"/>
                  </a:cubicBezTo>
                  <a:cubicBezTo>
                    <a:pt x="54" y="121"/>
                    <a:pt x="60" y="115"/>
                    <a:pt x="60" y="114"/>
                  </a:cubicBezTo>
                  <a:cubicBezTo>
                    <a:pt x="61" y="114"/>
                    <a:pt x="62" y="114"/>
                    <a:pt x="62" y="114"/>
                  </a:cubicBezTo>
                  <a:cubicBezTo>
                    <a:pt x="60" y="114"/>
                    <a:pt x="58" y="114"/>
                    <a:pt x="55" y="113"/>
                  </a:cubicBezTo>
                  <a:cubicBezTo>
                    <a:pt x="56" y="114"/>
                    <a:pt x="56" y="114"/>
                    <a:pt x="56" y="114"/>
                  </a:cubicBezTo>
                  <a:cubicBezTo>
                    <a:pt x="53" y="115"/>
                    <a:pt x="49" y="113"/>
                    <a:pt x="46" y="114"/>
                  </a:cubicBezTo>
                  <a:cubicBezTo>
                    <a:pt x="42" y="116"/>
                    <a:pt x="24" y="117"/>
                    <a:pt x="18" y="114"/>
                  </a:cubicBezTo>
                  <a:cubicBezTo>
                    <a:pt x="7" y="115"/>
                    <a:pt x="16" y="75"/>
                    <a:pt x="13" y="70"/>
                  </a:cubicBezTo>
                  <a:cubicBezTo>
                    <a:pt x="18" y="64"/>
                    <a:pt x="12" y="46"/>
                    <a:pt x="12" y="39"/>
                  </a:cubicBezTo>
                  <a:cubicBezTo>
                    <a:pt x="13" y="33"/>
                    <a:pt x="13" y="30"/>
                    <a:pt x="9" y="25"/>
                  </a:cubicBezTo>
                  <a:cubicBezTo>
                    <a:pt x="6" y="22"/>
                    <a:pt x="3" y="21"/>
                    <a:pt x="7" y="17"/>
                  </a:cubicBezTo>
                  <a:cubicBezTo>
                    <a:pt x="10" y="15"/>
                    <a:pt x="14" y="14"/>
                    <a:pt x="18" y="14"/>
                  </a:cubicBezTo>
                  <a:cubicBezTo>
                    <a:pt x="18" y="14"/>
                    <a:pt x="18" y="15"/>
                    <a:pt x="17" y="15"/>
                  </a:cubicBezTo>
                  <a:cubicBezTo>
                    <a:pt x="24" y="15"/>
                    <a:pt x="30" y="16"/>
                    <a:pt x="35" y="12"/>
                  </a:cubicBezTo>
                  <a:cubicBezTo>
                    <a:pt x="34" y="14"/>
                    <a:pt x="32" y="15"/>
                    <a:pt x="30" y="15"/>
                  </a:cubicBezTo>
                  <a:cubicBezTo>
                    <a:pt x="30" y="16"/>
                    <a:pt x="34" y="15"/>
                    <a:pt x="31" y="16"/>
                  </a:cubicBezTo>
                  <a:cubicBezTo>
                    <a:pt x="35" y="15"/>
                    <a:pt x="40" y="10"/>
                    <a:pt x="43" y="7"/>
                  </a:cubicBezTo>
                  <a:cubicBezTo>
                    <a:pt x="42" y="7"/>
                    <a:pt x="40" y="8"/>
                    <a:pt x="39" y="8"/>
                  </a:cubicBezTo>
                  <a:cubicBezTo>
                    <a:pt x="41" y="6"/>
                    <a:pt x="47" y="5"/>
                    <a:pt x="50" y="5"/>
                  </a:cubicBezTo>
                  <a:cubicBezTo>
                    <a:pt x="51" y="5"/>
                    <a:pt x="56" y="6"/>
                    <a:pt x="57" y="6"/>
                  </a:cubicBezTo>
                  <a:cubicBezTo>
                    <a:pt x="73" y="6"/>
                    <a:pt x="89" y="6"/>
                    <a:pt x="105" y="7"/>
                  </a:cubicBezTo>
                  <a:cubicBezTo>
                    <a:pt x="109" y="7"/>
                    <a:pt x="112" y="6"/>
                    <a:pt x="115" y="10"/>
                  </a:cubicBezTo>
                  <a:cubicBezTo>
                    <a:pt x="117" y="13"/>
                    <a:pt x="118" y="15"/>
                    <a:pt x="123" y="15"/>
                  </a:cubicBezTo>
                  <a:cubicBezTo>
                    <a:pt x="128" y="15"/>
                    <a:pt x="135" y="13"/>
                    <a:pt x="139" y="14"/>
                  </a:cubicBezTo>
                  <a:cubicBezTo>
                    <a:pt x="139" y="14"/>
                    <a:pt x="139" y="11"/>
                    <a:pt x="135" y="11"/>
                  </a:cubicBezTo>
                  <a:cubicBezTo>
                    <a:pt x="135" y="11"/>
                    <a:pt x="129" y="12"/>
                    <a:pt x="128" y="12"/>
                  </a:cubicBezTo>
                  <a:cubicBezTo>
                    <a:pt x="124" y="12"/>
                    <a:pt x="121" y="12"/>
                    <a:pt x="117" y="9"/>
                  </a:cubicBezTo>
                  <a:cubicBezTo>
                    <a:pt x="114" y="6"/>
                    <a:pt x="111" y="3"/>
                    <a:pt x="106" y="3"/>
                  </a:cubicBezTo>
                  <a:cubicBezTo>
                    <a:pt x="103" y="4"/>
                    <a:pt x="99" y="3"/>
                    <a:pt x="100" y="2"/>
                  </a:cubicBezTo>
                  <a:cubicBezTo>
                    <a:pt x="100" y="3"/>
                    <a:pt x="90" y="2"/>
                    <a:pt x="89" y="2"/>
                  </a:cubicBezTo>
                  <a:cubicBezTo>
                    <a:pt x="86" y="2"/>
                    <a:pt x="76" y="7"/>
                    <a:pt x="74" y="4"/>
                  </a:cubicBezTo>
                  <a:cubicBezTo>
                    <a:pt x="75" y="5"/>
                    <a:pt x="72" y="6"/>
                    <a:pt x="72" y="5"/>
                  </a:cubicBezTo>
                  <a:cubicBezTo>
                    <a:pt x="71" y="5"/>
                    <a:pt x="73" y="5"/>
                    <a:pt x="73" y="5"/>
                  </a:cubicBezTo>
                  <a:cubicBezTo>
                    <a:pt x="72" y="4"/>
                    <a:pt x="69" y="5"/>
                    <a:pt x="67" y="5"/>
                  </a:cubicBezTo>
                  <a:cubicBezTo>
                    <a:pt x="68" y="4"/>
                    <a:pt x="71" y="4"/>
                    <a:pt x="71" y="4"/>
                  </a:cubicBezTo>
                  <a:cubicBezTo>
                    <a:pt x="68" y="4"/>
                    <a:pt x="65" y="4"/>
                    <a:pt x="61" y="4"/>
                  </a:cubicBezTo>
                  <a:cubicBezTo>
                    <a:pt x="60" y="4"/>
                    <a:pt x="50" y="3"/>
                    <a:pt x="52" y="2"/>
                  </a:cubicBezTo>
                  <a:cubicBezTo>
                    <a:pt x="51" y="2"/>
                    <a:pt x="49" y="2"/>
                    <a:pt x="47" y="2"/>
                  </a:cubicBezTo>
                  <a:cubicBezTo>
                    <a:pt x="48" y="2"/>
                    <a:pt x="48" y="2"/>
                    <a:pt x="49" y="2"/>
                  </a:cubicBezTo>
                  <a:cubicBezTo>
                    <a:pt x="39" y="0"/>
                    <a:pt x="35" y="11"/>
                    <a:pt x="26" y="11"/>
                  </a:cubicBezTo>
                  <a:cubicBezTo>
                    <a:pt x="20" y="11"/>
                    <a:pt x="2" y="10"/>
                    <a:pt x="1" y="18"/>
                  </a:cubicBezTo>
                  <a:cubicBezTo>
                    <a:pt x="0" y="22"/>
                    <a:pt x="3" y="24"/>
                    <a:pt x="6" y="26"/>
                  </a:cubicBezTo>
                  <a:cubicBezTo>
                    <a:pt x="10" y="29"/>
                    <a:pt x="9" y="33"/>
                    <a:pt x="9" y="38"/>
                  </a:cubicBezTo>
                  <a:cubicBezTo>
                    <a:pt x="9" y="43"/>
                    <a:pt x="8" y="47"/>
                    <a:pt x="9" y="52"/>
                  </a:cubicBezTo>
                  <a:cubicBezTo>
                    <a:pt x="9" y="54"/>
                    <a:pt x="9" y="66"/>
                    <a:pt x="8" y="62"/>
                  </a:cubicBezTo>
                  <a:cubicBezTo>
                    <a:pt x="10" y="69"/>
                    <a:pt x="8" y="77"/>
                    <a:pt x="8" y="84"/>
                  </a:cubicBezTo>
                  <a:cubicBezTo>
                    <a:pt x="9" y="81"/>
                    <a:pt x="9" y="86"/>
                    <a:pt x="8" y="86"/>
                  </a:cubicBezTo>
                  <a:cubicBezTo>
                    <a:pt x="8" y="88"/>
                    <a:pt x="7" y="95"/>
                    <a:pt x="7" y="100"/>
                  </a:cubicBezTo>
                  <a:cubicBezTo>
                    <a:pt x="8" y="105"/>
                    <a:pt x="9" y="110"/>
                    <a:pt x="12" y="114"/>
                  </a:cubicBezTo>
                  <a:cubicBezTo>
                    <a:pt x="14" y="116"/>
                    <a:pt x="25" y="121"/>
                    <a:pt x="24" y="119"/>
                  </a:cubicBezTo>
                  <a:cubicBezTo>
                    <a:pt x="33" y="119"/>
                    <a:pt x="42" y="119"/>
                    <a:pt x="51" y="119"/>
                  </a:cubicBezTo>
                  <a:cubicBezTo>
                    <a:pt x="44" y="126"/>
                    <a:pt x="37" y="128"/>
                    <a:pt x="34" y="139"/>
                  </a:cubicBezTo>
                  <a:cubicBezTo>
                    <a:pt x="33" y="144"/>
                    <a:pt x="35" y="149"/>
                    <a:pt x="40" y="150"/>
                  </a:cubicBezTo>
                  <a:cubicBezTo>
                    <a:pt x="43" y="151"/>
                    <a:pt x="46" y="149"/>
                    <a:pt x="48" y="148"/>
                  </a:cubicBezTo>
                  <a:cubicBezTo>
                    <a:pt x="49" y="147"/>
                    <a:pt x="54" y="142"/>
                    <a:pt x="53" y="146"/>
                  </a:cubicBezTo>
                  <a:cubicBezTo>
                    <a:pt x="57" y="141"/>
                    <a:pt x="62" y="133"/>
                    <a:pt x="67" y="130"/>
                  </a:cubicBezTo>
                  <a:cubicBezTo>
                    <a:pt x="69" y="128"/>
                    <a:pt x="74" y="124"/>
                    <a:pt x="76" y="121"/>
                  </a:cubicBezTo>
                  <a:cubicBezTo>
                    <a:pt x="76" y="123"/>
                    <a:pt x="86" y="134"/>
                    <a:pt x="88" y="136"/>
                  </a:cubicBezTo>
                  <a:cubicBezTo>
                    <a:pt x="93" y="143"/>
                    <a:pt x="99" y="150"/>
                    <a:pt x="109" y="150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12" y="149"/>
                    <a:pt x="116" y="148"/>
                    <a:pt x="115" y="144"/>
                  </a:cubicBezTo>
                  <a:cubicBezTo>
                    <a:pt x="115" y="149"/>
                    <a:pt x="113" y="128"/>
                    <a:pt x="111" y="130"/>
                  </a:cubicBezTo>
                  <a:cubicBezTo>
                    <a:pt x="111" y="131"/>
                    <a:pt x="101" y="118"/>
                    <a:pt x="97" y="117"/>
                  </a:cubicBezTo>
                  <a:cubicBezTo>
                    <a:pt x="100" y="117"/>
                    <a:pt x="106" y="116"/>
                    <a:pt x="103" y="117"/>
                  </a:cubicBezTo>
                  <a:cubicBezTo>
                    <a:pt x="107" y="117"/>
                    <a:pt x="107" y="117"/>
                    <a:pt x="107" y="117"/>
                  </a:cubicBezTo>
                  <a:cubicBezTo>
                    <a:pt x="106" y="117"/>
                    <a:pt x="106" y="117"/>
                    <a:pt x="105" y="117"/>
                  </a:cubicBezTo>
                  <a:cubicBezTo>
                    <a:pt x="111" y="116"/>
                    <a:pt x="120" y="117"/>
                    <a:pt x="123" y="117"/>
                  </a:cubicBezTo>
                  <a:cubicBezTo>
                    <a:pt x="126" y="118"/>
                    <a:pt x="130" y="117"/>
                    <a:pt x="133" y="117"/>
                  </a:cubicBezTo>
                  <a:cubicBezTo>
                    <a:pt x="133" y="117"/>
                    <a:pt x="131" y="118"/>
                    <a:pt x="131" y="118"/>
                  </a:cubicBezTo>
                  <a:cubicBezTo>
                    <a:pt x="140" y="117"/>
                    <a:pt x="142" y="108"/>
                    <a:pt x="142" y="100"/>
                  </a:cubicBezTo>
                  <a:cubicBezTo>
                    <a:pt x="142" y="89"/>
                    <a:pt x="142" y="75"/>
                    <a:pt x="141" y="67"/>
                  </a:cubicBezTo>
                  <a:cubicBezTo>
                    <a:pt x="139" y="69"/>
                    <a:pt x="140" y="67"/>
                    <a:pt x="140" y="64"/>
                  </a:cubicBezTo>
                  <a:cubicBezTo>
                    <a:pt x="140" y="57"/>
                    <a:pt x="140" y="61"/>
                    <a:pt x="140" y="54"/>
                  </a:cubicBezTo>
                  <a:cubicBezTo>
                    <a:pt x="141" y="60"/>
                    <a:pt x="140" y="55"/>
                    <a:pt x="141" y="54"/>
                  </a:cubicBezTo>
                  <a:cubicBezTo>
                    <a:pt x="142" y="51"/>
                    <a:pt x="141" y="47"/>
                    <a:pt x="140" y="44"/>
                  </a:cubicBezTo>
                  <a:cubicBezTo>
                    <a:pt x="141" y="47"/>
                    <a:pt x="141" y="37"/>
                    <a:pt x="142" y="37"/>
                  </a:cubicBezTo>
                  <a:cubicBezTo>
                    <a:pt x="141" y="37"/>
                    <a:pt x="141" y="38"/>
                    <a:pt x="141" y="38"/>
                  </a:cubicBezTo>
                  <a:cubicBezTo>
                    <a:pt x="140" y="34"/>
                    <a:pt x="143" y="29"/>
                    <a:pt x="145" y="26"/>
                  </a:cubicBezTo>
                  <a:cubicBezTo>
                    <a:pt x="147" y="24"/>
                    <a:pt x="149" y="25"/>
                    <a:pt x="148" y="21"/>
                  </a:cubicBezTo>
                  <a:cubicBezTo>
                    <a:pt x="148" y="20"/>
                    <a:pt x="148" y="19"/>
                    <a:pt x="147" y="1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Freeform 9413"/>
            <p:cNvSpPr>
              <a:spLocks noEditPoints="1"/>
            </p:cNvSpPr>
            <p:nvPr/>
          </p:nvSpPr>
          <p:spPr bwMode="auto">
            <a:xfrm>
              <a:off x="149225" y="187325"/>
              <a:ext cx="87313" cy="200025"/>
            </a:xfrm>
            <a:custGeom>
              <a:avLst/>
              <a:gdLst>
                <a:gd name="T0" fmla="*/ 23 w 23"/>
                <a:gd name="T1" fmla="*/ 41 h 53"/>
                <a:gd name="T2" fmla="*/ 22 w 23"/>
                <a:gd name="T3" fmla="*/ 30 h 53"/>
                <a:gd name="T4" fmla="*/ 21 w 23"/>
                <a:gd name="T5" fmla="*/ 10 h 53"/>
                <a:gd name="T6" fmla="*/ 7 w 23"/>
                <a:gd name="T7" fmla="*/ 4 h 53"/>
                <a:gd name="T8" fmla="*/ 3 w 23"/>
                <a:gd name="T9" fmla="*/ 29 h 53"/>
                <a:gd name="T10" fmla="*/ 4 w 23"/>
                <a:gd name="T11" fmla="*/ 33 h 53"/>
                <a:gd name="T12" fmla="*/ 3 w 23"/>
                <a:gd name="T13" fmla="*/ 41 h 53"/>
                <a:gd name="T14" fmla="*/ 6 w 23"/>
                <a:gd name="T15" fmla="*/ 48 h 53"/>
                <a:gd name="T16" fmla="*/ 12 w 23"/>
                <a:gd name="T17" fmla="*/ 51 h 53"/>
                <a:gd name="T18" fmla="*/ 12 w 23"/>
                <a:gd name="T19" fmla="*/ 52 h 53"/>
                <a:gd name="T20" fmla="*/ 13 w 23"/>
                <a:gd name="T21" fmla="*/ 52 h 53"/>
                <a:gd name="T22" fmla="*/ 15 w 23"/>
                <a:gd name="T23" fmla="*/ 52 h 53"/>
                <a:gd name="T24" fmla="*/ 20 w 23"/>
                <a:gd name="T25" fmla="*/ 47 h 53"/>
                <a:gd name="T26" fmla="*/ 23 w 23"/>
                <a:gd name="T27" fmla="*/ 46 h 53"/>
                <a:gd name="T28" fmla="*/ 22 w 23"/>
                <a:gd name="T29" fmla="*/ 40 h 53"/>
                <a:gd name="T30" fmla="*/ 23 w 23"/>
                <a:gd name="T31" fmla="*/ 41 h 53"/>
                <a:gd name="T32" fmla="*/ 19 w 23"/>
                <a:gd name="T33" fmla="*/ 35 h 53"/>
                <a:gd name="T34" fmla="*/ 19 w 23"/>
                <a:gd name="T35" fmla="*/ 35 h 53"/>
                <a:gd name="T36" fmla="*/ 15 w 23"/>
                <a:gd name="T37" fmla="*/ 48 h 53"/>
                <a:gd name="T38" fmla="*/ 14 w 23"/>
                <a:gd name="T39" fmla="*/ 49 h 53"/>
                <a:gd name="T40" fmla="*/ 13 w 23"/>
                <a:gd name="T41" fmla="*/ 50 h 53"/>
                <a:gd name="T42" fmla="*/ 12 w 23"/>
                <a:gd name="T43" fmla="*/ 50 h 53"/>
                <a:gd name="T44" fmla="*/ 13 w 23"/>
                <a:gd name="T45" fmla="*/ 50 h 53"/>
                <a:gd name="T46" fmla="*/ 13 w 23"/>
                <a:gd name="T47" fmla="*/ 50 h 53"/>
                <a:gd name="T48" fmla="*/ 11 w 23"/>
                <a:gd name="T49" fmla="*/ 51 h 53"/>
                <a:gd name="T50" fmla="*/ 5 w 23"/>
                <a:gd name="T51" fmla="*/ 40 h 53"/>
                <a:gd name="T52" fmla="*/ 6 w 23"/>
                <a:gd name="T53" fmla="*/ 40 h 53"/>
                <a:gd name="T54" fmla="*/ 7 w 23"/>
                <a:gd name="T55" fmla="*/ 36 h 53"/>
                <a:gd name="T56" fmla="*/ 6 w 23"/>
                <a:gd name="T57" fmla="*/ 35 h 53"/>
                <a:gd name="T58" fmla="*/ 7 w 23"/>
                <a:gd name="T59" fmla="*/ 34 h 53"/>
                <a:gd name="T60" fmla="*/ 6 w 23"/>
                <a:gd name="T61" fmla="*/ 30 h 53"/>
                <a:gd name="T62" fmla="*/ 6 w 23"/>
                <a:gd name="T63" fmla="*/ 30 h 53"/>
                <a:gd name="T64" fmla="*/ 6 w 23"/>
                <a:gd name="T65" fmla="*/ 15 h 53"/>
                <a:gd name="T66" fmla="*/ 6 w 23"/>
                <a:gd name="T67" fmla="*/ 10 h 53"/>
                <a:gd name="T68" fmla="*/ 7 w 23"/>
                <a:gd name="T69" fmla="*/ 11 h 53"/>
                <a:gd name="T70" fmla="*/ 10 w 23"/>
                <a:gd name="T71" fmla="*/ 7 h 53"/>
                <a:gd name="T72" fmla="*/ 11 w 23"/>
                <a:gd name="T73" fmla="*/ 8 h 53"/>
                <a:gd name="T74" fmla="*/ 18 w 23"/>
                <a:gd name="T75" fmla="*/ 9 h 53"/>
                <a:gd name="T76" fmla="*/ 18 w 23"/>
                <a:gd name="T77" fmla="*/ 19 h 53"/>
                <a:gd name="T78" fmla="*/ 19 w 23"/>
                <a:gd name="T79" fmla="*/ 33 h 53"/>
                <a:gd name="T80" fmla="*/ 18 w 23"/>
                <a:gd name="T81" fmla="*/ 33 h 53"/>
                <a:gd name="T82" fmla="*/ 19 w 23"/>
                <a:gd name="T83" fmla="*/ 35 h 53"/>
                <a:gd name="T84" fmla="*/ 22 w 23"/>
                <a:gd name="T85" fmla="*/ 33 h 53"/>
                <a:gd name="T86" fmla="*/ 22 w 23"/>
                <a:gd name="T87" fmla="*/ 3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" h="53">
                  <a:moveTo>
                    <a:pt x="23" y="41"/>
                  </a:moveTo>
                  <a:cubicBezTo>
                    <a:pt x="23" y="41"/>
                    <a:pt x="23" y="30"/>
                    <a:pt x="22" y="30"/>
                  </a:cubicBezTo>
                  <a:cubicBezTo>
                    <a:pt x="20" y="24"/>
                    <a:pt x="23" y="17"/>
                    <a:pt x="21" y="10"/>
                  </a:cubicBezTo>
                  <a:cubicBezTo>
                    <a:pt x="20" y="5"/>
                    <a:pt x="11" y="0"/>
                    <a:pt x="7" y="4"/>
                  </a:cubicBezTo>
                  <a:cubicBezTo>
                    <a:pt x="0" y="10"/>
                    <a:pt x="2" y="21"/>
                    <a:pt x="3" y="29"/>
                  </a:cubicBezTo>
                  <a:cubicBezTo>
                    <a:pt x="2" y="27"/>
                    <a:pt x="2" y="33"/>
                    <a:pt x="4" y="33"/>
                  </a:cubicBezTo>
                  <a:cubicBezTo>
                    <a:pt x="1" y="35"/>
                    <a:pt x="5" y="40"/>
                    <a:pt x="3" y="41"/>
                  </a:cubicBezTo>
                  <a:cubicBezTo>
                    <a:pt x="4" y="41"/>
                    <a:pt x="5" y="48"/>
                    <a:pt x="6" y="48"/>
                  </a:cubicBezTo>
                  <a:cubicBezTo>
                    <a:pt x="7" y="50"/>
                    <a:pt x="11" y="51"/>
                    <a:pt x="12" y="51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52"/>
                    <a:pt x="12" y="52"/>
                    <a:pt x="13" y="52"/>
                  </a:cubicBezTo>
                  <a:cubicBezTo>
                    <a:pt x="13" y="53"/>
                    <a:pt x="15" y="53"/>
                    <a:pt x="15" y="52"/>
                  </a:cubicBezTo>
                  <a:cubicBezTo>
                    <a:pt x="16" y="52"/>
                    <a:pt x="23" y="50"/>
                    <a:pt x="20" y="47"/>
                  </a:cubicBezTo>
                  <a:cubicBezTo>
                    <a:pt x="22" y="47"/>
                    <a:pt x="22" y="47"/>
                    <a:pt x="23" y="46"/>
                  </a:cubicBezTo>
                  <a:cubicBezTo>
                    <a:pt x="23" y="43"/>
                    <a:pt x="20" y="42"/>
                    <a:pt x="22" y="40"/>
                  </a:cubicBezTo>
                  <a:cubicBezTo>
                    <a:pt x="22" y="40"/>
                    <a:pt x="22" y="41"/>
                    <a:pt x="23" y="41"/>
                  </a:cubicBezTo>
                  <a:close/>
                  <a:moveTo>
                    <a:pt x="19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39"/>
                    <a:pt x="21" y="45"/>
                    <a:pt x="15" y="48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3" y="49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2" y="51"/>
                    <a:pt x="11" y="51"/>
                  </a:cubicBezTo>
                  <a:cubicBezTo>
                    <a:pt x="11" y="49"/>
                    <a:pt x="6" y="41"/>
                    <a:pt x="5" y="40"/>
                  </a:cubicBezTo>
                  <a:cubicBezTo>
                    <a:pt x="5" y="39"/>
                    <a:pt x="6" y="39"/>
                    <a:pt x="6" y="40"/>
                  </a:cubicBezTo>
                  <a:cubicBezTo>
                    <a:pt x="5" y="38"/>
                    <a:pt x="5" y="37"/>
                    <a:pt x="7" y="36"/>
                  </a:cubicBezTo>
                  <a:cubicBezTo>
                    <a:pt x="7" y="35"/>
                    <a:pt x="7" y="35"/>
                    <a:pt x="6" y="35"/>
                  </a:cubicBezTo>
                  <a:cubicBezTo>
                    <a:pt x="6" y="35"/>
                    <a:pt x="7" y="34"/>
                    <a:pt x="7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7" y="30"/>
                    <a:pt x="5" y="14"/>
                    <a:pt x="6" y="15"/>
                  </a:cubicBezTo>
                  <a:cubicBezTo>
                    <a:pt x="5" y="13"/>
                    <a:pt x="6" y="12"/>
                    <a:pt x="6" y="10"/>
                  </a:cubicBezTo>
                  <a:cubicBezTo>
                    <a:pt x="7" y="13"/>
                    <a:pt x="7" y="11"/>
                    <a:pt x="7" y="11"/>
                  </a:cubicBezTo>
                  <a:cubicBezTo>
                    <a:pt x="5" y="9"/>
                    <a:pt x="12" y="9"/>
                    <a:pt x="10" y="7"/>
                  </a:cubicBezTo>
                  <a:cubicBezTo>
                    <a:pt x="11" y="7"/>
                    <a:pt x="11" y="8"/>
                    <a:pt x="11" y="8"/>
                  </a:cubicBezTo>
                  <a:cubicBezTo>
                    <a:pt x="13" y="7"/>
                    <a:pt x="15" y="7"/>
                    <a:pt x="18" y="9"/>
                  </a:cubicBezTo>
                  <a:cubicBezTo>
                    <a:pt x="17" y="12"/>
                    <a:pt x="19" y="16"/>
                    <a:pt x="18" y="19"/>
                  </a:cubicBezTo>
                  <a:cubicBezTo>
                    <a:pt x="18" y="21"/>
                    <a:pt x="20" y="32"/>
                    <a:pt x="19" y="33"/>
                  </a:cubicBezTo>
                  <a:cubicBezTo>
                    <a:pt x="19" y="33"/>
                    <a:pt x="18" y="33"/>
                    <a:pt x="18" y="33"/>
                  </a:cubicBezTo>
                  <a:cubicBezTo>
                    <a:pt x="19" y="34"/>
                    <a:pt x="19" y="35"/>
                    <a:pt x="19" y="35"/>
                  </a:cubicBezTo>
                  <a:close/>
                  <a:moveTo>
                    <a:pt x="22" y="33"/>
                  </a:moveTo>
                  <a:cubicBezTo>
                    <a:pt x="22" y="33"/>
                    <a:pt x="21" y="33"/>
                    <a:pt x="22" y="3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Freeform 9414"/>
            <p:cNvSpPr>
              <a:spLocks noEditPoints="1"/>
            </p:cNvSpPr>
            <p:nvPr/>
          </p:nvSpPr>
          <p:spPr bwMode="auto">
            <a:xfrm>
              <a:off x="236537" y="134938"/>
              <a:ext cx="88900" cy="252413"/>
            </a:xfrm>
            <a:custGeom>
              <a:avLst/>
              <a:gdLst>
                <a:gd name="T0" fmla="*/ 22 w 24"/>
                <a:gd name="T1" fmla="*/ 45 h 67"/>
                <a:gd name="T2" fmla="*/ 2 w 24"/>
                <a:gd name="T3" fmla="*/ 9 h 67"/>
                <a:gd name="T4" fmla="*/ 2 w 24"/>
                <a:gd name="T5" fmla="*/ 32 h 67"/>
                <a:gd name="T6" fmla="*/ 3 w 24"/>
                <a:gd name="T7" fmla="*/ 51 h 67"/>
                <a:gd name="T8" fmla="*/ 8 w 24"/>
                <a:gd name="T9" fmla="*/ 63 h 67"/>
                <a:gd name="T10" fmla="*/ 6 w 24"/>
                <a:gd name="T11" fmla="*/ 47 h 67"/>
                <a:gd name="T12" fmla="*/ 6 w 24"/>
                <a:gd name="T13" fmla="*/ 41 h 67"/>
                <a:gd name="T14" fmla="*/ 6 w 24"/>
                <a:gd name="T15" fmla="*/ 34 h 67"/>
                <a:gd name="T16" fmla="*/ 5 w 24"/>
                <a:gd name="T17" fmla="*/ 16 h 67"/>
                <a:gd name="T18" fmla="*/ 5 w 24"/>
                <a:gd name="T19" fmla="*/ 15 h 67"/>
                <a:gd name="T20" fmla="*/ 11 w 24"/>
                <a:gd name="T21" fmla="*/ 5 h 67"/>
                <a:gd name="T22" fmla="*/ 19 w 24"/>
                <a:gd name="T23" fmla="*/ 17 h 67"/>
                <a:gd name="T24" fmla="*/ 19 w 24"/>
                <a:gd name="T25" fmla="*/ 42 h 67"/>
                <a:gd name="T26" fmla="*/ 18 w 24"/>
                <a:gd name="T27" fmla="*/ 44 h 67"/>
                <a:gd name="T28" fmla="*/ 18 w 24"/>
                <a:gd name="T29" fmla="*/ 44 h 67"/>
                <a:gd name="T30" fmla="*/ 13 w 24"/>
                <a:gd name="T31" fmla="*/ 63 h 67"/>
                <a:gd name="T32" fmla="*/ 8 w 24"/>
                <a:gd name="T33" fmla="*/ 63 h 67"/>
                <a:gd name="T34" fmla="*/ 11 w 24"/>
                <a:gd name="T35" fmla="*/ 65 h 67"/>
                <a:gd name="T36" fmla="*/ 11 w 24"/>
                <a:gd name="T37" fmla="*/ 65 h 67"/>
                <a:gd name="T38" fmla="*/ 13 w 24"/>
                <a:gd name="T39" fmla="*/ 66 h 67"/>
                <a:gd name="T40" fmla="*/ 11 w 24"/>
                <a:gd name="T41" fmla="*/ 66 h 67"/>
                <a:gd name="T42" fmla="*/ 16 w 24"/>
                <a:gd name="T43" fmla="*/ 67 h 67"/>
                <a:gd name="T44" fmla="*/ 16 w 24"/>
                <a:gd name="T45" fmla="*/ 65 h 67"/>
                <a:gd name="T46" fmla="*/ 16 w 24"/>
                <a:gd name="T47" fmla="*/ 64 h 67"/>
                <a:gd name="T48" fmla="*/ 17 w 24"/>
                <a:gd name="T49" fmla="*/ 64 h 67"/>
                <a:gd name="T50" fmla="*/ 17 w 24"/>
                <a:gd name="T51" fmla="*/ 64 h 67"/>
                <a:gd name="T52" fmla="*/ 21 w 24"/>
                <a:gd name="T53" fmla="*/ 59 h 67"/>
                <a:gd name="T54" fmla="*/ 22 w 24"/>
                <a:gd name="T55" fmla="*/ 50 h 67"/>
                <a:gd name="T56" fmla="*/ 11 w 24"/>
                <a:gd name="T57" fmla="*/ 64 h 67"/>
                <a:gd name="T58" fmla="*/ 12 w 24"/>
                <a:gd name="T59" fmla="*/ 64 h 67"/>
                <a:gd name="T60" fmla="*/ 13 w 24"/>
                <a:gd name="T61" fmla="*/ 66 h 67"/>
                <a:gd name="T62" fmla="*/ 13 w 24"/>
                <a:gd name="T63" fmla="*/ 66 h 67"/>
                <a:gd name="T64" fmla="*/ 13 w 24"/>
                <a:gd name="T65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67">
                  <a:moveTo>
                    <a:pt x="23" y="51"/>
                  </a:moveTo>
                  <a:cubicBezTo>
                    <a:pt x="23" y="49"/>
                    <a:pt x="23" y="47"/>
                    <a:pt x="22" y="45"/>
                  </a:cubicBezTo>
                  <a:cubicBezTo>
                    <a:pt x="19" y="44"/>
                    <a:pt x="23" y="15"/>
                    <a:pt x="22" y="10"/>
                  </a:cubicBezTo>
                  <a:cubicBezTo>
                    <a:pt x="20" y="0"/>
                    <a:pt x="6" y="1"/>
                    <a:pt x="2" y="9"/>
                  </a:cubicBezTo>
                  <a:cubicBezTo>
                    <a:pt x="0" y="13"/>
                    <a:pt x="2" y="17"/>
                    <a:pt x="2" y="22"/>
                  </a:cubicBezTo>
                  <a:cubicBezTo>
                    <a:pt x="2" y="24"/>
                    <a:pt x="4" y="34"/>
                    <a:pt x="2" y="32"/>
                  </a:cubicBezTo>
                  <a:cubicBezTo>
                    <a:pt x="3" y="35"/>
                    <a:pt x="2" y="39"/>
                    <a:pt x="4" y="39"/>
                  </a:cubicBezTo>
                  <a:cubicBezTo>
                    <a:pt x="2" y="40"/>
                    <a:pt x="2" y="49"/>
                    <a:pt x="3" y="51"/>
                  </a:cubicBezTo>
                  <a:cubicBezTo>
                    <a:pt x="4" y="53"/>
                    <a:pt x="2" y="53"/>
                    <a:pt x="3" y="57"/>
                  </a:cubicBezTo>
                  <a:cubicBezTo>
                    <a:pt x="3" y="58"/>
                    <a:pt x="6" y="61"/>
                    <a:pt x="8" y="63"/>
                  </a:cubicBezTo>
                  <a:cubicBezTo>
                    <a:pt x="8" y="61"/>
                    <a:pt x="5" y="49"/>
                    <a:pt x="4" y="47"/>
                  </a:cubicBezTo>
                  <a:cubicBezTo>
                    <a:pt x="5" y="45"/>
                    <a:pt x="5" y="48"/>
                    <a:pt x="6" y="47"/>
                  </a:cubicBezTo>
                  <a:cubicBezTo>
                    <a:pt x="5" y="45"/>
                    <a:pt x="5" y="43"/>
                    <a:pt x="7" y="42"/>
                  </a:cubicBezTo>
                  <a:cubicBezTo>
                    <a:pt x="7" y="42"/>
                    <a:pt x="6" y="41"/>
                    <a:pt x="6" y="41"/>
                  </a:cubicBezTo>
                  <a:cubicBezTo>
                    <a:pt x="6" y="40"/>
                    <a:pt x="6" y="40"/>
                    <a:pt x="7" y="41"/>
                  </a:cubicBezTo>
                  <a:cubicBezTo>
                    <a:pt x="6" y="40"/>
                    <a:pt x="7" y="35"/>
                    <a:pt x="6" y="34"/>
                  </a:cubicBezTo>
                  <a:cubicBezTo>
                    <a:pt x="7" y="36"/>
                    <a:pt x="7" y="35"/>
                    <a:pt x="6" y="36"/>
                  </a:cubicBezTo>
                  <a:cubicBezTo>
                    <a:pt x="7" y="35"/>
                    <a:pt x="5" y="16"/>
                    <a:pt x="5" y="16"/>
                  </a:cubicBezTo>
                  <a:cubicBezTo>
                    <a:pt x="5" y="15"/>
                    <a:pt x="5" y="15"/>
                    <a:pt x="4" y="15"/>
                  </a:cubicBezTo>
                  <a:cubicBezTo>
                    <a:pt x="5" y="14"/>
                    <a:pt x="5" y="14"/>
                    <a:pt x="5" y="15"/>
                  </a:cubicBezTo>
                  <a:cubicBezTo>
                    <a:pt x="9" y="14"/>
                    <a:pt x="2" y="8"/>
                    <a:pt x="6" y="11"/>
                  </a:cubicBezTo>
                  <a:cubicBezTo>
                    <a:pt x="4" y="9"/>
                    <a:pt x="11" y="7"/>
                    <a:pt x="11" y="5"/>
                  </a:cubicBezTo>
                  <a:cubicBezTo>
                    <a:pt x="11" y="6"/>
                    <a:pt x="12" y="6"/>
                    <a:pt x="12" y="7"/>
                  </a:cubicBezTo>
                  <a:cubicBezTo>
                    <a:pt x="16" y="5"/>
                    <a:pt x="18" y="12"/>
                    <a:pt x="19" y="17"/>
                  </a:cubicBezTo>
                  <a:cubicBezTo>
                    <a:pt x="20" y="20"/>
                    <a:pt x="19" y="26"/>
                    <a:pt x="17" y="28"/>
                  </a:cubicBezTo>
                  <a:cubicBezTo>
                    <a:pt x="18" y="28"/>
                    <a:pt x="20" y="41"/>
                    <a:pt x="19" y="42"/>
                  </a:cubicBezTo>
                  <a:cubicBezTo>
                    <a:pt x="19" y="39"/>
                    <a:pt x="19" y="42"/>
                    <a:pt x="18" y="41"/>
                  </a:cubicBezTo>
                  <a:cubicBezTo>
                    <a:pt x="18" y="42"/>
                    <a:pt x="19" y="43"/>
                    <a:pt x="18" y="44"/>
                  </a:cubicBezTo>
                  <a:cubicBezTo>
                    <a:pt x="19" y="44"/>
                    <a:pt x="19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50"/>
                    <a:pt x="21" y="62"/>
                    <a:pt x="13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0" y="64"/>
                    <a:pt x="9" y="64"/>
                    <a:pt x="8" y="63"/>
                  </a:cubicBezTo>
                  <a:cubicBezTo>
                    <a:pt x="9" y="64"/>
                    <a:pt x="10" y="65"/>
                    <a:pt x="9" y="64"/>
                  </a:cubicBezTo>
                  <a:cubicBezTo>
                    <a:pt x="10" y="65"/>
                    <a:pt x="10" y="65"/>
                    <a:pt x="11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1" y="65"/>
                    <a:pt x="12" y="65"/>
                    <a:pt x="12" y="65"/>
                  </a:cubicBezTo>
                  <a:cubicBezTo>
                    <a:pt x="12" y="65"/>
                    <a:pt x="12" y="65"/>
                    <a:pt x="13" y="66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2" y="65"/>
                    <a:pt x="11" y="66"/>
                    <a:pt x="11" y="66"/>
                  </a:cubicBezTo>
                  <a:cubicBezTo>
                    <a:pt x="10" y="67"/>
                    <a:pt x="12" y="67"/>
                    <a:pt x="14" y="66"/>
                  </a:cubicBezTo>
                  <a:cubicBezTo>
                    <a:pt x="15" y="66"/>
                    <a:pt x="15" y="67"/>
                    <a:pt x="16" y="67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5"/>
                    <a:pt x="16" y="65"/>
                    <a:pt x="16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5"/>
                    <a:pt x="17" y="66"/>
                    <a:pt x="17" y="66"/>
                  </a:cubicBezTo>
                  <a:cubicBezTo>
                    <a:pt x="19" y="64"/>
                    <a:pt x="23" y="62"/>
                    <a:pt x="21" y="59"/>
                  </a:cubicBezTo>
                  <a:cubicBezTo>
                    <a:pt x="22" y="59"/>
                    <a:pt x="22" y="58"/>
                    <a:pt x="23" y="57"/>
                  </a:cubicBezTo>
                  <a:cubicBezTo>
                    <a:pt x="24" y="54"/>
                    <a:pt x="21" y="53"/>
                    <a:pt x="22" y="50"/>
                  </a:cubicBezTo>
                  <a:cubicBezTo>
                    <a:pt x="23" y="50"/>
                    <a:pt x="22" y="51"/>
                    <a:pt x="23" y="51"/>
                  </a:cubicBezTo>
                  <a:close/>
                  <a:moveTo>
                    <a:pt x="11" y="64"/>
                  </a:moveTo>
                  <a:cubicBezTo>
                    <a:pt x="12" y="64"/>
                    <a:pt x="12" y="64"/>
                    <a:pt x="12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64"/>
                    <a:pt x="12" y="64"/>
                    <a:pt x="11" y="64"/>
                  </a:cubicBezTo>
                  <a:close/>
                  <a:moveTo>
                    <a:pt x="13" y="66"/>
                  </a:move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13" y="66"/>
                    <a:pt x="13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Freeform 9415"/>
            <p:cNvSpPr>
              <a:spLocks noEditPoints="1"/>
            </p:cNvSpPr>
            <p:nvPr/>
          </p:nvSpPr>
          <p:spPr bwMode="auto">
            <a:xfrm>
              <a:off x="319087" y="233363"/>
              <a:ext cx="96838" cy="153988"/>
            </a:xfrm>
            <a:custGeom>
              <a:avLst/>
              <a:gdLst>
                <a:gd name="T0" fmla="*/ 23 w 26"/>
                <a:gd name="T1" fmla="*/ 32 h 41"/>
                <a:gd name="T2" fmla="*/ 21 w 26"/>
                <a:gd name="T3" fmla="*/ 8 h 41"/>
                <a:gd name="T4" fmla="*/ 15 w 26"/>
                <a:gd name="T5" fmla="*/ 4 h 41"/>
                <a:gd name="T6" fmla="*/ 4 w 26"/>
                <a:gd name="T7" fmla="*/ 7 h 41"/>
                <a:gd name="T8" fmla="*/ 4 w 26"/>
                <a:gd name="T9" fmla="*/ 29 h 41"/>
                <a:gd name="T10" fmla="*/ 12 w 26"/>
                <a:gd name="T11" fmla="*/ 39 h 41"/>
                <a:gd name="T12" fmla="*/ 13 w 26"/>
                <a:gd name="T13" fmla="*/ 39 h 41"/>
                <a:gd name="T14" fmla="*/ 13 w 26"/>
                <a:gd name="T15" fmla="*/ 39 h 41"/>
                <a:gd name="T16" fmla="*/ 14 w 26"/>
                <a:gd name="T17" fmla="*/ 40 h 41"/>
                <a:gd name="T18" fmla="*/ 13 w 26"/>
                <a:gd name="T19" fmla="*/ 40 h 41"/>
                <a:gd name="T20" fmla="*/ 14 w 26"/>
                <a:gd name="T21" fmla="*/ 41 h 41"/>
                <a:gd name="T22" fmla="*/ 17 w 26"/>
                <a:gd name="T23" fmla="*/ 39 h 41"/>
                <a:gd name="T24" fmla="*/ 17 w 26"/>
                <a:gd name="T25" fmla="*/ 40 h 41"/>
                <a:gd name="T26" fmla="*/ 18 w 26"/>
                <a:gd name="T27" fmla="*/ 39 h 41"/>
                <a:gd name="T28" fmla="*/ 21 w 26"/>
                <a:gd name="T29" fmla="*/ 37 h 41"/>
                <a:gd name="T30" fmla="*/ 22 w 26"/>
                <a:gd name="T31" fmla="*/ 36 h 41"/>
                <a:gd name="T32" fmla="*/ 22 w 26"/>
                <a:gd name="T33" fmla="*/ 32 h 41"/>
                <a:gd name="T34" fmla="*/ 22 w 26"/>
                <a:gd name="T35" fmla="*/ 31 h 41"/>
                <a:gd name="T36" fmla="*/ 23 w 26"/>
                <a:gd name="T37" fmla="*/ 32 h 41"/>
                <a:gd name="T38" fmla="*/ 20 w 26"/>
                <a:gd name="T39" fmla="*/ 29 h 41"/>
                <a:gd name="T40" fmla="*/ 20 w 26"/>
                <a:gd name="T41" fmla="*/ 29 h 41"/>
                <a:gd name="T42" fmla="*/ 19 w 26"/>
                <a:gd name="T43" fmla="*/ 34 h 41"/>
                <a:gd name="T44" fmla="*/ 14 w 26"/>
                <a:gd name="T45" fmla="*/ 37 h 41"/>
                <a:gd name="T46" fmla="*/ 13 w 26"/>
                <a:gd name="T47" fmla="*/ 37 h 41"/>
                <a:gd name="T48" fmla="*/ 13 w 26"/>
                <a:gd name="T49" fmla="*/ 37 h 41"/>
                <a:gd name="T50" fmla="*/ 13 w 26"/>
                <a:gd name="T51" fmla="*/ 37 h 41"/>
                <a:gd name="T52" fmla="*/ 13 w 26"/>
                <a:gd name="T53" fmla="*/ 38 h 41"/>
                <a:gd name="T54" fmla="*/ 13 w 26"/>
                <a:gd name="T55" fmla="*/ 38 h 41"/>
                <a:gd name="T56" fmla="*/ 13 w 26"/>
                <a:gd name="T57" fmla="*/ 38 h 41"/>
                <a:gd name="T58" fmla="*/ 13 w 26"/>
                <a:gd name="T59" fmla="*/ 37 h 41"/>
                <a:gd name="T60" fmla="*/ 7 w 26"/>
                <a:gd name="T61" fmla="*/ 33 h 41"/>
                <a:gd name="T62" fmla="*/ 7 w 26"/>
                <a:gd name="T63" fmla="*/ 33 h 41"/>
                <a:gd name="T64" fmla="*/ 7 w 26"/>
                <a:gd name="T65" fmla="*/ 33 h 41"/>
                <a:gd name="T66" fmla="*/ 5 w 26"/>
                <a:gd name="T67" fmla="*/ 24 h 41"/>
                <a:gd name="T68" fmla="*/ 6 w 26"/>
                <a:gd name="T69" fmla="*/ 21 h 41"/>
                <a:gd name="T70" fmla="*/ 7 w 26"/>
                <a:gd name="T71" fmla="*/ 10 h 41"/>
                <a:gd name="T72" fmla="*/ 10 w 26"/>
                <a:gd name="T73" fmla="*/ 7 h 41"/>
                <a:gd name="T74" fmla="*/ 12 w 26"/>
                <a:gd name="T75" fmla="*/ 8 h 41"/>
                <a:gd name="T76" fmla="*/ 22 w 26"/>
                <a:gd name="T77" fmla="*/ 24 h 41"/>
                <a:gd name="T78" fmla="*/ 20 w 26"/>
                <a:gd name="T7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" h="41">
                  <a:moveTo>
                    <a:pt x="23" y="32"/>
                  </a:moveTo>
                  <a:cubicBezTo>
                    <a:pt x="26" y="29"/>
                    <a:pt x="22" y="8"/>
                    <a:pt x="21" y="8"/>
                  </a:cubicBezTo>
                  <a:cubicBezTo>
                    <a:pt x="20" y="9"/>
                    <a:pt x="18" y="0"/>
                    <a:pt x="15" y="4"/>
                  </a:cubicBezTo>
                  <a:cubicBezTo>
                    <a:pt x="10" y="4"/>
                    <a:pt x="7" y="2"/>
                    <a:pt x="4" y="7"/>
                  </a:cubicBezTo>
                  <a:cubicBezTo>
                    <a:pt x="2" y="12"/>
                    <a:pt x="0" y="29"/>
                    <a:pt x="4" y="29"/>
                  </a:cubicBezTo>
                  <a:cubicBezTo>
                    <a:pt x="0" y="31"/>
                    <a:pt x="8" y="37"/>
                    <a:pt x="12" y="39"/>
                  </a:cubicBezTo>
                  <a:cubicBezTo>
                    <a:pt x="12" y="39"/>
                    <a:pt x="12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4" y="40"/>
                    <a:pt x="14" y="40"/>
                  </a:cubicBezTo>
                  <a:cubicBezTo>
                    <a:pt x="14" y="40"/>
                    <a:pt x="13" y="40"/>
                    <a:pt x="13" y="40"/>
                  </a:cubicBezTo>
                  <a:cubicBezTo>
                    <a:pt x="13" y="40"/>
                    <a:pt x="13" y="41"/>
                    <a:pt x="14" y="41"/>
                  </a:cubicBezTo>
                  <a:cubicBezTo>
                    <a:pt x="14" y="41"/>
                    <a:pt x="15" y="40"/>
                    <a:pt x="17" y="39"/>
                  </a:cubicBezTo>
                  <a:cubicBezTo>
                    <a:pt x="17" y="39"/>
                    <a:pt x="17" y="40"/>
                    <a:pt x="17" y="40"/>
                  </a:cubicBezTo>
                  <a:cubicBezTo>
                    <a:pt x="17" y="40"/>
                    <a:pt x="17" y="39"/>
                    <a:pt x="18" y="39"/>
                  </a:cubicBezTo>
                  <a:cubicBezTo>
                    <a:pt x="19" y="38"/>
                    <a:pt x="21" y="37"/>
                    <a:pt x="21" y="37"/>
                  </a:cubicBezTo>
                  <a:cubicBezTo>
                    <a:pt x="20" y="35"/>
                    <a:pt x="22" y="36"/>
                    <a:pt x="22" y="36"/>
                  </a:cubicBezTo>
                  <a:cubicBezTo>
                    <a:pt x="22" y="36"/>
                    <a:pt x="22" y="32"/>
                    <a:pt x="22" y="32"/>
                  </a:cubicBezTo>
                  <a:cubicBezTo>
                    <a:pt x="22" y="32"/>
                    <a:pt x="22" y="31"/>
                    <a:pt x="22" y="31"/>
                  </a:cubicBezTo>
                  <a:cubicBezTo>
                    <a:pt x="23" y="31"/>
                    <a:pt x="22" y="32"/>
                    <a:pt x="23" y="32"/>
                  </a:cubicBezTo>
                  <a:close/>
                  <a:moveTo>
                    <a:pt x="20" y="29"/>
                  </a:moveTo>
                  <a:cubicBezTo>
                    <a:pt x="20" y="29"/>
                    <a:pt x="20" y="29"/>
                    <a:pt x="20" y="29"/>
                  </a:cubicBezTo>
                  <a:cubicBezTo>
                    <a:pt x="20" y="31"/>
                    <a:pt x="20" y="33"/>
                    <a:pt x="19" y="34"/>
                  </a:cubicBezTo>
                  <a:cubicBezTo>
                    <a:pt x="18" y="34"/>
                    <a:pt x="15" y="36"/>
                    <a:pt x="14" y="37"/>
                  </a:cubicBezTo>
                  <a:cubicBezTo>
                    <a:pt x="14" y="37"/>
                    <a:pt x="14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1" y="37"/>
                    <a:pt x="7" y="33"/>
                    <a:pt x="7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5" y="31"/>
                    <a:pt x="4" y="26"/>
                    <a:pt x="5" y="24"/>
                  </a:cubicBezTo>
                  <a:cubicBezTo>
                    <a:pt x="6" y="22"/>
                    <a:pt x="6" y="21"/>
                    <a:pt x="6" y="21"/>
                  </a:cubicBezTo>
                  <a:cubicBezTo>
                    <a:pt x="6" y="17"/>
                    <a:pt x="6" y="14"/>
                    <a:pt x="7" y="10"/>
                  </a:cubicBezTo>
                  <a:cubicBezTo>
                    <a:pt x="8" y="13"/>
                    <a:pt x="10" y="6"/>
                    <a:pt x="10" y="7"/>
                  </a:cubicBezTo>
                  <a:cubicBezTo>
                    <a:pt x="11" y="7"/>
                    <a:pt x="11" y="7"/>
                    <a:pt x="12" y="8"/>
                  </a:cubicBezTo>
                  <a:cubicBezTo>
                    <a:pt x="14" y="2"/>
                    <a:pt x="23" y="19"/>
                    <a:pt x="22" y="24"/>
                  </a:cubicBezTo>
                  <a:cubicBezTo>
                    <a:pt x="22" y="26"/>
                    <a:pt x="22" y="27"/>
                    <a:pt x="20" y="2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Freeform 9416"/>
            <p:cNvSpPr>
              <a:spLocks/>
            </p:cNvSpPr>
            <p:nvPr/>
          </p:nvSpPr>
          <p:spPr bwMode="auto">
            <a:xfrm>
              <a:off x="22225" y="49213"/>
              <a:ext cx="79375" cy="44450"/>
            </a:xfrm>
            <a:custGeom>
              <a:avLst/>
              <a:gdLst>
                <a:gd name="T0" fmla="*/ 5 w 21"/>
                <a:gd name="T1" fmla="*/ 11 h 12"/>
                <a:gd name="T2" fmla="*/ 19 w 21"/>
                <a:gd name="T3" fmla="*/ 2 h 12"/>
                <a:gd name="T4" fmla="*/ 17 w 21"/>
                <a:gd name="T5" fmla="*/ 1 h 12"/>
                <a:gd name="T6" fmla="*/ 2 w 21"/>
                <a:gd name="T7" fmla="*/ 10 h 12"/>
                <a:gd name="T8" fmla="*/ 5 w 21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5" y="11"/>
                  </a:moveTo>
                  <a:cubicBezTo>
                    <a:pt x="9" y="8"/>
                    <a:pt x="14" y="5"/>
                    <a:pt x="19" y="2"/>
                  </a:cubicBezTo>
                  <a:cubicBezTo>
                    <a:pt x="21" y="1"/>
                    <a:pt x="18" y="0"/>
                    <a:pt x="17" y="1"/>
                  </a:cubicBezTo>
                  <a:cubicBezTo>
                    <a:pt x="12" y="4"/>
                    <a:pt x="7" y="6"/>
                    <a:pt x="2" y="10"/>
                  </a:cubicBezTo>
                  <a:cubicBezTo>
                    <a:pt x="0" y="11"/>
                    <a:pt x="3" y="12"/>
                    <a:pt x="5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Freeform 9417"/>
            <p:cNvSpPr>
              <a:spLocks/>
            </p:cNvSpPr>
            <p:nvPr/>
          </p:nvSpPr>
          <p:spPr bwMode="auto">
            <a:xfrm>
              <a:off x="390525" y="530225"/>
              <a:ext cx="30163" cy="19050"/>
            </a:xfrm>
            <a:custGeom>
              <a:avLst/>
              <a:gdLst>
                <a:gd name="T0" fmla="*/ 1 w 8"/>
                <a:gd name="T1" fmla="*/ 5 h 5"/>
                <a:gd name="T2" fmla="*/ 8 w 8"/>
                <a:gd name="T3" fmla="*/ 0 h 5"/>
                <a:gd name="T4" fmla="*/ 7 w 8"/>
                <a:gd name="T5" fmla="*/ 0 h 5"/>
                <a:gd name="T6" fmla="*/ 1 w 8"/>
                <a:gd name="T7" fmla="*/ 4 h 5"/>
                <a:gd name="T8" fmla="*/ 1 w 8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1" y="5"/>
                  </a:moveTo>
                  <a:cubicBezTo>
                    <a:pt x="4" y="3"/>
                    <a:pt x="6" y="2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5" y="2"/>
                    <a:pt x="3" y="3"/>
                    <a:pt x="1" y="4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Freeform 9418"/>
            <p:cNvSpPr>
              <a:spLocks/>
            </p:cNvSpPr>
            <p:nvPr/>
          </p:nvSpPr>
          <p:spPr bwMode="auto">
            <a:xfrm>
              <a:off x="363537" y="503238"/>
              <a:ext cx="52388" cy="38100"/>
            </a:xfrm>
            <a:custGeom>
              <a:avLst/>
              <a:gdLst>
                <a:gd name="T0" fmla="*/ 13 w 14"/>
                <a:gd name="T1" fmla="*/ 1 h 10"/>
                <a:gd name="T2" fmla="*/ 0 w 14"/>
                <a:gd name="T3" fmla="*/ 10 h 10"/>
                <a:gd name="T4" fmla="*/ 1 w 14"/>
                <a:gd name="T5" fmla="*/ 10 h 10"/>
                <a:gd name="T6" fmla="*/ 14 w 14"/>
                <a:gd name="T7" fmla="*/ 1 h 10"/>
                <a:gd name="T8" fmla="*/ 13 w 14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0">
                  <a:moveTo>
                    <a:pt x="13" y="1"/>
                  </a:moveTo>
                  <a:cubicBezTo>
                    <a:pt x="9" y="3"/>
                    <a:pt x="4" y="6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5" y="6"/>
                    <a:pt x="9" y="4"/>
                    <a:pt x="14" y="1"/>
                  </a:cubicBezTo>
                  <a:cubicBezTo>
                    <a:pt x="14" y="0"/>
                    <a:pt x="13" y="0"/>
                    <a:pt x="13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Freeform 9419"/>
            <p:cNvSpPr>
              <a:spLocks/>
            </p:cNvSpPr>
            <p:nvPr/>
          </p:nvSpPr>
          <p:spPr bwMode="auto">
            <a:xfrm>
              <a:off x="446087" y="417513"/>
              <a:ext cx="79375" cy="22225"/>
            </a:xfrm>
            <a:custGeom>
              <a:avLst/>
              <a:gdLst>
                <a:gd name="T0" fmla="*/ 1 w 21"/>
                <a:gd name="T1" fmla="*/ 5 h 6"/>
                <a:gd name="T2" fmla="*/ 19 w 21"/>
                <a:gd name="T3" fmla="*/ 0 h 6"/>
                <a:gd name="T4" fmla="*/ 16 w 21"/>
                <a:gd name="T5" fmla="*/ 1 h 6"/>
                <a:gd name="T6" fmla="*/ 19 w 21"/>
                <a:gd name="T7" fmla="*/ 1 h 6"/>
                <a:gd name="T8" fmla="*/ 17 w 21"/>
                <a:gd name="T9" fmla="*/ 4 h 6"/>
                <a:gd name="T10" fmla="*/ 18 w 21"/>
                <a:gd name="T11" fmla="*/ 4 h 6"/>
                <a:gd name="T12" fmla="*/ 21 w 21"/>
                <a:gd name="T13" fmla="*/ 0 h 6"/>
                <a:gd name="T14" fmla="*/ 21 w 21"/>
                <a:gd name="T15" fmla="*/ 0 h 6"/>
                <a:gd name="T16" fmla="*/ 16 w 21"/>
                <a:gd name="T17" fmla="*/ 3 h 6"/>
                <a:gd name="T18" fmla="*/ 21 w 21"/>
                <a:gd name="T19" fmla="*/ 0 h 6"/>
                <a:gd name="T20" fmla="*/ 21 w 21"/>
                <a:gd name="T21" fmla="*/ 0 h 6"/>
                <a:gd name="T22" fmla="*/ 1 w 21"/>
                <a:gd name="T23" fmla="*/ 5 h 6"/>
                <a:gd name="T24" fmla="*/ 1 w 21"/>
                <a:gd name="T2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6">
                  <a:moveTo>
                    <a:pt x="1" y="5"/>
                  </a:moveTo>
                  <a:cubicBezTo>
                    <a:pt x="7" y="2"/>
                    <a:pt x="13" y="1"/>
                    <a:pt x="19" y="0"/>
                  </a:cubicBezTo>
                  <a:cubicBezTo>
                    <a:pt x="21" y="0"/>
                    <a:pt x="16" y="5"/>
                    <a:pt x="16" y="1"/>
                  </a:cubicBezTo>
                  <a:cubicBezTo>
                    <a:pt x="17" y="0"/>
                    <a:pt x="20" y="0"/>
                    <a:pt x="19" y="1"/>
                  </a:cubicBezTo>
                  <a:cubicBezTo>
                    <a:pt x="19" y="2"/>
                    <a:pt x="18" y="3"/>
                    <a:pt x="17" y="4"/>
                  </a:cubicBezTo>
                  <a:cubicBezTo>
                    <a:pt x="17" y="4"/>
                    <a:pt x="18" y="4"/>
                    <a:pt x="18" y="4"/>
                  </a:cubicBezTo>
                  <a:cubicBezTo>
                    <a:pt x="19" y="3"/>
                    <a:pt x="20" y="1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5" y="0"/>
                    <a:pt x="16" y="3"/>
                  </a:cubicBezTo>
                  <a:cubicBezTo>
                    <a:pt x="16" y="6"/>
                    <a:pt x="21" y="1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4" y="0"/>
                    <a:pt x="7" y="2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5" name="Freeform 9420"/>
            <p:cNvSpPr>
              <a:spLocks/>
            </p:cNvSpPr>
            <p:nvPr/>
          </p:nvSpPr>
          <p:spPr bwMode="auto">
            <a:xfrm>
              <a:off x="333375" y="474663"/>
              <a:ext cx="60325" cy="33338"/>
            </a:xfrm>
            <a:custGeom>
              <a:avLst/>
              <a:gdLst>
                <a:gd name="T0" fmla="*/ 1 w 16"/>
                <a:gd name="T1" fmla="*/ 9 h 9"/>
                <a:gd name="T2" fmla="*/ 15 w 16"/>
                <a:gd name="T3" fmla="*/ 0 h 9"/>
                <a:gd name="T4" fmla="*/ 15 w 16"/>
                <a:gd name="T5" fmla="*/ 0 h 9"/>
                <a:gd name="T6" fmla="*/ 1 w 16"/>
                <a:gd name="T7" fmla="*/ 8 h 9"/>
                <a:gd name="T8" fmla="*/ 1 w 16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" y="9"/>
                  </a:moveTo>
                  <a:cubicBezTo>
                    <a:pt x="6" y="6"/>
                    <a:pt x="11" y="3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0" y="3"/>
                    <a:pt x="6" y="6"/>
                    <a:pt x="1" y="8"/>
                  </a:cubicBezTo>
                  <a:cubicBezTo>
                    <a:pt x="0" y="9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6" name="Freeform 9421"/>
            <p:cNvSpPr>
              <a:spLocks/>
            </p:cNvSpPr>
            <p:nvPr/>
          </p:nvSpPr>
          <p:spPr bwMode="auto">
            <a:xfrm>
              <a:off x="333375" y="469900"/>
              <a:ext cx="60325" cy="41275"/>
            </a:xfrm>
            <a:custGeom>
              <a:avLst/>
              <a:gdLst>
                <a:gd name="T0" fmla="*/ 15 w 16"/>
                <a:gd name="T1" fmla="*/ 0 h 11"/>
                <a:gd name="T2" fmla="*/ 1 w 16"/>
                <a:gd name="T3" fmla="*/ 11 h 11"/>
                <a:gd name="T4" fmla="*/ 1 w 16"/>
                <a:gd name="T5" fmla="*/ 11 h 11"/>
                <a:gd name="T6" fmla="*/ 16 w 16"/>
                <a:gd name="T7" fmla="*/ 1 h 11"/>
                <a:gd name="T8" fmla="*/ 15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5" y="0"/>
                  </a:moveTo>
                  <a:cubicBezTo>
                    <a:pt x="10" y="4"/>
                    <a:pt x="5" y="7"/>
                    <a:pt x="1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6" y="7"/>
                    <a:pt x="11" y="4"/>
                    <a:pt x="16" y="1"/>
                  </a:cubicBezTo>
                  <a:cubicBezTo>
                    <a:pt x="16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7" name="Freeform 9422"/>
            <p:cNvSpPr>
              <a:spLocks/>
            </p:cNvSpPr>
            <p:nvPr/>
          </p:nvSpPr>
          <p:spPr bwMode="auto">
            <a:xfrm>
              <a:off x="442912" y="387350"/>
              <a:ext cx="90488" cy="49213"/>
            </a:xfrm>
            <a:custGeom>
              <a:avLst/>
              <a:gdLst>
                <a:gd name="T0" fmla="*/ 23 w 24"/>
                <a:gd name="T1" fmla="*/ 0 h 13"/>
                <a:gd name="T2" fmla="*/ 1 w 24"/>
                <a:gd name="T3" fmla="*/ 13 h 13"/>
                <a:gd name="T4" fmla="*/ 2 w 24"/>
                <a:gd name="T5" fmla="*/ 13 h 13"/>
                <a:gd name="T6" fmla="*/ 24 w 24"/>
                <a:gd name="T7" fmla="*/ 0 h 13"/>
                <a:gd name="T8" fmla="*/ 23 w 2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3">
                  <a:moveTo>
                    <a:pt x="23" y="0"/>
                  </a:moveTo>
                  <a:cubicBezTo>
                    <a:pt x="16" y="5"/>
                    <a:pt x="8" y="8"/>
                    <a:pt x="1" y="13"/>
                  </a:cubicBezTo>
                  <a:cubicBezTo>
                    <a:pt x="0" y="13"/>
                    <a:pt x="1" y="13"/>
                    <a:pt x="2" y="13"/>
                  </a:cubicBezTo>
                  <a:cubicBezTo>
                    <a:pt x="9" y="8"/>
                    <a:pt x="17" y="5"/>
                    <a:pt x="24" y="0"/>
                  </a:cubicBezTo>
                  <a:cubicBezTo>
                    <a:pt x="24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Freeform 9423"/>
            <p:cNvSpPr>
              <a:spLocks/>
            </p:cNvSpPr>
            <p:nvPr/>
          </p:nvSpPr>
          <p:spPr bwMode="auto">
            <a:xfrm>
              <a:off x="487362" y="365125"/>
              <a:ext cx="46038" cy="19050"/>
            </a:xfrm>
            <a:custGeom>
              <a:avLst/>
              <a:gdLst>
                <a:gd name="T0" fmla="*/ 1 w 12"/>
                <a:gd name="T1" fmla="*/ 5 h 5"/>
                <a:gd name="T2" fmla="*/ 12 w 12"/>
                <a:gd name="T3" fmla="*/ 1 h 5"/>
                <a:gd name="T4" fmla="*/ 11 w 12"/>
                <a:gd name="T5" fmla="*/ 0 h 5"/>
                <a:gd name="T6" fmla="*/ 1 w 12"/>
                <a:gd name="T7" fmla="*/ 5 h 5"/>
                <a:gd name="T8" fmla="*/ 1 w 1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5">
                  <a:moveTo>
                    <a:pt x="1" y="5"/>
                  </a:moveTo>
                  <a:cubicBezTo>
                    <a:pt x="5" y="4"/>
                    <a:pt x="8" y="2"/>
                    <a:pt x="12" y="1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8" y="2"/>
                    <a:pt x="4" y="3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Freeform 9424"/>
            <p:cNvSpPr>
              <a:spLocks/>
            </p:cNvSpPr>
            <p:nvPr/>
          </p:nvSpPr>
          <p:spPr bwMode="auto">
            <a:xfrm>
              <a:off x="390525" y="406400"/>
              <a:ext cx="52388" cy="25400"/>
            </a:xfrm>
            <a:custGeom>
              <a:avLst/>
              <a:gdLst>
                <a:gd name="T0" fmla="*/ 1 w 14"/>
                <a:gd name="T1" fmla="*/ 7 h 7"/>
                <a:gd name="T2" fmla="*/ 14 w 14"/>
                <a:gd name="T3" fmla="*/ 1 h 7"/>
                <a:gd name="T4" fmla="*/ 13 w 14"/>
                <a:gd name="T5" fmla="*/ 0 h 7"/>
                <a:gd name="T6" fmla="*/ 1 w 14"/>
                <a:gd name="T7" fmla="*/ 7 h 7"/>
                <a:gd name="T8" fmla="*/ 1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1" y="7"/>
                  </a:moveTo>
                  <a:cubicBezTo>
                    <a:pt x="5" y="5"/>
                    <a:pt x="9" y="3"/>
                    <a:pt x="14" y="1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9" y="2"/>
                    <a:pt x="5" y="5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Freeform 9425"/>
            <p:cNvSpPr>
              <a:spLocks/>
            </p:cNvSpPr>
            <p:nvPr/>
          </p:nvSpPr>
          <p:spPr bwMode="auto">
            <a:xfrm>
              <a:off x="314325" y="447675"/>
              <a:ext cx="52388" cy="30163"/>
            </a:xfrm>
            <a:custGeom>
              <a:avLst/>
              <a:gdLst>
                <a:gd name="T0" fmla="*/ 1 w 14"/>
                <a:gd name="T1" fmla="*/ 7 h 8"/>
                <a:gd name="T2" fmla="*/ 14 w 14"/>
                <a:gd name="T3" fmla="*/ 0 h 8"/>
                <a:gd name="T4" fmla="*/ 13 w 14"/>
                <a:gd name="T5" fmla="*/ 0 h 8"/>
                <a:gd name="T6" fmla="*/ 0 w 14"/>
                <a:gd name="T7" fmla="*/ 7 h 8"/>
                <a:gd name="T8" fmla="*/ 1 w 14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1" y="7"/>
                  </a:moveTo>
                  <a:cubicBezTo>
                    <a:pt x="5" y="5"/>
                    <a:pt x="9" y="3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9" y="2"/>
                    <a:pt x="5" y="4"/>
                    <a:pt x="0" y="7"/>
                  </a:cubicBezTo>
                  <a:cubicBezTo>
                    <a:pt x="0" y="7"/>
                    <a:pt x="0" y="8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1" name="Freeform 9426"/>
            <p:cNvSpPr>
              <a:spLocks/>
            </p:cNvSpPr>
            <p:nvPr/>
          </p:nvSpPr>
          <p:spPr bwMode="auto">
            <a:xfrm>
              <a:off x="176212" y="538163"/>
              <a:ext cx="25400" cy="19050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1 h 5"/>
                <a:gd name="T4" fmla="*/ 6 w 7"/>
                <a:gd name="T5" fmla="*/ 1 h 5"/>
                <a:gd name="T6" fmla="*/ 0 w 7"/>
                <a:gd name="T7" fmla="*/ 4 h 5"/>
                <a:gd name="T8" fmla="*/ 1 w 7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3" y="3"/>
                    <a:pt x="4" y="2"/>
                    <a:pt x="6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4" y="2"/>
                    <a:pt x="2" y="3"/>
                    <a:pt x="0" y="4"/>
                  </a:cubicBezTo>
                  <a:cubicBezTo>
                    <a:pt x="0" y="4"/>
                    <a:pt x="0" y="5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2" name="Freeform 9427"/>
            <p:cNvSpPr>
              <a:spLocks/>
            </p:cNvSpPr>
            <p:nvPr/>
          </p:nvSpPr>
          <p:spPr bwMode="auto">
            <a:xfrm>
              <a:off x="303212" y="406400"/>
              <a:ext cx="90488" cy="63500"/>
            </a:xfrm>
            <a:custGeom>
              <a:avLst/>
              <a:gdLst>
                <a:gd name="T0" fmla="*/ 23 w 24"/>
                <a:gd name="T1" fmla="*/ 1 h 17"/>
                <a:gd name="T2" fmla="*/ 0 w 24"/>
                <a:gd name="T3" fmla="*/ 16 h 17"/>
                <a:gd name="T4" fmla="*/ 1 w 24"/>
                <a:gd name="T5" fmla="*/ 16 h 17"/>
                <a:gd name="T6" fmla="*/ 23 w 24"/>
                <a:gd name="T7" fmla="*/ 1 h 17"/>
                <a:gd name="T8" fmla="*/ 23 w 24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7">
                  <a:moveTo>
                    <a:pt x="23" y="1"/>
                  </a:moveTo>
                  <a:cubicBezTo>
                    <a:pt x="15" y="6"/>
                    <a:pt x="8" y="11"/>
                    <a:pt x="0" y="16"/>
                  </a:cubicBezTo>
                  <a:cubicBezTo>
                    <a:pt x="0" y="16"/>
                    <a:pt x="0" y="17"/>
                    <a:pt x="1" y="16"/>
                  </a:cubicBezTo>
                  <a:cubicBezTo>
                    <a:pt x="8" y="11"/>
                    <a:pt x="16" y="6"/>
                    <a:pt x="23" y="1"/>
                  </a:cubicBezTo>
                  <a:cubicBezTo>
                    <a:pt x="24" y="1"/>
                    <a:pt x="23" y="0"/>
                    <a:pt x="23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3" name="Freeform 9428"/>
            <p:cNvSpPr>
              <a:spLocks/>
            </p:cNvSpPr>
            <p:nvPr/>
          </p:nvSpPr>
          <p:spPr bwMode="auto">
            <a:xfrm>
              <a:off x="495300" y="315913"/>
              <a:ext cx="38100" cy="22225"/>
            </a:xfrm>
            <a:custGeom>
              <a:avLst/>
              <a:gdLst>
                <a:gd name="T0" fmla="*/ 9 w 10"/>
                <a:gd name="T1" fmla="*/ 0 h 6"/>
                <a:gd name="T2" fmla="*/ 0 w 10"/>
                <a:gd name="T3" fmla="*/ 6 h 6"/>
                <a:gd name="T4" fmla="*/ 1 w 10"/>
                <a:gd name="T5" fmla="*/ 6 h 6"/>
                <a:gd name="T6" fmla="*/ 9 w 10"/>
                <a:gd name="T7" fmla="*/ 0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4" y="4"/>
                    <a:pt x="7" y="2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4" name="Freeform 9429"/>
            <p:cNvSpPr>
              <a:spLocks/>
            </p:cNvSpPr>
            <p:nvPr/>
          </p:nvSpPr>
          <p:spPr bwMode="auto">
            <a:xfrm>
              <a:off x="498475" y="282575"/>
              <a:ext cx="30163" cy="14288"/>
            </a:xfrm>
            <a:custGeom>
              <a:avLst/>
              <a:gdLst>
                <a:gd name="T0" fmla="*/ 0 w 8"/>
                <a:gd name="T1" fmla="*/ 4 h 4"/>
                <a:gd name="T2" fmla="*/ 7 w 8"/>
                <a:gd name="T3" fmla="*/ 1 h 4"/>
                <a:gd name="T4" fmla="*/ 7 w 8"/>
                <a:gd name="T5" fmla="*/ 1 h 4"/>
                <a:gd name="T6" fmla="*/ 0 w 8"/>
                <a:gd name="T7" fmla="*/ 3 h 4"/>
                <a:gd name="T8" fmla="*/ 0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0" y="4"/>
                  </a:moveTo>
                  <a:cubicBezTo>
                    <a:pt x="3" y="3"/>
                    <a:pt x="5" y="2"/>
                    <a:pt x="7" y="1"/>
                  </a:cubicBezTo>
                  <a:cubicBezTo>
                    <a:pt x="8" y="1"/>
                    <a:pt x="8" y="0"/>
                    <a:pt x="7" y="1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5" name="Freeform 9430"/>
            <p:cNvSpPr>
              <a:spLocks/>
            </p:cNvSpPr>
            <p:nvPr/>
          </p:nvSpPr>
          <p:spPr bwMode="auto">
            <a:xfrm>
              <a:off x="349250" y="338138"/>
              <a:ext cx="55563" cy="30163"/>
            </a:xfrm>
            <a:custGeom>
              <a:avLst/>
              <a:gdLst>
                <a:gd name="T0" fmla="*/ 1 w 15"/>
                <a:gd name="T1" fmla="*/ 8 h 8"/>
                <a:gd name="T2" fmla="*/ 14 w 15"/>
                <a:gd name="T3" fmla="*/ 0 h 8"/>
                <a:gd name="T4" fmla="*/ 14 w 15"/>
                <a:gd name="T5" fmla="*/ 0 h 8"/>
                <a:gd name="T6" fmla="*/ 0 w 15"/>
                <a:gd name="T7" fmla="*/ 7 h 8"/>
                <a:gd name="T8" fmla="*/ 1 w 1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" y="8"/>
                  </a:moveTo>
                  <a:cubicBezTo>
                    <a:pt x="5" y="5"/>
                    <a:pt x="10" y="3"/>
                    <a:pt x="14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9" y="2"/>
                    <a:pt x="5" y="5"/>
                    <a:pt x="0" y="7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6" name="Freeform 9431"/>
            <p:cNvSpPr>
              <a:spLocks/>
            </p:cNvSpPr>
            <p:nvPr/>
          </p:nvSpPr>
          <p:spPr bwMode="auto">
            <a:xfrm>
              <a:off x="184150" y="403225"/>
              <a:ext cx="107950" cy="58738"/>
            </a:xfrm>
            <a:custGeom>
              <a:avLst/>
              <a:gdLst>
                <a:gd name="T0" fmla="*/ 1 w 29"/>
                <a:gd name="T1" fmla="*/ 16 h 16"/>
                <a:gd name="T2" fmla="*/ 28 w 29"/>
                <a:gd name="T3" fmla="*/ 0 h 16"/>
                <a:gd name="T4" fmla="*/ 28 w 29"/>
                <a:gd name="T5" fmla="*/ 0 h 16"/>
                <a:gd name="T6" fmla="*/ 0 w 29"/>
                <a:gd name="T7" fmla="*/ 16 h 16"/>
                <a:gd name="T8" fmla="*/ 1 w 29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6">
                  <a:moveTo>
                    <a:pt x="1" y="16"/>
                  </a:moveTo>
                  <a:cubicBezTo>
                    <a:pt x="10" y="11"/>
                    <a:pt x="19" y="5"/>
                    <a:pt x="28" y="0"/>
                  </a:cubicBezTo>
                  <a:cubicBezTo>
                    <a:pt x="29" y="0"/>
                    <a:pt x="28" y="0"/>
                    <a:pt x="28" y="0"/>
                  </a:cubicBezTo>
                  <a:cubicBezTo>
                    <a:pt x="19" y="5"/>
                    <a:pt x="9" y="11"/>
                    <a:pt x="0" y="16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Freeform 9433"/>
            <p:cNvSpPr>
              <a:spLocks/>
            </p:cNvSpPr>
            <p:nvPr/>
          </p:nvSpPr>
          <p:spPr bwMode="auto">
            <a:xfrm>
              <a:off x="171450" y="398462"/>
              <a:ext cx="117475" cy="71438"/>
            </a:xfrm>
            <a:custGeom>
              <a:avLst/>
              <a:gdLst>
                <a:gd name="T0" fmla="*/ 30 w 31"/>
                <a:gd name="T1" fmla="*/ 0 h 19"/>
                <a:gd name="T2" fmla="*/ 1 w 31"/>
                <a:gd name="T3" fmla="*/ 19 h 19"/>
                <a:gd name="T4" fmla="*/ 1 w 31"/>
                <a:gd name="T5" fmla="*/ 19 h 19"/>
                <a:gd name="T6" fmla="*/ 30 w 31"/>
                <a:gd name="T7" fmla="*/ 1 h 19"/>
                <a:gd name="T8" fmla="*/ 30 w 31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9">
                  <a:moveTo>
                    <a:pt x="30" y="0"/>
                  </a:moveTo>
                  <a:cubicBezTo>
                    <a:pt x="20" y="7"/>
                    <a:pt x="10" y="13"/>
                    <a:pt x="1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1" y="13"/>
                    <a:pt x="21" y="7"/>
                    <a:pt x="30" y="1"/>
                  </a:cubicBezTo>
                  <a:cubicBezTo>
                    <a:pt x="31" y="0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Freeform 9434"/>
            <p:cNvSpPr>
              <a:spLocks/>
            </p:cNvSpPr>
            <p:nvPr/>
          </p:nvSpPr>
          <p:spPr bwMode="auto">
            <a:xfrm>
              <a:off x="341312" y="323850"/>
              <a:ext cx="63500" cy="36513"/>
            </a:xfrm>
            <a:custGeom>
              <a:avLst/>
              <a:gdLst>
                <a:gd name="T0" fmla="*/ 16 w 17"/>
                <a:gd name="T1" fmla="*/ 0 h 10"/>
                <a:gd name="T2" fmla="*/ 1 w 17"/>
                <a:gd name="T3" fmla="*/ 10 h 10"/>
                <a:gd name="T4" fmla="*/ 1 w 17"/>
                <a:gd name="T5" fmla="*/ 10 h 10"/>
                <a:gd name="T6" fmla="*/ 16 w 17"/>
                <a:gd name="T7" fmla="*/ 0 h 10"/>
                <a:gd name="T8" fmla="*/ 16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6" y="0"/>
                  </a:moveTo>
                  <a:cubicBezTo>
                    <a:pt x="11" y="3"/>
                    <a:pt x="6" y="6"/>
                    <a:pt x="1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6" y="7"/>
                    <a:pt x="11" y="4"/>
                    <a:pt x="16" y="0"/>
                  </a:cubicBezTo>
                  <a:cubicBezTo>
                    <a:pt x="17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Freeform 9435"/>
            <p:cNvSpPr>
              <a:spLocks/>
            </p:cNvSpPr>
            <p:nvPr/>
          </p:nvSpPr>
          <p:spPr bwMode="auto">
            <a:xfrm>
              <a:off x="495300" y="255587"/>
              <a:ext cx="30163" cy="15875"/>
            </a:xfrm>
            <a:custGeom>
              <a:avLst/>
              <a:gdLst>
                <a:gd name="T0" fmla="*/ 7 w 8"/>
                <a:gd name="T1" fmla="*/ 0 h 4"/>
                <a:gd name="T2" fmla="*/ 1 w 8"/>
                <a:gd name="T3" fmla="*/ 3 h 4"/>
                <a:gd name="T4" fmla="*/ 1 w 8"/>
                <a:gd name="T5" fmla="*/ 4 h 4"/>
                <a:gd name="T6" fmla="*/ 8 w 8"/>
                <a:gd name="T7" fmla="*/ 0 h 4"/>
                <a:gd name="T8" fmla="*/ 7 w 8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7" y="0"/>
                  </a:moveTo>
                  <a:cubicBezTo>
                    <a:pt x="5" y="1"/>
                    <a:pt x="3" y="2"/>
                    <a:pt x="1" y="3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3" y="3"/>
                    <a:pt x="6" y="1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Freeform 9436"/>
            <p:cNvSpPr>
              <a:spLocks/>
            </p:cNvSpPr>
            <p:nvPr/>
          </p:nvSpPr>
          <p:spPr bwMode="auto">
            <a:xfrm>
              <a:off x="495300" y="233362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1 h 4"/>
                <a:gd name="T4" fmla="*/ 7 w 8"/>
                <a:gd name="T5" fmla="*/ 0 h 4"/>
                <a:gd name="T6" fmla="*/ 0 w 8"/>
                <a:gd name="T7" fmla="*/ 3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3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1" name="Freeform 9437"/>
            <p:cNvSpPr>
              <a:spLocks/>
            </p:cNvSpPr>
            <p:nvPr/>
          </p:nvSpPr>
          <p:spPr bwMode="auto">
            <a:xfrm>
              <a:off x="338137" y="293687"/>
              <a:ext cx="58738" cy="25400"/>
            </a:xfrm>
            <a:custGeom>
              <a:avLst/>
              <a:gdLst>
                <a:gd name="T0" fmla="*/ 1 w 16"/>
                <a:gd name="T1" fmla="*/ 7 h 7"/>
                <a:gd name="T2" fmla="*/ 15 w 16"/>
                <a:gd name="T3" fmla="*/ 0 h 7"/>
                <a:gd name="T4" fmla="*/ 15 w 16"/>
                <a:gd name="T5" fmla="*/ 0 h 7"/>
                <a:gd name="T6" fmla="*/ 1 w 16"/>
                <a:gd name="T7" fmla="*/ 7 h 7"/>
                <a:gd name="T8" fmla="*/ 1 w 1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7">
                  <a:moveTo>
                    <a:pt x="1" y="7"/>
                  </a:moveTo>
                  <a:cubicBezTo>
                    <a:pt x="6" y="5"/>
                    <a:pt x="11" y="2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0" y="2"/>
                    <a:pt x="5" y="5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Freeform 9438"/>
            <p:cNvSpPr>
              <a:spLocks/>
            </p:cNvSpPr>
            <p:nvPr/>
          </p:nvSpPr>
          <p:spPr bwMode="auto">
            <a:xfrm>
              <a:off x="261937" y="338137"/>
              <a:ext cx="49213" cy="22225"/>
            </a:xfrm>
            <a:custGeom>
              <a:avLst/>
              <a:gdLst>
                <a:gd name="T0" fmla="*/ 1 w 13"/>
                <a:gd name="T1" fmla="*/ 6 h 6"/>
                <a:gd name="T2" fmla="*/ 12 w 13"/>
                <a:gd name="T3" fmla="*/ 0 h 6"/>
                <a:gd name="T4" fmla="*/ 12 w 13"/>
                <a:gd name="T5" fmla="*/ 0 h 6"/>
                <a:gd name="T6" fmla="*/ 0 w 13"/>
                <a:gd name="T7" fmla="*/ 6 h 6"/>
                <a:gd name="T8" fmla="*/ 1 w 13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6">
                  <a:moveTo>
                    <a:pt x="1" y="6"/>
                  </a:moveTo>
                  <a:cubicBezTo>
                    <a:pt x="5" y="4"/>
                    <a:pt x="9" y="2"/>
                    <a:pt x="12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Freeform 9439"/>
            <p:cNvSpPr>
              <a:spLocks/>
            </p:cNvSpPr>
            <p:nvPr/>
          </p:nvSpPr>
          <p:spPr bwMode="auto">
            <a:xfrm>
              <a:off x="130175" y="406400"/>
              <a:ext cx="53975" cy="30163"/>
            </a:xfrm>
            <a:custGeom>
              <a:avLst/>
              <a:gdLst>
                <a:gd name="T0" fmla="*/ 1 w 14"/>
                <a:gd name="T1" fmla="*/ 8 h 8"/>
                <a:gd name="T2" fmla="*/ 13 w 14"/>
                <a:gd name="T3" fmla="*/ 1 h 8"/>
                <a:gd name="T4" fmla="*/ 13 w 14"/>
                <a:gd name="T5" fmla="*/ 1 h 8"/>
                <a:gd name="T6" fmla="*/ 0 w 14"/>
                <a:gd name="T7" fmla="*/ 7 h 8"/>
                <a:gd name="T8" fmla="*/ 1 w 14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1" y="8"/>
                  </a:moveTo>
                  <a:cubicBezTo>
                    <a:pt x="5" y="5"/>
                    <a:pt x="9" y="3"/>
                    <a:pt x="13" y="1"/>
                  </a:cubicBezTo>
                  <a:cubicBezTo>
                    <a:pt x="14" y="1"/>
                    <a:pt x="13" y="0"/>
                    <a:pt x="13" y="1"/>
                  </a:cubicBezTo>
                  <a:cubicBezTo>
                    <a:pt x="9" y="3"/>
                    <a:pt x="5" y="5"/>
                    <a:pt x="0" y="7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Freeform 9440"/>
            <p:cNvSpPr>
              <a:spLocks/>
            </p:cNvSpPr>
            <p:nvPr/>
          </p:nvSpPr>
          <p:spPr bwMode="auto">
            <a:xfrm>
              <a:off x="153987" y="406400"/>
              <a:ext cx="55563" cy="30163"/>
            </a:xfrm>
            <a:custGeom>
              <a:avLst/>
              <a:gdLst>
                <a:gd name="T0" fmla="*/ 14 w 15"/>
                <a:gd name="T1" fmla="*/ 0 h 8"/>
                <a:gd name="T2" fmla="*/ 1 w 15"/>
                <a:gd name="T3" fmla="*/ 8 h 8"/>
                <a:gd name="T4" fmla="*/ 1 w 15"/>
                <a:gd name="T5" fmla="*/ 8 h 8"/>
                <a:gd name="T6" fmla="*/ 15 w 15"/>
                <a:gd name="T7" fmla="*/ 0 h 8"/>
                <a:gd name="T8" fmla="*/ 14 w 15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4" y="0"/>
                  </a:moveTo>
                  <a:cubicBezTo>
                    <a:pt x="10" y="3"/>
                    <a:pt x="5" y="5"/>
                    <a:pt x="1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6" y="5"/>
                    <a:pt x="10" y="3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Freeform 9441"/>
            <p:cNvSpPr>
              <a:spLocks/>
            </p:cNvSpPr>
            <p:nvPr/>
          </p:nvSpPr>
          <p:spPr bwMode="auto">
            <a:xfrm>
              <a:off x="266700" y="338137"/>
              <a:ext cx="44450" cy="30163"/>
            </a:xfrm>
            <a:custGeom>
              <a:avLst/>
              <a:gdLst>
                <a:gd name="T0" fmla="*/ 11 w 12"/>
                <a:gd name="T1" fmla="*/ 1 h 8"/>
                <a:gd name="T2" fmla="*/ 0 w 12"/>
                <a:gd name="T3" fmla="*/ 8 h 8"/>
                <a:gd name="T4" fmla="*/ 1 w 12"/>
                <a:gd name="T5" fmla="*/ 8 h 8"/>
                <a:gd name="T6" fmla="*/ 12 w 12"/>
                <a:gd name="T7" fmla="*/ 1 h 8"/>
                <a:gd name="T8" fmla="*/ 11 w 12"/>
                <a:gd name="T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8">
                  <a:moveTo>
                    <a:pt x="11" y="1"/>
                  </a:moveTo>
                  <a:cubicBezTo>
                    <a:pt x="8" y="3"/>
                    <a:pt x="4" y="5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5" y="6"/>
                    <a:pt x="8" y="3"/>
                    <a:pt x="12" y="1"/>
                  </a:cubicBezTo>
                  <a:cubicBezTo>
                    <a:pt x="12" y="1"/>
                    <a:pt x="12" y="0"/>
                    <a:pt x="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Freeform 9442"/>
            <p:cNvSpPr>
              <a:spLocks/>
            </p:cNvSpPr>
            <p:nvPr/>
          </p:nvSpPr>
          <p:spPr bwMode="auto">
            <a:xfrm>
              <a:off x="338137" y="288925"/>
              <a:ext cx="58738" cy="34925"/>
            </a:xfrm>
            <a:custGeom>
              <a:avLst/>
              <a:gdLst>
                <a:gd name="T0" fmla="*/ 15 w 16"/>
                <a:gd name="T1" fmla="*/ 0 h 9"/>
                <a:gd name="T2" fmla="*/ 1 w 16"/>
                <a:gd name="T3" fmla="*/ 8 h 9"/>
                <a:gd name="T4" fmla="*/ 1 w 16"/>
                <a:gd name="T5" fmla="*/ 8 h 9"/>
                <a:gd name="T6" fmla="*/ 15 w 16"/>
                <a:gd name="T7" fmla="*/ 0 h 9"/>
                <a:gd name="T8" fmla="*/ 15 w 1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5" y="0"/>
                  </a:moveTo>
                  <a:cubicBezTo>
                    <a:pt x="10" y="3"/>
                    <a:pt x="5" y="6"/>
                    <a:pt x="1" y="8"/>
                  </a:cubicBezTo>
                  <a:cubicBezTo>
                    <a:pt x="0" y="9"/>
                    <a:pt x="1" y="9"/>
                    <a:pt x="1" y="8"/>
                  </a:cubicBezTo>
                  <a:cubicBezTo>
                    <a:pt x="6" y="6"/>
                    <a:pt x="11" y="3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Freeform 9443"/>
            <p:cNvSpPr>
              <a:spLocks/>
            </p:cNvSpPr>
            <p:nvPr/>
          </p:nvSpPr>
          <p:spPr bwMode="auto">
            <a:xfrm>
              <a:off x="487362" y="214312"/>
              <a:ext cx="30163" cy="26988"/>
            </a:xfrm>
            <a:custGeom>
              <a:avLst/>
              <a:gdLst>
                <a:gd name="T0" fmla="*/ 1 w 8"/>
                <a:gd name="T1" fmla="*/ 3 h 7"/>
                <a:gd name="T2" fmla="*/ 8 w 8"/>
                <a:gd name="T3" fmla="*/ 1 h 7"/>
                <a:gd name="T4" fmla="*/ 7 w 8"/>
                <a:gd name="T5" fmla="*/ 0 h 7"/>
                <a:gd name="T6" fmla="*/ 1 w 8"/>
                <a:gd name="T7" fmla="*/ 7 h 7"/>
                <a:gd name="T8" fmla="*/ 1 w 8"/>
                <a:gd name="T9" fmla="*/ 7 h 7"/>
                <a:gd name="T10" fmla="*/ 8 w 8"/>
                <a:gd name="T11" fmla="*/ 1 h 7"/>
                <a:gd name="T12" fmla="*/ 8 w 8"/>
                <a:gd name="T13" fmla="*/ 0 h 7"/>
                <a:gd name="T14" fmla="*/ 1 w 8"/>
                <a:gd name="T15" fmla="*/ 2 h 7"/>
                <a:gd name="T16" fmla="*/ 1 w 8"/>
                <a:gd name="T1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7">
                  <a:moveTo>
                    <a:pt x="1" y="3"/>
                  </a:moveTo>
                  <a:cubicBezTo>
                    <a:pt x="3" y="2"/>
                    <a:pt x="6" y="1"/>
                    <a:pt x="8" y="1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6" y="3"/>
                    <a:pt x="4" y="5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4" y="6"/>
                    <a:pt x="7" y="4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1" y="2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Freeform 9444"/>
            <p:cNvSpPr>
              <a:spLocks/>
            </p:cNvSpPr>
            <p:nvPr/>
          </p:nvSpPr>
          <p:spPr bwMode="auto">
            <a:xfrm>
              <a:off x="487362" y="214312"/>
              <a:ext cx="30163" cy="19050"/>
            </a:xfrm>
            <a:custGeom>
              <a:avLst/>
              <a:gdLst>
                <a:gd name="T0" fmla="*/ 1 w 8"/>
                <a:gd name="T1" fmla="*/ 3 h 5"/>
                <a:gd name="T2" fmla="*/ 8 w 8"/>
                <a:gd name="T3" fmla="*/ 1 h 5"/>
                <a:gd name="T4" fmla="*/ 7 w 8"/>
                <a:gd name="T5" fmla="*/ 0 h 5"/>
                <a:gd name="T6" fmla="*/ 1 w 8"/>
                <a:gd name="T7" fmla="*/ 4 h 5"/>
                <a:gd name="T8" fmla="*/ 1 w 8"/>
                <a:gd name="T9" fmla="*/ 4 h 5"/>
                <a:gd name="T10" fmla="*/ 8 w 8"/>
                <a:gd name="T11" fmla="*/ 1 h 5"/>
                <a:gd name="T12" fmla="*/ 8 w 8"/>
                <a:gd name="T13" fmla="*/ 0 h 5"/>
                <a:gd name="T14" fmla="*/ 1 w 8"/>
                <a:gd name="T15" fmla="*/ 3 h 5"/>
                <a:gd name="T16" fmla="*/ 1 w 8"/>
                <a:gd name="T17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5">
                  <a:moveTo>
                    <a:pt x="1" y="3"/>
                  </a:moveTo>
                  <a:cubicBezTo>
                    <a:pt x="3" y="2"/>
                    <a:pt x="6" y="1"/>
                    <a:pt x="8" y="1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6" y="2"/>
                    <a:pt x="3" y="3"/>
                    <a:pt x="1" y="4"/>
                  </a:cubicBezTo>
                  <a:cubicBezTo>
                    <a:pt x="1" y="4"/>
                    <a:pt x="1" y="5"/>
                    <a:pt x="1" y="4"/>
                  </a:cubicBezTo>
                  <a:cubicBezTo>
                    <a:pt x="4" y="4"/>
                    <a:pt x="6" y="3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Freeform 9445"/>
            <p:cNvSpPr>
              <a:spLocks/>
            </p:cNvSpPr>
            <p:nvPr/>
          </p:nvSpPr>
          <p:spPr bwMode="auto">
            <a:xfrm>
              <a:off x="341312" y="271462"/>
              <a:ext cx="41275" cy="17463"/>
            </a:xfrm>
            <a:custGeom>
              <a:avLst/>
              <a:gdLst>
                <a:gd name="T0" fmla="*/ 1 w 11"/>
                <a:gd name="T1" fmla="*/ 5 h 5"/>
                <a:gd name="T2" fmla="*/ 11 w 11"/>
                <a:gd name="T3" fmla="*/ 0 h 5"/>
                <a:gd name="T4" fmla="*/ 10 w 11"/>
                <a:gd name="T5" fmla="*/ 0 h 5"/>
                <a:gd name="T6" fmla="*/ 0 w 11"/>
                <a:gd name="T7" fmla="*/ 5 h 5"/>
                <a:gd name="T8" fmla="*/ 1 w 11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" y="5"/>
                  </a:moveTo>
                  <a:cubicBezTo>
                    <a:pt x="4" y="3"/>
                    <a:pt x="7" y="1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7" y="1"/>
                    <a:pt x="3" y="3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Freeform 9446"/>
            <p:cNvSpPr>
              <a:spLocks/>
            </p:cNvSpPr>
            <p:nvPr/>
          </p:nvSpPr>
          <p:spPr bwMode="auto">
            <a:xfrm>
              <a:off x="255587" y="304800"/>
              <a:ext cx="55563" cy="30163"/>
            </a:xfrm>
            <a:custGeom>
              <a:avLst/>
              <a:gdLst>
                <a:gd name="T0" fmla="*/ 1 w 15"/>
                <a:gd name="T1" fmla="*/ 8 h 8"/>
                <a:gd name="T2" fmla="*/ 15 w 15"/>
                <a:gd name="T3" fmla="*/ 1 h 8"/>
                <a:gd name="T4" fmla="*/ 14 w 15"/>
                <a:gd name="T5" fmla="*/ 0 h 8"/>
                <a:gd name="T6" fmla="*/ 1 w 15"/>
                <a:gd name="T7" fmla="*/ 7 h 8"/>
                <a:gd name="T8" fmla="*/ 1 w 1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" y="8"/>
                  </a:moveTo>
                  <a:cubicBezTo>
                    <a:pt x="5" y="5"/>
                    <a:pt x="10" y="3"/>
                    <a:pt x="15" y="1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0" y="2"/>
                    <a:pt x="5" y="5"/>
                    <a:pt x="1" y="7"/>
                  </a:cubicBezTo>
                  <a:cubicBezTo>
                    <a:pt x="0" y="7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Freeform 9447"/>
            <p:cNvSpPr>
              <a:spLocks/>
            </p:cNvSpPr>
            <p:nvPr/>
          </p:nvSpPr>
          <p:spPr bwMode="auto">
            <a:xfrm>
              <a:off x="187325" y="349250"/>
              <a:ext cx="41275" cy="23813"/>
            </a:xfrm>
            <a:custGeom>
              <a:avLst/>
              <a:gdLst>
                <a:gd name="T0" fmla="*/ 1 w 11"/>
                <a:gd name="T1" fmla="*/ 6 h 6"/>
                <a:gd name="T2" fmla="*/ 10 w 11"/>
                <a:gd name="T3" fmla="*/ 1 h 6"/>
                <a:gd name="T4" fmla="*/ 9 w 11"/>
                <a:gd name="T5" fmla="*/ 0 h 6"/>
                <a:gd name="T6" fmla="*/ 1 w 11"/>
                <a:gd name="T7" fmla="*/ 5 h 6"/>
                <a:gd name="T8" fmla="*/ 1 w 11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1" y="6"/>
                  </a:moveTo>
                  <a:cubicBezTo>
                    <a:pt x="4" y="4"/>
                    <a:pt x="7" y="2"/>
                    <a:pt x="10" y="1"/>
                  </a:cubicBezTo>
                  <a:cubicBezTo>
                    <a:pt x="11" y="0"/>
                    <a:pt x="10" y="0"/>
                    <a:pt x="9" y="0"/>
                  </a:cubicBezTo>
                  <a:cubicBezTo>
                    <a:pt x="7" y="2"/>
                    <a:pt x="4" y="4"/>
                    <a:pt x="1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2" name="Freeform 9448"/>
            <p:cNvSpPr>
              <a:spLocks/>
            </p:cNvSpPr>
            <p:nvPr/>
          </p:nvSpPr>
          <p:spPr bwMode="auto">
            <a:xfrm>
              <a:off x="77787" y="409575"/>
              <a:ext cx="46038" cy="22225"/>
            </a:xfrm>
            <a:custGeom>
              <a:avLst/>
              <a:gdLst>
                <a:gd name="T0" fmla="*/ 1 w 12"/>
                <a:gd name="T1" fmla="*/ 6 h 6"/>
                <a:gd name="T2" fmla="*/ 11 w 12"/>
                <a:gd name="T3" fmla="*/ 0 h 6"/>
                <a:gd name="T4" fmla="*/ 11 w 12"/>
                <a:gd name="T5" fmla="*/ 0 h 6"/>
                <a:gd name="T6" fmla="*/ 1 w 12"/>
                <a:gd name="T7" fmla="*/ 5 h 6"/>
                <a:gd name="T8" fmla="*/ 1 w 1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1" y="6"/>
                  </a:moveTo>
                  <a:cubicBezTo>
                    <a:pt x="4" y="4"/>
                    <a:pt x="8" y="2"/>
                    <a:pt x="11" y="0"/>
                  </a:cubicBezTo>
                  <a:cubicBezTo>
                    <a:pt x="12" y="0"/>
                    <a:pt x="11" y="0"/>
                    <a:pt x="11" y="0"/>
                  </a:cubicBezTo>
                  <a:cubicBezTo>
                    <a:pt x="7" y="2"/>
                    <a:pt x="4" y="4"/>
                    <a:pt x="1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3" name="Freeform 9449"/>
            <p:cNvSpPr>
              <a:spLocks/>
            </p:cNvSpPr>
            <p:nvPr/>
          </p:nvSpPr>
          <p:spPr bwMode="auto">
            <a:xfrm>
              <a:off x="88900" y="409575"/>
              <a:ext cx="38100" cy="22225"/>
            </a:xfrm>
            <a:custGeom>
              <a:avLst/>
              <a:gdLst>
                <a:gd name="T0" fmla="*/ 9 w 10"/>
                <a:gd name="T1" fmla="*/ 0 h 6"/>
                <a:gd name="T2" fmla="*/ 0 w 10"/>
                <a:gd name="T3" fmla="*/ 6 h 6"/>
                <a:gd name="T4" fmla="*/ 1 w 10"/>
                <a:gd name="T5" fmla="*/ 6 h 6"/>
                <a:gd name="T6" fmla="*/ 9 w 10"/>
                <a:gd name="T7" fmla="*/ 1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4" y="4"/>
                    <a:pt x="7" y="2"/>
                    <a:pt x="9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Freeform 9450"/>
            <p:cNvSpPr>
              <a:spLocks/>
            </p:cNvSpPr>
            <p:nvPr/>
          </p:nvSpPr>
          <p:spPr bwMode="auto">
            <a:xfrm>
              <a:off x="184150" y="346075"/>
              <a:ext cx="41275" cy="26988"/>
            </a:xfrm>
            <a:custGeom>
              <a:avLst/>
              <a:gdLst>
                <a:gd name="T0" fmla="*/ 10 w 11"/>
                <a:gd name="T1" fmla="*/ 1 h 7"/>
                <a:gd name="T2" fmla="*/ 0 w 11"/>
                <a:gd name="T3" fmla="*/ 7 h 7"/>
                <a:gd name="T4" fmla="*/ 1 w 11"/>
                <a:gd name="T5" fmla="*/ 7 h 7"/>
                <a:gd name="T6" fmla="*/ 10 w 11"/>
                <a:gd name="T7" fmla="*/ 1 h 7"/>
                <a:gd name="T8" fmla="*/ 10 w 11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10" y="1"/>
                  </a:moveTo>
                  <a:cubicBezTo>
                    <a:pt x="6" y="3"/>
                    <a:pt x="3" y="5"/>
                    <a:pt x="0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4" y="5"/>
                    <a:pt x="7" y="3"/>
                    <a:pt x="10" y="1"/>
                  </a:cubicBezTo>
                  <a:cubicBezTo>
                    <a:pt x="11" y="0"/>
                    <a:pt x="10" y="0"/>
                    <a:pt x="1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Freeform 9451"/>
            <p:cNvSpPr>
              <a:spLocks/>
            </p:cNvSpPr>
            <p:nvPr/>
          </p:nvSpPr>
          <p:spPr bwMode="auto">
            <a:xfrm>
              <a:off x="250825" y="296862"/>
              <a:ext cx="57150" cy="30163"/>
            </a:xfrm>
            <a:custGeom>
              <a:avLst/>
              <a:gdLst>
                <a:gd name="T0" fmla="*/ 14 w 15"/>
                <a:gd name="T1" fmla="*/ 0 h 8"/>
                <a:gd name="T2" fmla="*/ 0 w 15"/>
                <a:gd name="T3" fmla="*/ 8 h 8"/>
                <a:gd name="T4" fmla="*/ 1 w 15"/>
                <a:gd name="T5" fmla="*/ 8 h 8"/>
                <a:gd name="T6" fmla="*/ 14 w 15"/>
                <a:gd name="T7" fmla="*/ 0 h 8"/>
                <a:gd name="T8" fmla="*/ 14 w 15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4" y="0"/>
                  </a:moveTo>
                  <a:cubicBezTo>
                    <a:pt x="9" y="3"/>
                    <a:pt x="5" y="5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6" y="5"/>
                    <a:pt x="10" y="3"/>
                    <a:pt x="14" y="0"/>
                  </a:cubicBezTo>
                  <a:cubicBezTo>
                    <a:pt x="15" y="0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6" name="Freeform 9452"/>
            <p:cNvSpPr>
              <a:spLocks/>
            </p:cNvSpPr>
            <p:nvPr/>
          </p:nvSpPr>
          <p:spPr bwMode="auto">
            <a:xfrm>
              <a:off x="333375" y="255587"/>
              <a:ext cx="38100" cy="22225"/>
            </a:xfrm>
            <a:custGeom>
              <a:avLst/>
              <a:gdLst>
                <a:gd name="T0" fmla="*/ 9 w 10"/>
                <a:gd name="T1" fmla="*/ 0 h 6"/>
                <a:gd name="T2" fmla="*/ 1 w 10"/>
                <a:gd name="T3" fmla="*/ 5 h 6"/>
                <a:gd name="T4" fmla="*/ 1 w 10"/>
                <a:gd name="T5" fmla="*/ 6 h 6"/>
                <a:gd name="T6" fmla="*/ 10 w 10"/>
                <a:gd name="T7" fmla="*/ 1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2"/>
                    <a:pt x="4" y="4"/>
                    <a:pt x="1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4" y="4"/>
                    <a:pt x="7" y="2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7" name="Freeform 9453"/>
            <p:cNvSpPr>
              <a:spLocks/>
            </p:cNvSpPr>
            <p:nvPr/>
          </p:nvSpPr>
          <p:spPr bwMode="auto">
            <a:xfrm>
              <a:off x="492125" y="165100"/>
              <a:ext cx="33338" cy="22225"/>
            </a:xfrm>
            <a:custGeom>
              <a:avLst/>
              <a:gdLst>
                <a:gd name="T0" fmla="*/ 8 w 9"/>
                <a:gd name="T1" fmla="*/ 0 h 6"/>
                <a:gd name="T2" fmla="*/ 1 w 9"/>
                <a:gd name="T3" fmla="*/ 5 h 6"/>
                <a:gd name="T4" fmla="*/ 1 w 9"/>
                <a:gd name="T5" fmla="*/ 5 h 6"/>
                <a:gd name="T6" fmla="*/ 9 w 9"/>
                <a:gd name="T7" fmla="*/ 1 h 6"/>
                <a:gd name="T8" fmla="*/ 8 w 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8" y="0"/>
                  </a:moveTo>
                  <a:cubicBezTo>
                    <a:pt x="6" y="2"/>
                    <a:pt x="3" y="3"/>
                    <a:pt x="1" y="5"/>
                  </a:cubicBezTo>
                  <a:cubicBezTo>
                    <a:pt x="0" y="5"/>
                    <a:pt x="1" y="6"/>
                    <a:pt x="1" y="5"/>
                  </a:cubicBezTo>
                  <a:cubicBezTo>
                    <a:pt x="4" y="4"/>
                    <a:pt x="6" y="2"/>
                    <a:pt x="9" y="1"/>
                  </a:cubicBezTo>
                  <a:cubicBezTo>
                    <a:pt x="9" y="1"/>
                    <a:pt x="9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8" name="Freeform 9454"/>
            <p:cNvSpPr>
              <a:spLocks/>
            </p:cNvSpPr>
            <p:nvPr/>
          </p:nvSpPr>
          <p:spPr bwMode="auto">
            <a:xfrm>
              <a:off x="495300" y="150812"/>
              <a:ext cx="30163" cy="11113"/>
            </a:xfrm>
            <a:custGeom>
              <a:avLst/>
              <a:gdLst>
                <a:gd name="T0" fmla="*/ 1 w 8"/>
                <a:gd name="T1" fmla="*/ 3 h 3"/>
                <a:gd name="T2" fmla="*/ 7 w 8"/>
                <a:gd name="T3" fmla="*/ 0 h 3"/>
                <a:gd name="T4" fmla="*/ 7 w 8"/>
                <a:gd name="T5" fmla="*/ 0 h 3"/>
                <a:gd name="T6" fmla="*/ 0 w 8"/>
                <a:gd name="T7" fmla="*/ 3 h 3"/>
                <a:gd name="T8" fmla="*/ 1 w 8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1" y="3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5" y="1"/>
                    <a:pt x="2" y="2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9" name="Freeform 9455"/>
            <p:cNvSpPr>
              <a:spLocks/>
            </p:cNvSpPr>
            <p:nvPr/>
          </p:nvSpPr>
          <p:spPr bwMode="auto">
            <a:xfrm>
              <a:off x="255587" y="252412"/>
              <a:ext cx="55563" cy="25400"/>
            </a:xfrm>
            <a:custGeom>
              <a:avLst/>
              <a:gdLst>
                <a:gd name="T0" fmla="*/ 1 w 15"/>
                <a:gd name="T1" fmla="*/ 7 h 7"/>
                <a:gd name="T2" fmla="*/ 15 w 15"/>
                <a:gd name="T3" fmla="*/ 0 h 7"/>
                <a:gd name="T4" fmla="*/ 14 w 15"/>
                <a:gd name="T5" fmla="*/ 0 h 7"/>
                <a:gd name="T6" fmla="*/ 1 w 15"/>
                <a:gd name="T7" fmla="*/ 7 h 7"/>
                <a:gd name="T8" fmla="*/ 1 w 15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7">
                  <a:moveTo>
                    <a:pt x="1" y="7"/>
                  </a:moveTo>
                  <a:cubicBezTo>
                    <a:pt x="6" y="5"/>
                    <a:pt x="10" y="2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0" y="2"/>
                    <a:pt x="5" y="4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0" name="Freeform 9456"/>
            <p:cNvSpPr>
              <a:spLocks/>
            </p:cNvSpPr>
            <p:nvPr/>
          </p:nvSpPr>
          <p:spPr bwMode="auto">
            <a:xfrm>
              <a:off x="168275" y="296862"/>
              <a:ext cx="60325" cy="30163"/>
            </a:xfrm>
            <a:custGeom>
              <a:avLst/>
              <a:gdLst>
                <a:gd name="T0" fmla="*/ 1 w 16"/>
                <a:gd name="T1" fmla="*/ 8 h 8"/>
                <a:gd name="T2" fmla="*/ 15 w 16"/>
                <a:gd name="T3" fmla="*/ 0 h 8"/>
                <a:gd name="T4" fmla="*/ 15 w 16"/>
                <a:gd name="T5" fmla="*/ 0 h 8"/>
                <a:gd name="T6" fmla="*/ 0 w 16"/>
                <a:gd name="T7" fmla="*/ 8 h 8"/>
                <a:gd name="T8" fmla="*/ 1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1" y="8"/>
                  </a:moveTo>
                  <a:cubicBezTo>
                    <a:pt x="5" y="5"/>
                    <a:pt x="10" y="3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0" y="2"/>
                    <a:pt x="5" y="5"/>
                    <a:pt x="0" y="8"/>
                  </a:cubicBezTo>
                  <a:cubicBezTo>
                    <a:pt x="0" y="8"/>
                    <a:pt x="0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1" name="Freeform 9457"/>
            <p:cNvSpPr>
              <a:spLocks/>
            </p:cNvSpPr>
            <p:nvPr/>
          </p:nvSpPr>
          <p:spPr bwMode="auto">
            <a:xfrm>
              <a:off x="41275" y="384175"/>
              <a:ext cx="33338" cy="14288"/>
            </a:xfrm>
            <a:custGeom>
              <a:avLst/>
              <a:gdLst>
                <a:gd name="T0" fmla="*/ 1 w 9"/>
                <a:gd name="T1" fmla="*/ 4 h 4"/>
                <a:gd name="T2" fmla="*/ 8 w 9"/>
                <a:gd name="T3" fmla="*/ 0 h 4"/>
                <a:gd name="T4" fmla="*/ 7 w 9"/>
                <a:gd name="T5" fmla="*/ 0 h 4"/>
                <a:gd name="T6" fmla="*/ 1 w 9"/>
                <a:gd name="T7" fmla="*/ 4 h 4"/>
                <a:gd name="T8" fmla="*/ 1 w 9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4">
                  <a:moveTo>
                    <a:pt x="1" y="4"/>
                  </a:moveTo>
                  <a:cubicBezTo>
                    <a:pt x="4" y="3"/>
                    <a:pt x="6" y="2"/>
                    <a:pt x="8" y="0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5" y="1"/>
                    <a:pt x="3" y="3"/>
                    <a:pt x="1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2" name="Freeform 9458"/>
            <p:cNvSpPr>
              <a:spLocks/>
            </p:cNvSpPr>
            <p:nvPr/>
          </p:nvSpPr>
          <p:spPr bwMode="auto">
            <a:xfrm>
              <a:off x="41275" y="379412"/>
              <a:ext cx="30163" cy="19050"/>
            </a:xfrm>
            <a:custGeom>
              <a:avLst/>
              <a:gdLst>
                <a:gd name="T0" fmla="*/ 7 w 8"/>
                <a:gd name="T1" fmla="*/ 0 h 5"/>
                <a:gd name="T2" fmla="*/ 0 w 8"/>
                <a:gd name="T3" fmla="*/ 4 h 5"/>
                <a:gd name="T4" fmla="*/ 1 w 8"/>
                <a:gd name="T5" fmla="*/ 4 h 5"/>
                <a:gd name="T6" fmla="*/ 7 w 8"/>
                <a:gd name="T7" fmla="*/ 0 h 5"/>
                <a:gd name="T8" fmla="*/ 7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7" y="0"/>
                  </a:moveTo>
                  <a:cubicBezTo>
                    <a:pt x="4" y="1"/>
                    <a:pt x="2" y="3"/>
                    <a:pt x="0" y="4"/>
                  </a:cubicBezTo>
                  <a:cubicBezTo>
                    <a:pt x="0" y="4"/>
                    <a:pt x="0" y="5"/>
                    <a:pt x="1" y="4"/>
                  </a:cubicBezTo>
                  <a:cubicBezTo>
                    <a:pt x="3" y="3"/>
                    <a:pt x="5" y="1"/>
                    <a:pt x="7" y="0"/>
                  </a:cubicBezTo>
                  <a:cubicBezTo>
                    <a:pt x="8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3" name="Freeform 9459"/>
            <p:cNvSpPr>
              <a:spLocks/>
            </p:cNvSpPr>
            <p:nvPr/>
          </p:nvSpPr>
          <p:spPr bwMode="auto">
            <a:xfrm>
              <a:off x="165100" y="282575"/>
              <a:ext cx="60325" cy="33338"/>
            </a:xfrm>
            <a:custGeom>
              <a:avLst/>
              <a:gdLst>
                <a:gd name="T0" fmla="*/ 15 w 16"/>
                <a:gd name="T1" fmla="*/ 0 h 9"/>
                <a:gd name="T2" fmla="*/ 1 w 16"/>
                <a:gd name="T3" fmla="*/ 9 h 9"/>
                <a:gd name="T4" fmla="*/ 2 w 16"/>
                <a:gd name="T5" fmla="*/ 9 h 9"/>
                <a:gd name="T6" fmla="*/ 16 w 16"/>
                <a:gd name="T7" fmla="*/ 0 h 9"/>
                <a:gd name="T8" fmla="*/ 15 w 1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5" y="0"/>
                  </a:moveTo>
                  <a:cubicBezTo>
                    <a:pt x="10" y="3"/>
                    <a:pt x="6" y="6"/>
                    <a:pt x="1" y="9"/>
                  </a:cubicBezTo>
                  <a:cubicBezTo>
                    <a:pt x="0" y="9"/>
                    <a:pt x="1" y="9"/>
                    <a:pt x="2" y="9"/>
                  </a:cubicBezTo>
                  <a:cubicBezTo>
                    <a:pt x="6" y="6"/>
                    <a:pt x="11" y="3"/>
                    <a:pt x="16" y="0"/>
                  </a:cubicBezTo>
                  <a:cubicBezTo>
                    <a:pt x="16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4" name="Freeform 9460"/>
            <p:cNvSpPr>
              <a:spLocks/>
            </p:cNvSpPr>
            <p:nvPr/>
          </p:nvSpPr>
          <p:spPr bwMode="auto">
            <a:xfrm>
              <a:off x="247650" y="233362"/>
              <a:ext cx="60325" cy="33338"/>
            </a:xfrm>
            <a:custGeom>
              <a:avLst/>
              <a:gdLst>
                <a:gd name="T0" fmla="*/ 15 w 16"/>
                <a:gd name="T1" fmla="*/ 0 h 9"/>
                <a:gd name="T2" fmla="*/ 1 w 16"/>
                <a:gd name="T3" fmla="*/ 8 h 9"/>
                <a:gd name="T4" fmla="*/ 2 w 16"/>
                <a:gd name="T5" fmla="*/ 9 h 9"/>
                <a:gd name="T6" fmla="*/ 16 w 16"/>
                <a:gd name="T7" fmla="*/ 0 h 9"/>
                <a:gd name="T8" fmla="*/ 15 w 1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5" y="0"/>
                  </a:moveTo>
                  <a:cubicBezTo>
                    <a:pt x="11" y="3"/>
                    <a:pt x="6" y="5"/>
                    <a:pt x="1" y="8"/>
                  </a:cubicBezTo>
                  <a:cubicBezTo>
                    <a:pt x="0" y="9"/>
                    <a:pt x="1" y="9"/>
                    <a:pt x="2" y="9"/>
                  </a:cubicBezTo>
                  <a:cubicBezTo>
                    <a:pt x="6" y="6"/>
                    <a:pt x="11" y="3"/>
                    <a:pt x="16" y="0"/>
                  </a:cubicBezTo>
                  <a:cubicBezTo>
                    <a:pt x="16" y="0"/>
                    <a:pt x="16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5" name="Freeform 9461"/>
            <p:cNvSpPr>
              <a:spLocks/>
            </p:cNvSpPr>
            <p:nvPr/>
          </p:nvSpPr>
          <p:spPr bwMode="auto">
            <a:xfrm>
              <a:off x="487362" y="98425"/>
              <a:ext cx="49213" cy="30163"/>
            </a:xfrm>
            <a:custGeom>
              <a:avLst/>
              <a:gdLst>
                <a:gd name="T0" fmla="*/ 12 w 13"/>
                <a:gd name="T1" fmla="*/ 0 h 8"/>
                <a:gd name="T2" fmla="*/ 0 w 13"/>
                <a:gd name="T3" fmla="*/ 7 h 8"/>
                <a:gd name="T4" fmla="*/ 1 w 13"/>
                <a:gd name="T5" fmla="*/ 8 h 8"/>
                <a:gd name="T6" fmla="*/ 13 w 13"/>
                <a:gd name="T7" fmla="*/ 0 h 8"/>
                <a:gd name="T8" fmla="*/ 12 w 1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8">
                  <a:moveTo>
                    <a:pt x="12" y="0"/>
                  </a:moveTo>
                  <a:cubicBezTo>
                    <a:pt x="8" y="3"/>
                    <a:pt x="4" y="5"/>
                    <a:pt x="0" y="7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5" y="5"/>
                    <a:pt x="9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Freeform 9462"/>
            <p:cNvSpPr>
              <a:spLocks/>
            </p:cNvSpPr>
            <p:nvPr/>
          </p:nvSpPr>
          <p:spPr bwMode="auto">
            <a:xfrm>
              <a:off x="517525" y="82550"/>
              <a:ext cx="26988" cy="22225"/>
            </a:xfrm>
            <a:custGeom>
              <a:avLst/>
              <a:gdLst>
                <a:gd name="T0" fmla="*/ 5 w 7"/>
                <a:gd name="T1" fmla="*/ 4 h 6"/>
                <a:gd name="T2" fmla="*/ 1 w 7"/>
                <a:gd name="T3" fmla="*/ 5 h 6"/>
                <a:gd name="T4" fmla="*/ 2 w 7"/>
                <a:gd name="T5" fmla="*/ 5 h 6"/>
                <a:gd name="T6" fmla="*/ 7 w 7"/>
                <a:gd name="T7" fmla="*/ 0 h 6"/>
                <a:gd name="T8" fmla="*/ 6 w 7"/>
                <a:gd name="T9" fmla="*/ 0 h 6"/>
                <a:gd name="T10" fmla="*/ 1 w 7"/>
                <a:gd name="T11" fmla="*/ 5 h 6"/>
                <a:gd name="T12" fmla="*/ 1 w 7"/>
                <a:gd name="T13" fmla="*/ 6 h 6"/>
                <a:gd name="T14" fmla="*/ 6 w 7"/>
                <a:gd name="T15" fmla="*/ 4 h 6"/>
                <a:gd name="T16" fmla="*/ 5 w 7"/>
                <a:gd name="T1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6">
                  <a:moveTo>
                    <a:pt x="5" y="4"/>
                  </a:moveTo>
                  <a:cubicBezTo>
                    <a:pt x="4" y="4"/>
                    <a:pt x="2" y="5"/>
                    <a:pt x="1" y="5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1" y="2"/>
                    <a:pt x="5" y="1"/>
                    <a:pt x="7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4" y="1"/>
                    <a:pt x="0" y="2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3" y="5"/>
                    <a:pt x="4" y="5"/>
                    <a:pt x="6" y="4"/>
                  </a:cubicBezTo>
                  <a:cubicBezTo>
                    <a:pt x="6" y="4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7" name="Freeform 9463"/>
            <p:cNvSpPr>
              <a:spLocks/>
            </p:cNvSpPr>
            <p:nvPr/>
          </p:nvSpPr>
          <p:spPr bwMode="auto">
            <a:xfrm>
              <a:off x="473075" y="79375"/>
              <a:ext cx="71438" cy="33338"/>
            </a:xfrm>
            <a:custGeom>
              <a:avLst/>
              <a:gdLst>
                <a:gd name="T0" fmla="*/ 1 w 19"/>
                <a:gd name="T1" fmla="*/ 9 h 9"/>
                <a:gd name="T2" fmla="*/ 18 w 19"/>
                <a:gd name="T3" fmla="*/ 1 h 9"/>
                <a:gd name="T4" fmla="*/ 18 w 19"/>
                <a:gd name="T5" fmla="*/ 0 h 9"/>
                <a:gd name="T6" fmla="*/ 1 w 19"/>
                <a:gd name="T7" fmla="*/ 9 h 9"/>
                <a:gd name="T8" fmla="*/ 1 w 1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9">
                  <a:moveTo>
                    <a:pt x="1" y="9"/>
                  </a:moveTo>
                  <a:cubicBezTo>
                    <a:pt x="7" y="6"/>
                    <a:pt x="13" y="4"/>
                    <a:pt x="18" y="1"/>
                  </a:cubicBezTo>
                  <a:cubicBezTo>
                    <a:pt x="19" y="1"/>
                    <a:pt x="18" y="0"/>
                    <a:pt x="18" y="0"/>
                  </a:cubicBezTo>
                  <a:cubicBezTo>
                    <a:pt x="12" y="3"/>
                    <a:pt x="6" y="6"/>
                    <a:pt x="1" y="9"/>
                  </a:cubicBezTo>
                  <a:cubicBezTo>
                    <a:pt x="0" y="9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8" name="Freeform 9464"/>
            <p:cNvSpPr>
              <a:spLocks/>
            </p:cNvSpPr>
            <p:nvPr/>
          </p:nvSpPr>
          <p:spPr bwMode="auto">
            <a:xfrm>
              <a:off x="247650" y="195262"/>
              <a:ext cx="66675" cy="34925"/>
            </a:xfrm>
            <a:custGeom>
              <a:avLst/>
              <a:gdLst>
                <a:gd name="T0" fmla="*/ 1 w 18"/>
                <a:gd name="T1" fmla="*/ 9 h 9"/>
                <a:gd name="T2" fmla="*/ 18 w 18"/>
                <a:gd name="T3" fmla="*/ 0 h 9"/>
                <a:gd name="T4" fmla="*/ 17 w 18"/>
                <a:gd name="T5" fmla="*/ 0 h 9"/>
                <a:gd name="T6" fmla="*/ 1 w 18"/>
                <a:gd name="T7" fmla="*/ 9 h 9"/>
                <a:gd name="T8" fmla="*/ 1 w 18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9">
                  <a:moveTo>
                    <a:pt x="1" y="9"/>
                  </a:moveTo>
                  <a:cubicBezTo>
                    <a:pt x="7" y="6"/>
                    <a:pt x="12" y="3"/>
                    <a:pt x="18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2" y="3"/>
                    <a:pt x="6" y="6"/>
                    <a:pt x="1" y="9"/>
                  </a:cubicBezTo>
                  <a:cubicBezTo>
                    <a:pt x="0" y="9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9" name="Freeform 9465"/>
            <p:cNvSpPr>
              <a:spLocks/>
            </p:cNvSpPr>
            <p:nvPr/>
          </p:nvSpPr>
          <p:spPr bwMode="auto">
            <a:xfrm>
              <a:off x="160337" y="241300"/>
              <a:ext cx="68263" cy="36513"/>
            </a:xfrm>
            <a:custGeom>
              <a:avLst/>
              <a:gdLst>
                <a:gd name="T0" fmla="*/ 1 w 18"/>
                <a:gd name="T1" fmla="*/ 9 h 10"/>
                <a:gd name="T2" fmla="*/ 18 w 18"/>
                <a:gd name="T3" fmla="*/ 1 h 10"/>
                <a:gd name="T4" fmla="*/ 17 w 18"/>
                <a:gd name="T5" fmla="*/ 1 h 10"/>
                <a:gd name="T6" fmla="*/ 1 w 18"/>
                <a:gd name="T7" fmla="*/ 9 h 10"/>
                <a:gd name="T8" fmla="*/ 1 w 18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" y="9"/>
                  </a:moveTo>
                  <a:cubicBezTo>
                    <a:pt x="7" y="6"/>
                    <a:pt x="12" y="4"/>
                    <a:pt x="18" y="1"/>
                  </a:cubicBezTo>
                  <a:cubicBezTo>
                    <a:pt x="18" y="0"/>
                    <a:pt x="17" y="0"/>
                    <a:pt x="17" y="1"/>
                  </a:cubicBezTo>
                  <a:cubicBezTo>
                    <a:pt x="11" y="3"/>
                    <a:pt x="6" y="6"/>
                    <a:pt x="1" y="9"/>
                  </a:cubicBezTo>
                  <a:cubicBezTo>
                    <a:pt x="0" y="10"/>
                    <a:pt x="1" y="10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0" name="Freeform 9466"/>
            <p:cNvSpPr>
              <a:spLocks/>
            </p:cNvSpPr>
            <p:nvPr/>
          </p:nvSpPr>
          <p:spPr bwMode="auto">
            <a:xfrm>
              <a:off x="160337" y="233362"/>
              <a:ext cx="57150" cy="33338"/>
            </a:xfrm>
            <a:custGeom>
              <a:avLst/>
              <a:gdLst>
                <a:gd name="T0" fmla="*/ 14 w 15"/>
                <a:gd name="T1" fmla="*/ 0 h 9"/>
                <a:gd name="T2" fmla="*/ 1 w 15"/>
                <a:gd name="T3" fmla="*/ 8 h 9"/>
                <a:gd name="T4" fmla="*/ 1 w 15"/>
                <a:gd name="T5" fmla="*/ 9 h 9"/>
                <a:gd name="T6" fmla="*/ 14 w 15"/>
                <a:gd name="T7" fmla="*/ 0 h 9"/>
                <a:gd name="T8" fmla="*/ 14 w 15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4" y="0"/>
                  </a:moveTo>
                  <a:cubicBezTo>
                    <a:pt x="9" y="3"/>
                    <a:pt x="5" y="6"/>
                    <a:pt x="1" y="8"/>
                  </a:cubicBezTo>
                  <a:cubicBezTo>
                    <a:pt x="0" y="9"/>
                    <a:pt x="1" y="9"/>
                    <a:pt x="1" y="9"/>
                  </a:cubicBezTo>
                  <a:cubicBezTo>
                    <a:pt x="6" y="6"/>
                    <a:pt x="10" y="3"/>
                    <a:pt x="14" y="0"/>
                  </a:cubicBezTo>
                  <a:cubicBezTo>
                    <a:pt x="15" y="0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1" name="Freeform 9467"/>
            <p:cNvSpPr>
              <a:spLocks/>
            </p:cNvSpPr>
            <p:nvPr/>
          </p:nvSpPr>
          <p:spPr bwMode="auto">
            <a:xfrm>
              <a:off x="242887" y="165100"/>
              <a:ext cx="79375" cy="49213"/>
            </a:xfrm>
            <a:custGeom>
              <a:avLst/>
              <a:gdLst>
                <a:gd name="T0" fmla="*/ 20 w 21"/>
                <a:gd name="T1" fmla="*/ 1 h 13"/>
                <a:gd name="T2" fmla="*/ 1 w 21"/>
                <a:gd name="T3" fmla="*/ 12 h 13"/>
                <a:gd name="T4" fmla="*/ 1 w 21"/>
                <a:gd name="T5" fmla="*/ 13 h 13"/>
                <a:gd name="T6" fmla="*/ 20 w 21"/>
                <a:gd name="T7" fmla="*/ 1 h 13"/>
                <a:gd name="T8" fmla="*/ 20 w 21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3">
                  <a:moveTo>
                    <a:pt x="20" y="1"/>
                  </a:moveTo>
                  <a:cubicBezTo>
                    <a:pt x="13" y="5"/>
                    <a:pt x="7" y="8"/>
                    <a:pt x="1" y="12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8" y="9"/>
                    <a:pt x="14" y="5"/>
                    <a:pt x="20" y="1"/>
                  </a:cubicBezTo>
                  <a:cubicBezTo>
                    <a:pt x="21" y="1"/>
                    <a:pt x="20" y="0"/>
                    <a:pt x="2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2" name="Freeform 9468"/>
            <p:cNvSpPr>
              <a:spLocks/>
            </p:cNvSpPr>
            <p:nvPr/>
          </p:nvSpPr>
          <p:spPr bwMode="auto">
            <a:xfrm>
              <a:off x="385762" y="44450"/>
              <a:ext cx="134938" cy="60325"/>
            </a:xfrm>
            <a:custGeom>
              <a:avLst/>
              <a:gdLst>
                <a:gd name="T0" fmla="*/ 1 w 36"/>
                <a:gd name="T1" fmla="*/ 15 h 16"/>
                <a:gd name="T2" fmla="*/ 31 w 36"/>
                <a:gd name="T3" fmla="*/ 2 h 16"/>
                <a:gd name="T4" fmla="*/ 31 w 36"/>
                <a:gd name="T5" fmla="*/ 3 h 16"/>
                <a:gd name="T6" fmla="*/ 24 w 36"/>
                <a:gd name="T7" fmla="*/ 7 h 16"/>
                <a:gd name="T8" fmla="*/ 12 w 36"/>
                <a:gd name="T9" fmla="*/ 15 h 16"/>
                <a:gd name="T10" fmla="*/ 12 w 36"/>
                <a:gd name="T11" fmla="*/ 16 h 16"/>
                <a:gd name="T12" fmla="*/ 36 w 36"/>
                <a:gd name="T13" fmla="*/ 1 h 16"/>
                <a:gd name="T14" fmla="*/ 35 w 36"/>
                <a:gd name="T15" fmla="*/ 0 h 16"/>
                <a:gd name="T16" fmla="*/ 1 w 36"/>
                <a:gd name="T17" fmla="*/ 15 h 16"/>
                <a:gd name="T18" fmla="*/ 1 w 36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6">
                  <a:moveTo>
                    <a:pt x="1" y="15"/>
                  </a:moveTo>
                  <a:cubicBezTo>
                    <a:pt x="11" y="10"/>
                    <a:pt x="20" y="6"/>
                    <a:pt x="31" y="2"/>
                  </a:cubicBezTo>
                  <a:cubicBezTo>
                    <a:pt x="34" y="1"/>
                    <a:pt x="33" y="2"/>
                    <a:pt x="31" y="3"/>
                  </a:cubicBezTo>
                  <a:cubicBezTo>
                    <a:pt x="29" y="5"/>
                    <a:pt x="27" y="6"/>
                    <a:pt x="24" y="7"/>
                  </a:cubicBezTo>
                  <a:cubicBezTo>
                    <a:pt x="20" y="10"/>
                    <a:pt x="16" y="13"/>
                    <a:pt x="12" y="15"/>
                  </a:cubicBezTo>
                  <a:cubicBezTo>
                    <a:pt x="11" y="15"/>
                    <a:pt x="12" y="16"/>
                    <a:pt x="12" y="16"/>
                  </a:cubicBezTo>
                  <a:cubicBezTo>
                    <a:pt x="20" y="11"/>
                    <a:pt x="28" y="6"/>
                    <a:pt x="36" y="1"/>
                  </a:cubicBezTo>
                  <a:cubicBezTo>
                    <a:pt x="36" y="1"/>
                    <a:pt x="35" y="0"/>
                    <a:pt x="35" y="0"/>
                  </a:cubicBezTo>
                  <a:cubicBezTo>
                    <a:pt x="23" y="4"/>
                    <a:pt x="12" y="9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3" name="Freeform 9469"/>
            <p:cNvSpPr>
              <a:spLocks/>
            </p:cNvSpPr>
            <p:nvPr/>
          </p:nvSpPr>
          <p:spPr bwMode="auto">
            <a:xfrm>
              <a:off x="247650" y="153987"/>
              <a:ext cx="52388" cy="26988"/>
            </a:xfrm>
            <a:custGeom>
              <a:avLst/>
              <a:gdLst>
                <a:gd name="T0" fmla="*/ 1 w 14"/>
                <a:gd name="T1" fmla="*/ 7 h 7"/>
                <a:gd name="T2" fmla="*/ 13 w 14"/>
                <a:gd name="T3" fmla="*/ 0 h 7"/>
                <a:gd name="T4" fmla="*/ 13 w 14"/>
                <a:gd name="T5" fmla="*/ 0 h 7"/>
                <a:gd name="T6" fmla="*/ 1 w 14"/>
                <a:gd name="T7" fmla="*/ 7 h 7"/>
                <a:gd name="T8" fmla="*/ 1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1" y="7"/>
                  </a:moveTo>
                  <a:cubicBezTo>
                    <a:pt x="5" y="5"/>
                    <a:pt x="9" y="3"/>
                    <a:pt x="13" y="0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9" y="2"/>
                    <a:pt x="5" y="4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4" name="Freeform 9470"/>
            <p:cNvSpPr>
              <a:spLocks/>
            </p:cNvSpPr>
            <p:nvPr/>
          </p:nvSpPr>
          <p:spPr bwMode="auto">
            <a:xfrm>
              <a:off x="165100" y="211137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0 h 4"/>
                <a:gd name="T4" fmla="*/ 7 w 8"/>
                <a:gd name="T5" fmla="*/ 0 h 4"/>
                <a:gd name="T6" fmla="*/ 0 w 8"/>
                <a:gd name="T7" fmla="*/ 4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5" y="2"/>
                    <a:pt x="3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5" name="Freeform 9471"/>
            <p:cNvSpPr>
              <a:spLocks/>
            </p:cNvSpPr>
            <p:nvPr/>
          </p:nvSpPr>
          <p:spPr bwMode="auto">
            <a:xfrm>
              <a:off x="41275" y="285750"/>
              <a:ext cx="25400" cy="1587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1 h 4"/>
                <a:gd name="T4" fmla="*/ 6 w 7"/>
                <a:gd name="T5" fmla="*/ 0 h 4"/>
                <a:gd name="T6" fmla="*/ 1 w 7"/>
                <a:gd name="T7" fmla="*/ 4 h 4"/>
                <a:gd name="T8" fmla="*/ 1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3" y="3"/>
                    <a:pt x="5" y="2"/>
                    <a:pt x="6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4" y="2"/>
                    <a:pt x="2" y="3"/>
                    <a:pt x="1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6" name="Freeform 9472"/>
            <p:cNvSpPr>
              <a:spLocks/>
            </p:cNvSpPr>
            <p:nvPr/>
          </p:nvSpPr>
          <p:spPr bwMode="auto">
            <a:xfrm>
              <a:off x="168275" y="206375"/>
              <a:ext cx="22225" cy="15875"/>
            </a:xfrm>
            <a:custGeom>
              <a:avLst/>
              <a:gdLst>
                <a:gd name="T0" fmla="*/ 5 w 6"/>
                <a:gd name="T1" fmla="*/ 0 h 4"/>
                <a:gd name="T2" fmla="*/ 0 w 6"/>
                <a:gd name="T3" fmla="*/ 4 h 4"/>
                <a:gd name="T4" fmla="*/ 1 w 6"/>
                <a:gd name="T5" fmla="*/ 4 h 4"/>
                <a:gd name="T6" fmla="*/ 6 w 6"/>
                <a:gd name="T7" fmla="*/ 0 h 4"/>
                <a:gd name="T8" fmla="*/ 5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5" y="0"/>
                  </a:moveTo>
                  <a:cubicBezTo>
                    <a:pt x="4" y="2"/>
                    <a:pt x="2" y="3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2" y="3"/>
                    <a:pt x="4" y="2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7" name="Freeform 9473"/>
            <p:cNvSpPr>
              <a:spLocks/>
            </p:cNvSpPr>
            <p:nvPr/>
          </p:nvSpPr>
          <p:spPr bwMode="auto">
            <a:xfrm>
              <a:off x="247650" y="150812"/>
              <a:ext cx="36513" cy="19050"/>
            </a:xfrm>
            <a:custGeom>
              <a:avLst/>
              <a:gdLst>
                <a:gd name="T0" fmla="*/ 9 w 10"/>
                <a:gd name="T1" fmla="*/ 0 h 5"/>
                <a:gd name="T2" fmla="*/ 1 w 10"/>
                <a:gd name="T3" fmla="*/ 5 h 5"/>
                <a:gd name="T4" fmla="*/ 1 w 10"/>
                <a:gd name="T5" fmla="*/ 5 h 5"/>
                <a:gd name="T6" fmla="*/ 10 w 10"/>
                <a:gd name="T7" fmla="*/ 0 h 5"/>
                <a:gd name="T8" fmla="*/ 9 w 10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5">
                  <a:moveTo>
                    <a:pt x="9" y="0"/>
                  </a:moveTo>
                  <a:cubicBezTo>
                    <a:pt x="6" y="2"/>
                    <a:pt x="3" y="3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4" y="3"/>
                    <a:pt x="7" y="2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8" name="Freeform 9474"/>
            <p:cNvSpPr>
              <a:spLocks/>
            </p:cNvSpPr>
            <p:nvPr/>
          </p:nvSpPr>
          <p:spPr bwMode="auto">
            <a:xfrm>
              <a:off x="322262" y="44450"/>
              <a:ext cx="142875" cy="53975"/>
            </a:xfrm>
            <a:custGeom>
              <a:avLst/>
              <a:gdLst>
                <a:gd name="T0" fmla="*/ 1 w 38"/>
                <a:gd name="T1" fmla="*/ 14 h 14"/>
                <a:gd name="T2" fmla="*/ 32 w 38"/>
                <a:gd name="T3" fmla="*/ 2 h 14"/>
                <a:gd name="T4" fmla="*/ 28 w 38"/>
                <a:gd name="T5" fmla="*/ 6 h 14"/>
                <a:gd name="T6" fmla="*/ 14 w 38"/>
                <a:gd name="T7" fmla="*/ 14 h 14"/>
                <a:gd name="T8" fmla="*/ 15 w 38"/>
                <a:gd name="T9" fmla="*/ 14 h 14"/>
                <a:gd name="T10" fmla="*/ 37 w 38"/>
                <a:gd name="T11" fmla="*/ 0 h 14"/>
                <a:gd name="T12" fmla="*/ 37 w 38"/>
                <a:gd name="T13" fmla="*/ 0 h 14"/>
                <a:gd name="T14" fmla="*/ 1 w 38"/>
                <a:gd name="T15" fmla="*/ 14 h 14"/>
                <a:gd name="T16" fmla="*/ 1 w 38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14">
                  <a:moveTo>
                    <a:pt x="1" y="14"/>
                  </a:moveTo>
                  <a:cubicBezTo>
                    <a:pt x="11" y="9"/>
                    <a:pt x="21" y="5"/>
                    <a:pt x="32" y="2"/>
                  </a:cubicBezTo>
                  <a:cubicBezTo>
                    <a:pt x="38" y="0"/>
                    <a:pt x="29" y="5"/>
                    <a:pt x="28" y="6"/>
                  </a:cubicBezTo>
                  <a:cubicBezTo>
                    <a:pt x="23" y="9"/>
                    <a:pt x="19" y="11"/>
                    <a:pt x="14" y="14"/>
                  </a:cubicBezTo>
                  <a:cubicBezTo>
                    <a:pt x="14" y="14"/>
                    <a:pt x="15" y="14"/>
                    <a:pt x="15" y="14"/>
                  </a:cubicBezTo>
                  <a:cubicBezTo>
                    <a:pt x="22" y="10"/>
                    <a:pt x="30" y="5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4" y="3"/>
                    <a:pt x="12" y="8"/>
                    <a:pt x="1" y="14"/>
                  </a:cubicBezTo>
                  <a:cubicBezTo>
                    <a:pt x="0" y="14"/>
                    <a:pt x="1" y="14"/>
                    <a:pt x="1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9" name="Freeform 9475"/>
            <p:cNvSpPr>
              <a:spLocks/>
            </p:cNvSpPr>
            <p:nvPr/>
          </p:nvSpPr>
          <p:spPr bwMode="auto">
            <a:xfrm>
              <a:off x="273050" y="19050"/>
              <a:ext cx="117475" cy="82550"/>
            </a:xfrm>
            <a:custGeom>
              <a:avLst/>
              <a:gdLst>
                <a:gd name="T0" fmla="*/ 30 w 31"/>
                <a:gd name="T1" fmla="*/ 0 h 22"/>
                <a:gd name="T2" fmla="*/ 0 w 31"/>
                <a:gd name="T3" fmla="*/ 21 h 22"/>
                <a:gd name="T4" fmla="*/ 1 w 31"/>
                <a:gd name="T5" fmla="*/ 21 h 22"/>
                <a:gd name="T6" fmla="*/ 30 w 31"/>
                <a:gd name="T7" fmla="*/ 0 h 22"/>
                <a:gd name="T8" fmla="*/ 30 w 3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2">
                  <a:moveTo>
                    <a:pt x="30" y="0"/>
                  </a:moveTo>
                  <a:cubicBezTo>
                    <a:pt x="21" y="8"/>
                    <a:pt x="11" y="15"/>
                    <a:pt x="0" y="21"/>
                  </a:cubicBezTo>
                  <a:cubicBezTo>
                    <a:pt x="0" y="21"/>
                    <a:pt x="0" y="22"/>
                    <a:pt x="1" y="21"/>
                  </a:cubicBezTo>
                  <a:cubicBezTo>
                    <a:pt x="11" y="15"/>
                    <a:pt x="21" y="8"/>
                    <a:pt x="30" y="0"/>
                  </a:cubicBezTo>
                  <a:cubicBezTo>
                    <a:pt x="31" y="0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0" name="Freeform 9476"/>
            <p:cNvSpPr>
              <a:spLocks/>
            </p:cNvSpPr>
            <p:nvPr/>
          </p:nvSpPr>
          <p:spPr bwMode="auto">
            <a:xfrm>
              <a:off x="190500" y="14287"/>
              <a:ext cx="195263" cy="84138"/>
            </a:xfrm>
            <a:custGeom>
              <a:avLst/>
              <a:gdLst>
                <a:gd name="T0" fmla="*/ 1 w 52"/>
                <a:gd name="T1" fmla="*/ 22 h 22"/>
                <a:gd name="T2" fmla="*/ 51 w 52"/>
                <a:gd name="T3" fmla="*/ 0 h 22"/>
                <a:gd name="T4" fmla="*/ 51 w 52"/>
                <a:gd name="T5" fmla="*/ 0 h 22"/>
                <a:gd name="T6" fmla="*/ 1 w 52"/>
                <a:gd name="T7" fmla="*/ 22 h 22"/>
                <a:gd name="T8" fmla="*/ 1 w 52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2">
                  <a:moveTo>
                    <a:pt x="1" y="22"/>
                  </a:moveTo>
                  <a:cubicBezTo>
                    <a:pt x="17" y="13"/>
                    <a:pt x="34" y="6"/>
                    <a:pt x="51" y="0"/>
                  </a:cubicBezTo>
                  <a:cubicBezTo>
                    <a:pt x="52" y="0"/>
                    <a:pt x="51" y="0"/>
                    <a:pt x="51" y="0"/>
                  </a:cubicBezTo>
                  <a:cubicBezTo>
                    <a:pt x="33" y="6"/>
                    <a:pt x="17" y="13"/>
                    <a:pt x="1" y="22"/>
                  </a:cubicBezTo>
                  <a:cubicBezTo>
                    <a:pt x="0" y="22"/>
                    <a:pt x="1" y="22"/>
                    <a:pt x="1" y="2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1" name="Freeform 9477"/>
            <p:cNvSpPr>
              <a:spLocks/>
            </p:cNvSpPr>
            <p:nvPr/>
          </p:nvSpPr>
          <p:spPr bwMode="auto">
            <a:xfrm>
              <a:off x="41275" y="173037"/>
              <a:ext cx="25400" cy="14288"/>
            </a:xfrm>
            <a:custGeom>
              <a:avLst/>
              <a:gdLst>
                <a:gd name="T0" fmla="*/ 1 w 7"/>
                <a:gd name="T1" fmla="*/ 3 h 4"/>
                <a:gd name="T2" fmla="*/ 6 w 7"/>
                <a:gd name="T3" fmla="*/ 0 h 4"/>
                <a:gd name="T4" fmla="*/ 6 w 7"/>
                <a:gd name="T5" fmla="*/ 0 h 4"/>
                <a:gd name="T6" fmla="*/ 1 w 7"/>
                <a:gd name="T7" fmla="*/ 3 h 4"/>
                <a:gd name="T8" fmla="*/ 1 w 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1" y="3"/>
                  </a:moveTo>
                  <a:cubicBezTo>
                    <a:pt x="3" y="2"/>
                    <a:pt x="5" y="1"/>
                    <a:pt x="6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0" y="3"/>
                    <a:pt x="1" y="4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2" name="Freeform 9478"/>
            <p:cNvSpPr>
              <a:spLocks/>
            </p:cNvSpPr>
            <p:nvPr/>
          </p:nvSpPr>
          <p:spPr bwMode="auto">
            <a:xfrm>
              <a:off x="41275" y="161925"/>
              <a:ext cx="25400" cy="14288"/>
            </a:xfrm>
            <a:custGeom>
              <a:avLst/>
              <a:gdLst>
                <a:gd name="T0" fmla="*/ 5 w 7"/>
                <a:gd name="T1" fmla="*/ 0 h 4"/>
                <a:gd name="T2" fmla="*/ 0 w 7"/>
                <a:gd name="T3" fmla="*/ 4 h 4"/>
                <a:gd name="T4" fmla="*/ 1 w 7"/>
                <a:gd name="T5" fmla="*/ 4 h 4"/>
                <a:gd name="T6" fmla="*/ 6 w 7"/>
                <a:gd name="T7" fmla="*/ 1 h 4"/>
                <a:gd name="T8" fmla="*/ 5 w 7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5" y="0"/>
                  </a:moveTo>
                  <a:cubicBezTo>
                    <a:pt x="4" y="1"/>
                    <a:pt x="2" y="2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3" y="3"/>
                    <a:pt x="4" y="2"/>
                    <a:pt x="6" y="1"/>
                  </a:cubicBezTo>
                  <a:cubicBezTo>
                    <a:pt x="7" y="0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3" name="Freeform 9479"/>
            <p:cNvSpPr>
              <a:spLocks/>
            </p:cNvSpPr>
            <p:nvPr/>
          </p:nvSpPr>
          <p:spPr bwMode="auto">
            <a:xfrm>
              <a:off x="168275" y="14287"/>
              <a:ext cx="153988" cy="84138"/>
            </a:xfrm>
            <a:custGeom>
              <a:avLst/>
              <a:gdLst>
                <a:gd name="T0" fmla="*/ 40 w 41"/>
                <a:gd name="T1" fmla="*/ 0 h 22"/>
                <a:gd name="T2" fmla="*/ 1 w 41"/>
                <a:gd name="T3" fmla="*/ 22 h 22"/>
                <a:gd name="T4" fmla="*/ 1 w 41"/>
                <a:gd name="T5" fmla="*/ 22 h 22"/>
                <a:gd name="T6" fmla="*/ 41 w 41"/>
                <a:gd name="T7" fmla="*/ 0 h 22"/>
                <a:gd name="T8" fmla="*/ 40 w 4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22">
                  <a:moveTo>
                    <a:pt x="40" y="0"/>
                  </a:moveTo>
                  <a:cubicBezTo>
                    <a:pt x="27" y="7"/>
                    <a:pt x="14" y="15"/>
                    <a:pt x="1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14" y="15"/>
                    <a:pt x="28" y="8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4" name="Freeform 9480"/>
            <p:cNvSpPr>
              <a:spLocks/>
            </p:cNvSpPr>
            <p:nvPr/>
          </p:nvSpPr>
          <p:spPr bwMode="auto">
            <a:xfrm>
              <a:off x="146050" y="14287"/>
              <a:ext cx="157163" cy="84138"/>
            </a:xfrm>
            <a:custGeom>
              <a:avLst/>
              <a:gdLst>
                <a:gd name="T0" fmla="*/ 1 w 42"/>
                <a:gd name="T1" fmla="*/ 22 h 22"/>
                <a:gd name="T2" fmla="*/ 42 w 42"/>
                <a:gd name="T3" fmla="*/ 1 h 22"/>
                <a:gd name="T4" fmla="*/ 41 w 42"/>
                <a:gd name="T5" fmla="*/ 0 h 22"/>
                <a:gd name="T6" fmla="*/ 1 w 42"/>
                <a:gd name="T7" fmla="*/ 22 h 22"/>
                <a:gd name="T8" fmla="*/ 1 w 42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22">
                  <a:moveTo>
                    <a:pt x="1" y="22"/>
                  </a:moveTo>
                  <a:cubicBezTo>
                    <a:pt x="14" y="15"/>
                    <a:pt x="28" y="7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27" y="7"/>
                    <a:pt x="14" y="14"/>
                    <a:pt x="1" y="22"/>
                  </a:cubicBezTo>
                  <a:cubicBezTo>
                    <a:pt x="0" y="22"/>
                    <a:pt x="0" y="22"/>
                    <a:pt x="1" y="2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5" name="Freeform 9481"/>
            <p:cNvSpPr>
              <a:spLocks/>
            </p:cNvSpPr>
            <p:nvPr/>
          </p:nvSpPr>
          <p:spPr bwMode="auto">
            <a:xfrm>
              <a:off x="36512" y="142875"/>
              <a:ext cx="34925" cy="14288"/>
            </a:xfrm>
            <a:custGeom>
              <a:avLst/>
              <a:gdLst>
                <a:gd name="T0" fmla="*/ 1 w 9"/>
                <a:gd name="T1" fmla="*/ 4 h 4"/>
                <a:gd name="T2" fmla="*/ 8 w 9"/>
                <a:gd name="T3" fmla="*/ 0 h 4"/>
                <a:gd name="T4" fmla="*/ 8 w 9"/>
                <a:gd name="T5" fmla="*/ 0 h 4"/>
                <a:gd name="T6" fmla="*/ 1 w 9"/>
                <a:gd name="T7" fmla="*/ 3 h 4"/>
                <a:gd name="T8" fmla="*/ 1 w 9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4">
                  <a:moveTo>
                    <a:pt x="1" y="4"/>
                  </a:moveTo>
                  <a:cubicBezTo>
                    <a:pt x="4" y="2"/>
                    <a:pt x="6" y="1"/>
                    <a:pt x="8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6" name="Freeform 9482"/>
            <p:cNvSpPr>
              <a:spLocks/>
            </p:cNvSpPr>
            <p:nvPr/>
          </p:nvSpPr>
          <p:spPr bwMode="auto">
            <a:xfrm>
              <a:off x="41275" y="19050"/>
              <a:ext cx="190500" cy="112713"/>
            </a:xfrm>
            <a:custGeom>
              <a:avLst/>
              <a:gdLst>
                <a:gd name="T0" fmla="*/ 50 w 51"/>
                <a:gd name="T1" fmla="*/ 0 h 30"/>
                <a:gd name="T2" fmla="*/ 1 w 51"/>
                <a:gd name="T3" fmla="*/ 30 h 30"/>
                <a:gd name="T4" fmla="*/ 2 w 51"/>
                <a:gd name="T5" fmla="*/ 30 h 30"/>
                <a:gd name="T6" fmla="*/ 51 w 51"/>
                <a:gd name="T7" fmla="*/ 0 h 30"/>
                <a:gd name="T8" fmla="*/ 50 w 51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0">
                  <a:moveTo>
                    <a:pt x="50" y="0"/>
                  </a:moveTo>
                  <a:cubicBezTo>
                    <a:pt x="34" y="11"/>
                    <a:pt x="17" y="19"/>
                    <a:pt x="1" y="30"/>
                  </a:cubicBezTo>
                  <a:cubicBezTo>
                    <a:pt x="0" y="30"/>
                    <a:pt x="1" y="30"/>
                    <a:pt x="2" y="30"/>
                  </a:cubicBezTo>
                  <a:cubicBezTo>
                    <a:pt x="18" y="19"/>
                    <a:pt x="35" y="11"/>
                    <a:pt x="51" y="0"/>
                  </a:cubicBezTo>
                  <a:cubicBezTo>
                    <a:pt x="51" y="0"/>
                    <a:pt x="51" y="0"/>
                    <a:pt x="5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7" name="Freeform 9483"/>
            <p:cNvSpPr>
              <a:spLocks/>
            </p:cNvSpPr>
            <p:nvPr/>
          </p:nvSpPr>
          <p:spPr bwMode="auto">
            <a:xfrm>
              <a:off x="36512" y="14287"/>
              <a:ext cx="184150" cy="98425"/>
            </a:xfrm>
            <a:custGeom>
              <a:avLst/>
              <a:gdLst>
                <a:gd name="T0" fmla="*/ 1 w 49"/>
                <a:gd name="T1" fmla="*/ 26 h 26"/>
                <a:gd name="T2" fmla="*/ 49 w 49"/>
                <a:gd name="T3" fmla="*/ 1 h 26"/>
                <a:gd name="T4" fmla="*/ 48 w 49"/>
                <a:gd name="T5" fmla="*/ 0 h 26"/>
                <a:gd name="T6" fmla="*/ 1 w 49"/>
                <a:gd name="T7" fmla="*/ 26 h 26"/>
                <a:gd name="T8" fmla="*/ 1 w 49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6">
                  <a:moveTo>
                    <a:pt x="1" y="26"/>
                  </a:moveTo>
                  <a:cubicBezTo>
                    <a:pt x="17" y="17"/>
                    <a:pt x="32" y="8"/>
                    <a:pt x="49" y="1"/>
                  </a:cubicBezTo>
                  <a:cubicBezTo>
                    <a:pt x="49" y="1"/>
                    <a:pt x="49" y="0"/>
                    <a:pt x="48" y="0"/>
                  </a:cubicBezTo>
                  <a:cubicBezTo>
                    <a:pt x="32" y="7"/>
                    <a:pt x="16" y="17"/>
                    <a:pt x="1" y="26"/>
                  </a:cubicBezTo>
                  <a:cubicBezTo>
                    <a:pt x="0" y="26"/>
                    <a:pt x="1" y="26"/>
                    <a:pt x="1" y="2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8" name="Freeform 9484"/>
            <p:cNvSpPr>
              <a:spLocks/>
            </p:cNvSpPr>
            <p:nvPr/>
          </p:nvSpPr>
          <p:spPr bwMode="auto">
            <a:xfrm>
              <a:off x="30162" y="22225"/>
              <a:ext cx="134938" cy="82550"/>
            </a:xfrm>
            <a:custGeom>
              <a:avLst/>
              <a:gdLst>
                <a:gd name="T0" fmla="*/ 35 w 36"/>
                <a:gd name="T1" fmla="*/ 0 h 22"/>
                <a:gd name="T2" fmla="*/ 1 w 36"/>
                <a:gd name="T3" fmla="*/ 21 h 22"/>
                <a:gd name="T4" fmla="*/ 1 w 36"/>
                <a:gd name="T5" fmla="*/ 21 h 22"/>
                <a:gd name="T6" fmla="*/ 36 w 36"/>
                <a:gd name="T7" fmla="*/ 0 h 22"/>
                <a:gd name="T8" fmla="*/ 35 w 36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2">
                  <a:moveTo>
                    <a:pt x="35" y="0"/>
                  </a:moveTo>
                  <a:cubicBezTo>
                    <a:pt x="24" y="7"/>
                    <a:pt x="12" y="13"/>
                    <a:pt x="1" y="21"/>
                  </a:cubicBezTo>
                  <a:cubicBezTo>
                    <a:pt x="0" y="21"/>
                    <a:pt x="1" y="22"/>
                    <a:pt x="1" y="21"/>
                  </a:cubicBezTo>
                  <a:cubicBezTo>
                    <a:pt x="12" y="14"/>
                    <a:pt x="24" y="7"/>
                    <a:pt x="36" y="0"/>
                  </a:cubicBezTo>
                  <a:cubicBezTo>
                    <a:pt x="36" y="0"/>
                    <a:pt x="36" y="0"/>
                    <a:pt x="3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35118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AutoShape 24"/>
          <p:cNvSpPr>
            <a:spLocks noChangeArrowheads="1"/>
          </p:cNvSpPr>
          <p:nvPr/>
        </p:nvSpPr>
        <p:spPr bwMode="auto">
          <a:xfrm>
            <a:off x="2633951" y="1243441"/>
            <a:ext cx="9183976" cy="44767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项目按照标准和流程进行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创建各种标准文档，以便为后期维护提供帮助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文档是在开发过程中被创建的，而不是事后补上的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建立变更控制机制，任何更改都需要遵循该机制完成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准备好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SQA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计划和软件开发计划。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chemeClr val="bg1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grpSp>
        <p:nvGrpSpPr>
          <p:cNvPr id="231" name="Group 115"/>
          <p:cNvGrpSpPr>
            <a:grpSpLocks/>
          </p:cNvGrpSpPr>
          <p:nvPr/>
        </p:nvGrpSpPr>
        <p:grpSpPr bwMode="auto">
          <a:xfrm>
            <a:off x="1234562" y="1243441"/>
            <a:ext cx="691220" cy="585359"/>
            <a:chOff x="0" y="0"/>
            <a:chExt cx="307975" cy="266700"/>
          </a:xfrm>
        </p:grpSpPr>
        <p:sp>
          <p:nvSpPr>
            <p:cNvPr id="232" name="Freeform 10250"/>
            <p:cNvSpPr>
              <a:spLocks noEditPoints="1"/>
            </p:cNvSpPr>
            <p:nvPr/>
          </p:nvSpPr>
          <p:spPr bwMode="auto">
            <a:xfrm>
              <a:off x="0" y="0"/>
              <a:ext cx="307975" cy="266700"/>
            </a:xfrm>
            <a:custGeom>
              <a:avLst/>
              <a:gdLst>
                <a:gd name="T0" fmla="*/ 53 w 82"/>
                <a:gd name="T1" fmla="*/ 17 h 71"/>
                <a:gd name="T2" fmla="*/ 39 w 82"/>
                <a:gd name="T3" fmla="*/ 37 h 71"/>
                <a:gd name="T4" fmla="*/ 18 w 82"/>
                <a:gd name="T5" fmla="*/ 30 h 71"/>
                <a:gd name="T6" fmla="*/ 9 w 82"/>
                <a:gd name="T7" fmla="*/ 27 h 71"/>
                <a:gd name="T8" fmla="*/ 5 w 82"/>
                <a:gd name="T9" fmla="*/ 31 h 71"/>
                <a:gd name="T10" fmla="*/ 1 w 82"/>
                <a:gd name="T11" fmla="*/ 37 h 71"/>
                <a:gd name="T12" fmla="*/ 0 w 82"/>
                <a:gd name="T13" fmla="*/ 42 h 71"/>
                <a:gd name="T14" fmla="*/ 3 w 82"/>
                <a:gd name="T15" fmla="*/ 47 h 71"/>
                <a:gd name="T16" fmla="*/ 20 w 82"/>
                <a:gd name="T17" fmla="*/ 58 h 71"/>
                <a:gd name="T18" fmla="*/ 24 w 82"/>
                <a:gd name="T19" fmla="*/ 60 h 71"/>
                <a:gd name="T20" fmla="*/ 33 w 82"/>
                <a:gd name="T21" fmla="*/ 66 h 71"/>
                <a:gd name="T22" fmla="*/ 38 w 82"/>
                <a:gd name="T23" fmla="*/ 71 h 71"/>
                <a:gd name="T24" fmla="*/ 46 w 82"/>
                <a:gd name="T25" fmla="*/ 66 h 71"/>
                <a:gd name="T26" fmla="*/ 54 w 82"/>
                <a:gd name="T27" fmla="*/ 57 h 71"/>
                <a:gd name="T28" fmla="*/ 58 w 82"/>
                <a:gd name="T29" fmla="*/ 49 h 71"/>
                <a:gd name="T30" fmla="*/ 62 w 82"/>
                <a:gd name="T31" fmla="*/ 43 h 71"/>
                <a:gd name="T32" fmla="*/ 69 w 82"/>
                <a:gd name="T33" fmla="*/ 34 h 71"/>
                <a:gd name="T34" fmla="*/ 70 w 82"/>
                <a:gd name="T35" fmla="*/ 7 h 71"/>
                <a:gd name="T36" fmla="*/ 57 w 82"/>
                <a:gd name="T37" fmla="*/ 51 h 71"/>
                <a:gd name="T38" fmla="*/ 66 w 82"/>
                <a:gd name="T39" fmla="*/ 38 h 71"/>
                <a:gd name="T40" fmla="*/ 66 w 82"/>
                <a:gd name="T41" fmla="*/ 38 h 71"/>
                <a:gd name="T42" fmla="*/ 64 w 82"/>
                <a:gd name="T43" fmla="*/ 38 h 71"/>
                <a:gd name="T44" fmla="*/ 61 w 82"/>
                <a:gd name="T45" fmla="*/ 41 h 71"/>
                <a:gd name="T46" fmla="*/ 59 w 82"/>
                <a:gd name="T47" fmla="*/ 45 h 71"/>
                <a:gd name="T48" fmla="*/ 44 w 82"/>
                <a:gd name="T49" fmla="*/ 65 h 71"/>
                <a:gd name="T50" fmla="*/ 36 w 82"/>
                <a:gd name="T51" fmla="*/ 68 h 71"/>
                <a:gd name="T52" fmla="*/ 28 w 82"/>
                <a:gd name="T53" fmla="*/ 62 h 71"/>
                <a:gd name="T54" fmla="*/ 17 w 82"/>
                <a:gd name="T55" fmla="*/ 55 h 71"/>
                <a:gd name="T56" fmla="*/ 1 w 82"/>
                <a:gd name="T57" fmla="*/ 43 h 71"/>
                <a:gd name="T58" fmla="*/ 2 w 82"/>
                <a:gd name="T59" fmla="*/ 39 h 71"/>
                <a:gd name="T60" fmla="*/ 7 w 82"/>
                <a:gd name="T61" fmla="*/ 31 h 71"/>
                <a:gd name="T62" fmla="*/ 10 w 82"/>
                <a:gd name="T63" fmla="*/ 28 h 71"/>
                <a:gd name="T64" fmla="*/ 13 w 82"/>
                <a:gd name="T65" fmla="*/ 30 h 71"/>
                <a:gd name="T66" fmla="*/ 14 w 82"/>
                <a:gd name="T67" fmla="*/ 30 h 71"/>
                <a:gd name="T68" fmla="*/ 18 w 82"/>
                <a:gd name="T69" fmla="*/ 33 h 71"/>
                <a:gd name="T70" fmla="*/ 32 w 82"/>
                <a:gd name="T71" fmla="*/ 42 h 71"/>
                <a:gd name="T72" fmla="*/ 45 w 82"/>
                <a:gd name="T73" fmla="*/ 33 h 71"/>
                <a:gd name="T74" fmla="*/ 54 w 82"/>
                <a:gd name="T75" fmla="*/ 21 h 71"/>
                <a:gd name="T76" fmla="*/ 61 w 82"/>
                <a:gd name="T77" fmla="*/ 10 h 71"/>
                <a:gd name="T78" fmla="*/ 72 w 82"/>
                <a:gd name="T79" fmla="*/ 24 h 71"/>
                <a:gd name="T80" fmla="*/ 62 w 82"/>
                <a:gd name="T81" fmla="*/ 4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71">
                  <a:moveTo>
                    <a:pt x="70" y="7"/>
                  </a:moveTo>
                  <a:cubicBezTo>
                    <a:pt x="64" y="0"/>
                    <a:pt x="55" y="11"/>
                    <a:pt x="53" y="17"/>
                  </a:cubicBezTo>
                  <a:cubicBezTo>
                    <a:pt x="51" y="21"/>
                    <a:pt x="48" y="25"/>
                    <a:pt x="45" y="29"/>
                  </a:cubicBezTo>
                  <a:cubicBezTo>
                    <a:pt x="44" y="30"/>
                    <a:pt x="39" y="38"/>
                    <a:pt x="39" y="37"/>
                  </a:cubicBezTo>
                  <a:cubicBezTo>
                    <a:pt x="33" y="47"/>
                    <a:pt x="22" y="32"/>
                    <a:pt x="16" y="29"/>
                  </a:cubicBezTo>
                  <a:cubicBezTo>
                    <a:pt x="17" y="29"/>
                    <a:pt x="18" y="30"/>
                    <a:pt x="18" y="30"/>
                  </a:cubicBezTo>
                  <a:cubicBezTo>
                    <a:pt x="18" y="29"/>
                    <a:pt x="13" y="28"/>
                    <a:pt x="14" y="28"/>
                  </a:cubicBezTo>
                  <a:cubicBezTo>
                    <a:pt x="12" y="27"/>
                    <a:pt x="9" y="26"/>
                    <a:pt x="9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30"/>
                    <a:pt x="6" y="29"/>
                    <a:pt x="5" y="31"/>
                  </a:cubicBezTo>
                  <a:cubicBezTo>
                    <a:pt x="4" y="34"/>
                    <a:pt x="2" y="36"/>
                    <a:pt x="1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8"/>
                    <a:pt x="0" y="38"/>
                  </a:cubicBezTo>
                  <a:cubicBezTo>
                    <a:pt x="2" y="36"/>
                    <a:pt x="0" y="41"/>
                    <a:pt x="0" y="42"/>
                  </a:cubicBezTo>
                  <a:cubicBezTo>
                    <a:pt x="0" y="42"/>
                    <a:pt x="1" y="45"/>
                    <a:pt x="1" y="45"/>
                  </a:cubicBezTo>
                  <a:cubicBezTo>
                    <a:pt x="2" y="45"/>
                    <a:pt x="5" y="48"/>
                    <a:pt x="3" y="47"/>
                  </a:cubicBezTo>
                  <a:cubicBezTo>
                    <a:pt x="4" y="47"/>
                    <a:pt x="6" y="48"/>
                    <a:pt x="8" y="49"/>
                  </a:cubicBezTo>
                  <a:cubicBezTo>
                    <a:pt x="10" y="51"/>
                    <a:pt x="16" y="55"/>
                    <a:pt x="20" y="58"/>
                  </a:cubicBezTo>
                  <a:cubicBezTo>
                    <a:pt x="19" y="57"/>
                    <a:pt x="24" y="60"/>
                    <a:pt x="24" y="60"/>
                  </a:cubicBezTo>
                  <a:cubicBezTo>
                    <a:pt x="22" y="59"/>
                    <a:pt x="24" y="60"/>
                    <a:pt x="24" y="60"/>
                  </a:cubicBezTo>
                  <a:cubicBezTo>
                    <a:pt x="25" y="61"/>
                    <a:pt x="26" y="62"/>
                    <a:pt x="27" y="62"/>
                  </a:cubicBezTo>
                  <a:cubicBezTo>
                    <a:pt x="26" y="62"/>
                    <a:pt x="32" y="66"/>
                    <a:pt x="33" y="66"/>
                  </a:cubicBezTo>
                  <a:cubicBezTo>
                    <a:pt x="36" y="67"/>
                    <a:pt x="36" y="70"/>
                    <a:pt x="39" y="70"/>
                  </a:cubicBezTo>
                  <a:cubicBezTo>
                    <a:pt x="38" y="70"/>
                    <a:pt x="38" y="71"/>
                    <a:pt x="38" y="71"/>
                  </a:cubicBezTo>
                  <a:cubicBezTo>
                    <a:pt x="39" y="71"/>
                    <a:pt x="43" y="69"/>
                    <a:pt x="41" y="71"/>
                  </a:cubicBezTo>
                  <a:cubicBezTo>
                    <a:pt x="42" y="71"/>
                    <a:pt x="45" y="67"/>
                    <a:pt x="46" y="66"/>
                  </a:cubicBezTo>
                  <a:cubicBezTo>
                    <a:pt x="47" y="65"/>
                    <a:pt x="51" y="60"/>
                    <a:pt x="51" y="60"/>
                  </a:cubicBezTo>
                  <a:cubicBezTo>
                    <a:pt x="50" y="59"/>
                    <a:pt x="54" y="57"/>
                    <a:pt x="54" y="57"/>
                  </a:cubicBezTo>
                  <a:cubicBezTo>
                    <a:pt x="54" y="56"/>
                    <a:pt x="55" y="53"/>
                    <a:pt x="56" y="52"/>
                  </a:cubicBezTo>
                  <a:cubicBezTo>
                    <a:pt x="56" y="51"/>
                    <a:pt x="57" y="51"/>
                    <a:pt x="58" y="49"/>
                  </a:cubicBezTo>
                  <a:cubicBezTo>
                    <a:pt x="58" y="49"/>
                    <a:pt x="57" y="51"/>
                    <a:pt x="57" y="51"/>
                  </a:cubicBezTo>
                  <a:cubicBezTo>
                    <a:pt x="58" y="48"/>
                    <a:pt x="61" y="45"/>
                    <a:pt x="62" y="43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5" y="42"/>
                    <a:pt x="67" y="37"/>
                    <a:pt x="69" y="34"/>
                  </a:cubicBezTo>
                  <a:cubicBezTo>
                    <a:pt x="71" y="30"/>
                    <a:pt x="74" y="25"/>
                    <a:pt x="76" y="22"/>
                  </a:cubicBezTo>
                  <a:cubicBezTo>
                    <a:pt x="82" y="15"/>
                    <a:pt x="78" y="8"/>
                    <a:pt x="70" y="7"/>
                  </a:cubicBezTo>
                  <a:close/>
                  <a:moveTo>
                    <a:pt x="56" y="51"/>
                  </a:moveTo>
                  <a:cubicBezTo>
                    <a:pt x="56" y="51"/>
                    <a:pt x="57" y="51"/>
                    <a:pt x="57" y="51"/>
                  </a:cubicBezTo>
                  <a:cubicBezTo>
                    <a:pt x="56" y="51"/>
                    <a:pt x="56" y="51"/>
                    <a:pt x="56" y="51"/>
                  </a:cubicBezTo>
                  <a:close/>
                  <a:moveTo>
                    <a:pt x="66" y="38"/>
                  </a:moveTo>
                  <a:cubicBezTo>
                    <a:pt x="66" y="38"/>
                    <a:pt x="66" y="38"/>
                    <a:pt x="66" y="38"/>
                  </a:cubicBezTo>
                  <a:cubicBezTo>
                    <a:pt x="65" y="39"/>
                    <a:pt x="65" y="38"/>
                    <a:pt x="66" y="38"/>
                  </a:cubicBezTo>
                  <a:close/>
                  <a:moveTo>
                    <a:pt x="72" y="24"/>
                  </a:moveTo>
                  <a:cubicBezTo>
                    <a:pt x="70" y="28"/>
                    <a:pt x="67" y="35"/>
                    <a:pt x="64" y="38"/>
                  </a:cubicBezTo>
                  <a:cubicBezTo>
                    <a:pt x="64" y="37"/>
                    <a:pt x="64" y="37"/>
                    <a:pt x="65" y="36"/>
                  </a:cubicBezTo>
                  <a:cubicBezTo>
                    <a:pt x="64" y="37"/>
                    <a:pt x="61" y="39"/>
                    <a:pt x="61" y="41"/>
                  </a:cubicBezTo>
                  <a:cubicBezTo>
                    <a:pt x="62" y="40"/>
                    <a:pt x="62" y="40"/>
                    <a:pt x="62" y="39"/>
                  </a:cubicBezTo>
                  <a:cubicBezTo>
                    <a:pt x="62" y="42"/>
                    <a:pt x="60" y="44"/>
                    <a:pt x="59" y="45"/>
                  </a:cubicBezTo>
                  <a:cubicBezTo>
                    <a:pt x="56" y="48"/>
                    <a:pt x="54" y="53"/>
                    <a:pt x="51" y="56"/>
                  </a:cubicBezTo>
                  <a:cubicBezTo>
                    <a:pt x="49" y="59"/>
                    <a:pt x="47" y="62"/>
                    <a:pt x="44" y="65"/>
                  </a:cubicBezTo>
                  <a:cubicBezTo>
                    <a:pt x="44" y="66"/>
                    <a:pt x="40" y="69"/>
                    <a:pt x="39" y="70"/>
                  </a:cubicBezTo>
                  <a:cubicBezTo>
                    <a:pt x="38" y="70"/>
                    <a:pt x="38" y="69"/>
                    <a:pt x="36" y="68"/>
                  </a:cubicBezTo>
                  <a:cubicBezTo>
                    <a:pt x="37" y="68"/>
                    <a:pt x="35" y="67"/>
                    <a:pt x="35" y="67"/>
                  </a:cubicBezTo>
                  <a:cubicBezTo>
                    <a:pt x="35" y="66"/>
                    <a:pt x="29" y="63"/>
                    <a:pt x="28" y="62"/>
                  </a:cubicBezTo>
                  <a:cubicBezTo>
                    <a:pt x="27" y="62"/>
                    <a:pt x="23" y="58"/>
                    <a:pt x="23" y="58"/>
                  </a:cubicBezTo>
                  <a:cubicBezTo>
                    <a:pt x="20" y="57"/>
                    <a:pt x="19" y="56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6" y="53"/>
                    <a:pt x="0" y="44"/>
                    <a:pt x="1" y="43"/>
                  </a:cubicBezTo>
                  <a:cubicBezTo>
                    <a:pt x="1" y="42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3" y="37"/>
                    <a:pt x="3" y="38"/>
                  </a:cubicBezTo>
                  <a:cubicBezTo>
                    <a:pt x="3" y="38"/>
                    <a:pt x="6" y="33"/>
                    <a:pt x="7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10" y="28"/>
                    <a:pt x="10" y="28"/>
                  </a:cubicBezTo>
                  <a:cubicBezTo>
                    <a:pt x="10" y="28"/>
                    <a:pt x="12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7" y="32"/>
                    <a:pt x="18" y="33"/>
                  </a:cubicBezTo>
                  <a:cubicBezTo>
                    <a:pt x="19" y="33"/>
                    <a:pt x="23" y="36"/>
                    <a:pt x="22" y="36"/>
                  </a:cubicBezTo>
                  <a:cubicBezTo>
                    <a:pt x="24" y="38"/>
                    <a:pt x="28" y="41"/>
                    <a:pt x="32" y="42"/>
                  </a:cubicBezTo>
                  <a:cubicBezTo>
                    <a:pt x="32" y="46"/>
                    <a:pt x="40" y="40"/>
                    <a:pt x="41" y="39"/>
                  </a:cubicBezTo>
                  <a:cubicBezTo>
                    <a:pt x="41" y="39"/>
                    <a:pt x="44" y="35"/>
                    <a:pt x="45" y="33"/>
                  </a:cubicBezTo>
                  <a:cubicBezTo>
                    <a:pt x="44" y="38"/>
                    <a:pt x="45" y="34"/>
                    <a:pt x="45" y="34"/>
                  </a:cubicBezTo>
                  <a:cubicBezTo>
                    <a:pt x="45" y="30"/>
                    <a:pt x="52" y="23"/>
                    <a:pt x="54" y="21"/>
                  </a:cubicBezTo>
                  <a:cubicBezTo>
                    <a:pt x="52" y="22"/>
                    <a:pt x="55" y="19"/>
                    <a:pt x="55" y="18"/>
                  </a:cubicBezTo>
                  <a:cubicBezTo>
                    <a:pt x="57" y="15"/>
                    <a:pt x="60" y="13"/>
                    <a:pt x="61" y="10"/>
                  </a:cubicBezTo>
                  <a:cubicBezTo>
                    <a:pt x="64" y="5"/>
                    <a:pt x="70" y="10"/>
                    <a:pt x="73" y="12"/>
                  </a:cubicBezTo>
                  <a:cubicBezTo>
                    <a:pt x="79" y="15"/>
                    <a:pt x="75" y="19"/>
                    <a:pt x="72" y="24"/>
                  </a:cubicBezTo>
                  <a:close/>
                  <a:moveTo>
                    <a:pt x="62" y="40"/>
                  </a:moveTo>
                  <a:cubicBezTo>
                    <a:pt x="62" y="39"/>
                    <a:pt x="62" y="39"/>
                    <a:pt x="62" y="40"/>
                  </a:cubicBezTo>
                  <a:cubicBezTo>
                    <a:pt x="62" y="39"/>
                    <a:pt x="62" y="40"/>
                    <a:pt x="62" y="4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Freeform 10251"/>
            <p:cNvSpPr>
              <a:spLocks/>
            </p:cNvSpPr>
            <p:nvPr/>
          </p:nvSpPr>
          <p:spPr bwMode="auto">
            <a:xfrm>
              <a:off x="139700" y="244475"/>
              <a:ext cx="25400" cy="11113"/>
            </a:xfrm>
            <a:custGeom>
              <a:avLst/>
              <a:gdLst>
                <a:gd name="T0" fmla="*/ 1 w 7"/>
                <a:gd name="T1" fmla="*/ 3 h 3"/>
                <a:gd name="T2" fmla="*/ 7 w 7"/>
                <a:gd name="T3" fmla="*/ 0 h 3"/>
                <a:gd name="T4" fmla="*/ 6 w 7"/>
                <a:gd name="T5" fmla="*/ 0 h 3"/>
                <a:gd name="T6" fmla="*/ 1 w 7"/>
                <a:gd name="T7" fmla="*/ 3 h 3"/>
                <a:gd name="T8" fmla="*/ 1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10252"/>
            <p:cNvSpPr>
              <a:spLocks/>
            </p:cNvSpPr>
            <p:nvPr/>
          </p:nvSpPr>
          <p:spPr bwMode="auto">
            <a:xfrm>
              <a:off x="134938" y="219075"/>
              <a:ext cx="57150" cy="33338"/>
            </a:xfrm>
            <a:custGeom>
              <a:avLst/>
              <a:gdLst>
                <a:gd name="T0" fmla="*/ 14 w 15"/>
                <a:gd name="T1" fmla="*/ 0 h 9"/>
                <a:gd name="T2" fmla="*/ 0 w 15"/>
                <a:gd name="T3" fmla="*/ 9 h 9"/>
                <a:gd name="T4" fmla="*/ 1 w 15"/>
                <a:gd name="T5" fmla="*/ 9 h 9"/>
                <a:gd name="T6" fmla="*/ 15 w 15"/>
                <a:gd name="T7" fmla="*/ 0 h 9"/>
                <a:gd name="T8" fmla="*/ 14 w 15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4" y="0"/>
                  </a:moveTo>
                  <a:cubicBezTo>
                    <a:pt x="9" y="3"/>
                    <a:pt x="5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5" y="6"/>
                    <a:pt x="10" y="3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10253"/>
            <p:cNvSpPr>
              <a:spLocks/>
            </p:cNvSpPr>
            <p:nvPr/>
          </p:nvSpPr>
          <p:spPr bwMode="auto">
            <a:xfrm>
              <a:off x="123825" y="200025"/>
              <a:ext cx="79375" cy="44450"/>
            </a:xfrm>
            <a:custGeom>
              <a:avLst/>
              <a:gdLst>
                <a:gd name="T0" fmla="*/ 1 w 21"/>
                <a:gd name="T1" fmla="*/ 12 h 12"/>
                <a:gd name="T2" fmla="*/ 21 w 21"/>
                <a:gd name="T3" fmla="*/ 0 h 12"/>
                <a:gd name="T4" fmla="*/ 21 w 21"/>
                <a:gd name="T5" fmla="*/ 0 h 12"/>
                <a:gd name="T6" fmla="*/ 1 w 21"/>
                <a:gd name="T7" fmla="*/ 12 h 12"/>
                <a:gd name="T8" fmla="*/ 1 w 2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" y="12"/>
                  </a:moveTo>
                  <a:cubicBezTo>
                    <a:pt x="8" y="9"/>
                    <a:pt x="14" y="4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4" y="4"/>
                    <a:pt x="8" y="8"/>
                    <a:pt x="1" y="12"/>
                  </a:cubicBezTo>
                  <a:cubicBezTo>
                    <a:pt x="0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10254"/>
            <p:cNvSpPr>
              <a:spLocks/>
            </p:cNvSpPr>
            <p:nvPr/>
          </p:nvSpPr>
          <p:spPr bwMode="auto">
            <a:xfrm>
              <a:off x="115888" y="184150"/>
              <a:ext cx="98425" cy="57150"/>
            </a:xfrm>
            <a:custGeom>
              <a:avLst/>
              <a:gdLst>
                <a:gd name="T0" fmla="*/ 25 w 26"/>
                <a:gd name="T1" fmla="*/ 0 h 15"/>
                <a:gd name="T2" fmla="*/ 1 w 26"/>
                <a:gd name="T3" fmla="*/ 15 h 15"/>
                <a:gd name="T4" fmla="*/ 1 w 26"/>
                <a:gd name="T5" fmla="*/ 15 h 15"/>
                <a:gd name="T6" fmla="*/ 25 w 26"/>
                <a:gd name="T7" fmla="*/ 0 h 15"/>
                <a:gd name="T8" fmla="*/ 25 w 2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5">
                  <a:moveTo>
                    <a:pt x="25" y="0"/>
                  </a:moveTo>
                  <a:cubicBezTo>
                    <a:pt x="17" y="4"/>
                    <a:pt x="8" y="9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9" y="9"/>
                    <a:pt x="17" y="5"/>
                    <a:pt x="25" y="0"/>
                  </a:cubicBezTo>
                  <a:cubicBezTo>
                    <a:pt x="26" y="0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10255"/>
            <p:cNvSpPr>
              <a:spLocks/>
            </p:cNvSpPr>
            <p:nvPr/>
          </p:nvSpPr>
          <p:spPr bwMode="auto">
            <a:xfrm>
              <a:off x="101600" y="161925"/>
              <a:ext cx="127000" cy="71438"/>
            </a:xfrm>
            <a:custGeom>
              <a:avLst/>
              <a:gdLst>
                <a:gd name="T0" fmla="*/ 1 w 34"/>
                <a:gd name="T1" fmla="*/ 18 h 19"/>
                <a:gd name="T2" fmla="*/ 33 w 34"/>
                <a:gd name="T3" fmla="*/ 1 h 19"/>
                <a:gd name="T4" fmla="*/ 33 w 34"/>
                <a:gd name="T5" fmla="*/ 0 h 19"/>
                <a:gd name="T6" fmla="*/ 1 w 34"/>
                <a:gd name="T7" fmla="*/ 18 h 19"/>
                <a:gd name="T8" fmla="*/ 1 w 34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9">
                  <a:moveTo>
                    <a:pt x="1" y="18"/>
                  </a:moveTo>
                  <a:cubicBezTo>
                    <a:pt x="12" y="13"/>
                    <a:pt x="22" y="6"/>
                    <a:pt x="33" y="1"/>
                  </a:cubicBezTo>
                  <a:cubicBezTo>
                    <a:pt x="34" y="1"/>
                    <a:pt x="33" y="0"/>
                    <a:pt x="33" y="0"/>
                  </a:cubicBezTo>
                  <a:cubicBezTo>
                    <a:pt x="22" y="6"/>
                    <a:pt x="12" y="12"/>
                    <a:pt x="1" y="18"/>
                  </a:cubicBezTo>
                  <a:cubicBezTo>
                    <a:pt x="0" y="18"/>
                    <a:pt x="1" y="19"/>
                    <a:pt x="1" y="1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10256"/>
            <p:cNvSpPr>
              <a:spLocks/>
            </p:cNvSpPr>
            <p:nvPr/>
          </p:nvSpPr>
          <p:spPr bwMode="auto">
            <a:xfrm>
              <a:off x="93663" y="139700"/>
              <a:ext cx="153988" cy="90488"/>
            </a:xfrm>
            <a:custGeom>
              <a:avLst/>
              <a:gdLst>
                <a:gd name="T0" fmla="*/ 40 w 41"/>
                <a:gd name="T1" fmla="*/ 0 h 24"/>
                <a:gd name="T2" fmla="*/ 1 w 41"/>
                <a:gd name="T3" fmla="*/ 23 h 24"/>
                <a:gd name="T4" fmla="*/ 1 w 41"/>
                <a:gd name="T5" fmla="*/ 23 h 24"/>
                <a:gd name="T6" fmla="*/ 41 w 41"/>
                <a:gd name="T7" fmla="*/ 0 h 24"/>
                <a:gd name="T8" fmla="*/ 40 w 4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24">
                  <a:moveTo>
                    <a:pt x="40" y="0"/>
                  </a:moveTo>
                  <a:cubicBezTo>
                    <a:pt x="27" y="8"/>
                    <a:pt x="14" y="15"/>
                    <a:pt x="1" y="23"/>
                  </a:cubicBezTo>
                  <a:cubicBezTo>
                    <a:pt x="0" y="23"/>
                    <a:pt x="1" y="24"/>
                    <a:pt x="1" y="23"/>
                  </a:cubicBezTo>
                  <a:cubicBezTo>
                    <a:pt x="14" y="15"/>
                    <a:pt x="27" y="8"/>
                    <a:pt x="41" y="0"/>
                  </a:cubicBezTo>
                  <a:cubicBezTo>
                    <a:pt x="41" y="0"/>
                    <a:pt x="41" y="0"/>
                    <a:pt x="4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10257"/>
            <p:cNvSpPr>
              <a:spLocks/>
            </p:cNvSpPr>
            <p:nvPr/>
          </p:nvSpPr>
          <p:spPr bwMode="auto">
            <a:xfrm>
              <a:off x="71438" y="117475"/>
              <a:ext cx="192088" cy="93663"/>
            </a:xfrm>
            <a:custGeom>
              <a:avLst/>
              <a:gdLst>
                <a:gd name="T0" fmla="*/ 0 w 51"/>
                <a:gd name="T1" fmla="*/ 25 h 25"/>
                <a:gd name="T2" fmla="*/ 51 w 51"/>
                <a:gd name="T3" fmla="*/ 0 h 25"/>
                <a:gd name="T4" fmla="*/ 50 w 51"/>
                <a:gd name="T5" fmla="*/ 0 h 25"/>
                <a:gd name="T6" fmla="*/ 0 w 51"/>
                <a:gd name="T7" fmla="*/ 25 h 25"/>
                <a:gd name="T8" fmla="*/ 0 w 51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5">
                  <a:moveTo>
                    <a:pt x="0" y="25"/>
                  </a:moveTo>
                  <a:cubicBezTo>
                    <a:pt x="18" y="17"/>
                    <a:pt x="34" y="8"/>
                    <a:pt x="51" y="0"/>
                  </a:cubicBezTo>
                  <a:cubicBezTo>
                    <a:pt x="51" y="0"/>
                    <a:pt x="51" y="0"/>
                    <a:pt x="50" y="0"/>
                  </a:cubicBezTo>
                  <a:cubicBezTo>
                    <a:pt x="34" y="8"/>
                    <a:pt x="17" y="17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Freeform 10258"/>
            <p:cNvSpPr>
              <a:spLocks/>
            </p:cNvSpPr>
            <p:nvPr/>
          </p:nvSpPr>
          <p:spPr bwMode="auto">
            <a:xfrm>
              <a:off x="63500" y="82550"/>
              <a:ext cx="214313" cy="123825"/>
            </a:xfrm>
            <a:custGeom>
              <a:avLst/>
              <a:gdLst>
                <a:gd name="T0" fmla="*/ 56 w 57"/>
                <a:gd name="T1" fmla="*/ 0 h 33"/>
                <a:gd name="T2" fmla="*/ 1 w 57"/>
                <a:gd name="T3" fmla="*/ 33 h 33"/>
                <a:gd name="T4" fmla="*/ 1 w 57"/>
                <a:gd name="T5" fmla="*/ 33 h 33"/>
                <a:gd name="T6" fmla="*/ 56 w 57"/>
                <a:gd name="T7" fmla="*/ 0 h 33"/>
                <a:gd name="T8" fmla="*/ 56 w 57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3">
                  <a:moveTo>
                    <a:pt x="56" y="0"/>
                  </a:moveTo>
                  <a:cubicBezTo>
                    <a:pt x="37" y="10"/>
                    <a:pt x="18" y="20"/>
                    <a:pt x="1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18" y="20"/>
                    <a:pt x="37" y="10"/>
                    <a:pt x="56" y="0"/>
                  </a:cubicBezTo>
                  <a:cubicBezTo>
                    <a:pt x="57" y="0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Freeform 10259"/>
            <p:cNvSpPr>
              <a:spLocks/>
            </p:cNvSpPr>
            <p:nvPr/>
          </p:nvSpPr>
          <p:spPr bwMode="auto">
            <a:xfrm>
              <a:off x="157163" y="76200"/>
              <a:ext cx="120650" cy="55563"/>
            </a:xfrm>
            <a:custGeom>
              <a:avLst/>
              <a:gdLst>
                <a:gd name="T0" fmla="*/ 1 w 32"/>
                <a:gd name="T1" fmla="*/ 15 h 15"/>
                <a:gd name="T2" fmla="*/ 32 w 32"/>
                <a:gd name="T3" fmla="*/ 1 h 15"/>
                <a:gd name="T4" fmla="*/ 32 w 32"/>
                <a:gd name="T5" fmla="*/ 0 h 15"/>
                <a:gd name="T6" fmla="*/ 1 w 32"/>
                <a:gd name="T7" fmla="*/ 15 h 15"/>
                <a:gd name="T8" fmla="*/ 1 w 32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5">
                  <a:moveTo>
                    <a:pt x="1" y="15"/>
                  </a:moveTo>
                  <a:cubicBezTo>
                    <a:pt x="11" y="10"/>
                    <a:pt x="21" y="5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1" y="5"/>
                    <a:pt x="11" y="10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Freeform 10260"/>
            <p:cNvSpPr>
              <a:spLocks/>
            </p:cNvSpPr>
            <p:nvPr/>
          </p:nvSpPr>
          <p:spPr bwMode="auto">
            <a:xfrm>
              <a:off x="41275" y="158750"/>
              <a:ext cx="71438" cy="36513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8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2" y="3"/>
                    <a:pt x="7" y="6"/>
                    <a:pt x="1" y="9"/>
                  </a:cubicBezTo>
                  <a:cubicBezTo>
                    <a:pt x="0" y="9"/>
                    <a:pt x="1" y="10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Freeform 10261"/>
            <p:cNvSpPr>
              <a:spLocks/>
            </p:cNvSpPr>
            <p:nvPr/>
          </p:nvSpPr>
          <p:spPr bwMode="auto">
            <a:xfrm>
              <a:off x="38100" y="147638"/>
              <a:ext cx="63500" cy="41275"/>
            </a:xfrm>
            <a:custGeom>
              <a:avLst/>
              <a:gdLst>
                <a:gd name="T0" fmla="*/ 16 w 17"/>
                <a:gd name="T1" fmla="*/ 0 h 11"/>
                <a:gd name="T2" fmla="*/ 0 w 17"/>
                <a:gd name="T3" fmla="*/ 11 h 11"/>
                <a:gd name="T4" fmla="*/ 1 w 17"/>
                <a:gd name="T5" fmla="*/ 11 h 11"/>
                <a:gd name="T6" fmla="*/ 17 w 17"/>
                <a:gd name="T7" fmla="*/ 0 h 11"/>
                <a:gd name="T8" fmla="*/ 16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6" y="0"/>
                  </a:moveTo>
                  <a:cubicBezTo>
                    <a:pt x="11" y="4"/>
                    <a:pt x="6" y="7"/>
                    <a:pt x="0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6" y="7"/>
                    <a:pt x="11" y="4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Freeform 10262"/>
            <p:cNvSpPr>
              <a:spLocks/>
            </p:cNvSpPr>
            <p:nvPr/>
          </p:nvSpPr>
          <p:spPr bwMode="auto">
            <a:xfrm>
              <a:off x="187325" y="52388"/>
              <a:ext cx="98425" cy="49213"/>
            </a:xfrm>
            <a:custGeom>
              <a:avLst/>
              <a:gdLst>
                <a:gd name="T0" fmla="*/ 25 w 26"/>
                <a:gd name="T1" fmla="*/ 0 h 13"/>
                <a:gd name="T2" fmla="*/ 0 w 26"/>
                <a:gd name="T3" fmla="*/ 12 h 13"/>
                <a:gd name="T4" fmla="*/ 0 w 26"/>
                <a:gd name="T5" fmla="*/ 13 h 13"/>
                <a:gd name="T6" fmla="*/ 26 w 26"/>
                <a:gd name="T7" fmla="*/ 0 h 13"/>
                <a:gd name="T8" fmla="*/ 25 w 26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3">
                  <a:moveTo>
                    <a:pt x="25" y="0"/>
                  </a:moveTo>
                  <a:cubicBezTo>
                    <a:pt x="17" y="4"/>
                    <a:pt x="8" y="8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9" y="8"/>
                    <a:pt x="17" y="4"/>
                    <a:pt x="26" y="0"/>
                  </a:cubicBezTo>
                  <a:cubicBezTo>
                    <a:pt x="26" y="0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Freeform 10263"/>
            <p:cNvSpPr>
              <a:spLocks/>
            </p:cNvSpPr>
            <p:nvPr/>
          </p:nvSpPr>
          <p:spPr bwMode="auto">
            <a:xfrm>
              <a:off x="195263" y="49213"/>
              <a:ext cx="90488" cy="41275"/>
            </a:xfrm>
            <a:custGeom>
              <a:avLst/>
              <a:gdLst>
                <a:gd name="T0" fmla="*/ 0 w 24"/>
                <a:gd name="T1" fmla="*/ 11 h 11"/>
                <a:gd name="T2" fmla="*/ 24 w 24"/>
                <a:gd name="T3" fmla="*/ 0 h 11"/>
                <a:gd name="T4" fmla="*/ 23 w 24"/>
                <a:gd name="T5" fmla="*/ 0 h 11"/>
                <a:gd name="T6" fmla="*/ 0 w 24"/>
                <a:gd name="T7" fmla="*/ 10 h 11"/>
                <a:gd name="T8" fmla="*/ 0 w 24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cubicBezTo>
                    <a:pt x="8" y="7"/>
                    <a:pt x="16" y="3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15" y="3"/>
                    <a:pt x="8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10264"/>
            <p:cNvSpPr>
              <a:spLocks/>
            </p:cNvSpPr>
            <p:nvPr/>
          </p:nvSpPr>
          <p:spPr bwMode="auto">
            <a:xfrm>
              <a:off x="19050" y="142875"/>
              <a:ext cx="71438" cy="38100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9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3"/>
                    <a:pt x="7" y="6"/>
                    <a:pt x="1" y="9"/>
                  </a:cubicBezTo>
                  <a:cubicBezTo>
                    <a:pt x="0" y="10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10265"/>
            <p:cNvSpPr>
              <a:spLocks/>
            </p:cNvSpPr>
            <p:nvPr/>
          </p:nvSpPr>
          <p:spPr bwMode="auto">
            <a:xfrm>
              <a:off x="11113" y="131763"/>
              <a:ext cx="68263" cy="38100"/>
            </a:xfrm>
            <a:custGeom>
              <a:avLst/>
              <a:gdLst>
                <a:gd name="T0" fmla="*/ 18 w 18"/>
                <a:gd name="T1" fmla="*/ 0 h 10"/>
                <a:gd name="T2" fmla="*/ 0 w 18"/>
                <a:gd name="T3" fmla="*/ 10 h 10"/>
                <a:gd name="T4" fmla="*/ 0 w 18"/>
                <a:gd name="T5" fmla="*/ 10 h 10"/>
                <a:gd name="T6" fmla="*/ 18 w 18"/>
                <a:gd name="T7" fmla="*/ 0 h 10"/>
                <a:gd name="T8" fmla="*/ 18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8" y="0"/>
                  </a:moveTo>
                  <a:cubicBezTo>
                    <a:pt x="12" y="3"/>
                    <a:pt x="6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7"/>
                    <a:pt x="12" y="3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Freeform 10266"/>
            <p:cNvSpPr>
              <a:spLocks/>
            </p:cNvSpPr>
            <p:nvPr/>
          </p:nvSpPr>
          <p:spPr bwMode="auto">
            <a:xfrm>
              <a:off x="222250" y="30163"/>
              <a:ext cx="44450" cy="26988"/>
            </a:xfrm>
            <a:custGeom>
              <a:avLst/>
              <a:gdLst>
                <a:gd name="T0" fmla="*/ 11 w 12"/>
                <a:gd name="T1" fmla="*/ 1 h 7"/>
                <a:gd name="T2" fmla="*/ 0 w 12"/>
                <a:gd name="T3" fmla="*/ 7 h 7"/>
                <a:gd name="T4" fmla="*/ 0 w 12"/>
                <a:gd name="T5" fmla="*/ 7 h 7"/>
                <a:gd name="T6" fmla="*/ 12 w 12"/>
                <a:gd name="T7" fmla="*/ 1 h 7"/>
                <a:gd name="T8" fmla="*/ 11 w 12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1" y="1"/>
                  </a:moveTo>
                  <a:cubicBezTo>
                    <a:pt x="8" y="3"/>
                    <a:pt x="4" y="5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8" y="3"/>
                    <a:pt x="12" y="1"/>
                  </a:cubicBezTo>
                  <a:cubicBezTo>
                    <a:pt x="12" y="1"/>
                    <a:pt x="12" y="0"/>
                    <a:pt x="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Freeform 10267"/>
            <p:cNvSpPr>
              <a:spLocks/>
            </p:cNvSpPr>
            <p:nvPr/>
          </p:nvSpPr>
          <p:spPr bwMode="auto">
            <a:xfrm>
              <a:off x="228600" y="26988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1 h 4"/>
                <a:gd name="T4" fmla="*/ 8 w 8"/>
                <a:gd name="T5" fmla="*/ 0 h 4"/>
                <a:gd name="T6" fmla="*/ 0 w 8"/>
                <a:gd name="T7" fmla="*/ 3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4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Freeform 10268"/>
            <p:cNvSpPr>
              <a:spLocks/>
            </p:cNvSpPr>
            <p:nvPr/>
          </p:nvSpPr>
          <p:spPr bwMode="auto">
            <a:xfrm>
              <a:off x="7938" y="117475"/>
              <a:ext cx="60325" cy="30163"/>
            </a:xfrm>
            <a:custGeom>
              <a:avLst/>
              <a:gdLst>
                <a:gd name="T0" fmla="*/ 0 w 16"/>
                <a:gd name="T1" fmla="*/ 8 h 8"/>
                <a:gd name="T2" fmla="*/ 15 w 16"/>
                <a:gd name="T3" fmla="*/ 1 h 8"/>
                <a:gd name="T4" fmla="*/ 15 w 16"/>
                <a:gd name="T5" fmla="*/ 1 h 8"/>
                <a:gd name="T6" fmla="*/ 0 w 16"/>
                <a:gd name="T7" fmla="*/ 8 h 8"/>
                <a:gd name="T8" fmla="*/ 0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0" y="8"/>
                  </a:moveTo>
                  <a:cubicBezTo>
                    <a:pt x="5" y="6"/>
                    <a:pt x="10" y="3"/>
                    <a:pt x="15" y="1"/>
                  </a:cubicBezTo>
                  <a:cubicBezTo>
                    <a:pt x="16" y="1"/>
                    <a:pt x="15" y="0"/>
                    <a:pt x="15" y="1"/>
                  </a:cubicBezTo>
                  <a:cubicBezTo>
                    <a:pt x="10" y="3"/>
                    <a:pt x="5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Freeform 10269"/>
            <p:cNvSpPr>
              <a:spLocks/>
            </p:cNvSpPr>
            <p:nvPr/>
          </p:nvSpPr>
          <p:spPr bwMode="auto">
            <a:xfrm>
              <a:off x="15875" y="109538"/>
              <a:ext cx="36513" cy="22225"/>
            </a:xfrm>
            <a:custGeom>
              <a:avLst/>
              <a:gdLst>
                <a:gd name="T0" fmla="*/ 10 w 10"/>
                <a:gd name="T1" fmla="*/ 0 h 6"/>
                <a:gd name="T2" fmla="*/ 0 w 10"/>
                <a:gd name="T3" fmla="*/ 6 h 6"/>
                <a:gd name="T4" fmla="*/ 0 w 10"/>
                <a:gd name="T5" fmla="*/ 6 h 6"/>
                <a:gd name="T6" fmla="*/ 10 w 10"/>
                <a:gd name="T7" fmla="*/ 1 h 6"/>
                <a:gd name="T8" fmla="*/ 10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0"/>
                  </a:moveTo>
                  <a:cubicBezTo>
                    <a:pt x="7" y="2"/>
                    <a:pt x="3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7" y="2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2" name="Group 115"/>
          <p:cNvGrpSpPr>
            <a:grpSpLocks/>
          </p:cNvGrpSpPr>
          <p:nvPr/>
        </p:nvGrpSpPr>
        <p:grpSpPr bwMode="auto">
          <a:xfrm>
            <a:off x="1202495" y="2086637"/>
            <a:ext cx="691220" cy="585359"/>
            <a:chOff x="0" y="0"/>
            <a:chExt cx="307975" cy="266700"/>
          </a:xfrm>
        </p:grpSpPr>
        <p:sp>
          <p:nvSpPr>
            <p:cNvPr id="253" name="Freeform 10250"/>
            <p:cNvSpPr>
              <a:spLocks noEditPoints="1"/>
            </p:cNvSpPr>
            <p:nvPr/>
          </p:nvSpPr>
          <p:spPr bwMode="auto">
            <a:xfrm>
              <a:off x="0" y="0"/>
              <a:ext cx="307975" cy="266700"/>
            </a:xfrm>
            <a:custGeom>
              <a:avLst/>
              <a:gdLst>
                <a:gd name="T0" fmla="*/ 53 w 82"/>
                <a:gd name="T1" fmla="*/ 17 h 71"/>
                <a:gd name="T2" fmla="*/ 39 w 82"/>
                <a:gd name="T3" fmla="*/ 37 h 71"/>
                <a:gd name="T4" fmla="*/ 18 w 82"/>
                <a:gd name="T5" fmla="*/ 30 h 71"/>
                <a:gd name="T6" fmla="*/ 9 w 82"/>
                <a:gd name="T7" fmla="*/ 27 h 71"/>
                <a:gd name="T8" fmla="*/ 5 w 82"/>
                <a:gd name="T9" fmla="*/ 31 h 71"/>
                <a:gd name="T10" fmla="*/ 1 w 82"/>
                <a:gd name="T11" fmla="*/ 37 h 71"/>
                <a:gd name="T12" fmla="*/ 0 w 82"/>
                <a:gd name="T13" fmla="*/ 42 h 71"/>
                <a:gd name="T14" fmla="*/ 3 w 82"/>
                <a:gd name="T15" fmla="*/ 47 h 71"/>
                <a:gd name="T16" fmla="*/ 20 w 82"/>
                <a:gd name="T17" fmla="*/ 58 h 71"/>
                <a:gd name="T18" fmla="*/ 24 w 82"/>
                <a:gd name="T19" fmla="*/ 60 h 71"/>
                <a:gd name="T20" fmla="*/ 33 w 82"/>
                <a:gd name="T21" fmla="*/ 66 h 71"/>
                <a:gd name="T22" fmla="*/ 38 w 82"/>
                <a:gd name="T23" fmla="*/ 71 h 71"/>
                <a:gd name="T24" fmla="*/ 46 w 82"/>
                <a:gd name="T25" fmla="*/ 66 h 71"/>
                <a:gd name="T26" fmla="*/ 54 w 82"/>
                <a:gd name="T27" fmla="*/ 57 h 71"/>
                <a:gd name="T28" fmla="*/ 58 w 82"/>
                <a:gd name="T29" fmla="*/ 49 h 71"/>
                <a:gd name="T30" fmla="*/ 62 w 82"/>
                <a:gd name="T31" fmla="*/ 43 h 71"/>
                <a:gd name="T32" fmla="*/ 69 w 82"/>
                <a:gd name="T33" fmla="*/ 34 h 71"/>
                <a:gd name="T34" fmla="*/ 70 w 82"/>
                <a:gd name="T35" fmla="*/ 7 h 71"/>
                <a:gd name="T36" fmla="*/ 57 w 82"/>
                <a:gd name="T37" fmla="*/ 51 h 71"/>
                <a:gd name="T38" fmla="*/ 66 w 82"/>
                <a:gd name="T39" fmla="*/ 38 h 71"/>
                <a:gd name="T40" fmla="*/ 66 w 82"/>
                <a:gd name="T41" fmla="*/ 38 h 71"/>
                <a:gd name="T42" fmla="*/ 64 w 82"/>
                <a:gd name="T43" fmla="*/ 38 h 71"/>
                <a:gd name="T44" fmla="*/ 61 w 82"/>
                <a:gd name="T45" fmla="*/ 41 h 71"/>
                <a:gd name="T46" fmla="*/ 59 w 82"/>
                <a:gd name="T47" fmla="*/ 45 h 71"/>
                <a:gd name="T48" fmla="*/ 44 w 82"/>
                <a:gd name="T49" fmla="*/ 65 h 71"/>
                <a:gd name="T50" fmla="*/ 36 w 82"/>
                <a:gd name="T51" fmla="*/ 68 h 71"/>
                <a:gd name="T52" fmla="*/ 28 w 82"/>
                <a:gd name="T53" fmla="*/ 62 h 71"/>
                <a:gd name="T54" fmla="*/ 17 w 82"/>
                <a:gd name="T55" fmla="*/ 55 h 71"/>
                <a:gd name="T56" fmla="*/ 1 w 82"/>
                <a:gd name="T57" fmla="*/ 43 h 71"/>
                <a:gd name="T58" fmla="*/ 2 w 82"/>
                <a:gd name="T59" fmla="*/ 39 h 71"/>
                <a:gd name="T60" fmla="*/ 7 w 82"/>
                <a:gd name="T61" fmla="*/ 31 h 71"/>
                <a:gd name="T62" fmla="*/ 10 w 82"/>
                <a:gd name="T63" fmla="*/ 28 h 71"/>
                <a:gd name="T64" fmla="*/ 13 w 82"/>
                <a:gd name="T65" fmla="*/ 30 h 71"/>
                <a:gd name="T66" fmla="*/ 14 w 82"/>
                <a:gd name="T67" fmla="*/ 30 h 71"/>
                <a:gd name="T68" fmla="*/ 18 w 82"/>
                <a:gd name="T69" fmla="*/ 33 h 71"/>
                <a:gd name="T70" fmla="*/ 32 w 82"/>
                <a:gd name="T71" fmla="*/ 42 h 71"/>
                <a:gd name="T72" fmla="*/ 45 w 82"/>
                <a:gd name="T73" fmla="*/ 33 h 71"/>
                <a:gd name="T74" fmla="*/ 54 w 82"/>
                <a:gd name="T75" fmla="*/ 21 h 71"/>
                <a:gd name="T76" fmla="*/ 61 w 82"/>
                <a:gd name="T77" fmla="*/ 10 h 71"/>
                <a:gd name="T78" fmla="*/ 72 w 82"/>
                <a:gd name="T79" fmla="*/ 24 h 71"/>
                <a:gd name="T80" fmla="*/ 62 w 82"/>
                <a:gd name="T81" fmla="*/ 4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71">
                  <a:moveTo>
                    <a:pt x="70" y="7"/>
                  </a:moveTo>
                  <a:cubicBezTo>
                    <a:pt x="64" y="0"/>
                    <a:pt x="55" y="11"/>
                    <a:pt x="53" y="17"/>
                  </a:cubicBezTo>
                  <a:cubicBezTo>
                    <a:pt x="51" y="21"/>
                    <a:pt x="48" y="25"/>
                    <a:pt x="45" y="29"/>
                  </a:cubicBezTo>
                  <a:cubicBezTo>
                    <a:pt x="44" y="30"/>
                    <a:pt x="39" y="38"/>
                    <a:pt x="39" y="37"/>
                  </a:cubicBezTo>
                  <a:cubicBezTo>
                    <a:pt x="33" y="47"/>
                    <a:pt x="22" y="32"/>
                    <a:pt x="16" y="29"/>
                  </a:cubicBezTo>
                  <a:cubicBezTo>
                    <a:pt x="17" y="29"/>
                    <a:pt x="18" y="30"/>
                    <a:pt x="18" y="30"/>
                  </a:cubicBezTo>
                  <a:cubicBezTo>
                    <a:pt x="18" y="29"/>
                    <a:pt x="13" y="28"/>
                    <a:pt x="14" y="28"/>
                  </a:cubicBezTo>
                  <a:cubicBezTo>
                    <a:pt x="12" y="27"/>
                    <a:pt x="9" y="26"/>
                    <a:pt x="9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30"/>
                    <a:pt x="6" y="29"/>
                    <a:pt x="5" y="31"/>
                  </a:cubicBezTo>
                  <a:cubicBezTo>
                    <a:pt x="4" y="34"/>
                    <a:pt x="2" y="36"/>
                    <a:pt x="1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8"/>
                    <a:pt x="0" y="38"/>
                  </a:cubicBezTo>
                  <a:cubicBezTo>
                    <a:pt x="2" y="36"/>
                    <a:pt x="0" y="41"/>
                    <a:pt x="0" y="42"/>
                  </a:cubicBezTo>
                  <a:cubicBezTo>
                    <a:pt x="0" y="42"/>
                    <a:pt x="1" y="45"/>
                    <a:pt x="1" y="45"/>
                  </a:cubicBezTo>
                  <a:cubicBezTo>
                    <a:pt x="2" y="45"/>
                    <a:pt x="5" y="48"/>
                    <a:pt x="3" y="47"/>
                  </a:cubicBezTo>
                  <a:cubicBezTo>
                    <a:pt x="4" y="47"/>
                    <a:pt x="6" y="48"/>
                    <a:pt x="8" y="49"/>
                  </a:cubicBezTo>
                  <a:cubicBezTo>
                    <a:pt x="10" y="51"/>
                    <a:pt x="16" y="55"/>
                    <a:pt x="20" y="58"/>
                  </a:cubicBezTo>
                  <a:cubicBezTo>
                    <a:pt x="19" y="57"/>
                    <a:pt x="24" y="60"/>
                    <a:pt x="24" y="60"/>
                  </a:cubicBezTo>
                  <a:cubicBezTo>
                    <a:pt x="22" y="59"/>
                    <a:pt x="24" y="60"/>
                    <a:pt x="24" y="60"/>
                  </a:cubicBezTo>
                  <a:cubicBezTo>
                    <a:pt x="25" y="61"/>
                    <a:pt x="26" y="62"/>
                    <a:pt x="27" y="62"/>
                  </a:cubicBezTo>
                  <a:cubicBezTo>
                    <a:pt x="26" y="62"/>
                    <a:pt x="32" y="66"/>
                    <a:pt x="33" y="66"/>
                  </a:cubicBezTo>
                  <a:cubicBezTo>
                    <a:pt x="36" y="67"/>
                    <a:pt x="36" y="70"/>
                    <a:pt x="39" y="70"/>
                  </a:cubicBezTo>
                  <a:cubicBezTo>
                    <a:pt x="38" y="70"/>
                    <a:pt x="38" y="71"/>
                    <a:pt x="38" y="71"/>
                  </a:cubicBezTo>
                  <a:cubicBezTo>
                    <a:pt x="39" y="71"/>
                    <a:pt x="43" y="69"/>
                    <a:pt x="41" y="71"/>
                  </a:cubicBezTo>
                  <a:cubicBezTo>
                    <a:pt x="42" y="71"/>
                    <a:pt x="45" y="67"/>
                    <a:pt x="46" y="66"/>
                  </a:cubicBezTo>
                  <a:cubicBezTo>
                    <a:pt x="47" y="65"/>
                    <a:pt x="51" y="60"/>
                    <a:pt x="51" y="60"/>
                  </a:cubicBezTo>
                  <a:cubicBezTo>
                    <a:pt x="50" y="59"/>
                    <a:pt x="54" y="57"/>
                    <a:pt x="54" y="57"/>
                  </a:cubicBezTo>
                  <a:cubicBezTo>
                    <a:pt x="54" y="56"/>
                    <a:pt x="55" y="53"/>
                    <a:pt x="56" y="52"/>
                  </a:cubicBezTo>
                  <a:cubicBezTo>
                    <a:pt x="56" y="51"/>
                    <a:pt x="57" y="51"/>
                    <a:pt x="58" y="49"/>
                  </a:cubicBezTo>
                  <a:cubicBezTo>
                    <a:pt x="58" y="49"/>
                    <a:pt x="57" y="51"/>
                    <a:pt x="57" y="51"/>
                  </a:cubicBezTo>
                  <a:cubicBezTo>
                    <a:pt x="58" y="48"/>
                    <a:pt x="61" y="45"/>
                    <a:pt x="62" y="43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5" y="42"/>
                    <a:pt x="67" y="37"/>
                    <a:pt x="69" y="34"/>
                  </a:cubicBezTo>
                  <a:cubicBezTo>
                    <a:pt x="71" y="30"/>
                    <a:pt x="74" y="25"/>
                    <a:pt x="76" y="22"/>
                  </a:cubicBezTo>
                  <a:cubicBezTo>
                    <a:pt x="82" y="15"/>
                    <a:pt x="78" y="8"/>
                    <a:pt x="70" y="7"/>
                  </a:cubicBezTo>
                  <a:close/>
                  <a:moveTo>
                    <a:pt x="56" y="51"/>
                  </a:moveTo>
                  <a:cubicBezTo>
                    <a:pt x="56" y="51"/>
                    <a:pt x="57" y="51"/>
                    <a:pt x="57" y="51"/>
                  </a:cubicBezTo>
                  <a:cubicBezTo>
                    <a:pt x="56" y="51"/>
                    <a:pt x="56" y="51"/>
                    <a:pt x="56" y="51"/>
                  </a:cubicBezTo>
                  <a:close/>
                  <a:moveTo>
                    <a:pt x="66" y="38"/>
                  </a:moveTo>
                  <a:cubicBezTo>
                    <a:pt x="66" y="38"/>
                    <a:pt x="66" y="38"/>
                    <a:pt x="66" y="38"/>
                  </a:cubicBezTo>
                  <a:cubicBezTo>
                    <a:pt x="65" y="39"/>
                    <a:pt x="65" y="38"/>
                    <a:pt x="66" y="38"/>
                  </a:cubicBezTo>
                  <a:close/>
                  <a:moveTo>
                    <a:pt x="72" y="24"/>
                  </a:moveTo>
                  <a:cubicBezTo>
                    <a:pt x="70" y="28"/>
                    <a:pt x="67" y="35"/>
                    <a:pt x="64" y="38"/>
                  </a:cubicBezTo>
                  <a:cubicBezTo>
                    <a:pt x="64" y="37"/>
                    <a:pt x="64" y="37"/>
                    <a:pt x="65" y="36"/>
                  </a:cubicBezTo>
                  <a:cubicBezTo>
                    <a:pt x="64" y="37"/>
                    <a:pt x="61" y="39"/>
                    <a:pt x="61" y="41"/>
                  </a:cubicBezTo>
                  <a:cubicBezTo>
                    <a:pt x="62" y="40"/>
                    <a:pt x="62" y="40"/>
                    <a:pt x="62" y="39"/>
                  </a:cubicBezTo>
                  <a:cubicBezTo>
                    <a:pt x="62" y="42"/>
                    <a:pt x="60" y="44"/>
                    <a:pt x="59" y="45"/>
                  </a:cubicBezTo>
                  <a:cubicBezTo>
                    <a:pt x="56" y="48"/>
                    <a:pt x="54" y="53"/>
                    <a:pt x="51" y="56"/>
                  </a:cubicBezTo>
                  <a:cubicBezTo>
                    <a:pt x="49" y="59"/>
                    <a:pt x="47" y="62"/>
                    <a:pt x="44" y="65"/>
                  </a:cubicBezTo>
                  <a:cubicBezTo>
                    <a:pt x="44" y="66"/>
                    <a:pt x="40" y="69"/>
                    <a:pt x="39" y="70"/>
                  </a:cubicBezTo>
                  <a:cubicBezTo>
                    <a:pt x="38" y="70"/>
                    <a:pt x="38" y="69"/>
                    <a:pt x="36" y="68"/>
                  </a:cubicBezTo>
                  <a:cubicBezTo>
                    <a:pt x="37" y="68"/>
                    <a:pt x="35" y="67"/>
                    <a:pt x="35" y="67"/>
                  </a:cubicBezTo>
                  <a:cubicBezTo>
                    <a:pt x="35" y="66"/>
                    <a:pt x="29" y="63"/>
                    <a:pt x="28" y="62"/>
                  </a:cubicBezTo>
                  <a:cubicBezTo>
                    <a:pt x="27" y="62"/>
                    <a:pt x="23" y="58"/>
                    <a:pt x="23" y="58"/>
                  </a:cubicBezTo>
                  <a:cubicBezTo>
                    <a:pt x="20" y="57"/>
                    <a:pt x="19" y="56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6" y="53"/>
                    <a:pt x="0" y="44"/>
                    <a:pt x="1" y="43"/>
                  </a:cubicBezTo>
                  <a:cubicBezTo>
                    <a:pt x="1" y="42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3" y="37"/>
                    <a:pt x="3" y="38"/>
                  </a:cubicBezTo>
                  <a:cubicBezTo>
                    <a:pt x="3" y="38"/>
                    <a:pt x="6" y="33"/>
                    <a:pt x="7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10" y="28"/>
                    <a:pt x="10" y="28"/>
                  </a:cubicBezTo>
                  <a:cubicBezTo>
                    <a:pt x="10" y="28"/>
                    <a:pt x="12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7" y="32"/>
                    <a:pt x="18" y="33"/>
                  </a:cubicBezTo>
                  <a:cubicBezTo>
                    <a:pt x="19" y="33"/>
                    <a:pt x="23" y="36"/>
                    <a:pt x="22" y="36"/>
                  </a:cubicBezTo>
                  <a:cubicBezTo>
                    <a:pt x="24" y="38"/>
                    <a:pt x="28" y="41"/>
                    <a:pt x="32" y="42"/>
                  </a:cubicBezTo>
                  <a:cubicBezTo>
                    <a:pt x="32" y="46"/>
                    <a:pt x="40" y="40"/>
                    <a:pt x="41" y="39"/>
                  </a:cubicBezTo>
                  <a:cubicBezTo>
                    <a:pt x="41" y="39"/>
                    <a:pt x="44" y="35"/>
                    <a:pt x="45" y="33"/>
                  </a:cubicBezTo>
                  <a:cubicBezTo>
                    <a:pt x="44" y="38"/>
                    <a:pt x="45" y="34"/>
                    <a:pt x="45" y="34"/>
                  </a:cubicBezTo>
                  <a:cubicBezTo>
                    <a:pt x="45" y="30"/>
                    <a:pt x="52" y="23"/>
                    <a:pt x="54" y="21"/>
                  </a:cubicBezTo>
                  <a:cubicBezTo>
                    <a:pt x="52" y="22"/>
                    <a:pt x="55" y="19"/>
                    <a:pt x="55" y="18"/>
                  </a:cubicBezTo>
                  <a:cubicBezTo>
                    <a:pt x="57" y="15"/>
                    <a:pt x="60" y="13"/>
                    <a:pt x="61" y="10"/>
                  </a:cubicBezTo>
                  <a:cubicBezTo>
                    <a:pt x="64" y="5"/>
                    <a:pt x="70" y="10"/>
                    <a:pt x="73" y="12"/>
                  </a:cubicBezTo>
                  <a:cubicBezTo>
                    <a:pt x="79" y="15"/>
                    <a:pt x="75" y="19"/>
                    <a:pt x="72" y="24"/>
                  </a:cubicBezTo>
                  <a:close/>
                  <a:moveTo>
                    <a:pt x="62" y="40"/>
                  </a:moveTo>
                  <a:cubicBezTo>
                    <a:pt x="62" y="39"/>
                    <a:pt x="62" y="39"/>
                    <a:pt x="62" y="40"/>
                  </a:cubicBezTo>
                  <a:cubicBezTo>
                    <a:pt x="62" y="39"/>
                    <a:pt x="62" y="40"/>
                    <a:pt x="62" y="4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Freeform 10251"/>
            <p:cNvSpPr>
              <a:spLocks/>
            </p:cNvSpPr>
            <p:nvPr/>
          </p:nvSpPr>
          <p:spPr bwMode="auto">
            <a:xfrm>
              <a:off x="139700" y="244475"/>
              <a:ext cx="25400" cy="11113"/>
            </a:xfrm>
            <a:custGeom>
              <a:avLst/>
              <a:gdLst>
                <a:gd name="T0" fmla="*/ 1 w 7"/>
                <a:gd name="T1" fmla="*/ 3 h 3"/>
                <a:gd name="T2" fmla="*/ 7 w 7"/>
                <a:gd name="T3" fmla="*/ 0 h 3"/>
                <a:gd name="T4" fmla="*/ 6 w 7"/>
                <a:gd name="T5" fmla="*/ 0 h 3"/>
                <a:gd name="T6" fmla="*/ 1 w 7"/>
                <a:gd name="T7" fmla="*/ 3 h 3"/>
                <a:gd name="T8" fmla="*/ 1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Freeform 10252"/>
            <p:cNvSpPr>
              <a:spLocks/>
            </p:cNvSpPr>
            <p:nvPr/>
          </p:nvSpPr>
          <p:spPr bwMode="auto">
            <a:xfrm>
              <a:off x="134938" y="219075"/>
              <a:ext cx="57150" cy="33338"/>
            </a:xfrm>
            <a:custGeom>
              <a:avLst/>
              <a:gdLst>
                <a:gd name="T0" fmla="*/ 14 w 15"/>
                <a:gd name="T1" fmla="*/ 0 h 9"/>
                <a:gd name="T2" fmla="*/ 0 w 15"/>
                <a:gd name="T3" fmla="*/ 9 h 9"/>
                <a:gd name="T4" fmla="*/ 1 w 15"/>
                <a:gd name="T5" fmla="*/ 9 h 9"/>
                <a:gd name="T6" fmla="*/ 15 w 15"/>
                <a:gd name="T7" fmla="*/ 0 h 9"/>
                <a:gd name="T8" fmla="*/ 14 w 15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4" y="0"/>
                  </a:moveTo>
                  <a:cubicBezTo>
                    <a:pt x="9" y="3"/>
                    <a:pt x="5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5" y="6"/>
                    <a:pt x="10" y="3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Freeform 10253"/>
            <p:cNvSpPr>
              <a:spLocks/>
            </p:cNvSpPr>
            <p:nvPr/>
          </p:nvSpPr>
          <p:spPr bwMode="auto">
            <a:xfrm>
              <a:off x="123825" y="200025"/>
              <a:ext cx="79375" cy="44450"/>
            </a:xfrm>
            <a:custGeom>
              <a:avLst/>
              <a:gdLst>
                <a:gd name="T0" fmla="*/ 1 w 21"/>
                <a:gd name="T1" fmla="*/ 12 h 12"/>
                <a:gd name="T2" fmla="*/ 21 w 21"/>
                <a:gd name="T3" fmla="*/ 0 h 12"/>
                <a:gd name="T4" fmla="*/ 21 w 21"/>
                <a:gd name="T5" fmla="*/ 0 h 12"/>
                <a:gd name="T6" fmla="*/ 1 w 21"/>
                <a:gd name="T7" fmla="*/ 12 h 12"/>
                <a:gd name="T8" fmla="*/ 1 w 2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" y="12"/>
                  </a:moveTo>
                  <a:cubicBezTo>
                    <a:pt x="8" y="9"/>
                    <a:pt x="14" y="4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4" y="4"/>
                    <a:pt x="8" y="8"/>
                    <a:pt x="1" y="12"/>
                  </a:cubicBezTo>
                  <a:cubicBezTo>
                    <a:pt x="0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10254"/>
            <p:cNvSpPr>
              <a:spLocks/>
            </p:cNvSpPr>
            <p:nvPr/>
          </p:nvSpPr>
          <p:spPr bwMode="auto">
            <a:xfrm>
              <a:off x="115888" y="184150"/>
              <a:ext cx="98425" cy="57150"/>
            </a:xfrm>
            <a:custGeom>
              <a:avLst/>
              <a:gdLst>
                <a:gd name="T0" fmla="*/ 25 w 26"/>
                <a:gd name="T1" fmla="*/ 0 h 15"/>
                <a:gd name="T2" fmla="*/ 1 w 26"/>
                <a:gd name="T3" fmla="*/ 15 h 15"/>
                <a:gd name="T4" fmla="*/ 1 w 26"/>
                <a:gd name="T5" fmla="*/ 15 h 15"/>
                <a:gd name="T6" fmla="*/ 25 w 26"/>
                <a:gd name="T7" fmla="*/ 0 h 15"/>
                <a:gd name="T8" fmla="*/ 25 w 2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5">
                  <a:moveTo>
                    <a:pt x="25" y="0"/>
                  </a:moveTo>
                  <a:cubicBezTo>
                    <a:pt x="17" y="4"/>
                    <a:pt x="8" y="9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9" y="9"/>
                    <a:pt x="17" y="5"/>
                    <a:pt x="25" y="0"/>
                  </a:cubicBezTo>
                  <a:cubicBezTo>
                    <a:pt x="26" y="0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Freeform 10255"/>
            <p:cNvSpPr>
              <a:spLocks/>
            </p:cNvSpPr>
            <p:nvPr/>
          </p:nvSpPr>
          <p:spPr bwMode="auto">
            <a:xfrm>
              <a:off x="101600" y="161925"/>
              <a:ext cx="127000" cy="71438"/>
            </a:xfrm>
            <a:custGeom>
              <a:avLst/>
              <a:gdLst>
                <a:gd name="T0" fmla="*/ 1 w 34"/>
                <a:gd name="T1" fmla="*/ 18 h 19"/>
                <a:gd name="T2" fmla="*/ 33 w 34"/>
                <a:gd name="T3" fmla="*/ 1 h 19"/>
                <a:gd name="T4" fmla="*/ 33 w 34"/>
                <a:gd name="T5" fmla="*/ 0 h 19"/>
                <a:gd name="T6" fmla="*/ 1 w 34"/>
                <a:gd name="T7" fmla="*/ 18 h 19"/>
                <a:gd name="T8" fmla="*/ 1 w 34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9">
                  <a:moveTo>
                    <a:pt x="1" y="18"/>
                  </a:moveTo>
                  <a:cubicBezTo>
                    <a:pt x="12" y="13"/>
                    <a:pt x="22" y="6"/>
                    <a:pt x="33" y="1"/>
                  </a:cubicBezTo>
                  <a:cubicBezTo>
                    <a:pt x="34" y="1"/>
                    <a:pt x="33" y="0"/>
                    <a:pt x="33" y="0"/>
                  </a:cubicBezTo>
                  <a:cubicBezTo>
                    <a:pt x="22" y="6"/>
                    <a:pt x="12" y="12"/>
                    <a:pt x="1" y="18"/>
                  </a:cubicBezTo>
                  <a:cubicBezTo>
                    <a:pt x="0" y="18"/>
                    <a:pt x="1" y="19"/>
                    <a:pt x="1" y="1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Freeform 10256"/>
            <p:cNvSpPr>
              <a:spLocks/>
            </p:cNvSpPr>
            <p:nvPr/>
          </p:nvSpPr>
          <p:spPr bwMode="auto">
            <a:xfrm>
              <a:off x="93663" y="139700"/>
              <a:ext cx="153988" cy="90488"/>
            </a:xfrm>
            <a:custGeom>
              <a:avLst/>
              <a:gdLst>
                <a:gd name="T0" fmla="*/ 40 w 41"/>
                <a:gd name="T1" fmla="*/ 0 h 24"/>
                <a:gd name="T2" fmla="*/ 1 w 41"/>
                <a:gd name="T3" fmla="*/ 23 h 24"/>
                <a:gd name="T4" fmla="*/ 1 w 41"/>
                <a:gd name="T5" fmla="*/ 23 h 24"/>
                <a:gd name="T6" fmla="*/ 41 w 41"/>
                <a:gd name="T7" fmla="*/ 0 h 24"/>
                <a:gd name="T8" fmla="*/ 40 w 4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24">
                  <a:moveTo>
                    <a:pt x="40" y="0"/>
                  </a:moveTo>
                  <a:cubicBezTo>
                    <a:pt x="27" y="8"/>
                    <a:pt x="14" y="15"/>
                    <a:pt x="1" y="23"/>
                  </a:cubicBezTo>
                  <a:cubicBezTo>
                    <a:pt x="0" y="23"/>
                    <a:pt x="1" y="24"/>
                    <a:pt x="1" y="23"/>
                  </a:cubicBezTo>
                  <a:cubicBezTo>
                    <a:pt x="14" y="15"/>
                    <a:pt x="27" y="8"/>
                    <a:pt x="41" y="0"/>
                  </a:cubicBezTo>
                  <a:cubicBezTo>
                    <a:pt x="41" y="0"/>
                    <a:pt x="41" y="0"/>
                    <a:pt x="4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Freeform 10257"/>
            <p:cNvSpPr>
              <a:spLocks/>
            </p:cNvSpPr>
            <p:nvPr/>
          </p:nvSpPr>
          <p:spPr bwMode="auto">
            <a:xfrm>
              <a:off x="71438" y="117475"/>
              <a:ext cx="192088" cy="93663"/>
            </a:xfrm>
            <a:custGeom>
              <a:avLst/>
              <a:gdLst>
                <a:gd name="T0" fmla="*/ 0 w 51"/>
                <a:gd name="T1" fmla="*/ 25 h 25"/>
                <a:gd name="T2" fmla="*/ 51 w 51"/>
                <a:gd name="T3" fmla="*/ 0 h 25"/>
                <a:gd name="T4" fmla="*/ 50 w 51"/>
                <a:gd name="T5" fmla="*/ 0 h 25"/>
                <a:gd name="T6" fmla="*/ 0 w 51"/>
                <a:gd name="T7" fmla="*/ 25 h 25"/>
                <a:gd name="T8" fmla="*/ 0 w 51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5">
                  <a:moveTo>
                    <a:pt x="0" y="25"/>
                  </a:moveTo>
                  <a:cubicBezTo>
                    <a:pt x="18" y="17"/>
                    <a:pt x="34" y="8"/>
                    <a:pt x="51" y="0"/>
                  </a:cubicBezTo>
                  <a:cubicBezTo>
                    <a:pt x="51" y="0"/>
                    <a:pt x="51" y="0"/>
                    <a:pt x="50" y="0"/>
                  </a:cubicBezTo>
                  <a:cubicBezTo>
                    <a:pt x="34" y="8"/>
                    <a:pt x="17" y="17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Freeform 10258"/>
            <p:cNvSpPr>
              <a:spLocks/>
            </p:cNvSpPr>
            <p:nvPr/>
          </p:nvSpPr>
          <p:spPr bwMode="auto">
            <a:xfrm>
              <a:off x="63500" y="82550"/>
              <a:ext cx="214313" cy="123825"/>
            </a:xfrm>
            <a:custGeom>
              <a:avLst/>
              <a:gdLst>
                <a:gd name="T0" fmla="*/ 56 w 57"/>
                <a:gd name="T1" fmla="*/ 0 h 33"/>
                <a:gd name="T2" fmla="*/ 1 w 57"/>
                <a:gd name="T3" fmla="*/ 33 h 33"/>
                <a:gd name="T4" fmla="*/ 1 w 57"/>
                <a:gd name="T5" fmla="*/ 33 h 33"/>
                <a:gd name="T6" fmla="*/ 56 w 57"/>
                <a:gd name="T7" fmla="*/ 0 h 33"/>
                <a:gd name="T8" fmla="*/ 56 w 57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3">
                  <a:moveTo>
                    <a:pt x="56" y="0"/>
                  </a:moveTo>
                  <a:cubicBezTo>
                    <a:pt x="37" y="10"/>
                    <a:pt x="18" y="20"/>
                    <a:pt x="1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18" y="20"/>
                    <a:pt x="37" y="10"/>
                    <a:pt x="56" y="0"/>
                  </a:cubicBezTo>
                  <a:cubicBezTo>
                    <a:pt x="57" y="0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Freeform 10259"/>
            <p:cNvSpPr>
              <a:spLocks/>
            </p:cNvSpPr>
            <p:nvPr/>
          </p:nvSpPr>
          <p:spPr bwMode="auto">
            <a:xfrm>
              <a:off x="157163" y="76200"/>
              <a:ext cx="120650" cy="55563"/>
            </a:xfrm>
            <a:custGeom>
              <a:avLst/>
              <a:gdLst>
                <a:gd name="T0" fmla="*/ 1 w 32"/>
                <a:gd name="T1" fmla="*/ 15 h 15"/>
                <a:gd name="T2" fmla="*/ 32 w 32"/>
                <a:gd name="T3" fmla="*/ 1 h 15"/>
                <a:gd name="T4" fmla="*/ 32 w 32"/>
                <a:gd name="T5" fmla="*/ 0 h 15"/>
                <a:gd name="T6" fmla="*/ 1 w 32"/>
                <a:gd name="T7" fmla="*/ 15 h 15"/>
                <a:gd name="T8" fmla="*/ 1 w 32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5">
                  <a:moveTo>
                    <a:pt x="1" y="15"/>
                  </a:moveTo>
                  <a:cubicBezTo>
                    <a:pt x="11" y="10"/>
                    <a:pt x="21" y="5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1" y="5"/>
                    <a:pt x="11" y="10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Freeform 10260"/>
            <p:cNvSpPr>
              <a:spLocks/>
            </p:cNvSpPr>
            <p:nvPr/>
          </p:nvSpPr>
          <p:spPr bwMode="auto">
            <a:xfrm>
              <a:off x="41275" y="158750"/>
              <a:ext cx="71438" cy="36513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8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2" y="3"/>
                    <a:pt x="7" y="6"/>
                    <a:pt x="1" y="9"/>
                  </a:cubicBezTo>
                  <a:cubicBezTo>
                    <a:pt x="0" y="9"/>
                    <a:pt x="1" y="10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Freeform 10261"/>
            <p:cNvSpPr>
              <a:spLocks/>
            </p:cNvSpPr>
            <p:nvPr/>
          </p:nvSpPr>
          <p:spPr bwMode="auto">
            <a:xfrm>
              <a:off x="38100" y="147638"/>
              <a:ext cx="63500" cy="41275"/>
            </a:xfrm>
            <a:custGeom>
              <a:avLst/>
              <a:gdLst>
                <a:gd name="T0" fmla="*/ 16 w 17"/>
                <a:gd name="T1" fmla="*/ 0 h 11"/>
                <a:gd name="T2" fmla="*/ 0 w 17"/>
                <a:gd name="T3" fmla="*/ 11 h 11"/>
                <a:gd name="T4" fmla="*/ 1 w 17"/>
                <a:gd name="T5" fmla="*/ 11 h 11"/>
                <a:gd name="T6" fmla="*/ 17 w 17"/>
                <a:gd name="T7" fmla="*/ 0 h 11"/>
                <a:gd name="T8" fmla="*/ 16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6" y="0"/>
                  </a:moveTo>
                  <a:cubicBezTo>
                    <a:pt x="11" y="4"/>
                    <a:pt x="6" y="7"/>
                    <a:pt x="0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6" y="7"/>
                    <a:pt x="11" y="4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Freeform 10262"/>
            <p:cNvSpPr>
              <a:spLocks/>
            </p:cNvSpPr>
            <p:nvPr/>
          </p:nvSpPr>
          <p:spPr bwMode="auto">
            <a:xfrm>
              <a:off x="187325" y="52388"/>
              <a:ext cx="98425" cy="49213"/>
            </a:xfrm>
            <a:custGeom>
              <a:avLst/>
              <a:gdLst>
                <a:gd name="T0" fmla="*/ 25 w 26"/>
                <a:gd name="T1" fmla="*/ 0 h 13"/>
                <a:gd name="T2" fmla="*/ 0 w 26"/>
                <a:gd name="T3" fmla="*/ 12 h 13"/>
                <a:gd name="T4" fmla="*/ 0 w 26"/>
                <a:gd name="T5" fmla="*/ 13 h 13"/>
                <a:gd name="T6" fmla="*/ 26 w 26"/>
                <a:gd name="T7" fmla="*/ 0 h 13"/>
                <a:gd name="T8" fmla="*/ 25 w 26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3">
                  <a:moveTo>
                    <a:pt x="25" y="0"/>
                  </a:moveTo>
                  <a:cubicBezTo>
                    <a:pt x="17" y="4"/>
                    <a:pt x="8" y="8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9" y="8"/>
                    <a:pt x="17" y="4"/>
                    <a:pt x="26" y="0"/>
                  </a:cubicBezTo>
                  <a:cubicBezTo>
                    <a:pt x="26" y="0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Freeform 10263"/>
            <p:cNvSpPr>
              <a:spLocks/>
            </p:cNvSpPr>
            <p:nvPr/>
          </p:nvSpPr>
          <p:spPr bwMode="auto">
            <a:xfrm>
              <a:off x="195263" y="49213"/>
              <a:ext cx="90488" cy="41275"/>
            </a:xfrm>
            <a:custGeom>
              <a:avLst/>
              <a:gdLst>
                <a:gd name="T0" fmla="*/ 0 w 24"/>
                <a:gd name="T1" fmla="*/ 11 h 11"/>
                <a:gd name="T2" fmla="*/ 24 w 24"/>
                <a:gd name="T3" fmla="*/ 0 h 11"/>
                <a:gd name="T4" fmla="*/ 23 w 24"/>
                <a:gd name="T5" fmla="*/ 0 h 11"/>
                <a:gd name="T6" fmla="*/ 0 w 24"/>
                <a:gd name="T7" fmla="*/ 10 h 11"/>
                <a:gd name="T8" fmla="*/ 0 w 24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cubicBezTo>
                    <a:pt x="8" y="7"/>
                    <a:pt x="16" y="3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15" y="3"/>
                    <a:pt x="8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Freeform 10264"/>
            <p:cNvSpPr>
              <a:spLocks/>
            </p:cNvSpPr>
            <p:nvPr/>
          </p:nvSpPr>
          <p:spPr bwMode="auto">
            <a:xfrm>
              <a:off x="19050" y="142875"/>
              <a:ext cx="71438" cy="38100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9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3"/>
                    <a:pt x="7" y="6"/>
                    <a:pt x="1" y="9"/>
                  </a:cubicBezTo>
                  <a:cubicBezTo>
                    <a:pt x="0" y="10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Freeform 10265"/>
            <p:cNvSpPr>
              <a:spLocks/>
            </p:cNvSpPr>
            <p:nvPr/>
          </p:nvSpPr>
          <p:spPr bwMode="auto">
            <a:xfrm>
              <a:off x="11113" y="131763"/>
              <a:ext cx="68263" cy="38100"/>
            </a:xfrm>
            <a:custGeom>
              <a:avLst/>
              <a:gdLst>
                <a:gd name="T0" fmla="*/ 18 w 18"/>
                <a:gd name="T1" fmla="*/ 0 h 10"/>
                <a:gd name="T2" fmla="*/ 0 w 18"/>
                <a:gd name="T3" fmla="*/ 10 h 10"/>
                <a:gd name="T4" fmla="*/ 0 w 18"/>
                <a:gd name="T5" fmla="*/ 10 h 10"/>
                <a:gd name="T6" fmla="*/ 18 w 18"/>
                <a:gd name="T7" fmla="*/ 0 h 10"/>
                <a:gd name="T8" fmla="*/ 18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8" y="0"/>
                  </a:moveTo>
                  <a:cubicBezTo>
                    <a:pt x="12" y="3"/>
                    <a:pt x="6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7"/>
                    <a:pt x="12" y="3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Freeform 10266"/>
            <p:cNvSpPr>
              <a:spLocks/>
            </p:cNvSpPr>
            <p:nvPr/>
          </p:nvSpPr>
          <p:spPr bwMode="auto">
            <a:xfrm>
              <a:off x="222250" y="30163"/>
              <a:ext cx="44450" cy="26988"/>
            </a:xfrm>
            <a:custGeom>
              <a:avLst/>
              <a:gdLst>
                <a:gd name="T0" fmla="*/ 11 w 12"/>
                <a:gd name="T1" fmla="*/ 1 h 7"/>
                <a:gd name="T2" fmla="*/ 0 w 12"/>
                <a:gd name="T3" fmla="*/ 7 h 7"/>
                <a:gd name="T4" fmla="*/ 0 w 12"/>
                <a:gd name="T5" fmla="*/ 7 h 7"/>
                <a:gd name="T6" fmla="*/ 12 w 12"/>
                <a:gd name="T7" fmla="*/ 1 h 7"/>
                <a:gd name="T8" fmla="*/ 11 w 12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1" y="1"/>
                  </a:moveTo>
                  <a:cubicBezTo>
                    <a:pt x="8" y="3"/>
                    <a:pt x="4" y="5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8" y="3"/>
                    <a:pt x="12" y="1"/>
                  </a:cubicBezTo>
                  <a:cubicBezTo>
                    <a:pt x="12" y="1"/>
                    <a:pt x="12" y="0"/>
                    <a:pt x="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Freeform 10267"/>
            <p:cNvSpPr>
              <a:spLocks/>
            </p:cNvSpPr>
            <p:nvPr/>
          </p:nvSpPr>
          <p:spPr bwMode="auto">
            <a:xfrm>
              <a:off x="228600" y="26988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1 h 4"/>
                <a:gd name="T4" fmla="*/ 8 w 8"/>
                <a:gd name="T5" fmla="*/ 0 h 4"/>
                <a:gd name="T6" fmla="*/ 0 w 8"/>
                <a:gd name="T7" fmla="*/ 3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4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Freeform 10268"/>
            <p:cNvSpPr>
              <a:spLocks/>
            </p:cNvSpPr>
            <p:nvPr/>
          </p:nvSpPr>
          <p:spPr bwMode="auto">
            <a:xfrm>
              <a:off x="7938" y="117475"/>
              <a:ext cx="60325" cy="30163"/>
            </a:xfrm>
            <a:custGeom>
              <a:avLst/>
              <a:gdLst>
                <a:gd name="T0" fmla="*/ 0 w 16"/>
                <a:gd name="T1" fmla="*/ 8 h 8"/>
                <a:gd name="T2" fmla="*/ 15 w 16"/>
                <a:gd name="T3" fmla="*/ 1 h 8"/>
                <a:gd name="T4" fmla="*/ 15 w 16"/>
                <a:gd name="T5" fmla="*/ 1 h 8"/>
                <a:gd name="T6" fmla="*/ 0 w 16"/>
                <a:gd name="T7" fmla="*/ 8 h 8"/>
                <a:gd name="T8" fmla="*/ 0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0" y="8"/>
                  </a:moveTo>
                  <a:cubicBezTo>
                    <a:pt x="5" y="6"/>
                    <a:pt x="10" y="3"/>
                    <a:pt x="15" y="1"/>
                  </a:cubicBezTo>
                  <a:cubicBezTo>
                    <a:pt x="16" y="1"/>
                    <a:pt x="15" y="0"/>
                    <a:pt x="15" y="1"/>
                  </a:cubicBezTo>
                  <a:cubicBezTo>
                    <a:pt x="10" y="3"/>
                    <a:pt x="5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Freeform 10269"/>
            <p:cNvSpPr>
              <a:spLocks/>
            </p:cNvSpPr>
            <p:nvPr/>
          </p:nvSpPr>
          <p:spPr bwMode="auto">
            <a:xfrm>
              <a:off x="15875" y="109538"/>
              <a:ext cx="36513" cy="22225"/>
            </a:xfrm>
            <a:custGeom>
              <a:avLst/>
              <a:gdLst>
                <a:gd name="T0" fmla="*/ 10 w 10"/>
                <a:gd name="T1" fmla="*/ 0 h 6"/>
                <a:gd name="T2" fmla="*/ 0 w 10"/>
                <a:gd name="T3" fmla="*/ 6 h 6"/>
                <a:gd name="T4" fmla="*/ 0 w 10"/>
                <a:gd name="T5" fmla="*/ 6 h 6"/>
                <a:gd name="T6" fmla="*/ 10 w 10"/>
                <a:gd name="T7" fmla="*/ 1 h 6"/>
                <a:gd name="T8" fmla="*/ 10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0"/>
                  </a:moveTo>
                  <a:cubicBezTo>
                    <a:pt x="7" y="2"/>
                    <a:pt x="3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7" y="2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3" name="Group 115"/>
          <p:cNvGrpSpPr>
            <a:grpSpLocks/>
          </p:cNvGrpSpPr>
          <p:nvPr/>
        </p:nvGrpSpPr>
        <p:grpSpPr bwMode="auto">
          <a:xfrm>
            <a:off x="1191807" y="2912412"/>
            <a:ext cx="691220" cy="585359"/>
            <a:chOff x="0" y="0"/>
            <a:chExt cx="307975" cy="266700"/>
          </a:xfrm>
        </p:grpSpPr>
        <p:sp>
          <p:nvSpPr>
            <p:cNvPr id="274" name="Freeform 10250"/>
            <p:cNvSpPr>
              <a:spLocks noEditPoints="1"/>
            </p:cNvSpPr>
            <p:nvPr/>
          </p:nvSpPr>
          <p:spPr bwMode="auto">
            <a:xfrm>
              <a:off x="0" y="0"/>
              <a:ext cx="307975" cy="266700"/>
            </a:xfrm>
            <a:custGeom>
              <a:avLst/>
              <a:gdLst>
                <a:gd name="T0" fmla="*/ 53 w 82"/>
                <a:gd name="T1" fmla="*/ 17 h 71"/>
                <a:gd name="T2" fmla="*/ 39 w 82"/>
                <a:gd name="T3" fmla="*/ 37 h 71"/>
                <a:gd name="T4" fmla="*/ 18 w 82"/>
                <a:gd name="T5" fmla="*/ 30 h 71"/>
                <a:gd name="T6" fmla="*/ 9 w 82"/>
                <a:gd name="T7" fmla="*/ 27 h 71"/>
                <a:gd name="T8" fmla="*/ 5 w 82"/>
                <a:gd name="T9" fmla="*/ 31 h 71"/>
                <a:gd name="T10" fmla="*/ 1 w 82"/>
                <a:gd name="T11" fmla="*/ 37 h 71"/>
                <a:gd name="T12" fmla="*/ 0 w 82"/>
                <a:gd name="T13" fmla="*/ 42 h 71"/>
                <a:gd name="T14" fmla="*/ 3 w 82"/>
                <a:gd name="T15" fmla="*/ 47 h 71"/>
                <a:gd name="T16" fmla="*/ 20 w 82"/>
                <a:gd name="T17" fmla="*/ 58 h 71"/>
                <a:gd name="T18" fmla="*/ 24 w 82"/>
                <a:gd name="T19" fmla="*/ 60 h 71"/>
                <a:gd name="T20" fmla="*/ 33 w 82"/>
                <a:gd name="T21" fmla="*/ 66 h 71"/>
                <a:gd name="T22" fmla="*/ 38 w 82"/>
                <a:gd name="T23" fmla="*/ 71 h 71"/>
                <a:gd name="T24" fmla="*/ 46 w 82"/>
                <a:gd name="T25" fmla="*/ 66 h 71"/>
                <a:gd name="T26" fmla="*/ 54 w 82"/>
                <a:gd name="T27" fmla="*/ 57 h 71"/>
                <a:gd name="T28" fmla="*/ 58 w 82"/>
                <a:gd name="T29" fmla="*/ 49 h 71"/>
                <a:gd name="T30" fmla="*/ 62 w 82"/>
                <a:gd name="T31" fmla="*/ 43 h 71"/>
                <a:gd name="T32" fmla="*/ 69 w 82"/>
                <a:gd name="T33" fmla="*/ 34 h 71"/>
                <a:gd name="T34" fmla="*/ 70 w 82"/>
                <a:gd name="T35" fmla="*/ 7 h 71"/>
                <a:gd name="T36" fmla="*/ 57 w 82"/>
                <a:gd name="T37" fmla="*/ 51 h 71"/>
                <a:gd name="T38" fmla="*/ 66 w 82"/>
                <a:gd name="T39" fmla="*/ 38 h 71"/>
                <a:gd name="T40" fmla="*/ 66 w 82"/>
                <a:gd name="T41" fmla="*/ 38 h 71"/>
                <a:gd name="T42" fmla="*/ 64 w 82"/>
                <a:gd name="T43" fmla="*/ 38 h 71"/>
                <a:gd name="T44" fmla="*/ 61 w 82"/>
                <a:gd name="T45" fmla="*/ 41 h 71"/>
                <a:gd name="T46" fmla="*/ 59 w 82"/>
                <a:gd name="T47" fmla="*/ 45 h 71"/>
                <a:gd name="T48" fmla="*/ 44 w 82"/>
                <a:gd name="T49" fmla="*/ 65 h 71"/>
                <a:gd name="T50" fmla="*/ 36 w 82"/>
                <a:gd name="T51" fmla="*/ 68 h 71"/>
                <a:gd name="T52" fmla="*/ 28 w 82"/>
                <a:gd name="T53" fmla="*/ 62 h 71"/>
                <a:gd name="T54" fmla="*/ 17 w 82"/>
                <a:gd name="T55" fmla="*/ 55 h 71"/>
                <a:gd name="T56" fmla="*/ 1 w 82"/>
                <a:gd name="T57" fmla="*/ 43 h 71"/>
                <a:gd name="T58" fmla="*/ 2 w 82"/>
                <a:gd name="T59" fmla="*/ 39 h 71"/>
                <a:gd name="T60" fmla="*/ 7 w 82"/>
                <a:gd name="T61" fmla="*/ 31 h 71"/>
                <a:gd name="T62" fmla="*/ 10 w 82"/>
                <a:gd name="T63" fmla="*/ 28 h 71"/>
                <a:gd name="T64" fmla="*/ 13 w 82"/>
                <a:gd name="T65" fmla="*/ 30 h 71"/>
                <a:gd name="T66" fmla="*/ 14 w 82"/>
                <a:gd name="T67" fmla="*/ 30 h 71"/>
                <a:gd name="T68" fmla="*/ 18 w 82"/>
                <a:gd name="T69" fmla="*/ 33 h 71"/>
                <a:gd name="T70" fmla="*/ 32 w 82"/>
                <a:gd name="T71" fmla="*/ 42 h 71"/>
                <a:gd name="T72" fmla="*/ 45 w 82"/>
                <a:gd name="T73" fmla="*/ 33 h 71"/>
                <a:gd name="T74" fmla="*/ 54 w 82"/>
                <a:gd name="T75" fmla="*/ 21 h 71"/>
                <a:gd name="T76" fmla="*/ 61 w 82"/>
                <a:gd name="T77" fmla="*/ 10 h 71"/>
                <a:gd name="T78" fmla="*/ 72 w 82"/>
                <a:gd name="T79" fmla="*/ 24 h 71"/>
                <a:gd name="T80" fmla="*/ 62 w 82"/>
                <a:gd name="T81" fmla="*/ 4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71">
                  <a:moveTo>
                    <a:pt x="70" y="7"/>
                  </a:moveTo>
                  <a:cubicBezTo>
                    <a:pt x="64" y="0"/>
                    <a:pt x="55" y="11"/>
                    <a:pt x="53" y="17"/>
                  </a:cubicBezTo>
                  <a:cubicBezTo>
                    <a:pt x="51" y="21"/>
                    <a:pt x="48" y="25"/>
                    <a:pt x="45" y="29"/>
                  </a:cubicBezTo>
                  <a:cubicBezTo>
                    <a:pt x="44" y="30"/>
                    <a:pt x="39" y="38"/>
                    <a:pt x="39" y="37"/>
                  </a:cubicBezTo>
                  <a:cubicBezTo>
                    <a:pt x="33" y="47"/>
                    <a:pt x="22" y="32"/>
                    <a:pt x="16" y="29"/>
                  </a:cubicBezTo>
                  <a:cubicBezTo>
                    <a:pt x="17" y="29"/>
                    <a:pt x="18" y="30"/>
                    <a:pt x="18" y="30"/>
                  </a:cubicBezTo>
                  <a:cubicBezTo>
                    <a:pt x="18" y="29"/>
                    <a:pt x="13" y="28"/>
                    <a:pt x="14" y="28"/>
                  </a:cubicBezTo>
                  <a:cubicBezTo>
                    <a:pt x="12" y="27"/>
                    <a:pt x="9" y="26"/>
                    <a:pt x="9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30"/>
                    <a:pt x="6" y="29"/>
                    <a:pt x="5" y="31"/>
                  </a:cubicBezTo>
                  <a:cubicBezTo>
                    <a:pt x="4" y="34"/>
                    <a:pt x="2" y="36"/>
                    <a:pt x="1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8"/>
                    <a:pt x="0" y="38"/>
                  </a:cubicBezTo>
                  <a:cubicBezTo>
                    <a:pt x="2" y="36"/>
                    <a:pt x="0" y="41"/>
                    <a:pt x="0" y="42"/>
                  </a:cubicBezTo>
                  <a:cubicBezTo>
                    <a:pt x="0" y="42"/>
                    <a:pt x="1" y="45"/>
                    <a:pt x="1" y="45"/>
                  </a:cubicBezTo>
                  <a:cubicBezTo>
                    <a:pt x="2" y="45"/>
                    <a:pt x="5" y="48"/>
                    <a:pt x="3" y="47"/>
                  </a:cubicBezTo>
                  <a:cubicBezTo>
                    <a:pt x="4" y="47"/>
                    <a:pt x="6" y="48"/>
                    <a:pt x="8" y="49"/>
                  </a:cubicBezTo>
                  <a:cubicBezTo>
                    <a:pt x="10" y="51"/>
                    <a:pt x="16" y="55"/>
                    <a:pt x="20" y="58"/>
                  </a:cubicBezTo>
                  <a:cubicBezTo>
                    <a:pt x="19" y="57"/>
                    <a:pt x="24" y="60"/>
                    <a:pt x="24" y="60"/>
                  </a:cubicBezTo>
                  <a:cubicBezTo>
                    <a:pt x="22" y="59"/>
                    <a:pt x="24" y="60"/>
                    <a:pt x="24" y="60"/>
                  </a:cubicBezTo>
                  <a:cubicBezTo>
                    <a:pt x="25" y="61"/>
                    <a:pt x="26" y="62"/>
                    <a:pt x="27" y="62"/>
                  </a:cubicBezTo>
                  <a:cubicBezTo>
                    <a:pt x="26" y="62"/>
                    <a:pt x="32" y="66"/>
                    <a:pt x="33" y="66"/>
                  </a:cubicBezTo>
                  <a:cubicBezTo>
                    <a:pt x="36" y="67"/>
                    <a:pt x="36" y="70"/>
                    <a:pt x="39" y="70"/>
                  </a:cubicBezTo>
                  <a:cubicBezTo>
                    <a:pt x="38" y="70"/>
                    <a:pt x="38" y="71"/>
                    <a:pt x="38" y="71"/>
                  </a:cubicBezTo>
                  <a:cubicBezTo>
                    <a:pt x="39" y="71"/>
                    <a:pt x="43" y="69"/>
                    <a:pt x="41" y="71"/>
                  </a:cubicBezTo>
                  <a:cubicBezTo>
                    <a:pt x="42" y="71"/>
                    <a:pt x="45" y="67"/>
                    <a:pt x="46" y="66"/>
                  </a:cubicBezTo>
                  <a:cubicBezTo>
                    <a:pt x="47" y="65"/>
                    <a:pt x="51" y="60"/>
                    <a:pt x="51" y="60"/>
                  </a:cubicBezTo>
                  <a:cubicBezTo>
                    <a:pt x="50" y="59"/>
                    <a:pt x="54" y="57"/>
                    <a:pt x="54" y="57"/>
                  </a:cubicBezTo>
                  <a:cubicBezTo>
                    <a:pt x="54" y="56"/>
                    <a:pt x="55" y="53"/>
                    <a:pt x="56" y="52"/>
                  </a:cubicBezTo>
                  <a:cubicBezTo>
                    <a:pt x="56" y="51"/>
                    <a:pt x="57" y="51"/>
                    <a:pt x="58" y="49"/>
                  </a:cubicBezTo>
                  <a:cubicBezTo>
                    <a:pt x="58" y="49"/>
                    <a:pt x="57" y="51"/>
                    <a:pt x="57" y="51"/>
                  </a:cubicBezTo>
                  <a:cubicBezTo>
                    <a:pt x="58" y="48"/>
                    <a:pt x="61" y="45"/>
                    <a:pt x="62" y="43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5" y="42"/>
                    <a:pt x="67" y="37"/>
                    <a:pt x="69" y="34"/>
                  </a:cubicBezTo>
                  <a:cubicBezTo>
                    <a:pt x="71" y="30"/>
                    <a:pt x="74" y="25"/>
                    <a:pt x="76" y="22"/>
                  </a:cubicBezTo>
                  <a:cubicBezTo>
                    <a:pt x="82" y="15"/>
                    <a:pt x="78" y="8"/>
                    <a:pt x="70" y="7"/>
                  </a:cubicBezTo>
                  <a:close/>
                  <a:moveTo>
                    <a:pt x="56" y="51"/>
                  </a:moveTo>
                  <a:cubicBezTo>
                    <a:pt x="56" y="51"/>
                    <a:pt x="57" y="51"/>
                    <a:pt x="57" y="51"/>
                  </a:cubicBezTo>
                  <a:cubicBezTo>
                    <a:pt x="56" y="51"/>
                    <a:pt x="56" y="51"/>
                    <a:pt x="56" y="51"/>
                  </a:cubicBezTo>
                  <a:close/>
                  <a:moveTo>
                    <a:pt x="66" y="38"/>
                  </a:moveTo>
                  <a:cubicBezTo>
                    <a:pt x="66" y="38"/>
                    <a:pt x="66" y="38"/>
                    <a:pt x="66" y="38"/>
                  </a:cubicBezTo>
                  <a:cubicBezTo>
                    <a:pt x="65" y="39"/>
                    <a:pt x="65" y="38"/>
                    <a:pt x="66" y="38"/>
                  </a:cubicBezTo>
                  <a:close/>
                  <a:moveTo>
                    <a:pt x="72" y="24"/>
                  </a:moveTo>
                  <a:cubicBezTo>
                    <a:pt x="70" y="28"/>
                    <a:pt x="67" y="35"/>
                    <a:pt x="64" y="38"/>
                  </a:cubicBezTo>
                  <a:cubicBezTo>
                    <a:pt x="64" y="37"/>
                    <a:pt x="64" y="37"/>
                    <a:pt x="65" y="36"/>
                  </a:cubicBezTo>
                  <a:cubicBezTo>
                    <a:pt x="64" y="37"/>
                    <a:pt x="61" y="39"/>
                    <a:pt x="61" y="41"/>
                  </a:cubicBezTo>
                  <a:cubicBezTo>
                    <a:pt x="62" y="40"/>
                    <a:pt x="62" y="40"/>
                    <a:pt x="62" y="39"/>
                  </a:cubicBezTo>
                  <a:cubicBezTo>
                    <a:pt x="62" y="42"/>
                    <a:pt x="60" y="44"/>
                    <a:pt x="59" y="45"/>
                  </a:cubicBezTo>
                  <a:cubicBezTo>
                    <a:pt x="56" y="48"/>
                    <a:pt x="54" y="53"/>
                    <a:pt x="51" y="56"/>
                  </a:cubicBezTo>
                  <a:cubicBezTo>
                    <a:pt x="49" y="59"/>
                    <a:pt x="47" y="62"/>
                    <a:pt x="44" y="65"/>
                  </a:cubicBezTo>
                  <a:cubicBezTo>
                    <a:pt x="44" y="66"/>
                    <a:pt x="40" y="69"/>
                    <a:pt x="39" y="70"/>
                  </a:cubicBezTo>
                  <a:cubicBezTo>
                    <a:pt x="38" y="70"/>
                    <a:pt x="38" y="69"/>
                    <a:pt x="36" y="68"/>
                  </a:cubicBezTo>
                  <a:cubicBezTo>
                    <a:pt x="37" y="68"/>
                    <a:pt x="35" y="67"/>
                    <a:pt x="35" y="67"/>
                  </a:cubicBezTo>
                  <a:cubicBezTo>
                    <a:pt x="35" y="66"/>
                    <a:pt x="29" y="63"/>
                    <a:pt x="28" y="62"/>
                  </a:cubicBezTo>
                  <a:cubicBezTo>
                    <a:pt x="27" y="62"/>
                    <a:pt x="23" y="58"/>
                    <a:pt x="23" y="58"/>
                  </a:cubicBezTo>
                  <a:cubicBezTo>
                    <a:pt x="20" y="57"/>
                    <a:pt x="19" y="56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6" y="53"/>
                    <a:pt x="0" y="44"/>
                    <a:pt x="1" y="43"/>
                  </a:cubicBezTo>
                  <a:cubicBezTo>
                    <a:pt x="1" y="42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3" y="37"/>
                    <a:pt x="3" y="38"/>
                  </a:cubicBezTo>
                  <a:cubicBezTo>
                    <a:pt x="3" y="38"/>
                    <a:pt x="6" y="33"/>
                    <a:pt x="7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10" y="28"/>
                    <a:pt x="10" y="28"/>
                  </a:cubicBezTo>
                  <a:cubicBezTo>
                    <a:pt x="10" y="28"/>
                    <a:pt x="12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7" y="32"/>
                    <a:pt x="18" y="33"/>
                  </a:cubicBezTo>
                  <a:cubicBezTo>
                    <a:pt x="19" y="33"/>
                    <a:pt x="23" y="36"/>
                    <a:pt x="22" y="36"/>
                  </a:cubicBezTo>
                  <a:cubicBezTo>
                    <a:pt x="24" y="38"/>
                    <a:pt x="28" y="41"/>
                    <a:pt x="32" y="42"/>
                  </a:cubicBezTo>
                  <a:cubicBezTo>
                    <a:pt x="32" y="46"/>
                    <a:pt x="40" y="40"/>
                    <a:pt x="41" y="39"/>
                  </a:cubicBezTo>
                  <a:cubicBezTo>
                    <a:pt x="41" y="39"/>
                    <a:pt x="44" y="35"/>
                    <a:pt x="45" y="33"/>
                  </a:cubicBezTo>
                  <a:cubicBezTo>
                    <a:pt x="44" y="38"/>
                    <a:pt x="45" y="34"/>
                    <a:pt x="45" y="34"/>
                  </a:cubicBezTo>
                  <a:cubicBezTo>
                    <a:pt x="45" y="30"/>
                    <a:pt x="52" y="23"/>
                    <a:pt x="54" y="21"/>
                  </a:cubicBezTo>
                  <a:cubicBezTo>
                    <a:pt x="52" y="22"/>
                    <a:pt x="55" y="19"/>
                    <a:pt x="55" y="18"/>
                  </a:cubicBezTo>
                  <a:cubicBezTo>
                    <a:pt x="57" y="15"/>
                    <a:pt x="60" y="13"/>
                    <a:pt x="61" y="10"/>
                  </a:cubicBezTo>
                  <a:cubicBezTo>
                    <a:pt x="64" y="5"/>
                    <a:pt x="70" y="10"/>
                    <a:pt x="73" y="12"/>
                  </a:cubicBezTo>
                  <a:cubicBezTo>
                    <a:pt x="79" y="15"/>
                    <a:pt x="75" y="19"/>
                    <a:pt x="72" y="24"/>
                  </a:cubicBezTo>
                  <a:close/>
                  <a:moveTo>
                    <a:pt x="62" y="40"/>
                  </a:moveTo>
                  <a:cubicBezTo>
                    <a:pt x="62" y="39"/>
                    <a:pt x="62" y="39"/>
                    <a:pt x="62" y="40"/>
                  </a:cubicBezTo>
                  <a:cubicBezTo>
                    <a:pt x="62" y="39"/>
                    <a:pt x="62" y="40"/>
                    <a:pt x="62" y="4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Freeform 10251"/>
            <p:cNvSpPr>
              <a:spLocks/>
            </p:cNvSpPr>
            <p:nvPr/>
          </p:nvSpPr>
          <p:spPr bwMode="auto">
            <a:xfrm>
              <a:off x="139700" y="244475"/>
              <a:ext cx="25400" cy="11113"/>
            </a:xfrm>
            <a:custGeom>
              <a:avLst/>
              <a:gdLst>
                <a:gd name="T0" fmla="*/ 1 w 7"/>
                <a:gd name="T1" fmla="*/ 3 h 3"/>
                <a:gd name="T2" fmla="*/ 7 w 7"/>
                <a:gd name="T3" fmla="*/ 0 h 3"/>
                <a:gd name="T4" fmla="*/ 6 w 7"/>
                <a:gd name="T5" fmla="*/ 0 h 3"/>
                <a:gd name="T6" fmla="*/ 1 w 7"/>
                <a:gd name="T7" fmla="*/ 3 h 3"/>
                <a:gd name="T8" fmla="*/ 1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Freeform 10252"/>
            <p:cNvSpPr>
              <a:spLocks/>
            </p:cNvSpPr>
            <p:nvPr/>
          </p:nvSpPr>
          <p:spPr bwMode="auto">
            <a:xfrm>
              <a:off x="134938" y="219075"/>
              <a:ext cx="57150" cy="33338"/>
            </a:xfrm>
            <a:custGeom>
              <a:avLst/>
              <a:gdLst>
                <a:gd name="T0" fmla="*/ 14 w 15"/>
                <a:gd name="T1" fmla="*/ 0 h 9"/>
                <a:gd name="T2" fmla="*/ 0 w 15"/>
                <a:gd name="T3" fmla="*/ 9 h 9"/>
                <a:gd name="T4" fmla="*/ 1 w 15"/>
                <a:gd name="T5" fmla="*/ 9 h 9"/>
                <a:gd name="T6" fmla="*/ 15 w 15"/>
                <a:gd name="T7" fmla="*/ 0 h 9"/>
                <a:gd name="T8" fmla="*/ 14 w 15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4" y="0"/>
                  </a:moveTo>
                  <a:cubicBezTo>
                    <a:pt x="9" y="3"/>
                    <a:pt x="5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5" y="6"/>
                    <a:pt x="10" y="3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10253"/>
            <p:cNvSpPr>
              <a:spLocks/>
            </p:cNvSpPr>
            <p:nvPr/>
          </p:nvSpPr>
          <p:spPr bwMode="auto">
            <a:xfrm>
              <a:off x="123825" y="200025"/>
              <a:ext cx="79375" cy="44450"/>
            </a:xfrm>
            <a:custGeom>
              <a:avLst/>
              <a:gdLst>
                <a:gd name="T0" fmla="*/ 1 w 21"/>
                <a:gd name="T1" fmla="*/ 12 h 12"/>
                <a:gd name="T2" fmla="*/ 21 w 21"/>
                <a:gd name="T3" fmla="*/ 0 h 12"/>
                <a:gd name="T4" fmla="*/ 21 w 21"/>
                <a:gd name="T5" fmla="*/ 0 h 12"/>
                <a:gd name="T6" fmla="*/ 1 w 21"/>
                <a:gd name="T7" fmla="*/ 12 h 12"/>
                <a:gd name="T8" fmla="*/ 1 w 2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" y="12"/>
                  </a:moveTo>
                  <a:cubicBezTo>
                    <a:pt x="8" y="9"/>
                    <a:pt x="14" y="4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4" y="4"/>
                    <a:pt x="8" y="8"/>
                    <a:pt x="1" y="12"/>
                  </a:cubicBezTo>
                  <a:cubicBezTo>
                    <a:pt x="0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Freeform 10254"/>
            <p:cNvSpPr>
              <a:spLocks/>
            </p:cNvSpPr>
            <p:nvPr/>
          </p:nvSpPr>
          <p:spPr bwMode="auto">
            <a:xfrm>
              <a:off x="115888" y="184150"/>
              <a:ext cx="98425" cy="57150"/>
            </a:xfrm>
            <a:custGeom>
              <a:avLst/>
              <a:gdLst>
                <a:gd name="T0" fmla="*/ 25 w 26"/>
                <a:gd name="T1" fmla="*/ 0 h 15"/>
                <a:gd name="T2" fmla="*/ 1 w 26"/>
                <a:gd name="T3" fmla="*/ 15 h 15"/>
                <a:gd name="T4" fmla="*/ 1 w 26"/>
                <a:gd name="T5" fmla="*/ 15 h 15"/>
                <a:gd name="T6" fmla="*/ 25 w 26"/>
                <a:gd name="T7" fmla="*/ 0 h 15"/>
                <a:gd name="T8" fmla="*/ 25 w 2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5">
                  <a:moveTo>
                    <a:pt x="25" y="0"/>
                  </a:moveTo>
                  <a:cubicBezTo>
                    <a:pt x="17" y="4"/>
                    <a:pt x="8" y="9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9" y="9"/>
                    <a:pt x="17" y="5"/>
                    <a:pt x="25" y="0"/>
                  </a:cubicBezTo>
                  <a:cubicBezTo>
                    <a:pt x="26" y="0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Freeform 10255"/>
            <p:cNvSpPr>
              <a:spLocks/>
            </p:cNvSpPr>
            <p:nvPr/>
          </p:nvSpPr>
          <p:spPr bwMode="auto">
            <a:xfrm>
              <a:off x="101600" y="161925"/>
              <a:ext cx="127000" cy="71438"/>
            </a:xfrm>
            <a:custGeom>
              <a:avLst/>
              <a:gdLst>
                <a:gd name="T0" fmla="*/ 1 w 34"/>
                <a:gd name="T1" fmla="*/ 18 h 19"/>
                <a:gd name="T2" fmla="*/ 33 w 34"/>
                <a:gd name="T3" fmla="*/ 1 h 19"/>
                <a:gd name="T4" fmla="*/ 33 w 34"/>
                <a:gd name="T5" fmla="*/ 0 h 19"/>
                <a:gd name="T6" fmla="*/ 1 w 34"/>
                <a:gd name="T7" fmla="*/ 18 h 19"/>
                <a:gd name="T8" fmla="*/ 1 w 34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9">
                  <a:moveTo>
                    <a:pt x="1" y="18"/>
                  </a:moveTo>
                  <a:cubicBezTo>
                    <a:pt x="12" y="13"/>
                    <a:pt x="22" y="6"/>
                    <a:pt x="33" y="1"/>
                  </a:cubicBezTo>
                  <a:cubicBezTo>
                    <a:pt x="34" y="1"/>
                    <a:pt x="33" y="0"/>
                    <a:pt x="33" y="0"/>
                  </a:cubicBezTo>
                  <a:cubicBezTo>
                    <a:pt x="22" y="6"/>
                    <a:pt x="12" y="12"/>
                    <a:pt x="1" y="18"/>
                  </a:cubicBezTo>
                  <a:cubicBezTo>
                    <a:pt x="0" y="18"/>
                    <a:pt x="1" y="19"/>
                    <a:pt x="1" y="1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Freeform 10256"/>
            <p:cNvSpPr>
              <a:spLocks/>
            </p:cNvSpPr>
            <p:nvPr/>
          </p:nvSpPr>
          <p:spPr bwMode="auto">
            <a:xfrm>
              <a:off x="93663" y="139700"/>
              <a:ext cx="153988" cy="90488"/>
            </a:xfrm>
            <a:custGeom>
              <a:avLst/>
              <a:gdLst>
                <a:gd name="T0" fmla="*/ 40 w 41"/>
                <a:gd name="T1" fmla="*/ 0 h 24"/>
                <a:gd name="T2" fmla="*/ 1 w 41"/>
                <a:gd name="T3" fmla="*/ 23 h 24"/>
                <a:gd name="T4" fmla="*/ 1 w 41"/>
                <a:gd name="T5" fmla="*/ 23 h 24"/>
                <a:gd name="T6" fmla="*/ 41 w 41"/>
                <a:gd name="T7" fmla="*/ 0 h 24"/>
                <a:gd name="T8" fmla="*/ 40 w 4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24">
                  <a:moveTo>
                    <a:pt x="40" y="0"/>
                  </a:moveTo>
                  <a:cubicBezTo>
                    <a:pt x="27" y="8"/>
                    <a:pt x="14" y="15"/>
                    <a:pt x="1" y="23"/>
                  </a:cubicBezTo>
                  <a:cubicBezTo>
                    <a:pt x="0" y="23"/>
                    <a:pt x="1" y="24"/>
                    <a:pt x="1" y="23"/>
                  </a:cubicBezTo>
                  <a:cubicBezTo>
                    <a:pt x="14" y="15"/>
                    <a:pt x="27" y="8"/>
                    <a:pt x="41" y="0"/>
                  </a:cubicBezTo>
                  <a:cubicBezTo>
                    <a:pt x="41" y="0"/>
                    <a:pt x="41" y="0"/>
                    <a:pt x="4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Freeform 10257"/>
            <p:cNvSpPr>
              <a:spLocks/>
            </p:cNvSpPr>
            <p:nvPr/>
          </p:nvSpPr>
          <p:spPr bwMode="auto">
            <a:xfrm>
              <a:off x="71438" y="117475"/>
              <a:ext cx="192088" cy="93663"/>
            </a:xfrm>
            <a:custGeom>
              <a:avLst/>
              <a:gdLst>
                <a:gd name="T0" fmla="*/ 0 w 51"/>
                <a:gd name="T1" fmla="*/ 25 h 25"/>
                <a:gd name="T2" fmla="*/ 51 w 51"/>
                <a:gd name="T3" fmla="*/ 0 h 25"/>
                <a:gd name="T4" fmla="*/ 50 w 51"/>
                <a:gd name="T5" fmla="*/ 0 h 25"/>
                <a:gd name="T6" fmla="*/ 0 w 51"/>
                <a:gd name="T7" fmla="*/ 25 h 25"/>
                <a:gd name="T8" fmla="*/ 0 w 51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5">
                  <a:moveTo>
                    <a:pt x="0" y="25"/>
                  </a:moveTo>
                  <a:cubicBezTo>
                    <a:pt x="18" y="17"/>
                    <a:pt x="34" y="8"/>
                    <a:pt x="51" y="0"/>
                  </a:cubicBezTo>
                  <a:cubicBezTo>
                    <a:pt x="51" y="0"/>
                    <a:pt x="51" y="0"/>
                    <a:pt x="50" y="0"/>
                  </a:cubicBezTo>
                  <a:cubicBezTo>
                    <a:pt x="34" y="8"/>
                    <a:pt x="17" y="17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Freeform 10258"/>
            <p:cNvSpPr>
              <a:spLocks/>
            </p:cNvSpPr>
            <p:nvPr/>
          </p:nvSpPr>
          <p:spPr bwMode="auto">
            <a:xfrm>
              <a:off x="63500" y="82550"/>
              <a:ext cx="214313" cy="123825"/>
            </a:xfrm>
            <a:custGeom>
              <a:avLst/>
              <a:gdLst>
                <a:gd name="T0" fmla="*/ 56 w 57"/>
                <a:gd name="T1" fmla="*/ 0 h 33"/>
                <a:gd name="T2" fmla="*/ 1 w 57"/>
                <a:gd name="T3" fmla="*/ 33 h 33"/>
                <a:gd name="T4" fmla="*/ 1 w 57"/>
                <a:gd name="T5" fmla="*/ 33 h 33"/>
                <a:gd name="T6" fmla="*/ 56 w 57"/>
                <a:gd name="T7" fmla="*/ 0 h 33"/>
                <a:gd name="T8" fmla="*/ 56 w 57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3">
                  <a:moveTo>
                    <a:pt x="56" y="0"/>
                  </a:moveTo>
                  <a:cubicBezTo>
                    <a:pt x="37" y="10"/>
                    <a:pt x="18" y="20"/>
                    <a:pt x="1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18" y="20"/>
                    <a:pt x="37" y="10"/>
                    <a:pt x="56" y="0"/>
                  </a:cubicBezTo>
                  <a:cubicBezTo>
                    <a:pt x="57" y="0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10259"/>
            <p:cNvSpPr>
              <a:spLocks/>
            </p:cNvSpPr>
            <p:nvPr/>
          </p:nvSpPr>
          <p:spPr bwMode="auto">
            <a:xfrm>
              <a:off x="157163" y="76200"/>
              <a:ext cx="120650" cy="55563"/>
            </a:xfrm>
            <a:custGeom>
              <a:avLst/>
              <a:gdLst>
                <a:gd name="T0" fmla="*/ 1 w 32"/>
                <a:gd name="T1" fmla="*/ 15 h 15"/>
                <a:gd name="T2" fmla="*/ 32 w 32"/>
                <a:gd name="T3" fmla="*/ 1 h 15"/>
                <a:gd name="T4" fmla="*/ 32 w 32"/>
                <a:gd name="T5" fmla="*/ 0 h 15"/>
                <a:gd name="T6" fmla="*/ 1 w 32"/>
                <a:gd name="T7" fmla="*/ 15 h 15"/>
                <a:gd name="T8" fmla="*/ 1 w 32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5">
                  <a:moveTo>
                    <a:pt x="1" y="15"/>
                  </a:moveTo>
                  <a:cubicBezTo>
                    <a:pt x="11" y="10"/>
                    <a:pt x="21" y="5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1" y="5"/>
                    <a:pt x="11" y="10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10260"/>
            <p:cNvSpPr>
              <a:spLocks/>
            </p:cNvSpPr>
            <p:nvPr/>
          </p:nvSpPr>
          <p:spPr bwMode="auto">
            <a:xfrm>
              <a:off x="41275" y="158750"/>
              <a:ext cx="71438" cy="36513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8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2" y="3"/>
                    <a:pt x="7" y="6"/>
                    <a:pt x="1" y="9"/>
                  </a:cubicBezTo>
                  <a:cubicBezTo>
                    <a:pt x="0" y="9"/>
                    <a:pt x="1" y="10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Freeform 10261"/>
            <p:cNvSpPr>
              <a:spLocks/>
            </p:cNvSpPr>
            <p:nvPr/>
          </p:nvSpPr>
          <p:spPr bwMode="auto">
            <a:xfrm>
              <a:off x="38100" y="147638"/>
              <a:ext cx="63500" cy="41275"/>
            </a:xfrm>
            <a:custGeom>
              <a:avLst/>
              <a:gdLst>
                <a:gd name="T0" fmla="*/ 16 w 17"/>
                <a:gd name="T1" fmla="*/ 0 h 11"/>
                <a:gd name="T2" fmla="*/ 0 w 17"/>
                <a:gd name="T3" fmla="*/ 11 h 11"/>
                <a:gd name="T4" fmla="*/ 1 w 17"/>
                <a:gd name="T5" fmla="*/ 11 h 11"/>
                <a:gd name="T6" fmla="*/ 17 w 17"/>
                <a:gd name="T7" fmla="*/ 0 h 11"/>
                <a:gd name="T8" fmla="*/ 16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6" y="0"/>
                  </a:moveTo>
                  <a:cubicBezTo>
                    <a:pt x="11" y="4"/>
                    <a:pt x="6" y="7"/>
                    <a:pt x="0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6" y="7"/>
                    <a:pt x="11" y="4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Freeform 10262"/>
            <p:cNvSpPr>
              <a:spLocks/>
            </p:cNvSpPr>
            <p:nvPr/>
          </p:nvSpPr>
          <p:spPr bwMode="auto">
            <a:xfrm>
              <a:off x="187325" y="52388"/>
              <a:ext cx="98425" cy="49213"/>
            </a:xfrm>
            <a:custGeom>
              <a:avLst/>
              <a:gdLst>
                <a:gd name="T0" fmla="*/ 25 w 26"/>
                <a:gd name="T1" fmla="*/ 0 h 13"/>
                <a:gd name="T2" fmla="*/ 0 w 26"/>
                <a:gd name="T3" fmla="*/ 12 h 13"/>
                <a:gd name="T4" fmla="*/ 0 w 26"/>
                <a:gd name="T5" fmla="*/ 13 h 13"/>
                <a:gd name="T6" fmla="*/ 26 w 26"/>
                <a:gd name="T7" fmla="*/ 0 h 13"/>
                <a:gd name="T8" fmla="*/ 25 w 26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3">
                  <a:moveTo>
                    <a:pt x="25" y="0"/>
                  </a:moveTo>
                  <a:cubicBezTo>
                    <a:pt x="17" y="4"/>
                    <a:pt x="8" y="8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9" y="8"/>
                    <a:pt x="17" y="4"/>
                    <a:pt x="26" y="0"/>
                  </a:cubicBezTo>
                  <a:cubicBezTo>
                    <a:pt x="26" y="0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Freeform 10263"/>
            <p:cNvSpPr>
              <a:spLocks/>
            </p:cNvSpPr>
            <p:nvPr/>
          </p:nvSpPr>
          <p:spPr bwMode="auto">
            <a:xfrm>
              <a:off x="195263" y="49213"/>
              <a:ext cx="90488" cy="41275"/>
            </a:xfrm>
            <a:custGeom>
              <a:avLst/>
              <a:gdLst>
                <a:gd name="T0" fmla="*/ 0 w 24"/>
                <a:gd name="T1" fmla="*/ 11 h 11"/>
                <a:gd name="T2" fmla="*/ 24 w 24"/>
                <a:gd name="T3" fmla="*/ 0 h 11"/>
                <a:gd name="T4" fmla="*/ 23 w 24"/>
                <a:gd name="T5" fmla="*/ 0 h 11"/>
                <a:gd name="T6" fmla="*/ 0 w 24"/>
                <a:gd name="T7" fmla="*/ 10 h 11"/>
                <a:gd name="T8" fmla="*/ 0 w 24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cubicBezTo>
                    <a:pt x="8" y="7"/>
                    <a:pt x="16" y="3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15" y="3"/>
                    <a:pt x="8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Freeform 10264"/>
            <p:cNvSpPr>
              <a:spLocks/>
            </p:cNvSpPr>
            <p:nvPr/>
          </p:nvSpPr>
          <p:spPr bwMode="auto">
            <a:xfrm>
              <a:off x="19050" y="142875"/>
              <a:ext cx="71438" cy="38100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9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3"/>
                    <a:pt x="7" y="6"/>
                    <a:pt x="1" y="9"/>
                  </a:cubicBezTo>
                  <a:cubicBezTo>
                    <a:pt x="0" y="10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Freeform 10265"/>
            <p:cNvSpPr>
              <a:spLocks/>
            </p:cNvSpPr>
            <p:nvPr/>
          </p:nvSpPr>
          <p:spPr bwMode="auto">
            <a:xfrm>
              <a:off x="11113" y="131763"/>
              <a:ext cx="68263" cy="38100"/>
            </a:xfrm>
            <a:custGeom>
              <a:avLst/>
              <a:gdLst>
                <a:gd name="T0" fmla="*/ 18 w 18"/>
                <a:gd name="T1" fmla="*/ 0 h 10"/>
                <a:gd name="T2" fmla="*/ 0 w 18"/>
                <a:gd name="T3" fmla="*/ 10 h 10"/>
                <a:gd name="T4" fmla="*/ 0 w 18"/>
                <a:gd name="T5" fmla="*/ 10 h 10"/>
                <a:gd name="T6" fmla="*/ 18 w 18"/>
                <a:gd name="T7" fmla="*/ 0 h 10"/>
                <a:gd name="T8" fmla="*/ 18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8" y="0"/>
                  </a:moveTo>
                  <a:cubicBezTo>
                    <a:pt x="12" y="3"/>
                    <a:pt x="6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7"/>
                    <a:pt x="12" y="3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Freeform 10266"/>
            <p:cNvSpPr>
              <a:spLocks/>
            </p:cNvSpPr>
            <p:nvPr/>
          </p:nvSpPr>
          <p:spPr bwMode="auto">
            <a:xfrm>
              <a:off x="222250" y="30163"/>
              <a:ext cx="44450" cy="26988"/>
            </a:xfrm>
            <a:custGeom>
              <a:avLst/>
              <a:gdLst>
                <a:gd name="T0" fmla="*/ 11 w 12"/>
                <a:gd name="T1" fmla="*/ 1 h 7"/>
                <a:gd name="T2" fmla="*/ 0 w 12"/>
                <a:gd name="T3" fmla="*/ 7 h 7"/>
                <a:gd name="T4" fmla="*/ 0 w 12"/>
                <a:gd name="T5" fmla="*/ 7 h 7"/>
                <a:gd name="T6" fmla="*/ 12 w 12"/>
                <a:gd name="T7" fmla="*/ 1 h 7"/>
                <a:gd name="T8" fmla="*/ 11 w 12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1" y="1"/>
                  </a:moveTo>
                  <a:cubicBezTo>
                    <a:pt x="8" y="3"/>
                    <a:pt x="4" y="5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8" y="3"/>
                    <a:pt x="12" y="1"/>
                  </a:cubicBezTo>
                  <a:cubicBezTo>
                    <a:pt x="12" y="1"/>
                    <a:pt x="12" y="0"/>
                    <a:pt x="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Freeform 10267"/>
            <p:cNvSpPr>
              <a:spLocks/>
            </p:cNvSpPr>
            <p:nvPr/>
          </p:nvSpPr>
          <p:spPr bwMode="auto">
            <a:xfrm>
              <a:off x="228600" y="26988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1 h 4"/>
                <a:gd name="T4" fmla="*/ 8 w 8"/>
                <a:gd name="T5" fmla="*/ 0 h 4"/>
                <a:gd name="T6" fmla="*/ 0 w 8"/>
                <a:gd name="T7" fmla="*/ 3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4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Freeform 10268"/>
            <p:cNvSpPr>
              <a:spLocks/>
            </p:cNvSpPr>
            <p:nvPr/>
          </p:nvSpPr>
          <p:spPr bwMode="auto">
            <a:xfrm>
              <a:off x="7938" y="117475"/>
              <a:ext cx="60325" cy="30163"/>
            </a:xfrm>
            <a:custGeom>
              <a:avLst/>
              <a:gdLst>
                <a:gd name="T0" fmla="*/ 0 w 16"/>
                <a:gd name="T1" fmla="*/ 8 h 8"/>
                <a:gd name="T2" fmla="*/ 15 w 16"/>
                <a:gd name="T3" fmla="*/ 1 h 8"/>
                <a:gd name="T4" fmla="*/ 15 w 16"/>
                <a:gd name="T5" fmla="*/ 1 h 8"/>
                <a:gd name="T6" fmla="*/ 0 w 16"/>
                <a:gd name="T7" fmla="*/ 8 h 8"/>
                <a:gd name="T8" fmla="*/ 0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0" y="8"/>
                  </a:moveTo>
                  <a:cubicBezTo>
                    <a:pt x="5" y="6"/>
                    <a:pt x="10" y="3"/>
                    <a:pt x="15" y="1"/>
                  </a:cubicBezTo>
                  <a:cubicBezTo>
                    <a:pt x="16" y="1"/>
                    <a:pt x="15" y="0"/>
                    <a:pt x="15" y="1"/>
                  </a:cubicBezTo>
                  <a:cubicBezTo>
                    <a:pt x="10" y="3"/>
                    <a:pt x="5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Freeform 10269"/>
            <p:cNvSpPr>
              <a:spLocks/>
            </p:cNvSpPr>
            <p:nvPr/>
          </p:nvSpPr>
          <p:spPr bwMode="auto">
            <a:xfrm>
              <a:off x="15875" y="109538"/>
              <a:ext cx="36513" cy="22225"/>
            </a:xfrm>
            <a:custGeom>
              <a:avLst/>
              <a:gdLst>
                <a:gd name="T0" fmla="*/ 10 w 10"/>
                <a:gd name="T1" fmla="*/ 0 h 6"/>
                <a:gd name="T2" fmla="*/ 0 w 10"/>
                <a:gd name="T3" fmla="*/ 6 h 6"/>
                <a:gd name="T4" fmla="*/ 0 w 10"/>
                <a:gd name="T5" fmla="*/ 6 h 6"/>
                <a:gd name="T6" fmla="*/ 10 w 10"/>
                <a:gd name="T7" fmla="*/ 1 h 6"/>
                <a:gd name="T8" fmla="*/ 10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0"/>
                  </a:moveTo>
                  <a:cubicBezTo>
                    <a:pt x="7" y="2"/>
                    <a:pt x="3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7" y="2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4" name="Group 115"/>
          <p:cNvGrpSpPr>
            <a:grpSpLocks/>
          </p:cNvGrpSpPr>
          <p:nvPr/>
        </p:nvGrpSpPr>
        <p:grpSpPr bwMode="auto">
          <a:xfrm>
            <a:off x="1223872" y="3758762"/>
            <a:ext cx="691220" cy="585359"/>
            <a:chOff x="0" y="0"/>
            <a:chExt cx="307975" cy="266700"/>
          </a:xfrm>
        </p:grpSpPr>
        <p:sp>
          <p:nvSpPr>
            <p:cNvPr id="295" name="Freeform 10250"/>
            <p:cNvSpPr>
              <a:spLocks noEditPoints="1"/>
            </p:cNvSpPr>
            <p:nvPr/>
          </p:nvSpPr>
          <p:spPr bwMode="auto">
            <a:xfrm>
              <a:off x="0" y="0"/>
              <a:ext cx="307975" cy="266700"/>
            </a:xfrm>
            <a:custGeom>
              <a:avLst/>
              <a:gdLst>
                <a:gd name="T0" fmla="*/ 53 w 82"/>
                <a:gd name="T1" fmla="*/ 17 h 71"/>
                <a:gd name="T2" fmla="*/ 39 w 82"/>
                <a:gd name="T3" fmla="*/ 37 h 71"/>
                <a:gd name="T4" fmla="*/ 18 w 82"/>
                <a:gd name="T5" fmla="*/ 30 h 71"/>
                <a:gd name="T6" fmla="*/ 9 w 82"/>
                <a:gd name="T7" fmla="*/ 27 h 71"/>
                <a:gd name="T8" fmla="*/ 5 w 82"/>
                <a:gd name="T9" fmla="*/ 31 h 71"/>
                <a:gd name="T10" fmla="*/ 1 w 82"/>
                <a:gd name="T11" fmla="*/ 37 h 71"/>
                <a:gd name="T12" fmla="*/ 0 w 82"/>
                <a:gd name="T13" fmla="*/ 42 h 71"/>
                <a:gd name="T14" fmla="*/ 3 w 82"/>
                <a:gd name="T15" fmla="*/ 47 h 71"/>
                <a:gd name="T16" fmla="*/ 20 w 82"/>
                <a:gd name="T17" fmla="*/ 58 h 71"/>
                <a:gd name="T18" fmla="*/ 24 w 82"/>
                <a:gd name="T19" fmla="*/ 60 h 71"/>
                <a:gd name="T20" fmla="*/ 33 w 82"/>
                <a:gd name="T21" fmla="*/ 66 h 71"/>
                <a:gd name="T22" fmla="*/ 38 w 82"/>
                <a:gd name="T23" fmla="*/ 71 h 71"/>
                <a:gd name="T24" fmla="*/ 46 w 82"/>
                <a:gd name="T25" fmla="*/ 66 h 71"/>
                <a:gd name="T26" fmla="*/ 54 w 82"/>
                <a:gd name="T27" fmla="*/ 57 h 71"/>
                <a:gd name="T28" fmla="*/ 58 w 82"/>
                <a:gd name="T29" fmla="*/ 49 h 71"/>
                <a:gd name="T30" fmla="*/ 62 w 82"/>
                <a:gd name="T31" fmla="*/ 43 h 71"/>
                <a:gd name="T32" fmla="*/ 69 w 82"/>
                <a:gd name="T33" fmla="*/ 34 h 71"/>
                <a:gd name="T34" fmla="*/ 70 w 82"/>
                <a:gd name="T35" fmla="*/ 7 h 71"/>
                <a:gd name="T36" fmla="*/ 57 w 82"/>
                <a:gd name="T37" fmla="*/ 51 h 71"/>
                <a:gd name="T38" fmla="*/ 66 w 82"/>
                <a:gd name="T39" fmla="*/ 38 h 71"/>
                <a:gd name="T40" fmla="*/ 66 w 82"/>
                <a:gd name="T41" fmla="*/ 38 h 71"/>
                <a:gd name="T42" fmla="*/ 64 w 82"/>
                <a:gd name="T43" fmla="*/ 38 h 71"/>
                <a:gd name="T44" fmla="*/ 61 w 82"/>
                <a:gd name="T45" fmla="*/ 41 h 71"/>
                <a:gd name="T46" fmla="*/ 59 w 82"/>
                <a:gd name="T47" fmla="*/ 45 h 71"/>
                <a:gd name="T48" fmla="*/ 44 w 82"/>
                <a:gd name="T49" fmla="*/ 65 h 71"/>
                <a:gd name="T50" fmla="*/ 36 w 82"/>
                <a:gd name="T51" fmla="*/ 68 h 71"/>
                <a:gd name="T52" fmla="*/ 28 w 82"/>
                <a:gd name="T53" fmla="*/ 62 h 71"/>
                <a:gd name="T54" fmla="*/ 17 w 82"/>
                <a:gd name="T55" fmla="*/ 55 h 71"/>
                <a:gd name="T56" fmla="*/ 1 w 82"/>
                <a:gd name="T57" fmla="*/ 43 h 71"/>
                <a:gd name="T58" fmla="*/ 2 w 82"/>
                <a:gd name="T59" fmla="*/ 39 h 71"/>
                <a:gd name="T60" fmla="*/ 7 w 82"/>
                <a:gd name="T61" fmla="*/ 31 h 71"/>
                <a:gd name="T62" fmla="*/ 10 w 82"/>
                <a:gd name="T63" fmla="*/ 28 h 71"/>
                <a:gd name="T64" fmla="*/ 13 w 82"/>
                <a:gd name="T65" fmla="*/ 30 h 71"/>
                <a:gd name="T66" fmla="*/ 14 w 82"/>
                <a:gd name="T67" fmla="*/ 30 h 71"/>
                <a:gd name="T68" fmla="*/ 18 w 82"/>
                <a:gd name="T69" fmla="*/ 33 h 71"/>
                <a:gd name="T70" fmla="*/ 32 w 82"/>
                <a:gd name="T71" fmla="*/ 42 h 71"/>
                <a:gd name="T72" fmla="*/ 45 w 82"/>
                <a:gd name="T73" fmla="*/ 33 h 71"/>
                <a:gd name="T74" fmla="*/ 54 w 82"/>
                <a:gd name="T75" fmla="*/ 21 h 71"/>
                <a:gd name="T76" fmla="*/ 61 w 82"/>
                <a:gd name="T77" fmla="*/ 10 h 71"/>
                <a:gd name="T78" fmla="*/ 72 w 82"/>
                <a:gd name="T79" fmla="*/ 24 h 71"/>
                <a:gd name="T80" fmla="*/ 62 w 82"/>
                <a:gd name="T81" fmla="*/ 4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71">
                  <a:moveTo>
                    <a:pt x="70" y="7"/>
                  </a:moveTo>
                  <a:cubicBezTo>
                    <a:pt x="64" y="0"/>
                    <a:pt x="55" y="11"/>
                    <a:pt x="53" y="17"/>
                  </a:cubicBezTo>
                  <a:cubicBezTo>
                    <a:pt x="51" y="21"/>
                    <a:pt x="48" y="25"/>
                    <a:pt x="45" y="29"/>
                  </a:cubicBezTo>
                  <a:cubicBezTo>
                    <a:pt x="44" y="30"/>
                    <a:pt x="39" y="38"/>
                    <a:pt x="39" y="37"/>
                  </a:cubicBezTo>
                  <a:cubicBezTo>
                    <a:pt x="33" y="47"/>
                    <a:pt x="22" y="32"/>
                    <a:pt x="16" y="29"/>
                  </a:cubicBezTo>
                  <a:cubicBezTo>
                    <a:pt x="17" y="29"/>
                    <a:pt x="18" y="30"/>
                    <a:pt x="18" y="30"/>
                  </a:cubicBezTo>
                  <a:cubicBezTo>
                    <a:pt x="18" y="29"/>
                    <a:pt x="13" y="28"/>
                    <a:pt x="14" y="28"/>
                  </a:cubicBezTo>
                  <a:cubicBezTo>
                    <a:pt x="12" y="27"/>
                    <a:pt x="9" y="26"/>
                    <a:pt x="9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30"/>
                    <a:pt x="6" y="29"/>
                    <a:pt x="5" y="31"/>
                  </a:cubicBezTo>
                  <a:cubicBezTo>
                    <a:pt x="4" y="34"/>
                    <a:pt x="2" y="36"/>
                    <a:pt x="1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8"/>
                    <a:pt x="0" y="38"/>
                  </a:cubicBezTo>
                  <a:cubicBezTo>
                    <a:pt x="2" y="36"/>
                    <a:pt x="0" y="41"/>
                    <a:pt x="0" y="42"/>
                  </a:cubicBezTo>
                  <a:cubicBezTo>
                    <a:pt x="0" y="42"/>
                    <a:pt x="1" y="45"/>
                    <a:pt x="1" y="45"/>
                  </a:cubicBezTo>
                  <a:cubicBezTo>
                    <a:pt x="2" y="45"/>
                    <a:pt x="5" y="48"/>
                    <a:pt x="3" y="47"/>
                  </a:cubicBezTo>
                  <a:cubicBezTo>
                    <a:pt x="4" y="47"/>
                    <a:pt x="6" y="48"/>
                    <a:pt x="8" y="49"/>
                  </a:cubicBezTo>
                  <a:cubicBezTo>
                    <a:pt x="10" y="51"/>
                    <a:pt x="16" y="55"/>
                    <a:pt x="20" y="58"/>
                  </a:cubicBezTo>
                  <a:cubicBezTo>
                    <a:pt x="19" y="57"/>
                    <a:pt x="24" y="60"/>
                    <a:pt x="24" y="60"/>
                  </a:cubicBezTo>
                  <a:cubicBezTo>
                    <a:pt x="22" y="59"/>
                    <a:pt x="24" y="60"/>
                    <a:pt x="24" y="60"/>
                  </a:cubicBezTo>
                  <a:cubicBezTo>
                    <a:pt x="25" y="61"/>
                    <a:pt x="26" y="62"/>
                    <a:pt x="27" y="62"/>
                  </a:cubicBezTo>
                  <a:cubicBezTo>
                    <a:pt x="26" y="62"/>
                    <a:pt x="32" y="66"/>
                    <a:pt x="33" y="66"/>
                  </a:cubicBezTo>
                  <a:cubicBezTo>
                    <a:pt x="36" y="67"/>
                    <a:pt x="36" y="70"/>
                    <a:pt x="39" y="70"/>
                  </a:cubicBezTo>
                  <a:cubicBezTo>
                    <a:pt x="38" y="70"/>
                    <a:pt x="38" y="71"/>
                    <a:pt x="38" y="71"/>
                  </a:cubicBezTo>
                  <a:cubicBezTo>
                    <a:pt x="39" y="71"/>
                    <a:pt x="43" y="69"/>
                    <a:pt x="41" y="71"/>
                  </a:cubicBezTo>
                  <a:cubicBezTo>
                    <a:pt x="42" y="71"/>
                    <a:pt x="45" y="67"/>
                    <a:pt x="46" y="66"/>
                  </a:cubicBezTo>
                  <a:cubicBezTo>
                    <a:pt x="47" y="65"/>
                    <a:pt x="51" y="60"/>
                    <a:pt x="51" y="60"/>
                  </a:cubicBezTo>
                  <a:cubicBezTo>
                    <a:pt x="50" y="59"/>
                    <a:pt x="54" y="57"/>
                    <a:pt x="54" y="57"/>
                  </a:cubicBezTo>
                  <a:cubicBezTo>
                    <a:pt x="54" y="56"/>
                    <a:pt x="55" y="53"/>
                    <a:pt x="56" y="52"/>
                  </a:cubicBezTo>
                  <a:cubicBezTo>
                    <a:pt x="56" y="51"/>
                    <a:pt x="57" y="51"/>
                    <a:pt x="58" y="49"/>
                  </a:cubicBezTo>
                  <a:cubicBezTo>
                    <a:pt x="58" y="49"/>
                    <a:pt x="57" y="51"/>
                    <a:pt x="57" y="51"/>
                  </a:cubicBezTo>
                  <a:cubicBezTo>
                    <a:pt x="58" y="48"/>
                    <a:pt x="61" y="45"/>
                    <a:pt x="62" y="43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5" y="42"/>
                    <a:pt x="67" y="37"/>
                    <a:pt x="69" y="34"/>
                  </a:cubicBezTo>
                  <a:cubicBezTo>
                    <a:pt x="71" y="30"/>
                    <a:pt x="74" y="25"/>
                    <a:pt x="76" y="22"/>
                  </a:cubicBezTo>
                  <a:cubicBezTo>
                    <a:pt x="82" y="15"/>
                    <a:pt x="78" y="8"/>
                    <a:pt x="70" y="7"/>
                  </a:cubicBezTo>
                  <a:close/>
                  <a:moveTo>
                    <a:pt x="56" y="51"/>
                  </a:moveTo>
                  <a:cubicBezTo>
                    <a:pt x="56" y="51"/>
                    <a:pt x="57" y="51"/>
                    <a:pt x="57" y="51"/>
                  </a:cubicBezTo>
                  <a:cubicBezTo>
                    <a:pt x="56" y="51"/>
                    <a:pt x="56" y="51"/>
                    <a:pt x="56" y="51"/>
                  </a:cubicBezTo>
                  <a:close/>
                  <a:moveTo>
                    <a:pt x="66" y="38"/>
                  </a:moveTo>
                  <a:cubicBezTo>
                    <a:pt x="66" y="38"/>
                    <a:pt x="66" y="38"/>
                    <a:pt x="66" y="38"/>
                  </a:cubicBezTo>
                  <a:cubicBezTo>
                    <a:pt x="65" y="39"/>
                    <a:pt x="65" y="38"/>
                    <a:pt x="66" y="38"/>
                  </a:cubicBezTo>
                  <a:close/>
                  <a:moveTo>
                    <a:pt x="72" y="24"/>
                  </a:moveTo>
                  <a:cubicBezTo>
                    <a:pt x="70" y="28"/>
                    <a:pt x="67" y="35"/>
                    <a:pt x="64" y="38"/>
                  </a:cubicBezTo>
                  <a:cubicBezTo>
                    <a:pt x="64" y="37"/>
                    <a:pt x="64" y="37"/>
                    <a:pt x="65" y="36"/>
                  </a:cubicBezTo>
                  <a:cubicBezTo>
                    <a:pt x="64" y="37"/>
                    <a:pt x="61" y="39"/>
                    <a:pt x="61" y="41"/>
                  </a:cubicBezTo>
                  <a:cubicBezTo>
                    <a:pt x="62" y="40"/>
                    <a:pt x="62" y="40"/>
                    <a:pt x="62" y="39"/>
                  </a:cubicBezTo>
                  <a:cubicBezTo>
                    <a:pt x="62" y="42"/>
                    <a:pt x="60" y="44"/>
                    <a:pt x="59" y="45"/>
                  </a:cubicBezTo>
                  <a:cubicBezTo>
                    <a:pt x="56" y="48"/>
                    <a:pt x="54" y="53"/>
                    <a:pt x="51" y="56"/>
                  </a:cubicBezTo>
                  <a:cubicBezTo>
                    <a:pt x="49" y="59"/>
                    <a:pt x="47" y="62"/>
                    <a:pt x="44" y="65"/>
                  </a:cubicBezTo>
                  <a:cubicBezTo>
                    <a:pt x="44" y="66"/>
                    <a:pt x="40" y="69"/>
                    <a:pt x="39" y="70"/>
                  </a:cubicBezTo>
                  <a:cubicBezTo>
                    <a:pt x="38" y="70"/>
                    <a:pt x="38" y="69"/>
                    <a:pt x="36" y="68"/>
                  </a:cubicBezTo>
                  <a:cubicBezTo>
                    <a:pt x="37" y="68"/>
                    <a:pt x="35" y="67"/>
                    <a:pt x="35" y="67"/>
                  </a:cubicBezTo>
                  <a:cubicBezTo>
                    <a:pt x="35" y="66"/>
                    <a:pt x="29" y="63"/>
                    <a:pt x="28" y="62"/>
                  </a:cubicBezTo>
                  <a:cubicBezTo>
                    <a:pt x="27" y="62"/>
                    <a:pt x="23" y="58"/>
                    <a:pt x="23" y="58"/>
                  </a:cubicBezTo>
                  <a:cubicBezTo>
                    <a:pt x="20" y="57"/>
                    <a:pt x="19" y="56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6" y="53"/>
                    <a:pt x="0" y="44"/>
                    <a:pt x="1" y="43"/>
                  </a:cubicBezTo>
                  <a:cubicBezTo>
                    <a:pt x="1" y="42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3" y="37"/>
                    <a:pt x="3" y="38"/>
                  </a:cubicBezTo>
                  <a:cubicBezTo>
                    <a:pt x="3" y="38"/>
                    <a:pt x="6" y="33"/>
                    <a:pt x="7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10" y="28"/>
                    <a:pt x="10" y="28"/>
                  </a:cubicBezTo>
                  <a:cubicBezTo>
                    <a:pt x="10" y="28"/>
                    <a:pt x="12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7" y="32"/>
                    <a:pt x="18" y="33"/>
                  </a:cubicBezTo>
                  <a:cubicBezTo>
                    <a:pt x="19" y="33"/>
                    <a:pt x="23" y="36"/>
                    <a:pt x="22" y="36"/>
                  </a:cubicBezTo>
                  <a:cubicBezTo>
                    <a:pt x="24" y="38"/>
                    <a:pt x="28" y="41"/>
                    <a:pt x="32" y="42"/>
                  </a:cubicBezTo>
                  <a:cubicBezTo>
                    <a:pt x="32" y="46"/>
                    <a:pt x="40" y="40"/>
                    <a:pt x="41" y="39"/>
                  </a:cubicBezTo>
                  <a:cubicBezTo>
                    <a:pt x="41" y="39"/>
                    <a:pt x="44" y="35"/>
                    <a:pt x="45" y="33"/>
                  </a:cubicBezTo>
                  <a:cubicBezTo>
                    <a:pt x="44" y="38"/>
                    <a:pt x="45" y="34"/>
                    <a:pt x="45" y="34"/>
                  </a:cubicBezTo>
                  <a:cubicBezTo>
                    <a:pt x="45" y="30"/>
                    <a:pt x="52" y="23"/>
                    <a:pt x="54" y="21"/>
                  </a:cubicBezTo>
                  <a:cubicBezTo>
                    <a:pt x="52" y="22"/>
                    <a:pt x="55" y="19"/>
                    <a:pt x="55" y="18"/>
                  </a:cubicBezTo>
                  <a:cubicBezTo>
                    <a:pt x="57" y="15"/>
                    <a:pt x="60" y="13"/>
                    <a:pt x="61" y="10"/>
                  </a:cubicBezTo>
                  <a:cubicBezTo>
                    <a:pt x="64" y="5"/>
                    <a:pt x="70" y="10"/>
                    <a:pt x="73" y="12"/>
                  </a:cubicBezTo>
                  <a:cubicBezTo>
                    <a:pt x="79" y="15"/>
                    <a:pt x="75" y="19"/>
                    <a:pt x="72" y="24"/>
                  </a:cubicBezTo>
                  <a:close/>
                  <a:moveTo>
                    <a:pt x="62" y="40"/>
                  </a:moveTo>
                  <a:cubicBezTo>
                    <a:pt x="62" y="39"/>
                    <a:pt x="62" y="39"/>
                    <a:pt x="62" y="40"/>
                  </a:cubicBezTo>
                  <a:cubicBezTo>
                    <a:pt x="62" y="39"/>
                    <a:pt x="62" y="40"/>
                    <a:pt x="62" y="4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Freeform 10251"/>
            <p:cNvSpPr>
              <a:spLocks/>
            </p:cNvSpPr>
            <p:nvPr/>
          </p:nvSpPr>
          <p:spPr bwMode="auto">
            <a:xfrm>
              <a:off x="139700" y="244475"/>
              <a:ext cx="25400" cy="11113"/>
            </a:xfrm>
            <a:custGeom>
              <a:avLst/>
              <a:gdLst>
                <a:gd name="T0" fmla="*/ 1 w 7"/>
                <a:gd name="T1" fmla="*/ 3 h 3"/>
                <a:gd name="T2" fmla="*/ 7 w 7"/>
                <a:gd name="T3" fmla="*/ 0 h 3"/>
                <a:gd name="T4" fmla="*/ 6 w 7"/>
                <a:gd name="T5" fmla="*/ 0 h 3"/>
                <a:gd name="T6" fmla="*/ 1 w 7"/>
                <a:gd name="T7" fmla="*/ 3 h 3"/>
                <a:gd name="T8" fmla="*/ 1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Freeform 10252"/>
            <p:cNvSpPr>
              <a:spLocks/>
            </p:cNvSpPr>
            <p:nvPr/>
          </p:nvSpPr>
          <p:spPr bwMode="auto">
            <a:xfrm>
              <a:off x="134938" y="219075"/>
              <a:ext cx="57150" cy="33338"/>
            </a:xfrm>
            <a:custGeom>
              <a:avLst/>
              <a:gdLst>
                <a:gd name="T0" fmla="*/ 14 w 15"/>
                <a:gd name="T1" fmla="*/ 0 h 9"/>
                <a:gd name="T2" fmla="*/ 0 w 15"/>
                <a:gd name="T3" fmla="*/ 9 h 9"/>
                <a:gd name="T4" fmla="*/ 1 w 15"/>
                <a:gd name="T5" fmla="*/ 9 h 9"/>
                <a:gd name="T6" fmla="*/ 15 w 15"/>
                <a:gd name="T7" fmla="*/ 0 h 9"/>
                <a:gd name="T8" fmla="*/ 14 w 15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4" y="0"/>
                  </a:moveTo>
                  <a:cubicBezTo>
                    <a:pt x="9" y="3"/>
                    <a:pt x="5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5" y="6"/>
                    <a:pt x="10" y="3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Freeform 10253"/>
            <p:cNvSpPr>
              <a:spLocks/>
            </p:cNvSpPr>
            <p:nvPr/>
          </p:nvSpPr>
          <p:spPr bwMode="auto">
            <a:xfrm>
              <a:off x="123825" y="200025"/>
              <a:ext cx="79375" cy="44450"/>
            </a:xfrm>
            <a:custGeom>
              <a:avLst/>
              <a:gdLst>
                <a:gd name="T0" fmla="*/ 1 w 21"/>
                <a:gd name="T1" fmla="*/ 12 h 12"/>
                <a:gd name="T2" fmla="*/ 21 w 21"/>
                <a:gd name="T3" fmla="*/ 0 h 12"/>
                <a:gd name="T4" fmla="*/ 21 w 21"/>
                <a:gd name="T5" fmla="*/ 0 h 12"/>
                <a:gd name="T6" fmla="*/ 1 w 21"/>
                <a:gd name="T7" fmla="*/ 12 h 12"/>
                <a:gd name="T8" fmla="*/ 1 w 2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" y="12"/>
                  </a:moveTo>
                  <a:cubicBezTo>
                    <a:pt x="8" y="9"/>
                    <a:pt x="14" y="4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4" y="4"/>
                    <a:pt x="8" y="8"/>
                    <a:pt x="1" y="12"/>
                  </a:cubicBezTo>
                  <a:cubicBezTo>
                    <a:pt x="0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Freeform 10254"/>
            <p:cNvSpPr>
              <a:spLocks/>
            </p:cNvSpPr>
            <p:nvPr/>
          </p:nvSpPr>
          <p:spPr bwMode="auto">
            <a:xfrm>
              <a:off x="115888" y="184150"/>
              <a:ext cx="98425" cy="57150"/>
            </a:xfrm>
            <a:custGeom>
              <a:avLst/>
              <a:gdLst>
                <a:gd name="T0" fmla="*/ 25 w 26"/>
                <a:gd name="T1" fmla="*/ 0 h 15"/>
                <a:gd name="T2" fmla="*/ 1 w 26"/>
                <a:gd name="T3" fmla="*/ 15 h 15"/>
                <a:gd name="T4" fmla="*/ 1 w 26"/>
                <a:gd name="T5" fmla="*/ 15 h 15"/>
                <a:gd name="T6" fmla="*/ 25 w 26"/>
                <a:gd name="T7" fmla="*/ 0 h 15"/>
                <a:gd name="T8" fmla="*/ 25 w 2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5">
                  <a:moveTo>
                    <a:pt x="25" y="0"/>
                  </a:moveTo>
                  <a:cubicBezTo>
                    <a:pt x="17" y="4"/>
                    <a:pt x="8" y="9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9" y="9"/>
                    <a:pt x="17" y="5"/>
                    <a:pt x="25" y="0"/>
                  </a:cubicBezTo>
                  <a:cubicBezTo>
                    <a:pt x="26" y="0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Freeform 10255"/>
            <p:cNvSpPr>
              <a:spLocks/>
            </p:cNvSpPr>
            <p:nvPr/>
          </p:nvSpPr>
          <p:spPr bwMode="auto">
            <a:xfrm>
              <a:off x="101600" y="161925"/>
              <a:ext cx="127000" cy="71438"/>
            </a:xfrm>
            <a:custGeom>
              <a:avLst/>
              <a:gdLst>
                <a:gd name="T0" fmla="*/ 1 w 34"/>
                <a:gd name="T1" fmla="*/ 18 h 19"/>
                <a:gd name="T2" fmla="*/ 33 w 34"/>
                <a:gd name="T3" fmla="*/ 1 h 19"/>
                <a:gd name="T4" fmla="*/ 33 w 34"/>
                <a:gd name="T5" fmla="*/ 0 h 19"/>
                <a:gd name="T6" fmla="*/ 1 w 34"/>
                <a:gd name="T7" fmla="*/ 18 h 19"/>
                <a:gd name="T8" fmla="*/ 1 w 34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9">
                  <a:moveTo>
                    <a:pt x="1" y="18"/>
                  </a:moveTo>
                  <a:cubicBezTo>
                    <a:pt x="12" y="13"/>
                    <a:pt x="22" y="6"/>
                    <a:pt x="33" y="1"/>
                  </a:cubicBezTo>
                  <a:cubicBezTo>
                    <a:pt x="34" y="1"/>
                    <a:pt x="33" y="0"/>
                    <a:pt x="33" y="0"/>
                  </a:cubicBezTo>
                  <a:cubicBezTo>
                    <a:pt x="22" y="6"/>
                    <a:pt x="12" y="12"/>
                    <a:pt x="1" y="18"/>
                  </a:cubicBezTo>
                  <a:cubicBezTo>
                    <a:pt x="0" y="18"/>
                    <a:pt x="1" y="19"/>
                    <a:pt x="1" y="1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Freeform 10256"/>
            <p:cNvSpPr>
              <a:spLocks/>
            </p:cNvSpPr>
            <p:nvPr/>
          </p:nvSpPr>
          <p:spPr bwMode="auto">
            <a:xfrm>
              <a:off x="93663" y="139700"/>
              <a:ext cx="153988" cy="90488"/>
            </a:xfrm>
            <a:custGeom>
              <a:avLst/>
              <a:gdLst>
                <a:gd name="T0" fmla="*/ 40 w 41"/>
                <a:gd name="T1" fmla="*/ 0 h 24"/>
                <a:gd name="T2" fmla="*/ 1 w 41"/>
                <a:gd name="T3" fmla="*/ 23 h 24"/>
                <a:gd name="T4" fmla="*/ 1 w 41"/>
                <a:gd name="T5" fmla="*/ 23 h 24"/>
                <a:gd name="T6" fmla="*/ 41 w 41"/>
                <a:gd name="T7" fmla="*/ 0 h 24"/>
                <a:gd name="T8" fmla="*/ 40 w 4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24">
                  <a:moveTo>
                    <a:pt x="40" y="0"/>
                  </a:moveTo>
                  <a:cubicBezTo>
                    <a:pt x="27" y="8"/>
                    <a:pt x="14" y="15"/>
                    <a:pt x="1" y="23"/>
                  </a:cubicBezTo>
                  <a:cubicBezTo>
                    <a:pt x="0" y="23"/>
                    <a:pt x="1" y="24"/>
                    <a:pt x="1" y="23"/>
                  </a:cubicBezTo>
                  <a:cubicBezTo>
                    <a:pt x="14" y="15"/>
                    <a:pt x="27" y="8"/>
                    <a:pt x="41" y="0"/>
                  </a:cubicBezTo>
                  <a:cubicBezTo>
                    <a:pt x="41" y="0"/>
                    <a:pt x="41" y="0"/>
                    <a:pt x="4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Freeform 10257"/>
            <p:cNvSpPr>
              <a:spLocks/>
            </p:cNvSpPr>
            <p:nvPr/>
          </p:nvSpPr>
          <p:spPr bwMode="auto">
            <a:xfrm>
              <a:off x="71438" y="117475"/>
              <a:ext cx="192088" cy="93663"/>
            </a:xfrm>
            <a:custGeom>
              <a:avLst/>
              <a:gdLst>
                <a:gd name="T0" fmla="*/ 0 w 51"/>
                <a:gd name="T1" fmla="*/ 25 h 25"/>
                <a:gd name="T2" fmla="*/ 51 w 51"/>
                <a:gd name="T3" fmla="*/ 0 h 25"/>
                <a:gd name="T4" fmla="*/ 50 w 51"/>
                <a:gd name="T5" fmla="*/ 0 h 25"/>
                <a:gd name="T6" fmla="*/ 0 w 51"/>
                <a:gd name="T7" fmla="*/ 25 h 25"/>
                <a:gd name="T8" fmla="*/ 0 w 51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5">
                  <a:moveTo>
                    <a:pt x="0" y="25"/>
                  </a:moveTo>
                  <a:cubicBezTo>
                    <a:pt x="18" y="17"/>
                    <a:pt x="34" y="8"/>
                    <a:pt x="51" y="0"/>
                  </a:cubicBezTo>
                  <a:cubicBezTo>
                    <a:pt x="51" y="0"/>
                    <a:pt x="51" y="0"/>
                    <a:pt x="50" y="0"/>
                  </a:cubicBezTo>
                  <a:cubicBezTo>
                    <a:pt x="34" y="8"/>
                    <a:pt x="17" y="17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Freeform 10258"/>
            <p:cNvSpPr>
              <a:spLocks/>
            </p:cNvSpPr>
            <p:nvPr/>
          </p:nvSpPr>
          <p:spPr bwMode="auto">
            <a:xfrm>
              <a:off x="63500" y="82550"/>
              <a:ext cx="214313" cy="123825"/>
            </a:xfrm>
            <a:custGeom>
              <a:avLst/>
              <a:gdLst>
                <a:gd name="T0" fmla="*/ 56 w 57"/>
                <a:gd name="T1" fmla="*/ 0 h 33"/>
                <a:gd name="T2" fmla="*/ 1 w 57"/>
                <a:gd name="T3" fmla="*/ 33 h 33"/>
                <a:gd name="T4" fmla="*/ 1 w 57"/>
                <a:gd name="T5" fmla="*/ 33 h 33"/>
                <a:gd name="T6" fmla="*/ 56 w 57"/>
                <a:gd name="T7" fmla="*/ 0 h 33"/>
                <a:gd name="T8" fmla="*/ 56 w 57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3">
                  <a:moveTo>
                    <a:pt x="56" y="0"/>
                  </a:moveTo>
                  <a:cubicBezTo>
                    <a:pt x="37" y="10"/>
                    <a:pt x="18" y="20"/>
                    <a:pt x="1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18" y="20"/>
                    <a:pt x="37" y="10"/>
                    <a:pt x="56" y="0"/>
                  </a:cubicBezTo>
                  <a:cubicBezTo>
                    <a:pt x="57" y="0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Freeform 10259"/>
            <p:cNvSpPr>
              <a:spLocks/>
            </p:cNvSpPr>
            <p:nvPr/>
          </p:nvSpPr>
          <p:spPr bwMode="auto">
            <a:xfrm>
              <a:off x="157163" y="76200"/>
              <a:ext cx="120650" cy="55563"/>
            </a:xfrm>
            <a:custGeom>
              <a:avLst/>
              <a:gdLst>
                <a:gd name="T0" fmla="*/ 1 w 32"/>
                <a:gd name="T1" fmla="*/ 15 h 15"/>
                <a:gd name="T2" fmla="*/ 32 w 32"/>
                <a:gd name="T3" fmla="*/ 1 h 15"/>
                <a:gd name="T4" fmla="*/ 32 w 32"/>
                <a:gd name="T5" fmla="*/ 0 h 15"/>
                <a:gd name="T6" fmla="*/ 1 w 32"/>
                <a:gd name="T7" fmla="*/ 15 h 15"/>
                <a:gd name="T8" fmla="*/ 1 w 32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5">
                  <a:moveTo>
                    <a:pt x="1" y="15"/>
                  </a:moveTo>
                  <a:cubicBezTo>
                    <a:pt x="11" y="10"/>
                    <a:pt x="21" y="5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1" y="5"/>
                    <a:pt x="11" y="10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Freeform 10260"/>
            <p:cNvSpPr>
              <a:spLocks/>
            </p:cNvSpPr>
            <p:nvPr/>
          </p:nvSpPr>
          <p:spPr bwMode="auto">
            <a:xfrm>
              <a:off x="41275" y="158750"/>
              <a:ext cx="71438" cy="36513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8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2" y="3"/>
                    <a:pt x="7" y="6"/>
                    <a:pt x="1" y="9"/>
                  </a:cubicBezTo>
                  <a:cubicBezTo>
                    <a:pt x="0" y="9"/>
                    <a:pt x="1" y="10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Freeform 10261"/>
            <p:cNvSpPr>
              <a:spLocks/>
            </p:cNvSpPr>
            <p:nvPr/>
          </p:nvSpPr>
          <p:spPr bwMode="auto">
            <a:xfrm>
              <a:off x="38100" y="147638"/>
              <a:ext cx="63500" cy="41275"/>
            </a:xfrm>
            <a:custGeom>
              <a:avLst/>
              <a:gdLst>
                <a:gd name="T0" fmla="*/ 16 w 17"/>
                <a:gd name="T1" fmla="*/ 0 h 11"/>
                <a:gd name="T2" fmla="*/ 0 w 17"/>
                <a:gd name="T3" fmla="*/ 11 h 11"/>
                <a:gd name="T4" fmla="*/ 1 w 17"/>
                <a:gd name="T5" fmla="*/ 11 h 11"/>
                <a:gd name="T6" fmla="*/ 17 w 17"/>
                <a:gd name="T7" fmla="*/ 0 h 11"/>
                <a:gd name="T8" fmla="*/ 16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6" y="0"/>
                  </a:moveTo>
                  <a:cubicBezTo>
                    <a:pt x="11" y="4"/>
                    <a:pt x="6" y="7"/>
                    <a:pt x="0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6" y="7"/>
                    <a:pt x="11" y="4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Freeform 10262"/>
            <p:cNvSpPr>
              <a:spLocks/>
            </p:cNvSpPr>
            <p:nvPr/>
          </p:nvSpPr>
          <p:spPr bwMode="auto">
            <a:xfrm>
              <a:off x="187325" y="52388"/>
              <a:ext cx="98425" cy="49213"/>
            </a:xfrm>
            <a:custGeom>
              <a:avLst/>
              <a:gdLst>
                <a:gd name="T0" fmla="*/ 25 w 26"/>
                <a:gd name="T1" fmla="*/ 0 h 13"/>
                <a:gd name="T2" fmla="*/ 0 w 26"/>
                <a:gd name="T3" fmla="*/ 12 h 13"/>
                <a:gd name="T4" fmla="*/ 0 w 26"/>
                <a:gd name="T5" fmla="*/ 13 h 13"/>
                <a:gd name="T6" fmla="*/ 26 w 26"/>
                <a:gd name="T7" fmla="*/ 0 h 13"/>
                <a:gd name="T8" fmla="*/ 25 w 26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3">
                  <a:moveTo>
                    <a:pt x="25" y="0"/>
                  </a:moveTo>
                  <a:cubicBezTo>
                    <a:pt x="17" y="4"/>
                    <a:pt x="8" y="8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9" y="8"/>
                    <a:pt x="17" y="4"/>
                    <a:pt x="26" y="0"/>
                  </a:cubicBezTo>
                  <a:cubicBezTo>
                    <a:pt x="26" y="0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10263"/>
            <p:cNvSpPr>
              <a:spLocks/>
            </p:cNvSpPr>
            <p:nvPr/>
          </p:nvSpPr>
          <p:spPr bwMode="auto">
            <a:xfrm>
              <a:off x="195263" y="49213"/>
              <a:ext cx="90488" cy="41275"/>
            </a:xfrm>
            <a:custGeom>
              <a:avLst/>
              <a:gdLst>
                <a:gd name="T0" fmla="*/ 0 w 24"/>
                <a:gd name="T1" fmla="*/ 11 h 11"/>
                <a:gd name="T2" fmla="*/ 24 w 24"/>
                <a:gd name="T3" fmla="*/ 0 h 11"/>
                <a:gd name="T4" fmla="*/ 23 w 24"/>
                <a:gd name="T5" fmla="*/ 0 h 11"/>
                <a:gd name="T6" fmla="*/ 0 w 24"/>
                <a:gd name="T7" fmla="*/ 10 h 11"/>
                <a:gd name="T8" fmla="*/ 0 w 24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cubicBezTo>
                    <a:pt x="8" y="7"/>
                    <a:pt x="16" y="3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15" y="3"/>
                    <a:pt x="8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Freeform 10264"/>
            <p:cNvSpPr>
              <a:spLocks/>
            </p:cNvSpPr>
            <p:nvPr/>
          </p:nvSpPr>
          <p:spPr bwMode="auto">
            <a:xfrm>
              <a:off x="19050" y="142875"/>
              <a:ext cx="71438" cy="38100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9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3"/>
                    <a:pt x="7" y="6"/>
                    <a:pt x="1" y="9"/>
                  </a:cubicBezTo>
                  <a:cubicBezTo>
                    <a:pt x="0" y="10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Freeform 10265"/>
            <p:cNvSpPr>
              <a:spLocks/>
            </p:cNvSpPr>
            <p:nvPr/>
          </p:nvSpPr>
          <p:spPr bwMode="auto">
            <a:xfrm>
              <a:off x="11113" y="131763"/>
              <a:ext cx="68263" cy="38100"/>
            </a:xfrm>
            <a:custGeom>
              <a:avLst/>
              <a:gdLst>
                <a:gd name="T0" fmla="*/ 18 w 18"/>
                <a:gd name="T1" fmla="*/ 0 h 10"/>
                <a:gd name="T2" fmla="*/ 0 w 18"/>
                <a:gd name="T3" fmla="*/ 10 h 10"/>
                <a:gd name="T4" fmla="*/ 0 w 18"/>
                <a:gd name="T5" fmla="*/ 10 h 10"/>
                <a:gd name="T6" fmla="*/ 18 w 18"/>
                <a:gd name="T7" fmla="*/ 0 h 10"/>
                <a:gd name="T8" fmla="*/ 18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8" y="0"/>
                  </a:moveTo>
                  <a:cubicBezTo>
                    <a:pt x="12" y="3"/>
                    <a:pt x="6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7"/>
                    <a:pt x="12" y="3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Freeform 10266"/>
            <p:cNvSpPr>
              <a:spLocks/>
            </p:cNvSpPr>
            <p:nvPr/>
          </p:nvSpPr>
          <p:spPr bwMode="auto">
            <a:xfrm>
              <a:off x="222250" y="30163"/>
              <a:ext cx="44450" cy="26988"/>
            </a:xfrm>
            <a:custGeom>
              <a:avLst/>
              <a:gdLst>
                <a:gd name="T0" fmla="*/ 11 w 12"/>
                <a:gd name="T1" fmla="*/ 1 h 7"/>
                <a:gd name="T2" fmla="*/ 0 w 12"/>
                <a:gd name="T3" fmla="*/ 7 h 7"/>
                <a:gd name="T4" fmla="*/ 0 w 12"/>
                <a:gd name="T5" fmla="*/ 7 h 7"/>
                <a:gd name="T6" fmla="*/ 12 w 12"/>
                <a:gd name="T7" fmla="*/ 1 h 7"/>
                <a:gd name="T8" fmla="*/ 11 w 12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1" y="1"/>
                  </a:moveTo>
                  <a:cubicBezTo>
                    <a:pt x="8" y="3"/>
                    <a:pt x="4" y="5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8" y="3"/>
                    <a:pt x="12" y="1"/>
                  </a:cubicBezTo>
                  <a:cubicBezTo>
                    <a:pt x="12" y="1"/>
                    <a:pt x="12" y="0"/>
                    <a:pt x="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Freeform 10267"/>
            <p:cNvSpPr>
              <a:spLocks/>
            </p:cNvSpPr>
            <p:nvPr/>
          </p:nvSpPr>
          <p:spPr bwMode="auto">
            <a:xfrm>
              <a:off x="228600" y="26988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1 h 4"/>
                <a:gd name="T4" fmla="*/ 8 w 8"/>
                <a:gd name="T5" fmla="*/ 0 h 4"/>
                <a:gd name="T6" fmla="*/ 0 w 8"/>
                <a:gd name="T7" fmla="*/ 3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4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Freeform 10268"/>
            <p:cNvSpPr>
              <a:spLocks/>
            </p:cNvSpPr>
            <p:nvPr/>
          </p:nvSpPr>
          <p:spPr bwMode="auto">
            <a:xfrm>
              <a:off x="7938" y="117475"/>
              <a:ext cx="60325" cy="30163"/>
            </a:xfrm>
            <a:custGeom>
              <a:avLst/>
              <a:gdLst>
                <a:gd name="T0" fmla="*/ 0 w 16"/>
                <a:gd name="T1" fmla="*/ 8 h 8"/>
                <a:gd name="T2" fmla="*/ 15 w 16"/>
                <a:gd name="T3" fmla="*/ 1 h 8"/>
                <a:gd name="T4" fmla="*/ 15 w 16"/>
                <a:gd name="T5" fmla="*/ 1 h 8"/>
                <a:gd name="T6" fmla="*/ 0 w 16"/>
                <a:gd name="T7" fmla="*/ 8 h 8"/>
                <a:gd name="T8" fmla="*/ 0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0" y="8"/>
                  </a:moveTo>
                  <a:cubicBezTo>
                    <a:pt x="5" y="6"/>
                    <a:pt x="10" y="3"/>
                    <a:pt x="15" y="1"/>
                  </a:cubicBezTo>
                  <a:cubicBezTo>
                    <a:pt x="16" y="1"/>
                    <a:pt x="15" y="0"/>
                    <a:pt x="15" y="1"/>
                  </a:cubicBezTo>
                  <a:cubicBezTo>
                    <a:pt x="10" y="3"/>
                    <a:pt x="5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10269"/>
            <p:cNvSpPr>
              <a:spLocks/>
            </p:cNvSpPr>
            <p:nvPr/>
          </p:nvSpPr>
          <p:spPr bwMode="auto">
            <a:xfrm>
              <a:off x="15875" y="109538"/>
              <a:ext cx="36513" cy="22225"/>
            </a:xfrm>
            <a:custGeom>
              <a:avLst/>
              <a:gdLst>
                <a:gd name="T0" fmla="*/ 10 w 10"/>
                <a:gd name="T1" fmla="*/ 0 h 6"/>
                <a:gd name="T2" fmla="*/ 0 w 10"/>
                <a:gd name="T3" fmla="*/ 6 h 6"/>
                <a:gd name="T4" fmla="*/ 0 w 10"/>
                <a:gd name="T5" fmla="*/ 6 h 6"/>
                <a:gd name="T6" fmla="*/ 10 w 10"/>
                <a:gd name="T7" fmla="*/ 1 h 6"/>
                <a:gd name="T8" fmla="*/ 10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0"/>
                  </a:moveTo>
                  <a:cubicBezTo>
                    <a:pt x="7" y="2"/>
                    <a:pt x="3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7" y="2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5" name="Group 115"/>
          <p:cNvGrpSpPr>
            <a:grpSpLocks/>
          </p:cNvGrpSpPr>
          <p:nvPr/>
        </p:nvGrpSpPr>
        <p:grpSpPr bwMode="auto">
          <a:xfrm>
            <a:off x="1234562" y="4581054"/>
            <a:ext cx="691220" cy="585359"/>
            <a:chOff x="0" y="0"/>
            <a:chExt cx="307975" cy="266700"/>
          </a:xfrm>
        </p:grpSpPr>
        <p:sp>
          <p:nvSpPr>
            <p:cNvPr id="316" name="Freeform 10250"/>
            <p:cNvSpPr>
              <a:spLocks noEditPoints="1"/>
            </p:cNvSpPr>
            <p:nvPr/>
          </p:nvSpPr>
          <p:spPr bwMode="auto">
            <a:xfrm>
              <a:off x="0" y="0"/>
              <a:ext cx="307975" cy="266700"/>
            </a:xfrm>
            <a:custGeom>
              <a:avLst/>
              <a:gdLst>
                <a:gd name="T0" fmla="*/ 53 w 82"/>
                <a:gd name="T1" fmla="*/ 17 h 71"/>
                <a:gd name="T2" fmla="*/ 39 w 82"/>
                <a:gd name="T3" fmla="*/ 37 h 71"/>
                <a:gd name="T4" fmla="*/ 18 w 82"/>
                <a:gd name="T5" fmla="*/ 30 h 71"/>
                <a:gd name="T6" fmla="*/ 9 w 82"/>
                <a:gd name="T7" fmla="*/ 27 h 71"/>
                <a:gd name="T8" fmla="*/ 5 w 82"/>
                <a:gd name="T9" fmla="*/ 31 h 71"/>
                <a:gd name="T10" fmla="*/ 1 w 82"/>
                <a:gd name="T11" fmla="*/ 37 h 71"/>
                <a:gd name="T12" fmla="*/ 0 w 82"/>
                <a:gd name="T13" fmla="*/ 42 h 71"/>
                <a:gd name="T14" fmla="*/ 3 w 82"/>
                <a:gd name="T15" fmla="*/ 47 h 71"/>
                <a:gd name="T16" fmla="*/ 20 w 82"/>
                <a:gd name="T17" fmla="*/ 58 h 71"/>
                <a:gd name="T18" fmla="*/ 24 w 82"/>
                <a:gd name="T19" fmla="*/ 60 h 71"/>
                <a:gd name="T20" fmla="*/ 33 w 82"/>
                <a:gd name="T21" fmla="*/ 66 h 71"/>
                <a:gd name="T22" fmla="*/ 38 w 82"/>
                <a:gd name="T23" fmla="*/ 71 h 71"/>
                <a:gd name="T24" fmla="*/ 46 w 82"/>
                <a:gd name="T25" fmla="*/ 66 h 71"/>
                <a:gd name="T26" fmla="*/ 54 w 82"/>
                <a:gd name="T27" fmla="*/ 57 h 71"/>
                <a:gd name="T28" fmla="*/ 58 w 82"/>
                <a:gd name="T29" fmla="*/ 49 h 71"/>
                <a:gd name="T30" fmla="*/ 62 w 82"/>
                <a:gd name="T31" fmla="*/ 43 h 71"/>
                <a:gd name="T32" fmla="*/ 69 w 82"/>
                <a:gd name="T33" fmla="*/ 34 h 71"/>
                <a:gd name="T34" fmla="*/ 70 w 82"/>
                <a:gd name="T35" fmla="*/ 7 h 71"/>
                <a:gd name="T36" fmla="*/ 57 w 82"/>
                <a:gd name="T37" fmla="*/ 51 h 71"/>
                <a:gd name="T38" fmla="*/ 66 w 82"/>
                <a:gd name="T39" fmla="*/ 38 h 71"/>
                <a:gd name="T40" fmla="*/ 66 w 82"/>
                <a:gd name="T41" fmla="*/ 38 h 71"/>
                <a:gd name="T42" fmla="*/ 64 w 82"/>
                <a:gd name="T43" fmla="*/ 38 h 71"/>
                <a:gd name="T44" fmla="*/ 61 w 82"/>
                <a:gd name="T45" fmla="*/ 41 h 71"/>
                <a:gd name="T46" fmla="*/ 59 w 82"/>
                <a:gd name="T47" fmla="*/ 45 h 71"/>
                <a:gd name="T48" fmla="*/ 44 w 82"/>
                <a:gd name="T49" fmla="*/ 65 h 71"/>
                <a:gd name="T50" fmla="*/ 36 w 82"/>
                <a:gd name="T51" fmla="*/ 68 h 71"/>
                <a:gd name="T52" fmla="*/ 28 w 82"/>
                <a:gd name="T53" fmla="*/ 62 h 71"/>
                <a:gd name="T54" fmla="*/ 17 w 82"/>
                <a:gd name="T55" fmla="*/ 55 h 71"/>
                <a:gd name="T56" fmla="*/ 1 w 82"/>
                <a:gd name="T57" fmla="*/ 43 h 71"/>
                <a:gd name="T58" fmla="*/ 2 w 82"/>
                <a:gd name="T59" fmla="*/ 39 h 71"/>
                <a:gd name="T60" fmla="*/ 7 w 82"/>
                <a:gd name="T61" fmla="*/ 31 h 71"/>
                <a:gd name="T62" fmla="*/ 10 w 82"/>
                <a:gd name="T63" fmla="*/ 28 h 71"/>
                <a:gd name="T64" fmla="*/ 13 w 82"/>
                <a:gd name="T65" fmla="*/ 30 h 71"/>
                <a:gd name="T66" fmla="*/ 14 w 82"/>
                <a:gd name="T67" fmla="*/ 30 h 71"/>
                <a:gd name="T68" fmla="*/ 18 w 82"/>
                <a:gd name="T69" fmla="*/ 33 h 71"/>
                <a:gd name="T70" fmla="*/ 32 w 82"/>
                <a:gd name="T71" fmla="*/ 42 h 71"/>
                <a:gd name="T72" fmla="*/ 45 w 82"/>
                <a:gd name="T73" fmla="*/ 33 h 71"/>
                <a:gd name="T74" fmla="*/ 54 w 82"/>
                <a:gd name="T75" fmla="*/ 21 h 71"/>
                <a:gd name="T76" fmla="*/ 61 w 82"/>
                <a:gd name="T77" fmla="*/ 10 h 71"/>
                <a:gd name="T78" fmla="*/ 72 w 82"/>
                <a:gd name="T79" fmla="*/ 24 h 71"/>
                <a:gd name="T80" fmla="*/ 62 w 82"/>
                <a:gd name="T81" fmla="*/ 4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71">
                  <a:moveTo>
                    <a:pt x="70" y="7"/>
                  </a:moveTo>
                  <a:cubicBezTo>
                    <a:pt x="64" y="0"/>
                    <a:pt x="55" y="11"/>
                    <a:pt x="53" y="17"/>
                  </a:cubicBezTo>
                  <a:cubicBezTo>
                    <a:pt x="51" y="21"/>
                    <a:pt x="48" y="25"/>
                    <a:pt x="45" y="29"/>
                  </a:cubicBezTo>
                  <a:cubicBezTo>
                    <a:pt x="44" y="30"/>
                    <a:pt x="39" y="38"/>
                    <a:pt x="39" y="37"/>
                  </a:cubicBezTo>
                  <a:cubicBezTo>
                    <a:pt x="33" y="47"/>
                    <a:pt x="22" y="32"/>
                    <a:pt x="16" y="29"/>
                  </a:cubicBezTo>
                  <a:cubicBezTo>
                    <a:pt x="17" y="29"/>
                    <a:pt x="18" y="30"/>
                    <a:pt x="18" y="30"/>
                  </a:cubicBezTo>
                  <a:cubicBezTo>
                    <a:pt x="18" y="29"/>
                    <a:pt x="13" y="28"/>
                    <a:pt x="14" y="28"/>
                  </a:cubicBezTo>
                  <a:cubicBezTo>
                    <a:pt x="12" y="27"/>
                    <a:pt x="9" y="26"/>
                    <a:pt x="9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30"/>
                    <a:pt x="6" y="29"/>
                    <a:pt x="5" y="31"/>
                  </a:cubicBezTo>
                  <a:cubicBezTo>
                    <a:pt x="4" y="34"/>
                    <a:pt x="2" y="36"/>
                    <a:pt x="1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8"/>
                    <a:pt x="0" y="38"/>
                  </a:cubicBezTo>
                  <a:cubicBezTo>
                    <a:pt x="2" y="36"/>
                    <a:pt x="0" y="41"/>
                    <a:pt x="0" y="42"/>
                  </a:cubicBezTo>
                  <a:cubicBezTo>
                    <a:pt x="0" y="42"/>
                    <a:pt x="1" y="45"/>
                    <a:pt x="1" y="45"/>
                  </a:cubicBezTo>
                  <a:cubicBezTo>
                    <a:pt x="2" y="45"/>
                    <a:pt x="5" y="48"/>
                    <a:pt x="3" y="47"/>
                  </a:cubicBezTo>
                  <a:cubicBezTo>
                    <a:pt x="4" y="47"/>
                    <a:pt x="6" y="48"/>
                    <a:pt x="8" y="49"/>
                  </a:cubicBezTo>
                  <a:cubicBezTo>
                    <a:pt x="10" y="51"/>
                    <a:pt x="16" y="55"/>
                    <a:pt x="20" y="58"/>
                  </a:cubicBezTo>
                  <a:cubicBezTo>
                    <a:pt x="19" y="57"/>
                    <a:pt x="24" y="60"/>
                    <a:pt x="24" y="60"/>
                  </a:cubicBezTo>
                  <a:cubicBezTo>
                    <a:pt x="22" y="59"/>
                    <a:pt x="24" y="60"/>
                    <a:pt x="24" y="60"/>
                  </a:cubicBezTo>
                  <a:cubicBezTo>
                    <a:pt x="25" y="61"/>
                    <a:pt x="26" y="62"/>
                    <a:pt x="27" y="62"/>
                  </a:cubicBezTo>
                  <a:cubicBezTo>
                    <a:pt x="26" y="62"/>
                    <a:pt x="32" y="66"/>
                    <a:pt x="33" y="66"/>
                  </a:cubicBezTo>
                  <a:cubicBezTo>
                    <a:pt x="36" y="67"/>
                    <a:pt x="36" y="70"/>
                    <a:pt x="39" y="70"/>
                  </a:cubicBezTo>
                  <a:cubicBezTo>
                    <a:pt x="38" y="70"/>
                    <a:pt x="38" y="71"/>
                    <a:pt x="38" y="71"/>
                  </a:cubicBezTo>
                  <a:cubicBezTo>
                    <a:pt x="39" y="71"/>
                    <a:pt x="43" y="69"/>
                    <a:pt x="41" y="71"/>
                  </a:cubicBezTo>
                  <a:cubicBezTo>
                    <a:pt x="42" y="71"/>
                    <a:pt x="45" y="67"/>
                    <a:pt x="46" y="66"/>
                  </a:cubicBezTo>
                  <a:cubicBezTo>
                    <a:pt x="47" y="65"/>
                    <a:pt x="51" y="60"/>
                    <a:pt x="51" y="60"/>
                  </a:cubicBezTo>
                  <a:cubicBezTo>
                    <a:pt x="50" y="59"/>
                    <a:pt x="54" y="57"/>
                    <a:pt x="54" y="57"/>
                  </a:cubicBezTo>
                  <a:cubicBezTo>
                    <a:pt x="54" y="56"/>
                    <a:pt x="55" y="53"/>
                    <a:pt x="56" y="52"/>
                  </a:cubicBezTo>
                  <a:cubicBezTo>
                    <a:pt x="56" y="51"/>
                    <a:pt x="57" y="51"/>
                    <a:pt x="58" y="49"/>
                  </a:cubicBezTo>
                  <a:cubicBezTo>
                    <a:pt x="58" y="49"/>
                    <a:pt x="57" y="51"/>
                    <a:pt x="57" y="51"/>
                  </a:cubicBezTo>
                  <a:cubicBezTo>
                    <a:pt x="58" y="48"/>
                    <a:pt x="61" y="45"/>
                    <a:pt x="62" y="43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5" y="42"/>
                    <a:pt x="67" y="37"/>
                    <a:pt x="69" y="34"/>
                  </a:cubicBezTo>
                  <a:cubicBezTo>
                    <a:pt x="71" y="30"/>
                    <a:pt x="74" y="25"/>
                    <a:pt x="76" y="22"/>
                  </a:cubicBezTo>
                  <a:cubicBezTo>
                    <a:pt x="82" y="15"/>
                    <a:pt x="78" y="8"/>
                    <a:pt x="70" y="7"/>
                  </a:cubicBezTo>
                  <a:close/>
                  <a:moveTo>
                    <a:pt x="56" y="51"/>
                  </a:moveTo>
                  <a:cubicBezTo>
                    <a:pt x="56" y="51"/>
                    <a:pt x="57" y="51"/>
                    <a:pt x="57" y="51"/>
                  </a:cubicBezTo>
                  <a:cubicBezTo>
                    <a:pt x="56" y="51"/>
                    <a:pt x="56" y="51"/>
                    <a:pt x="56" y="51"/>
                  </a:cubicBezTo>
                  <a:close/>
                  <a:moveTo>
                    <a:pt x="66" y="38"/>
                  </a:moveTo>
                  <a:cubicBezTo>
                    <a:pt x="66" y="38"/>
                    <a:pt x="66" y="38"/>
                    <a:pt x="66" y="38"/>
                  </a:cubicBezTo>
                  <a:cubicBezTo>
                    <a:pt x="65" y="39"/>
                    <a:pt x="65" y="38"/>
                    <a:pt x="66" y="38"/>
                  </a:cubicBezTo>
                  <a:close/>
                  <a:moveTo>
                    <a:pt x="72" y="24"/>
                  </a:moveTo>
                  <a:cubicBezTo>
                    <a:pt x="70" y="28"/>
                    <a:pt x="67" y="35"/>
                    <a:pt x="64" y="38"/>
                  </a:cubicBezTo>
                  <a:cubicBezTo>
                    <a:pt x="64" y="37"/>
                    <a:pt x="64" y="37"/>
                    <a:pt x="65" y="36"/>
                  </a:cubicBezTo>
                  <a:cubicBezTo>
                    <a:pt x="64" y="37"/>
                    <a:pt x="61" y="39"/>
                    <a:pt x="61" y="41"/>
                  </a:cubicBezTo>
                  <a:cubicBezTo>
                    <a:pt x="62" y="40"/>
                    <a:pt x="62" y="40"/>
                    <a:pt x="62" y="39"/>
                  </a:cubicBezTo>
                  <a:cubicBezTo>
                    <a:pt x="62" y="42"/>
                    <a:pt x="60" y="44"/>
                    <a:pt x="59" y="45"/>
                  </a:cubicBezTo>
                  <a:cubicBezTo>
                    <a:pt x="56" y="48"/>
                    <a:pt x="54" y="53"/>
                    <a:pt x="51" y="56"/>
                  </a:cubicBezTo>
                  <a:cubicBezTo>
                    <a:pt x="49" y="59"/>
                    <a:pt x="47" y="62"/>
                    <a:pt x="44" y="65"/>
                  </a:cubicBezTo>
                  <a:cubicBezTo>
                    <a:pt x="44" y="66"/>
                    <a:pt x="40" y="69"/>
                    <a:pt x="39" y="70"/>
                  </a:cubicBezTo>
                  <a:cubicBezTo>
                    <a:pt x="38" y="70"/>
                    <a:pt x="38" y="69"/>
                    <a:pt x="36" y="68"/>
                  </a:cubicBezTo>
                  <a:cubicBezTo>
                    <a:pt x="37" y="68"/>
                    <a:pt x="35" y="67"/>
                    <a:pt x="35" y="67"/>
                  </a:cubicBezTo>
                  <a:cubicBezTo>
                    <a:pt x="35" y="66"/>
                    <a:pt x="29" y="63"/>
                    <a:pt x="28" y="62"/>
                  </a:cubicBezTo>
                  <a:cubicBezTo>
                    <a:pt x="27" y="62"/>
                    <a:pt x="23" y="58"/>
                    <a:pt x="23" y="58"/>
                  </a:cubicBezTo>
                  <a:cubicBezTo>
                    <a:pt x="20" y="57"/>
                    <a:pt x="19" y="56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6" y="53"/>
                    <a:pt x="0" y="44"/>
                    <a:pt x="1" y="43"/>
                  </a:cubicBezTo>
                  <a:cubicBezTo>
                    <a:pt x="1" y="42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3" y="37"/>
                    <a:pt x="3" y="38"/>
                  </a:cubicBezTo>
                  <a:cubicBezTo>
                    <a:pt x="3" y="38"/>
                    <a:pt x="6" y="33"/>
                    <a:pt x="7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10" y="28"/>
                    <a:pt x="10" y="28"/>
                  </a:cubicBezTo>
                  <a:cubicBezTo>
                    <a:pt x="10" y="28"/>
                    <a:pt x="12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7" y="32"/>
                    <a:pt x="18" y="33"/>
                  </a:cubicBezTo>
                  <a:cubicBezTo>
                    <a:pt x="19" y="33"/>
                    <a:pt x="23" y="36"/>
                    <a:pt x="22" y="36"/>
                  </a:cubicBezTo>
                  <a:cubicBezTo>
                    <a:pt x="24" y="38"/>
                    <a:pt x="28" y="41"/>
                    <a:pt x="32" y="42"/>
                  </a:cubicBezTo>
                  <a:cubicBezTo>
                    <a:pt x="32" y="46"/>
                    <a:pt x="40" y="40"/>
                    <a:pt x="41" y="39"/>
                  </a:cubicBezTo>
                  <a:cubicBezTo>
                    <a:pt x="41" y="39"/>
                    <a:pt x="44" y="35"/>
                    <a:pt x="45" y="33"/>
                  </a:cubicBezTo>
                  <a:cubicBezTo>
                    <a:pt x="44" y="38"/>
                    <a:pt x="45" y="34"/>
                    <a:pt x="45" y="34"/>
                  </a:cubicBezTo>
                  <a:cubicBezTo>
                    <a:pt x="45" y="30"/>
                    <a:pt x="52" y="23"/>
                    <a:pt x="54" y="21"/>
                  </a:cubicBezTo>
                  <a:cubicBezTo>
                    <a:pt x="52" y="22"/>
                    <a:pt x="55" y="19"/>
                    <a:pt x="55" y="18"/>
                  </a:cubicBezTo>
                  <a:cubicBezTo>
                    <a:pt x="57" y="15"/>
                    <a:pt x="60" y="13"/>
                    <a:pt x="61" y="10"/>
                  </a:cubicBezTo>
                  <a:cubicBezTo>
                    <a:pt x="64" y="5"/>
                    <a:pt x="70" y="10"/>
                    <a:pt x="73" y="12"/>
                  </a:cubicBezTo>
                  <a:cubicBezTo>
                    <a:pt x="79" y="15"/>
                    <a:pt x="75" y="19"/>
                    <a:pt x="72" y="24"/>
                  </a:cubicBezTo>
                  <a:close/>
                  <a:moveTo>
                    <a:pt x="62" y="40"/>
                  </a:moveTo>
                  <a:cubicBezTo>
                    <a:pt x="62" y="39"/>
                    <a:pt x="62" y="39"/>
                    <a:pt x="62" y="40"/>
                  </a:cubicBezTo>
                  <a:cubicBezTo>
                    <a:pt x="62" y="39"/>
                    <a:pt x="62" y="40"/>
                    <a:pt x="62" y="4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Freeform 10251"/>
            <p:cNvSpPr>
              <a:spLocks/>
            </p:cNvSpPr>
            <p:nvPr/>
          </p:nvSpPr>
          <p:spPr bwMode="auto">
            <a:xfrm>
              <a:off x="139700" y="244475"/>
              <a:ext cx="25400" cy="11113"/>
            </a:xfrm>
            <a:custGeom>
              <a:avLst/>
              <a:gdLst>
                <a:gd name="T0" fmla="*/ 1 w 7"/>
                <a:gd name="T1" fmla="*/ 3 h 3"/>
                <a:gd name="T2" fmla="*/ 7 w 7"/>
                <a:gd name="T3" fmla="*/ 0 h 3"/>
                <a:gd name="T4" fmla="*/ 6 w 7"/>
                <a:gd name="T5" fmla="*/ 0 h 3"/>
                <a:gd name="T6" fmla="*/ 1 w 7"/>
                <a:gd name="T7" fmla="*/ 3 h 3"/>
                <a:gd name="T8" fmla="*/ 1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Freeform 10252"/>
            <p:cNvSpPr>
              <a:spLocks/>
            </p:cNvSpPr>
            <p:nvPr/>
          </p:nvSpPr>
          <p:spPr bwMode="auto">
            <a:xfrm>
              <a:off x="134938" y="219075"/>
              <a:ext cx="57150" cy="33338"/>
            </a:xfrm>
            <a:custGeom>
              <a:avLst/>
              <a:gdLst>
                <a:gd name="T0" fmla="*/ 14 w 15"/>
                <a:gd name="T1" fmla="*/ 0 h 9"/>
                <a:gd name="T2" fmla="*/ 0 w 15"/>
                <a:gd name="T3" fmla="*/ 9 h 9"/>
                <a:gd name="T4" fmla="*/ 1 w 15"/>
                <a:gd name="T5" fmla="*/ 9 h 9"/>
                <a:gd name="T6" fmla="*/ 15 w 15"/>
                <a:gd name="T7" fmla="*/ 0 h 9"/>
                <a:gd name="T8" fmla="*/ 14 w 15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4" y="0"/>
                  </a:moveTo>
                  <a:cubicBezTo>
                    <a:pt x="9" y="3"/>
                    <a:pt x="5" y="5"/>
                    <a:pt x="0" y="9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5" y="6"/>
                    <a:pt x="10" y="3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Freeform 10253"/>
            <p:cNvSpPr>
              <a:spLocks/>
            </p:cNvSpPr>
            <p:nvPr/>
          </p:nvSpPr>
          <p:spPr bwMode="auto">
            <a:xfrm>
              <a:off x="123825" y="200025"/>
              <a:ext cx="79375" cy="44450"/>
            </a:xfrm>
            <a:custGeom>
              <a:avLst/>
              <a:gdLst>
                <a:gd name="T0" fmla="*/ 1 w 21"/>
                <a:gd name="T1" fmla="*/ 12 h 12"/>
                <a:gd name="T2" fmla="*/ 21 w 21"/>
                <a:gd name="T3" fmla="*/ 0 h 12"/>
                <a:gd name="T4" fmla="*/ 21 w 21"/>
                <a:gd name="T5" fmla="*/ 0 h 12"/>
                <a:gd name="T6" fmla="*/ 1 w 21"/>
                <a:gd name="T7" fmla="*/ 12 h 12"/>
                <a:gd name="T8" fmla="*/ 1 w 21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1" y="12"/>
                  </a:moveTo>
                  <a:cubicBezTo>
                    <a:pt x="8" y="9"/>
                    <a:pt x="14" y="4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4" y="4"/>
                    <a:pt x="8" y="8"/>
                    <a:pt x="1" y="12"/>
                  </a:cubicBezTo>
                  <a:cubicBezTo>
                    <a:pt x="0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Freeform 10254"/>
            <p:cNvSpPr>
              <a:spLocks/>
            </p:cNvSpPr>
            <p:nvPr/>
          </p:nvSpPr>
          <p:spPr bwMode="auto">
            <a:xfrm>
              <a:off x="115888" y="184150"/>
              <a:ext cx="98425" cy="57150"/>
            </a:xfrm>
            <a:custGeom>
              <a:avLst/>
              <a:gdLst>
                <a:gd name="T0" fmla="*/ 25 w 26"/>
                <a:gd name="T1" fmla="*/ 0 h 15"/>
                <a:gd name="T2" fmla="*/ 1 w 26"/>
                <a:gd name="T3" fmla="*/ 15 h 15"/>
                <a:gd name="T4" fmla="*/ 1 w 26"/>
                <a:gd name="T5" fmla="*/ 15 h 15"/>
                <a:gd name="T6" fmla="*/ 25 w 26"/>
                <a:gd name="T7" fmla="*/ 0 h 15"/>
                <a:gd name="T8" fmla="*/ 25 w 26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5">
                  <a:moveTo>
                    <a:pt x="25" y="0"/>
                  </a:moveTo>
                  <a:cubicBezTo>
                    <a:pt x="17" y="4"/>
                    <a:pt x="8" y="9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9" y="9"/>
                    <a:pt x="17" y="5"/>
                    <a:pt x="25" y="0"/>
                  </a:cubicBezTo>
                  <a:cubicBezTo>
                    <a:pt x="26" y="0"/>
                    <a:pt x="25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Freeform 10255"/>
            <p:cNvSpPr>
              <a:spLocks/>
            </p:cNvSpPr>
            <p:nvPr/>
          </p:nvSpPr>
          <p:spPr bwMode="auto">
            <a:xfrm>
              <a:off x="101600" y="161925"/>
              <a:ext cx="127000" cy="71438"/>
            </a:xfrm>
            <a:custGeom>
              <a:avLst/>
              <a:gdLst>
                <a:gd name="T0" fmla="*/ 1 w 34"/>
                <a:gd name="T1" fmla="*/ 18 h 19"/>
                <a:gd name="T2" fmla="*/ 33 w 34"/>
                <a:gd name="T3" fmla="*/ 1 h 19"/>
                <a:gd name="T4" fmla="*/ 33 w 34"/>
                <a:gd name="T5" fmla="*/ 0 h 19"/>
                <a:gd name="T6" fmla="*/ 1 w 34"/>
                <a:gd name="T7" fmla="*/ 18 h 19"/>
                <a:gd name="T8" fmla="*/ 1 w 34"/>
                <a:gd name="T9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9">
                  <a:moveTo>
                    <a:pt x="1" y="18"/>
                  </a:moveTo>
                  <a:cubicBezTo>
                    <a:pt x="12" y="13"/>
                    <a:pt x="22" y="6"/>
                    <a:pt x="33" y="1"/>
                  </a:cubicBezTo>
                  <a:cubicBezTo>
                    <a:pt x="34" y="1"/>
                    <a:pt x="33" y="0"/>
                    <a:pt x="33" y="0"/>
                  </a:cubicBezTo>
                  <a:cubicBezTo>
                    <a:pt x="22" y="6"/>
                    <a:pt x="12" y="12"/>
                    <a:pt x="1" y="18"/>
                  </a:cubicBezTo>
                  <a:cubicBezTo>
                    <a:pt x="0" y="18"/>
                    <a:pt x="1" y="19"/>
                    <a:pt x="1" y="1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Freeform 10256"/>
            <p:cNvSpPr>
              <a:spLocks/>
            </p:cNvSpPr>
            <p:nvPr/>
          </p:nvSpPr>
          <p:spPr bwMode="auto">
            <a:xfrm>
              <a:off x="93663" y="139700"/>
              <a:ext cx="153988" cy="90488"/>
            </a:xfrm>
            <a:custGeom>
              <a:avLst/>
              <a:gdLst>
                <a:gd name="T0" fmla="*/ 40 w 41"/>
                <a:gd name="T1" fmla="*/ 0 h 24"/>
                <a:gd name="T2" fmla="*/ 1 w 41"/>
                <a:gd name="T3" fmla="*/ 23 h 24"/>
                <a:gd name="T4" fmla="*/ 1 w 41"/>
                <a:gd name="T5" fmla="*/ 23 h 24"/>
                <a:gd name="T6" fmla="*/ 41 w 41"/>
                <a:gd name="T7" fmla="*/ 0 h 24"/>
                <a:gd name="T8" fmla="*/ 40 w 4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24">
                  <a:moveTo>
                    <a:pt x="40" y="0"/>
                  </a:moveTo>
                  <a:cubicBezTo>
                    <a:pt x="27" y="8"/>
                    <a:pt x="14" y="15"/>
                    <a:pt x="1" y="23"/>
                  </a:cubicBezTo>
                  <a:cubicBezTo>
                    <a:pt x="0" y="23"/>
                    <a:pt x="1" y="24"/>
                    <a:pt x="1" y="23"/>
                  </a:cubicBezTo>
                  <a:cubicBezTo>
                    <a:pt x="14" y="15"/>
                    <a:pt x="27" y="8"/>
                    <a:pt x="41" y="0"/>
                  </a:cubicBezTo>
                  <a:cubicBezTo>
                    <a:pt x="41" y="0"/>
                    <a:pt x="41" y="0"/>
                    <a:pt x="4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Freeform 10257"/>
            <p:cNvSpPr>
              <a:spLocks/>
            </p:cNvSpPr>
            <p:nvPr/>
          </p:nvSpPr>
          <p:spPr bwMode="auto">
            <a:xfrm>
              <a:off x="71438" y="117475"/>
              <a:ext cx="192088" cy="93663"/>
            </a:xfrm>
            <a:custGeom>
              <a:avLst/>
              <a:gdLst>
                <a:gd name="T0" fmla="*/ 0 w 51"/>
                <a:gd name="T1" fmla="*/ 25 h 25"/>
                <a:gd name="T2" fmla="*/ 51 w 51"/>
                <a:gd name="T3" fmla="*/ 0 h 25"/>
                <a:gd name="T4" fmla="*/ 50 w 51"/>
                <a:gd name="T5" fmla="*/ 0 h 25"/>
                <a:gd name="T6" fmla="*/ 0 w 51"/>
                <a:gd name="T7" fmla="*/ 25 h 25"/>
                <a:gd name="T8" fmla="*/ 0 w 51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5">
                  <a:moveTo>
                    <a:pt x="0" y="25"/>
                  </a:moveTo>
                  <a:cubicBezTo>
                    <a:pt x="18" y="17"/>
                    <a:pt x="34" y="8"/>
                    <a:pt x="51" y="0"/>
                  </a:cubicBezTo>
                  <a:cubicBezTo>
                    <a:pt x="51" y="0"/>
                    <a:pt x="51" y="0"/>
                    <a:pt x="50" y="0"/>
                  </a:cubicBezTo>
                  <a:cubicBezTo>
                    <a:pt x="34" y="8"/>
                    <a:pt x="17" y="17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Freeform 10258"/>
            <p:cNvSpPr>
              <a:spLocks/>
            </p:cNvSpPr>
            <p:nvPr/>
          </p:nvSpPr>
          <p:spPr bwMode="auto">
            <a:xfrm>
              <a:off x="63500" y="82550"/>
              <a:ext cx="214313" cy="123825"/>
            </a:xfrm>
            <a:custGeom>
              <a:avLst/>
              <a:gdLst>
                <a:gd name="T0" fmla="*/ 56 w 57"/>
                <a:gd name="T1" fmla="*/ 0 h 33"/>
                <a:gd name="T2" fmla="*/ 1 w 57"/>
                <a:gd name="T3" fmla="*/ 33 h 33"/>
                <a:gd name="T4" fmla="*/ 1 w 57"/>
                <a:gd name="T5" fmla="*/ 33 h 33"/>
                <a:gd name="T6" fmla="*/ 56 w 57"/>
                <a:gd name="T7" fmla="*/ 0 h 33"/>
                <a:gd name="T8" fmla="*/ 56 w 57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3">
                  <a:moveTo>
                    <a:pt x="56" y="0"/>
                  </a:moveTo>
                  <a:cubicBezTo>
                    <a:pt x="37" y="10"/>
                    <a:pt x="18" y="20"/>
                    <a:pt x="1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18" y="20"/>
                    <a:pt x="37" y="10"/>
                    <a:pt x="56" y="0"/>
                  </a:cubicBezTo>
                  <a:cubicBezTo>
                    <a:pt x="57" y="0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Freeform 10259"/>
            <p:cNvSpPr>
              <a:spLocks/>
            </p:cNvSpPr>
            <p:nvPr/>
          </p:nvSpPr>
          <p:spPr bwMode="auto">
            <a:xfrm>
              <a:off x="157163" y="76200"/>
              <a:ext cx="120650" cy="55563"/>
            </a:xfrm>
            <a:custGeom>
              <a:avLst/>
              <a:gdLst>
                <a:gd name="T0" fmla="*/ 1 w 32"/>
                <a:gd name="T1" fmla="*/ 15 h 15"/>
                <a:gd name="T2" fmla="*/ 32 w 32"/>
                <a:gd name="T3" fmla="*/ 1 h 15"/>
                <a:gd name="T4" fmla="*/ 32 w 32"/>
                <a:gd name="T5" fmla="*/ 0 h 15"/>
                <a:gd name="T6" fmla="*/ 1 w 32"/>
                <a:gd name="T7" fmla="*/ 15 h 15"/>
                <a:gd name="T8" fmla="*/ 1 w 32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5">
                  <a:moveTo>
                    <a:pt x="1" y="15"/>
                  </a:moveTo>
                  <a:cubicBezTo>
                    <a:pt x="11" y="10"/>
                    <a:pt x="21" y="5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1" y="5"/>
                    <a:pt x="11" y="10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Freeform 10260"/>
            <p:cNvSpPr>
              <a:spLocks/>
            </p:cNvSpPr>
            <p:nvPr/>
          </p:nvSpPr>
          <p:spPr bwMode="auto">
            <a:xfrm>
              <a:off x="41275" y="158750"/>
              <a:ext cx="71438" cy="36513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8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2" y="3"/>
                    <a:pt x="7" y="6"/>
                    <a:pt x="1" y="9"/>
                  </a:cubicBezTo>
                  <a:cubicBezTo>
                    <a:pt x="0" y="9"/>
                    <a:pt x="1" y="10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Freeform 10261"/>
            <p:cNvSpPr>
              <a:spLocks/>
            </p:cNvSpPr>
            <p:nvPr/>
          </p:nvSpPr>
          <p:spPr bwMode="auto">
            <a:xfrm>
              <a:off x="38100" y="147638"/>
              <a:ext cx="63500" cy="41275"/>
            </a:xfrm>
            <a:custGeom>
              <a:avLst/>
              <a:gdLst>
                <a:gd name="T0" fmla="*/ 16 w 17"/>
                <a:gd name="T1" fmla="*/ 0 h 11"/>
                <a:gd name="T2" fmla="*/ 0 w 17"/>
                <a:gd name="T3" fmla="*/ 11 h 11"/>
                <a:gd name="T4" fmla="*/ 1 w 17"/>
                <a:gd name="T5" fmla="*/ 11 h 11"/>
                <a:gd name="T6" fmla="*/ 17 w 17"/>
                <a:gd name="T7" fmla="*/ 0 h 11"/>
                <a:gd name="T8" fmla="*/ 16 w 1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6" y="0"/>
                  </a:moveTo>
                  <a:cubicBezTo>
                    <a:pt x="11" y="4"/>
                    <a:pt x="6" y="7"/>
                    <a:pt x="0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6" y="7"/>
                    <a:pt x="11" y="4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Freeform 10262"/>
            <p:cNvSpPr>
              <a:spLocks/>
            </p:cNvSpPr>
            <p:nvPr/>
          </p:nvSpPr>
          <p:spPr bwMode="auto">
            <a:xfrm>
              <a:off x="187325" y="52388"/>
              <a:ext cx="98425" cy="49213"/>
            </a:xfrm>
            <a:custGeom>
              <a:avLst/>
              <a:gdLst>
                <a:gd name="T0" fmla="*/ 25 w 26"/>
                <a:gd name="T1" fmla="*/ 0 h 13"/>
                <a:gd name="T2" fmla="*/ 0 w 26"/>
                <a:gd name="T3" fmla="*/ 12 h 13"/>
                <a:gd name="T4" fmla="*/ 0 w 26"/>
                <a:gd name="T5" fmla="*/ 13 h 13"/>
                <a:gd name="T6" fmla="*/ 26 w 26"/>
                <a:gd name="T7" fmla="*/ 0 h 13"/>
                <a:gd name="T8" fmla="*/ 25 w 26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3">
                  <a:moveTo>
                    <a:pt x="25" y="0"/>
                  </a:moveTo>
                  <a:cubicBezTo>
                    <a:pt x="17" y="4"/>
                    <a:pt x="8" y="8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9" y="8"/>
                    <a:pt x="17" y="4"/>
                    <a:pt x="26" y="0"/>
                  </a:cubicBezTo>
                  <a:cubicBezTo>
                    <a:pt x="26" y="0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Freeform 10263"/>
            <p:cNvSpPr>
              <a:spLocks/>
            </p:cNvSpPr>
            <p:nvPr/>
          </p:nvSpPr>
          <p:spPr bwMode="auto">
            <a:xfrm>
              <a:off x="195263" y="49213"/>
              <a:ext cx="90488" cy="41275"/>
            </a:xfrm>
            <a:custGeom>
              <a:avLst/>
              <a:gdLst>
                <a:gd name="T0" fmla="*/ 0 w 24"/>
                <a:gd name="T1" fmla="*/ 11 h 11"/>
                <a:gd name="T2" fmla="*/ 24 w 24"/>
                <a:gd name="T3" fmla="*/ 0 h 11"/>
                <a:gd name="T4" fmla="*/ 23 w 24"/>
                <a:gd name="T5" fmla="*/ 0 h 11"/>
                <a:gd name="T6" fmla="*/ 0 w 24"/>
                <a:gd name="T7" fmla="*/ 10 h 11"/>
                <a:gd name="T8" fmla="*/ 0 w 24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cubicBezTo>
                    <a:pt x="8" y="7"/>
                    <a:pt x="16" y="3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15" y="3"/>
                    <a:pt x="8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Freeform 10264"/>
            <p:cNvSpPr>
              <a:spLocks/>
            </p:cNvSpPr>
            <p:nvPr/>
          </p:nvSpPr>
          <p:spPr bwMode="auto">
            <a:xfrm>
              <a:off x="19050" y="142875"/>
              <a:ext cx="71438" cy="38100"/>
            </a:xfrm>
            <a:custGeom>
              <a:avLst/>
              <a:gdLst>
                <a:gd name="T0" fmla="*/ 1 w 19"/>
                <a:gd name="T1" fmla="*/ 9 h 10"/>
                <a:gd name="T2" fmla="*/ 19 w 19"/>
                <a:gd name="T3" fmla="*/ 0 h 10"/>
                <a:gd name="T4" fmla="*/ 19 w 19"/>
                <a:gd name="T5" fmla="*/ 0 h 10"/>
                <a:gd name="T6" fmla="*/ 1 w 19"/>
                <a:gd name="T7" fmla="*/ 9 h 10"/>
                <a:gd name="T8" fmla="*/ 1 w 19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1" y="9"/>
                  </a:moveTo>
                  <a:cubicBezTo>
                    <a:pt x="7" y="6"/>
                    <a:pt x="13" y="3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3"/>
                    <a:pt x="7" y="6"/>
                    <a:pt x="1" y="9"/>
                  </a:cubicBezTo>
                  <a:cubicBezTo>
                    <a:pt x="0" y="10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Freeform 10265"/>
            <p:cNvSpPr>
              <a:spLocks/>
            </p:cNvSpPr>
            <p:nvPr/>
          </p:nvSpPr>
          <p:spPr bwMode="auto">
            <a:xfrm>
              <a:off x="11113" y="131763"/>
              <a:ext cx="68263" cy="38100"/>
            </a:xfrm>
            <a:custGeom>
              <a:avLst/>
              <a:gdLst>
                <a:gd name="T0" fmla="*/ 18 w 18"/>
                <a:gd name="T1" fmla="*/ 0 h 10"/>
                <a:gd name="T2" fmla="*/ 0 w 18"/>
                <a:gd name="T3" fmla="*/ 10 h 10"/>
                <a:gd name="T4" fmla="*/ 0 w 18"/>
                <a:gd name="T5" fmla="*/ 10 h 10"/>
                <a:gd name="T6" fmla="*/ 18 w 18"/>
                <a:gd name="T7" fmla="*/ 0 h 10"/>
                <a:gd name="T8" fmla="*/ 18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8" y="0"/>
                  </a:moveTo>
                  <a:cubicBezTo>
                    <a:pt x="12" y="3"/>
                    <a:pt x="6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7"/>
                    <a:pt x="12" y="3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Freeform 10266"/>
            <p:cNvSpPr>
              <a:spLocks/>
            </p:cNvSpPr>
            <p:nvPr/>
          </p:nvSpPr>
          <p:spPr bwMode="auto">
            <a:xfrm>
              <a:off x="222250" y="30163"/>
              <a:ext cx="44450" cy="26988"/>
            </a:xfrm>
            <a:custGeom>
              <a:avLst/>
              <a:gdLst>
                <a:gd name="T0" fmla="*/ 11 w 12"/>
                <a:gd name="T1" fmla="*/ 1 h 7"/>
                <a:gd name="T2" fmla="*/ 0 w 12"/>
                <a:gd name="T3" fmla="*/ 7 h 7"/>
                <a:gd name="T4" fmla="*/ 0 w 12"/>
                <a:gd name="T5" fmla="*/ 7 h 7"/>
                <a:gd name="T6" fmla="*/ 12 w 12"/>
                <a:gd name="T7" fmla="*/ 1 h 7"/>
                <a:gd name="T8" fmla="*/ 11 w 12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1" y="1"/>
                  </a:moveTo>
                  <a:cubicBezTo>
                    <a:pt x="8" y="3"/>
                    <a:pt x="4" y="5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8" y="3"/>
                    <a:pt x="12" y="1"/>
                  </a:cubicBezTo>
                  <a:cubicBezTo>
                    <a:pt x="12" y="1"/>
                    <a:pt x="12" y="0"/>
                    <a:pt x="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Freeform 10267"/>
            <p:cNvSpPr>
              <a:spLocks/>
            </p:cNvSpPr>
            <p:nvPr/>
          </p:nvSpPr>
          <p:spPr bwMode="auto">
            <a:xfrm>
              <a:off x="228600" y="26988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1 h 4"/>
                <a:gd name="T4" fmla="*/ 8 w 8"/>
                <a:gd name="T5" fmla="*/ 0 h 4"/>
                <a:gd name="T6" fmla="*/ 0 w 8"/>
                <a:gd name="T7" fmla="*/ 3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4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Freeform 10268"/>
            <p:cNvSpPr>
              <a:spLocks/>
            </p:cNvSpPr>
            <p:nvPr/>
          </p:nvSpPr>
          <p:spPr bwMode="auto">
            <a:xfrm>
              <a:off x="7938" y="117475"/>
              <a:ext cx="60325" cy="30163"/>
            </a:xfrm>
            <a:custGeom>
              <a:avLst/>
              <a:gdLst>
                <a:gd name="T0" fmla="*/ 0 w 16"/>
                <a:gd name="T1" fmla="*/ 8 h 8"/>
                <a:gd name="T2" fmla="*/ 15 w 16"/>
                <a:gd name="T3" fmla="*/ 1 h 8"/>
                <a:gd name="T4" fmla="*/ 15 w 16"/>
                <a:gd name="T5" fmla="*/ 1 h 8"/>
                <a:gd name="T6" fmla="*/ 0 w 16"/>
                <a:gd name="T7" fmla="*/ 8 h 8"/>
                <a:gd name="T8" fmla="*/ 0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0" y="8"/>
                  </a:moveTo>
                  <a:cubicBezTo>
                    <a:pt x="5" y="6"/>
                    <a:pt x="10" y="3"/>
                    <a:pt x="15" y="1"/>
                  </a:cubicBezTo>
                  <a:cubicBezTo>
                    <a:pt x="16" y="1"/>
                    <a:pt x="15" y="0"/>
                    <a:pt x="15" y="1"/>
                  </a:cubicBezTo>
                  <a:cubicBezTo>
                    <a:pt x="10" y="3"/>
                    <a:pt x="5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Freeform 10269"/>
            <p:cNvSpPr>
              <a:spLocks/>
            </p:cNvSpPr>
            <p:nvPr/>
          </p:nvSpPr>
          <p:spPr bwMode="auto">
            <a:xfrm>
              <a:off x="15875" y="109538"/>
              <a:ext cx="36513" cy="22225"/>
            </a:xfrm>
            <a:custGeom>
              <a:avLst/>
              <a:gdLst>
                <a:gd name="T0" fmla="*/ 10 w 10"/>
                <a:gd name="T1" fmla="*/ 0 h 6"/>
                <a:gd name="T2" fmla="*/ 0 w 10"/>
                <a:gd name="T3" fmla="*/ 6 h 6"/>
                <a:gd name="T4" fmla="*/ 0 w 10"/>
                <a:gd name="T5" fmla="*/ 6 h 6"/>
                <a:gd name="T6" fmla="*/ 10 w 10"/>
                <a:gd name="T7" fmla="*/ 1 h 6"/>
                <a:gd name="T8" fmla="*/ 10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0"/>
                  </a:moveTo>
                  <a:cubicBezTo>
                    <a:pt x="7" y="2"/>
                    <a:pt x="3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7" y="2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479168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平行四边形 2"/>
          <p:cNvSpPr>
            <a:spLocks noChangeArrowheads="1"/>
          </p:cNvSpPr>
          <p:nvPr/>
        </p:nvSpPr>
        <p:spPr bwMode="auto">
          <a:xfrm>
            <a:off x="5021263" y="2535238"/>
            <a:ext cx="6096000" cy="1076325"/>
          </a:xfrm>
          <a:prstGeom prst="parallelogram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4400" b="1" i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4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484" name="直接连接符 15"/>
          <p:cNvCxnSpPr>
            <a:cxnSpLocks noChangeShapeType="1"/>
          </p:cNvCxnSpPr>
          <p:nvPr/>
        </p:nvCxnSpPr>
        <p:spPr bwMode="auto">
          <a:xfrm flipV="1">
            <a:off x="4830763" y="3649616"/>
            <a:ext cx="5910977" cy="25447"/>
          </a:xfrm>
          <a:prstGeom prst="line">
            <a:avLst/>
          </a:prstGeom>
          <a:noFill/>
          <a:ln w="12700" cmpd="sng">
            <a:solidFill>
              <a:srgbClr val="D9D9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5" name="矩形 5"/>
          <p:cNvSpPr>
            <a:spLocks noChangeArrowheads="1"/>
          </p:cNvSpPr>
          <p:nvPr/>
        </p:nvSpPr>
        <p:spPr bwMode="auto">
          <a:xfrm>
            <a:off x="4830763" y="2844800"/>
            <a:ext cx="59109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</a:t>
            </a:r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组织结构模型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486" name="Group 6"/>
          <p:cNvGrpSpPr>
            <a:grpSpLocks/>
          </p:cNvGrpSpPr>
          <p:nvPr/>
        </p:nvGrpSpPr>
        <p:grpSpPr bwMode="auto">
          <a:xfrm>
            <a:off x="2195513" y="2008188"/>
            <a:ext cx="2235200" cy="2857500"/>
            <a:chOff x="0" y="0"/>
            <a:chExt cx="650875" cy="831850"/>
          </a:xfrm>
        </p:grpSpPr>
        <p:sp>
          <p:nvSpPr>
            <p:cNvPr id="20487" name="Freeform 9375"/>
            <p:cNvSpPr>
              <a:spLocks noEditPoints="1"/>
            </p:cNvSpPr>
            <p:nvPr/>
          </p:nvSpPr>
          <p:spPr bwMode="auto">
            <a:xfrm>
              <a:off x="0" y="3175"/>
              <a:ext cx="650875" cy="828675"/>
            </a:xfrm>
            <a:custGeom>
              <a:avLst/>
              <a:gdLst>
                <a:gd name="T0" fmla="*/ 166 w 173"/>
                <a:gd name="T1" fmla="*/ 128 h 220"/>
                <a:gd name="T2" fmla="*/ 160 w 173"/>
                <a:gd name="T3" fmla="*/ 68 h 220"/>
                <a:gd name="T4" fmla="*/ 145 w 173"/>
                <a:gd name="T5" fmla="*/ 69 h 220"/>
                <a:gd name="T6" fmla="*/ 133 w 173"/>
                <a:gd name="T7" fmla="*/ 71 h 220"/>
                <a:gd name="T8" fmla="*/ 106 w 173"/>
                <a:gd name="T9" fmla="*/ 70 h 220"/>
                <a:gd name="T10" fmla="*/ 158 w 173"/>
                <a:gd name="T11" fmla="*/ 72 h 220"/>
                <a:gd name="T12" fmla="*/ 163 w 173"/>
                <a:gd name="T13" fmla="*/ 78 h 220"/>
                <a:gd name="T14" fmla="*/ 163 w 173"/>
                <a:gd name="T15" fmla="*/ 95 h 220"/>
                <a:gd name="T16" fmla="*/ 163 w 173"/>
                <a:gd name="T17" fmla="*/ 121 h 220"/>
                <a:gd name="T18" fmla="*/ 163 w 173"/>
                <a:gd name="T19" fmla="*/ 128 h 220"/>
                <a:gd name="T20" fmla="*/ 163 w 173"/>
                <a:gd name="T21" fmla="*/ 143 h 220"/>
                <a:gd name="T22" fmla="*/ 163 w 173"/>
                <a:gd name="T23" fmla="*/ 158 h 220"/>
                <a:gd name="T24" fmla="*/ 163 w 173"/>
                <a:gd name="T25" fmla="*/ 188 h 220"/>
                <a:gd name="T26" fmla="*/ 161 w 173"/>
                <a:gd name="T27" fmla="*/ 200 h 220"/>
                <a:gd name="T28" fmla="*/ 161 w 173"/>
                <a:gd name="T29" fmla="*/ 201 h 220"/>
                <a:gd name="T30" fmla="*/ 153 w 173"/>
                <a:gd name="T31" fmla="*/ 209 h 220"/>
                <a:gd name="T32" fmla="*/ 123 w 173"/>
                <a:gd name="T33" fmla="*/ 210 h 220"/>
                <a:gd name="T34" fmla="*/ 58 w 173"/>
                <a:gd name="T35" fmla="*/ 211 h 220"/>
                <a:gd name="T36" fmla="*/ 35 w 173"/>
                <a:gd name="T37" fmla="*/ 213 h 220"/>
                <a:gd name="T38" fmla="*/ 36 w 173"/>
                <a:gd name="T39" fmla="*/ 212 h 220"/>
                <a:gd name="T40" fmla="*/ 7 w 173"/>
                <a:gd name="T41" fmla="*/ 197 h 220"/>
                <a:gd name="T42" fmla="*/ 8 w 173"/>
                <a:gd name="T43" fmla="*/ 188 h 220"/>
                <a:gd name="T44" fmla="*/ 9 w 173"/>
                <a:gd name="T45" fmla="*/ 75 h 220"/>
                <a:gd name="T46" fmla="*/ 24 w 173"/>
                <a:gd name="T47" fmla="*/ 9 h 220"/>
                <a:gd name="T48" fmla="*/ 35 w 173"/>
                <a:gd name="T49" fmla="*/ 10 h 220"/>
                <a:gd name="T50" fmla="*/ 53 w 173"/>
                <a:gd name="T51" fmla="*/ 10 h 220"/>
                <a:gd name="T52" fmla="*/ 101 w 173"/>
                <a:gd name="T53" fmla="*/ 57 h 220"/>
                <a:gd name="T54" fmla="*/ 100 w 173"/>
                <a:gd name="T55" fmla="*/ 61 h 220"/>
                <a:gd name="T56" fmla="*/ 102 w 173"/>
                <a:gd name="T57" fmla="*/ 60 h 220"/>
                <a:gd name="T58" fmla="*/ 102 w 173"/>
                <a:gd name="T59" fmla="*/ 58 h 220"/>
                <a:gd name="T60" fmla="*/ 102 w 173"/>
                <a:gd name="T61" fmla="*/ 58 h 220"/>
                <a:gd name="T62" fmla="*/ 105 w 173"/>
                <a:gd name="T63" fmla="*/ 54 h 220"/>
                <a:gd name="T64" fmla="*/ 106 w 173"/>
                <a:gd name="T65" fmla="*/ 28 h 220"/>
                <a:gd name="T66" fmla="*/ 101 w 173"/>
                <a:gd name="T67" fmla="*/ 7 h 220"/>
                <a:gd name="T68" fmla="*/ 101 w 173"/>
                <a:gd name="T69" fmla="*/ 7 h 220"/>
                <a:gd name="T70" fmla="*/ 70 w 173"/>
                <a:gd name="T71" fmla="*/ 6 h 220"/>
                <a:gd name="T72" fmla="*/ 63 w 173"/>
                <a:gd name="T73" fmla="*/ 6 h 220"/>
                <a:gd name="T74" fmla="*/ 47 w 173"/>
                <a:gd name="T75" fmla="*/ 4 h 220"/>
                <a:gd name="T76" fmla="*/ 44 w 173"/>
                <a:gd name="T77" fmla="*/ 5 h 220"/>
                <a:gd name="T78" fmla="*/ 2 w 173"/>
                <a:gd name="T79" fmla="*/ 46 h 220"/>
                <a:gd name="T80" fmla="*/ 3 w 173"/>
                <a:gd name="T81" fmla="*/ 115 h 220"/>
                <a:gd name="T82" fmla="*/ 23 w 173"/>
                <a:gd name="T83" fmla="*/ 219 h 220"/>
                <a:gd name="T84" fmla="*/ 149 w 173"/>
                <a:gd name="T85" fmla="*/ 215 h 220"/>
                <a:gd name="T86" fmla="*/ 168 w 173"/>
                <a:gd name="T87" fmla="*/ 157 h 220"/>
                <a:gd name="T88" fmla="*/ 32 w 173"/>
                <a:gd name="T89" fmla="*/ 10 h 220"/>
                <a:gd name="T90" fmla="*/ 32 w 173"/>
                <a:gd name="T91" fmla="*/ 10 h 220"/>
                <a:gd name="T92" fmla="*/ 101 w 173"/>
                <a:gd name="T93" fmla="*/ 59 h 220"/>
                <a:gd name="T94" fmla="*/ 101 w 173"/>
                <a:gd name="T95" fmla="*/ 59 h 220"/>
                <a:gd name="T96" fmla="*/ 26 w 173"/>
                <a:gd name="T97" fmla="*/ 5 h 220"/>
                <a:gd name="T98" fmla="*/ 21 w 173"/>
                <a:gd name="T99" fmla="*/ 5 h 220"/>
                <a:gd name="T100" fmla="*/ 20 w 173"/>
                <a:gd name="T101" fmla="*/ 5 h 220"/>
                <a:gd name="T102" fmla="*/ 155 w 173"/>
                <a:gd name="T103" fmla="*/ 209 h 220"/>
                <a:gd name="T104" fmla="*/ 155 w 173"/>
                <a:gd name="T105" fmla="*/ 209 h 220"/>
                <a:gd name="T106" fmla="*/ 163 w 173"/>
                <a:gd name="T107" fmla="*/ 189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3" h="220">
                  <a:moveTo>
                    <a:pt x="166" y="138"/>
                  </a:moveTo>
                  <a:cubicBezTo>
                    <a:pt x="166" y="138"/>
                    <a:pt x="166" y="130"/>
                    <a:pt x="166" y="128"/>
                  </a:cubicBezTo>
                  <a:cubicBezTo>
                    <a:pt x="166" y="128"/>
                    <a:pt x="167" y="129"/>
                    <a:pt x="167" y="130"/>
                  </a:cubicBezTo>
                  <a:cubicBezTo>
                    <a:pt x="167" y="119"/>
                    <a:pt x="170" y="71"/>
                    <a:pt x="160" y="68"/>
                  </a:cubicBezTo>
                  <a:cubicBezTo>
                    <a:pt x="164" y="72"/>
                    <a:pt x="158" y="69"/>
                    <a:pt x="157" y="69"/>
                  </a:cubicBezTo>
                  <a:cubicBezTo>
                    <a:pt x="148" y="69"/>
                    <a:pt x="153" y="69"/>
                    <a:pt x="145" y="69"/>
                  </a:cubicBezTo>
                  <a:cubicBezTo>
                    <a:pt x="152" y="67"/>
                    <a:pt x="145" y="69"/>
                    <a:pt x="144" y="68"/>
                  </a:cubicBezTo>
                  <a:cubicBezTo>
                    <a:pt x="140" y="68"/>
                    <a:pt x="137" y="69"/>
                    <a:pt x="133" y="71"/>
                  </a:cubicBezTo>
                  <a:cubicBezTo>
                    <a:pt x="134" y="70"/>
                    <a:pt x="113" y="70"/>
                    <a:pt x="107" y="69"/>
                  </a:cubicBezTo>
                  <a:cubicBezTo>
                    <a:pt x="108" y="69"/>
                    <a:pt x="107" y="70"/>
                    <a:pt x="106" y="70"/>
                  </a:cubicBezTo>
                  <a:cubicBezTo>
                    <a:pt x="110" y="74"/>
                    <a:pt x="127" y="69"/>
                    <a:pt x="128" y="73"/>
                  </a:cubicBezTo>
                  <a:cubicBezTo>
                    <a:pt x="128" y="70"/>
                    <a:pt x="158" y="72"/>
                    <a:pt x="158" y="72"/>
                  </a:cubicBezTo>
                  <a:cubicBezTo>
                    <a:pt x="161" y="71"/>
                    <a:pt x="165" y="78"/>
                    <a:pt x="165" y="79"/>
                  </a:cubicBezTo>
                  <a:cubicBezTo>
                    <a:pt x="162" y="76"/>
                    <a:pt x="165" y="83"/>
                    <a:pt x="163" y="78"/>
                  </a:cubicBezTo>
                  <a:cubicBezTo>
                    <a:pt x="163" y="80"/>
                    <a:pt x="163" y="81"/>
                    <a:pt x="163" y="81"/>
                  </a:cubicBezTo>
                  <a:cubicBezTo>
                    <a:pt x="163" y="85"/>
                    <a:pt x="162" y="90"/>
                    <a:pt x="163" y="95"/>
                  </a:cubicBezTo>
                  <a:cubicBezTo>
                    <a:pt x="164" y="104"/>
                    <a:pt x="164" y="114"/>
                    <a:pt x="163" y="123"/>
                  </a:cubicBezTo>
                  <a:cubicBezTo>
                    <a:pt x="162" y="121"/>
                    <a:pt x="162" y="124"/>
                    <a:pt x="163" y="121"/>
                  </a:cubicBezTo>
                  <a:cubicBezTo>
                    <a:pt x="162" y="124"/>
                    <a:pt x="162" y="127"/>
                    <a:pt x="162" y="130"/>
                  </a:cubicBezTo>
                  <a:cubicBezTo>
                    <a:pt x="162" y="129"/>
                    <a:pt x="162" y="128"/>
                    <a:pt x="163" y="128"/>
                  </a:cubicBezTo>
                  <a:cubicBezTo>
                    <a:pt x="163" y="133"/>
                    <a:pt x="164" y="140"/>
                    <a:pt x="162" y="145"/>
                  </a:cubicBezTo>
                  <a:cubicBezTo>
                    <a:pt x="162" y="144"/>
                    <a:pt x="163" y="144"/>
                    <a:pt x="163" y="143"/>
                  </a:cubicBezTo>
                  <a:cubicBezTo>
                    <a:pt x="163" y="146"/>
                    <a:pt x="166" y="158"/>
                    <a:pt x="165" y="160"/>
                  </a:cubicBezTo>
                  <a:cubicBezTo>
                    <a:pt x="164" y="159"/>
                    <a:pt x="164" y="158"/>
                    <a:pt x="163" y="158"/>
                  </a:cubicBezTo>
                  <a:cubicBezTo>
                    <a:pt x="162" y="156"/>
                    <a:pt x="163" y="163"/>
                    <a:pt x="164" y="162"/>
                  </a:cubicBezTo>
                  <a:cubicBezTo>
                    <a:pt x="163" y="167"/>
                    <a:pt x="163" y="182"/>
                    <a:pt x="163" y="188"/>
                  </a:cubicBezTo>
                  <a:cubicBezTo>
                    <a:pt x="163" y="188"/>
                    <a:pt x="163" y="189"/>
                    <a:pt x="162" y="188"/>
                  </a:cubicBezTo>
                  <a:cubicBezTo>
                    <a:pt x="162" y="191"/>
                    <a:pt x="162" y="197"/>
                    <a:pt x="161" y="200"/>
                  </a:cubicBezTo>
                  <a:cubicBezTo>
                    <a:pt x="161" y="199"/>
                    <a:pt x="162" y="198"/>
                    <a:pt x="162" y="197"/>
                  </a:cubicBezTo>
                  <a:cubicBezTo>
                    <a:pt x="163" y="198"/>
                    <a:pt x="163" y="200"/>
                    <a:pt x="161" y="201"/>
                  </a:cubicBezTo>
                  <a:cubicBezTo>
                    <a:pt x="161" y="203"/>
                    <a:pt x="155" y="206"/>
                    <a:pt x="152" y="208"/>
                  </a:cubicBezTo>
                  <a:cubicBezTo>
                    <a:pt x="153" y="209"/>
                    <a:pt x="157" y="206"/>
                    <a:pt x="153" y="209"/>
                  </a:cubicBezTo>
                  <a:cubicBezTo>
                    <a:pt x="149" y="210"/>
                    <a:pt x="142" y="210"/>
                    <a:pt x="140" y="210"/>
                  </a:cubicBezTo>
                  <a:cubicBezTo>
                    <a:pt x="144" y="211"/>
                    <a:pt x="118" y="211"/>
                    <a:pt x="123" y="210"/>
                  </a:cubicBezTo>
                  <a:cubicBezTo>
                    <a:pt x="112" y="210"/>
                    <a:pt x="95" y="208"/>
                    <a:pt x="85" y="211"/>
                  </a:cubicBezTo>
                  <a:cubicBezTo>
                    <a:pt x="83" y="211"/>
                    <a:pt x="58" y="213"/>
                    <a:pt x="58" y="211"/>
                  </a:cubicBezTo>
                  <a:cubicBezTo>
                    <a:pt x="59" y="211"/>
                    <a:pt x="60" y="211"/>
                    <a:pt x="60" y="211"/>
                  </a:cubicBezTo>
                  <a:cubicBezTo>
                    <a:pt x="54" y="207"/>
                    <a:pt x="41" y="213"/>
                    <a:pt x="35" y="213"/>
                  </a:cubicBezTo>
                  <a:cubicBezTo>
                    <a:pt x="37" y="213"/>
                    <a:pt x="39" y="212"/>
                    <a:pt x="41" y="211"/>
                  </a:cubicBezTo>
                  <a:cubicBezTo>
                    <a:pt x="40" y="212"/>
                    <a:pt x="37" y="212"/>
                    <a:pt x="36" y="212"/>
                  </a:cubicBezTo>
                  <a:cubicBezTo>
                    <a:pt x="35" y="212"/>
                    <a:pt x="26" y="213"/>
                    <a:pt x="22" y="212"/>
                  </a:cubicBezTo>
                  <a:cubicBezTo>
                    <a:pt x="16" y="210"/>
                    <a:pt x="5" y="205"/>
                    <a:pt x="7" y="197"/>
                  </a:cubicBezTo>
                  <a:cubicBezTo>
                    <a:pt x="9" y="198"/>
                    <a:pt x="8" y="190"/>
                    <a:pt x="7" y="195"/>
                  </a:cubicBezTo>
                  <a:cubicBezTo>
                    <a:pt x="7" y="194"/>
                    <a:pt x="7" y="183"/>
                    <a:pt x="8" y="188"/>
                  </a:cubicBezTo>
                  <a:cubicBezTo>
                    <a:pt x="5" y="159"/>
                    <a:pt x="16" y="124"/>
                    <a:pt x="9" y="97"/>
                  </a:cubicBezTo>
                  <a:cubicBezTo>
                    <a:pt x="12" y="93"/>
                    <a:pt x="9" y="80"/>
                    <a:pt x="9" y="75"/>
                  </a:cubicBezTo>
                  <a:cubicBezTo>
                    <a:pt x="8" y="66"/>
                    <a:pt x="10" y="58"/>
                    <a:pt x="9" y="49"/>
                  </a:cubicBezTo>
                  <a:cubicBezTo>
                    <a:pt x="7" y="38"/>
                    <a:pt x="1" y="3"/>
                    <a:pt x="24" y="9"/>
                  </a:cubicBezTo>
                  <a:cubicBezTo>
                    <a:pt x="22" y="9"/>
                    <a:pt x="20" y="10"/>
                    <a:pt x="19" y="10"/>
                  </a:cubicBezTo>
                  <a:cubicBezTo>
                    <a:pt x="21" y="10"/>
                    <a:pt x="31" y="12"/>
                    <a:pt x="35" y="10"/>
                  </a:cubicBezTo>
                  <a:cubicBezTo>
                    <a:pt x="34" y="10"/>
                    <a:pt x="31" y="9"/>
                    <a:pt x="30" y="9"/>
                  </a:cubicBezTo>
                  <a:cubicBezTo>
                    <a:pt x="35" y="7"/>
                    <a:pt x="50" y="12"/>
                    <a:pt x="53" y="10"/>
                  </a:cubicBezTo>
                  <a:cubicBezTo>
                    <a:pt x="65" y="7"/>
                    <a:pt x="81" y="5"/>
                    <a:pt x="94" y="9"/>
                  </a:cubicBezTo>
                  <a:cubicBezTo>
                    <a:pt x="104" y="13"/>
                    <a:pt x="105" y="45"/>
                    <a:pt x="101" y="57"/>
                  </a:cubicBezTo>
                  <a:cubicBezTo>
                    <a:pt x="101" y="57"/>
                    <a:pt x="101" y="57"/>
                    <a:pt x="100" y="57"/>
                  </a:cubicBezTo>
                  <a:cubicBezTo>
                    <a:pt x="100" y="57"/>
                    <a:pt x="99" y="59"/>
                    <a:pt x="100" y="61"/>
                  </a:cubicBezTo>
                  <a:cubicBezTo>
                    <a:pt x="100" y="61"/>
                    <a:pt x="100" y="60"/>
                    <a:pt x="101" y="60"/>
                  </a:cubicBezTo>
                  <a:cubicBezTo>
                    <a:pt x="101" y="62"/>
                    <a:pt x="101" y="62"/>
                    <a:pt x="102" y="60"/>
                  </a:cubicBezTo>
                  <a:cubicBezTo>
                    <a:pt x="101" y="60"/>
                    <a:pt x="101" y="59"/>
                    <a:pt x="101" y="59"/>
                  </a:cubicBezTo>
                  <a:cubicBezTo>
                    <a:pt x="102" y="59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103" y="57"/>
                    <a:pt x="105" y="56"/>
                    <a:pt x="105" y="54"/>
                  </a:cubicBezTo>
                  <a:cubicBezTo>
                    <a:pt x="105" y="55"/>
                    <a:pt x="106" y="47"/>
                    <a:pt x="106" y="47"/>
                  </a:cubicBezTo>
                  <a:cubicBezTo>
                    <a:pt x="104" y="41"/>
                    <a:pt x="105" y="33"/>
                    <a:pt x="106" y="28"/>
                  </a:cubicBezTo>
                  <a:cubicBezTo>
                    <a:pt x="106" y="28"/>
                    <a:pt x="104" y="11"/>
                    <a:pt x="102" y="8"/>
                  </a:cubicBezTo>
                  <a:cubicBezTo>
                    <a:pt x="102" y="8"/>
                    <a:pt x="101" y="7"/>
                    <a:pt x="101" y="7"/>
                  </a:cubicBezTo>
                  <a:cubicBezTo>
                    <a:pt x="101" y="7"/>
                    <a:pt x="102" y="7"/>
                    <a:pt x="102" y="7"/>
                  </a:cubicBezTo>
                  <a:cubicBezTo>
                    <a:pt x="102" y="7"/>
                    <a:pt x="101" y="7"/>
                    <a:pt x="101" y="7"/>
                  </a:cubicBezTo>
                  <a:cubicBezTo>
                    <a:pt x="97" y="6"/>
                    <a:pt x="89" y="1"/>
                    <a:pt x="91" y="3"/>
                  </a:cubicBezTo>
                  <a:cubicBezTo>
                    <a:pt x="85" y="2"/>
                    <a:pt x="73" y="7"/>
                    <a:pt x="70" y="6"/>
                  </a:cubicBezTo>
                  <a:cubicBezTo>
                    <a:pt x="70" y="6"/>
                    <a:pt x="71" y="4"/>
                    <a:pt x="71" y="4"/>
                  </a:cubicBezTo>
                  <a:cubicBezTo>
                    <a:pt x="68" y="5"/>
                    <a:pt x="66" y="5"/>
                    <a:pt x="63" y="6"/>
                  </a:cubicBezTo>
                  <a:cubicBezTo>
                    <a:pt x="63" y="5"/>
                    <a:pt x="69" y="4"/>
                    <a:pt x="68" y="4"/>
                  </a:cubicBezTo>
                  <a:cubicBezTo>
                    <a:pt x="64" y="5"/>
                    <a:pt x="46" y="6"/>
                    <a:pt x="47" y="4"/>
                  </a:cubicBezTo>
                  <a:cubicBezTo>
                    <a:pt x="45" y="5"/>
                    <a:pt x="43" y="5"/>
                    <a:pt x="41" y="5"/>
                  </a:cubicBezTo>
                  <a:cubicBezTo>
                    <a:pt x="42" y="5"/>
                    <a:pt x="43" y="5"/>
                    <a:pt x="44" y="5"/>
                  </a:cubicBezTo>
                  <a:cubicBezTo>
                    <a:pt x="34" y="0"/>
                    <a:pt x="15" y="2"/>
                    <a:pt x="7" y="9"/>
                  </a:cubicBezTo>
                  <a:cubicBezTo>
                    <a:pt x="0" y="20"/>
                    <a:pt x="2" y="33"/>
                    <a:pt x="2" y="46"/>
                  </a:cubicBezTo>
                  <a:cubicBezTo>
                    <a:pt x="2" y="69"/>
                    <a:pt x="2" y="91"/>
                    <a:pt x="2" y="113"/>
                  </a:cubicBezTo>
                  <a:cubicBezTo>
                    <a:pt x="2" y="110"/>
                    <a:pt x="3" y="115"/>
                    <a:pt x="3" y="115"/>
                  </a:cubicBezTo>
                  <a:cubicBezTo>
                    <a:pt x="0" y="138"/>
                    <a:pt x="1" y="168"/>
                    <a:pt x="1" y="193"/>
                  </a:cubicBezTo>
                  <a:cubicBezTo>
                    <a:pt x="1" y="207"/>
                    <a:pt x="8" y="218"/>
                    <a:pt x="23" y="219"/>
                  </a:cubicBezTo>
                  <a:cubicBezTo>
                    <a:pt x="30" y="219"/>
                    <a:pt x="57" y="218"/>
                    <a:pt x="57" y="218"/>
                  </a:cubicBezTo>
                  <a:cubicBezTo>
                    <a:pt x="87" y="212"/>
                    <a:pt x="119" y="220"/>
                    <a:pt x="149" y="215"/>
                  </a:cubicBezTo>
                  <a:cubicBezTo>
                    <a:pt x="149" y="215"/>
                    <a:pt x="149" y="215"/>
                    <a:pt x="149" y="216"/>
                  </a:cubicBezTo>
                  <a:cubicBezTo>
                    <a:pt x="173" y="208"/>
                    <a:pt x="170" y="174"/>
                    <a:pt x="168" y="157"/>
                  </a:cubicBezTo>
                  <a:cubicBezTo>
                    <a:pt x="167" y="161"/>
                    <a:pt x="165" y="142"/>
                    <a:pt x="166" y="138"/>
                  </a:cubicBezTo>
                  <a:close/>
                  <a:moveTo>
                    <a:pt x="32" y="10"/>
                  </a:moveTo>
                  <a:cubicBezTo>
                    <a:pt x="30" y="10"/>
                    <a:pt x="31" y="10"/>
                    <a:pt x="31" y="10"/>
                  </a:cubicBezTo>
                  <a:cubicBezTo>
                    <a:pt x="30" y="10"/>
                    <a:pt x="33" y="10"/>
                    <a:pt x="32" y="10"/>
                  </a:cubicBezTo>
                  <a:close/>
                  <a:moveTo>
                    <a:pt x="101" y="59"/>
                  </a:move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8"/>
                    <a:pt x="101" y="58"/>
                  </a:cubicBezTo>
                  <a:cubicBezTo>
                    <a:pt x="101" y="59"/>
                    <a:pt x="101" y="59"/>
                    <a:pt x="101" y="59"/>
                  </a:cubicBezTo>
                  <a:close/>
                  <a:moveTo>
                    <a:pt x="26" y="5"/>
                  </a:moveTo>
                  <a:cubicBezTo>
                    <a:pt x="29" y="4"/>
                    <a:pt x="27" y="4"/>
                    <a:pt x="26" y="5"/>
                  </a:cubicBezTo>
                  <a:close/>
                  <a:moveTo>
                    <a:pt x="23" y="5"/>
                  </a:moveTo>
                  <a:cubicBezTo>
                    <a:pt x="23" y="5"/>
                    <a:pt x="21" y="5"/>
                    <a:pt x="21" y="5"/>
                  </a:cubicBezTo>
                  <a:cubicBezTo>
                    <a:pt x="21" y="5"/>
                    <a:pt x="22" y="5"/>
                    <a:pt x="23" y="5"/>
                  </a:cubicBezTo>
                  <a:close/>
                  <a:moveTo>
                    <a:pt x="20" y="5"/>
                  </a:moveTo>
                  <a:cubicBezTo>
                    <a:pt x="21" y="5"/>
                    <a:pt x="21" y="5"/>
                    <a:pt x="20" y="5"/>
                  </a:cubicBezTo>
                  <a:close/>
                  <a:moveTo>
                    <a:pt x="155" y="209"/>
                  </a:moveTo>
                  <a:cubicBezTo>
                    <a:pt x="156" y="208"/>
                    <a:pt x="157" y="208"/>
                    <a:pt x="158" y="207"/>
                  </a:cubicBezTo>
                  <a:cubicBezTo>
                    <a:pt x="158" y="208"/>
                    <a:pt x="157" y="208"/>
                    <a:pt x="155" y="209"/>
                  </a:cubicBezTo>
                  <a:close/>
                  <a:moveTo>
                    <a:pt x="163" y="190"/>
                  </a:moveTo>
                  <a:cubicBezTo>
                    <a:pt x="163" y="189"/>
                    <a:pt x="163" y="189"/>
                    <a:pt x="163" y="189"/>
                  </a:cubicBezTo>
                  <a:cubicBezTo>
                    <a:pt x="163" y="189"/>
                    <a:pt x="163" y="190"/>
                    <a:pt x="163" y="19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Freeform 9376"/>
            <p:cNvSpPr>
              <a:spLocks noEditPoints="1"/>
            </p:cNvSpPr>
            <p:nvPr/>
          </p:nvSpPr>
          <p:spPr bwMode="auto">
            <a:xfrm>
              <a:off x="398463" y="0"/>
              <a:ext cx="244475" cy="252413"/>
            </a:xfrm>
            <a:custGeom>
              <a:avLst/>
              <a:gdLst>
                <a:gd name="T0" fmla="*/ 5 w 65"/>
                <a:gd name="T1" fmla="*/ 30 h 67"/>
                <a:gd name="T2" fmla="*/ 12 w 65"/>
                <a:gd name="T3" fmla="*/ 58 h 67"/>
                <a:gd name="T4" fmla="*/ 6 w 65"/>
                <a:gd name="T5" fmla="*/ 39 h 67"/>
                <a:gd name="T6" fmla="*/ 8 w 65"/>
                <a:gd name="T7" fmla="*/ 39 h 67"/>
                <a:gd name="T8" fmla="*/ 10 w 65"/>
                <a:gd name="T9" fmla="*/ 33 h 67"/>
                <a:gd name="T10" fmla="*/ 8 w 65"/>
                <a:gd name="T11" fmla="*/ 32 h 67"/>
                <a:gd name="T12" fmla="*/ 9 w 65"/>
                <a:gd name="T13" fmla="*/ 24 h 67"/>
                <a:gd name="T14" fmla="*/ 8 w 65"/>
                <a:gd name="T15" fmla="*/ 17 h 67"/>
                <a:gd name="T16" fmla="*/ 9 w 65"/>
                <a:gd name="T17" fmla="*/ 12 h 67"/>
                <a:gd name="T18" fmla="*/ 13 w 65"/>
                <a:gd name="T19" fmla="*/ 16 h 67"/>
                <a:gd name="T20" fmla="*/ 18 w 65"/>
                <a:gd name="T21" fmla="*/ 21 h 67"/>
                <a:gd name="T22" fmla="*/ 23 w 65"/>
                <a:gd name="T23" fmla="*/ 31 h 67"/>
                <a:gd name="T24" fmla="*/ 50 w 65"/>
                <a:gd name="T25" fmla="*/ 55 h 67"/>
                <a:gd name="T26" fmla="*/ 49 w 65"/>
                <a:gd name="T27" fmla="*/ 56 h 67"/>
                <a:gd name="T28" fmla="*/ 50 w 65"/>
                <a:gd name="T29" fmla="*/ 57 h 67"/>
                <a:gd name="T30" fmla="*/ 54 w 65"/>
                <a:gd name="T31" fmla="*/ 59 h 67"/>
                <a:gd name="T32" fmla="*/ 52 w 65"/>
                <a:gd name="T33" fmla="*/ 59 h 67"/>
                <a:gd name="T34" fmla="*/ 49 w 65"/>
                <a:gd name="T35" fmla="*/ 57 h 67"/>
                <a:gd name="T36" fmla="*/ 47 w 65"/>
                <a:gd name="T37" fmla="*/ 57 h 67"/>
                <a:gd name="T38" fmla="*/ 48 w 65"/>
                <a:gd name="T39" fmla="*/ 59 h 67"/>
                <a:gd name="T40" fmla="*/ 20 w 65"/>
                <a:gd name="T41" fmla="*/ 57 h 67"/>
                <a:gd name="T42" fmla="*/ 18 w 65"/>
                <a:gd name="T43" fmla="*/ 59 h 67"/>
                <a:gd name="T44" fmla="*/ 13 w 65"/>
                <a:gd name="T45" fmla="*/ 59 h 67"/>
                <a:gd name="T46" fmla="*/ 17 w 65"/>
                <a:gd name="T47" fmla="*/ 60 h 67"/>
                <a:gd name="T48" fmla="*/ 20 w 65"/>
                <a:gd name="T49" fmla="*/ 62 h 67"/>
                <a:gd name="T50" fmla="*/ 32 w 65"/>
                <a:gd name="T51" fmla="*/ 62 h 67"/>
                <a:gd name="T52" fmla="*/ 34 w 65"/>
                <a:gd name="T53" fmla="*/ 65 h 67"/>
                <a:gd name="T54" fmla="*/ 41 w 65"/>
                <a:gd name="T55" fmla="*/ 62 h 67"/>
                <a:gd name="T56" fmla="*/ 40 w 65"/>
                <a:gd name="T57" fmla="*/ 64 h 67"/>
                <a:gd name="T58" fmla="*/ 48 w 65"/>
                <a:gd name="T59" fmla="*/ 63 h 67"/>
                <a:gd name="T60" fmla="*/ 47 w 65"/>
                <a:gd name="T61" fmla="*/ 63 h 67"/>
                <a:gd name="T62" fmla="*/ 65 w 65"/>
                <a:gd name="T63" fmla="*/ 63 h 67"/>
                <a:gd name="T64" fmla="*/ 4 w 65"/>
                <a:gd name="T65" fmla="*/ 0 h 67"/>
                <a:gd name="T66" fmla="*/ 4 w 65"/>
                <a:gd name="T67" fmla="*/ 23 h 67"/>
                <a:gd name="T68" fmla="*/ 5 w 65"/>
                <a:gd name="T69" fmla="*/ 30 h 67"/>
                <a:gd name="T70" fmla="*/ 18 w 65"/>
                <a:gd name="T71" fmla="*/ 61 h 67"/>
                <a:gd name="T72" fmla="*/ 18 w 65"/>
                <a:gd name="T73" fmla="*/ 60 h 67"/>
                <a:gd name="T74" fmla="*/ 18 w 65"/>
                <a:gd name="T75" fmla="*/ 60 h 67"/>
                <a:gd name="T76" fmla="*/ 18 w 65"/>
                <a:gd name="T77" fmla="*/ 61 h 67"/>
                <a:gd name="T78" fmla="*/ 23 w 65"/>
                <a:gd name="T79" fmla="*/ 61 h 67"/>
                <a:gd name="T80" fmla="*/ 23 w 65"/>
                <a:gd name="T81" fmla="*/ 61 h 67"/>
                <a:gd name="T82" fmla="*/ 23 w 65"/>
                <a:gd name="T83" fmla="*/ 61 h 67"/>
                <a:gd name="T84" fmla="*/ 23 w 65"/>
                <a:gd name="T85" fmla="*/ 61 h 67"/>
                <a:gd name="T86" fmla="*/ 23 w 65"/>
                <a:gd name="T87" fmla="*/ 61 h 67"/>
                <a:gd name="T88" fmla="*/ 55 w 65"/>
                <a:gd name="T89" fmla="*/ 62 h 67"/>
                <a:gd name="T90" fmla="*/ 55 w 65"/>
                <a:gd name="T91" fmla="*/ 62 h 67"/>
                <a:gd name="T92" fmla="*/ 9 w 65"/>
                <a:gd name="T93" fmla="*/ 24 h 67"/>
                <a:gd name="T94" fmla="*/ 7 w 65"/>
                <a:gd name="T95" fmla="*/ 25 h 67"/>
                <a:gd name="T96" fmla="*/ 9 w 65"/>
                <a:gd name="T97" fmla="*/ 2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" h="67">
                  <a:moveTo>
                    <a:pt x="5" y="30"/>
                  </a:moveTo>
                  <a:cubicBezTo>
                    <a:pt x="0" y="32"/>
                    <a:pt x="3" y="52"/>
                    <a:pt x="12" y="58"/>
                  </a:cubicBezTo>
                  <a:cubicBezTo>
                    <a:pt x="13" y="55"/>
                    <a:pt x="7" y="42"/>
                    <a:pt x="6" y="39"/>
                  </a:cubicBezTo>
                  <a:cubicBezTo>
                    <a:pt x="7" y="39"/>
                    <a:pt x="8" y="38"/>
                    <a:pt x="8" y="39"/>
                  </a:cubicBezTo>
                  <a:cubicBezTo>
                    <a:pt x="7" y="36"/>
                    <a:pt x="7" y="35"/>
                    <a:pt x="10" y="33"/>
                  </a:cubicBezTo>
                  <a:cubicBezTo>
                    <a:pt x="9" y="33"/>
                    <a:pt x="8" y="32"/>
                    <a:pt x="8" y="32"/>
                  </a:cubicBezTo>
                  <a:cubicBezTo>
                    <a:pt x="8" y="31"/>
                    <a:pt x="10" y="26"/>
                    <a:pt x="9" y="24"/>
                  </a:cubicBezTo>
                  <a:cubicBezTo>
                    <a:pt x="10" y="22"/>
                    <a:pt x="7" y="19"/>
                    <a:pt x="8" y="17"/>
                  </a:cubicBezTo>
                  <a:cubicBezTo>
                    <a:pt x="9" y="19"/>
                    <a:pt x="9" y="15"/>
                    <a:pt x="9" y="12"/>
                  </a:cubicBezTo>
                  <a:cubicBezTo>
                    <a:pt x="10" y="16"/>
                    <a:pt x="12" y="16"/>
                    <a:pt x="13" y="16"/>
                  </a:cubicBezTo>
                  <a:cubicBezTo>
                    <a:pt x="13" y="20"/>
                    <a:pt x="14" y="19"/>
                    <a:pt x="18" y="21"/>
                  </a:cubicBezTo>
                  <a:cubicBezTo>
                    <a:pt x="14" y="20"/>
                    <a:pt x="22" y="26"/>
                    <a:pt x="23" y="31"/>
                  </a:cubicBezTo>
                  <a:cubicBezTo>
                    <a:pt x="31" y="35"/>
                    <a:pt x="42" y="54"/>
                    <a:pt x="50" y="55"/>
                  </a:cubicBezTo>
                  <a:cubicBezTo>
                    <a:pt x="50" y="55"/>
                    <a:pt x="49" y="56"/>
                    <a:pt x="49" y="56"/>
                  </a:cubicBezTo>
                  <a:cubicBezTo>
                    <a:pt x="49" y="56"/>
                    <a:pt x="54" y="58"/>
                    <a:pt x="50" y="57"/>
                  </a:cubicBezTo>
                  <a:cubicBezTo>
                    <a:pt x="52" y="57"/>
                    <a:pt x="53" y="58"/>
                    <a:pt x="54" y="59"/>
                  </a:cubicBezTo>
                  <a:cubicBezTo>
                    <a:pt x="53" y="58"/>
                    <a:pt x="51" y="58"/>
                    <a:pt x="52" y="59"/>
                  </a:cubicBezTo>
                  <a:cubicBezTo>
                    <a:pt x="46" y="55"/>
                    <a:pt x="53" y="59"/>
                    <a:pt x="49" y="57"/>
                  </a:cubicBezTo>
                  <a:cubicBezTo>
                    <a:pt x="49" y="57"/>
                    <a:pt x="47" y="57"/>
                    <a:pt x="47" y="57"/>
                  </a:cubicBezTo>
                  <a:cubicBezTo>
                    <a:pt x="47" y="57"/>
                    <a:pt x="48" y="59"/>
                    <a:pt x="48" y="59"/>
                  </a:cubicBezTo>
                  <a:cubicBezTo>
                    <a:pt x="46" y="56"/>
                    <a:pt x="25" y="58"/>
                    <a:pt x="20" y="57"/>
                  </a:cubicBezTo>
                  <a:cubicBezTo>
                    <a:pt x="19" y="58"/>
                    <a:pt x="18" y="58"/>
                    <a:pt x="18" y="59"/>
                  </a:cubicBezTo>
                  <a:cubicBezTo>
                    <a:pt x="17" y="57"/>
                    <a:pt x="14" y="58"/>
                    <a:pt x="13" y="59"/>
                  </a:cubicBezTo>
                  <a:cubicBezTo>
                    <a:pt x="14" y="60"/>
                    <a:pt x="16" y="60"/>
                    <a:pt x="17" y="60"/>
                  </a:cubicBezTo>
                  <a:cubicBezTo>
                    <a:pt x="16" y="62"/>
                    <a:pt x="18" y="62"/>
                    <a:pt x="20" y="62"/>
                  </a:cubicBezTo>
                  <a:cubicBezTo>
                    <a:pt x="23" y="65"/>
                    <a:pt x="29" y="67"/>
                    <a:pt x="32" y="62"/>
                  </a:cubicBezTo>
                  <a:cubicBezTo>
                    <a:pt x="32" y="66"/>
                    <a:pt x="32" y="62"/>
                    <a:pt x="34" y="65"/>
                  </a:cubicBezTo>
                  <a:cubicBezTo>
                    <a:pt x="38" y="65"/>
                    <a:pt x="38" y="60"/>
                    <a:pt x="41" y="62"/>
                  </a:cubicBezTo>
                  <a:cubicBezTo>
                    <a:pt x="42" y="63"/>
                    <a:pt x="40" y="62"/>
                    <a:pt x="40" y="64"/>
                  </a:cubicBezTo>
                  <a:cubicBezTo>
                    <a:pt x="42" y="65"/>
                    <a:pt x="44" y="61"/>
                    <a:pt x="48" y="63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9" y="65"/>
                    <a:pt x="65" y="64"/>
                    <a:pt x="65" y="63"/>
                  </a:cubicBezTo>
                  <a:cubicBezTo>
                    <a:pt x="42" y="46"/>
                    <a:pt x="27" y="19"/>
                    <a:pt x="4" y="0"/>
                  </a:cubicBezTo>
                  <a:cubicBezTo>
                    <a:pt x="6" y="8"/>
                    <a:pt x="3" y="13"/>
                    <a:pt x="4" y="23"/>
                  </a:cubicBezTo>
                  <a:cubicBezTo>
                    <a:pt x="1" y="19"/>
                    <a:pt x="2" y="29"/>
                    <a:pt x="5" y="30"/>
                  </a:cubicBezTo>
                  <a:close/>
                  <a:moveTo>
                    <a:pt x="18" y="61"/>
                  </a:moveTo>
                  <a:cubicBezTo>
                    <a:pt x="18" y="61"/>
                    <a:pt x="18" y="60"/>
                    <a:pt x="18" y="60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8" y="61"/>
                    <a:pt x="18" y="61"/>
                  </a:cubicBezTo>
                  <a:close/>
                  <a:moveTo>
                    <a:pt x="23" y="61"/>
                  </a:move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3" y="61"/>
                    <a:pt x="23" y="61"/>
                  </a:cubicBezTo>
                  <a:close/>
                  <a:moveTo>
                    <a:pt x="55" y="62"/>
                  </a:moveTo>
                  <a:cubicBezTo>
                    <a:pt x="54" y="62"/>
                    <a:pt x="53" y="61"/>
                    <a:pt x="55" y="62"/>
                  </a:cubicBezTo>
                  <a:close/>
                  <a:moveTo>
                    <a:pt x="9" y="24"/>
                  </a:moveTo>
                  <a:cubicBezTo>
                    <a:pt x="9" y="26"/>
                    <a:pt x="9" y="25"/>
                    <a:pt x="7" y="25"/>
                  </a:cubicBezTo>
                  <a:cubicBezTo>
                    <a:pt x="8" y="25"/>
                    <a:pt x="8" y="25"/>
                    <a:pt x="9" y="2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" name="Freeform 9377"/>
            <p:cNvSpPr>
              <a:spLocks/>
            </p:cNvSpPr>
            <p:nvPr/>
          </p:nvSpPr>
          <p:spPr bwMode="auto">
            <a:xfrm>
              <a:off x="514350" y="785813"/>
              <a:ext cx="68263" cy="26988"/>
            </a:xfrm>
            <a:custGeom>
              <a:avLst/>
              <a:gdLst>
                <a:gd name="T0" fmla="*/ 2 w 18"/>
                <a:gd name="T1" fmla="*/ 7 h 7"/>
                <a:gd name="T2" fmla="*/ 13 w 18"/>
                <a:gd name="T3" fmla="*/ 2 h 7"/>
                <a:gd name="T4" fmla="*/ 16 w 18"/>
                <a:gd name="T5" fmla="*/ 1 h 7"/>
                <a:gd name="T6" fmla="*/ 14 w 18"/>
                <a:gd name="T7" fmla="*/ 3 h 7"/>
                <a:gd name="T8" fmla="*/ 8 w 18"/>
                <a:gd name="T9" fmla="*/ 7 h 7"/>
                <a:gd name="T10" fmla="*/ 9 w 18"/>
                <a:gd name="T11" fmla="*/ 7 h 7"/>
                <a:gd name="T12" fmla="*/ 18 w 18"/>
                <a:gd name="T13" fmla="*/ 1 h 7"/>
                <a:gd name="T14" fmla="*/ 17 w 18"/>
                <a:gd name="T15" fmla="*/ 0 h 7"/>
                <a:gd name="T16" fmla="*/ 1 w 18"/>
                <a:gd name="T17" fmla="*/ 7 h 7"/>
                <a:gd name="T18" fmla="*/ 2 w 18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7">
                  <a:moveTo>
                    <a:pt x="2" y="7"/>
                  </a:moveTo>
                  <a:cubicBezTo>
                    <a:pt x="6" y="5"/>
                    <a:pt x="9" y="4"/>
                    <a:pt x="13" y="2"/>
                  </a:cubicBezTo>
                  <a:cubicBezTo>
                    <a:pt x="14" y="2"/>
                    <a:pt x="15" y="1"/>
                    <a:pt x="16" y="1"/>
                  </a:cubicBezTo>
                  <a:cubicBezTo>
                    <a:pt x="15" y="1"/>
                    <a:pt x="15" y="2"/>
                    <a:pt x="14" y="3"/>
                  </a:cubicBezTo>
                  <a:cubicBezTo>
                    <a:pt x="12" y="4"/>
                    <a:pt x="10" y="6"/>
                    <a:pt x="8" y="7"/>
                  </a:cubicBezTo>
                  <a:cubicBezTo>
                    <a:pt x="8" y="7"/>
                    <a:pt x="9" y="7"/>
                    <a:pt x="9" y="7"/>
                  </a:cubicBezTo>
                  <a:cubicBezTo>
                    <a:pt x="12" y="5"/>
                    <a:pt x="15" y="3"/>
                    <a:pt x="18" y="1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2" y="2"/>
                    <a:pt x="6" y="5"/>
                    <a:pt x="1" y="7"/>
                  </a:cubicBezTo>
                  <a:cubicBezTo>
                    <a:pt x="0" y="7"/>
                    <a:pt x="2" y="7"/>
                    <a:pt x="2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" name="Freeform 9378"/>
            <p:cNvSpPr>
              <a:spLocks/>
            </p:cNvSpPr>
            <p:nvPr/>
          </p:nvSpPr>
          <p:spPr bwMode="auto">
            <a:xfrm>
              <a:off x="488950" y="711200"/>
              <a:ext cx="131763" cy="96838"/>
            </a:xfrm>
            <a:custGeom>
              <a:avLst/>
              <a:gdLst>
                <a:gd name="T0" fmla="*/ 34 w 35"/>
                <a:gd name="T1" fmla="*/ 0 h 26"/>
                <a:gd name="T2" fmla="*/ 1 w 35"/>
                <a:gd name="T3" fmla="*/ 25 h 26"/>
                <a:gd name="T4" fmla="*/ 2 w 35"/>
                <a:gd name="T5" fmla="*/ 26 h 26"/>
                <a:gd name="T6" fmla="*/ 35 w 35"/>
                <a:gd name="T7" fmla="*/ 1 h 26"/>
                <a:gd name="T8" fmla="*/ 34 w 35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6">
                  <a:moveTo>
                    <a:pt x="34" y="0"/>
                  </a:moveTo>
                  <a:cubicBezTo>
                    <a:pt x="23" y="9"/>
                    <a:pt x="12" y="17"/>
                    <a:pt x="1" y="25"/>
                  </a:cubicBezTo>
                  <a:cubicBezTo>
                    <a:pt x="0" y="26"/>
                    <a:pt x="2" y="26"/>
                    <a:pt x="2" y="26"/>
                  </a:cubicBezTo>
                  <a:cubicBezTo>
                    <a:pt x="13" y="17"/>
                    <a:pt x="24" y="10"/>
                    <a:pt x="35" y="1"/>
                  </a:cubicBezTo>
                  <a:cubicBezTo>
                    <a:pt x="35" y="1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1" name="Freeform 9379"/>
            <p:cNvSpPr>
              <a:spLocks/>
            </p:cNvSpPr>
            <p:nvPr/>
          </p:nvSpPr>
          <p:spPr bwMode="auto">
            <a:xfrm>
              <a:off x="360363" y="669925"/>
              <a:ext cx="255588" cy="138113"/>
            </a:xfrm>
            <a:custGeom>
              <a:avLst/>
              <a:gdLst>
                <a:gd name="T0" fmla="*/ 2 w 68"/>
                <a:gd name="T1" fmla="*/ 37 h 37"/>
                <a:gd name="T2" fmla="*/ 67 w 68"/>
                <a:gd name="T3" fmla="*/ 1 h 37"/>
                <a:gd name="T4" fmla="*/ 67 w 68"/>
                <a:gd name="T5" fmla="*/ 1 h 37"/>
                <a:gd name="T6" fmla="*/ 1 w 68"/>
                <a:gd name="T7" fmla="*/ 36 h 37"/>
                <a:gd name="T8" fmla="*/ 2 w 68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7">
                  <a:moveTo>
                    <a:pt x="2" y="37"/>
                  </a:moveTo>
                  <a:cubicBezTo>
                    <a:pt x="24" y="26"/>
                    <a:pt x="43" y="8"/>
                    <a:pt x="67" y="1"/>
                  </a:cubicBezTo>
                  <a:cubicBezTo>
                    <a:pt x="68" y="1"/>
                    <a:pt x="67" y="0"/>
                    <a:pt x="67" y="1"/>
                  </a:cubicBezTo>
                  <a:cubicBezTo>
                    <a:pt x="42" y="7"/>
                    <a:pt x="24" y="25"/>
                    <a:pt x="1" y="36"/>
                  </a:cubicBezTo>
                  <a:cubicBezTo>
                    <a:pt x="0" y="37"/>
                    <a:pt x="2" y="37"/>
                    <a:pt x="2" y="3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Freeform 9380"/>
            <p:cNvSpPr>
              <a:spLocks/>
            </p:cNvSpPr>
            <p:nvPr/>
          </p:nvSpPr>
          <p:spPr bwMode="auto">
            <a:xfrm>
              <a:off x="357188" y="639763"/>
              <a:ext cx="255588" cy="168275"/>
            </a:xfrm>
            <a:custGeom>
              <a:avLst/>
              <a:gdLst>
                <a:gd name="T0" fmla="*/ 67 w 68"/>
                <a:gd name="T1" fmla="*/ 1 h 45"/>
                <a:gd name="T2" fmla="*/ 0 w 68"/>
                <a:gd name="T3" fmla="*/ 44 h 45"/>
                <a:gd name="T4" fmla="*/ 2 w 68"/>
                <a:gd name="T5" fmla="*/ 44 h 45"/>
                <a:gd name="T6" fmla="*/ 68 w 68"/>
                <a:gd name="T7" fmla="*/ 1 h 45"/>
                <a:gd name="T8" fmla="*/ 67 w 68"/>
                <a:gd name="T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45">
                  <a:moveTo>
                    <a:pt x="67" y="1"/>
                  </a:moveTo>
                  <a:cubicBezTo>
                    <a:pt x="44" y="15"/>
                    <a:pt x="20" y="26"/>
                    <a:pt x="0" y="44"/>
                  </a:cubicBezTo>
                  <a:cubicBezTo>
                    <a:pt x="0" y="45"/>
                    <a:pt x="1" y="45"/>
                    <a:pt x="2" y="44"/>
                  </a:cubicBezTo>
                  <a:cubicBezTo>
                    <a:pt x="21" y="26"/>
                    <a:pt x="46" y="15"/>
                    <a:pt x="68" y="1"/>
                  </a:cubicBezTo>
                  <a:cubicBezTo>
                    <a:pt x="68" y="0"/>
                    <a:pt x="67" y="0"/>
                    <a:pt x="67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Freeform 9381"/>
            <p:cNvSpPr>
              <a:spLocks/>
            </p:cNvSpPr>
            <p:nvPr/>
          </p:nvSpPr>
          <p:spPr bwMode="auto">
            <a:xfrm>
              <a:off x="290513" y="612775"/>
              <a:ext cx="322263" cy="192088"/>
            </a:xfrm>
            <a:custGeom>
              <a:avLst/>
              <a:gdLst>
                <a:gd name="T0" fmla="*/ 2 w 86"/>
                <a:gd name="T1" fmla="*/ 51 h 51"/>
                <a:gd name="T2" fmla="*/ 85 w 86"/>
                <a:gd name="T3" fmla="*/ 0 h 51"/>
                <a:gd name="T4" fmla="*/ 85 w 86"/>
                <a:gd name="T5" fmla="*/ 0 h 51"/>
                <a:gd name="T6" fmla="*/ 1 w 86"/>
                <a:gd name="T7" fmla="*/ 50 h 51"/>
                <a:gd name="T8" fmla="*/ 2 w 86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51">
                  <a:moveTo>
                    <a:pt x="2" y="51"/>
                  </a:moveTo>
                  <a:cubicBezTo>
                    <a:pt x="30" y="34"/>
                    <a:pt x="57" y="16"/>
                    <a:pt x="85" y="0"/>
                  </a:cubicBezTo>
                  <a:cubicBezTo>
                    <a:pt x="86" y="0"/>
                    <a:pt x="85" y="0"/>
                    <a:pt x="85" y="0"/>
                  </a:cubicBezTo>
                  <a:cubicBezTo>
                    <a:pt x="56" y="15"/>
                    <a:pt x="29" y="34"/>
                    <a:pt x="1" y="50"/>
                  </a:cubicBezTo>
                  <a:cubicBezTo>
                    <a:pt x="0" y="51"/>
                    <a:pt x="2" y="51"/>
                    <a:pt x="2" y="5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4" name="Freeform 9382"/>
            <p:cNvSpPr>
              <a:spLocks/>
            </p:cNvSpPr>
            <p:nvPr/>
          </p:nvSpPr>
          <p:spPr bwMode="auto">
            <a:xfrm>
              <a:off x="260350" y="582613"/>
              <a:ext cx="349250" cy="222250"/>
            </a:xfrm>
            <a:custGeom>
              <a:avLst/>
              <a:gdLst>
                <a:gd name="T0" fmla="*/ 92 w 93"/>
                <a:gd name="T1" fmla="*/ 0 h 59"/>
                <a:gd name="T2" fmla="*/ 1 w 93"/>
                <a:gd name="T3" fmla="*/ 58 h 59"/>
                <a:gd name="T4" fmla="*/ 2 w 93"/>
                <a:gd name="T5" fmla="*/ 59 h 59"/>
                <a:gd name="T6" fmla="*/ 92 w 93"/>
                <a:gd name="T7" fmla="*/ 0 h 59"/>
                <a:gd name="T8" fmla="*/ 92 w 93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59">
                  <a:moveTo>
                    <a:pt x="92" y="0"/>
                  </a:moveTo>
                  <a:cubicBezTo>
                    <a:pt x="62" y="21"/>
                    <a:pt x="30" y="38"/>
                    <a:pt x="1" y="58"/>
                  </a:cubicBezTo>
                  <a:cubicBezTo>
                    <a:pt x="0" y="59"/>
                    <a:pt x="1" y="59"/>
                    <a:pt x="2" y="59"/>
                  </a:cubicBezTo>
                  <a:cubicBezTo>
                    <a:pt x="31" y="38"/>
                    <a:pt x="63" y="21"/>
                    <a:pt x="92" y="0"/>
                  </a:cubicBezTo>
                  <a:cubicBezTo>
                    <a:pt x="93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Freeform 9383"/>
            <p:cNvSpPr>
              <a:spLocks/>
            </p:cNvSpPr>
            <p:nvPr/>
          </p:nvSpPr>
          <p:spPr bwMode="auto">
            <a:xfrm>
              <a:off x="184150" y="560388"/>
              <a:ext cx="428625" cy="247650"/>
            </a:xfrm>
            <a:custGeom>
              <a:avLst/>
              <a:gdLst>
                <a:gd name="T0" fmla="*/ 1 w 114"/>
                <a:gd name="T1" fmla="*/ 66 h 66"/>
                <a:gd name="T2" fmla="*/ 54 w 114"/>
                <a:gd name="T3" fmla="*/ 34 h 66"/>
                <a:gd name="T4" fmla="*/ 113 w 114"/>
                <a:gd name="T5" fmla="*/ 1 h 66"/>
                <a:gd name="T6" fmla="*/ 112 w 114"/>
                <a:gd name="T7" fmla="*/ 0 h 66"/>
                <a:gd name="T8" fmla="*/ 71 w 114"/>
                <a:gd name="T9" fmla="*/ 23 h 66"/>
                <a:gd name="T10" fmla="*/ 0 w 114"/>
                <a:gd name="T11" fmla="*/ 65 h 66"/>
                <a:gd name="T12" fmla="*/ 1 w 114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66">
                  <a:moveTo>
                    <a:pt x="1" y="66"/>
                  </a:moveTo>
                  <a:cubicBezTo>
                    <a:pt x="19" y="55"/>
                    <a:pt x="37" y="45"/>
                    <a:pt x="54" y="34"/>
                  </a:cubicBezTo>
                  <a:cubicBezTo>
                    <a:pt x="73" y="23"/>
                    <a:pt x="91" y="8"/>
                    <a:pt x="113" y="1"/>
                  </a:cubicBezTo>
                  <a:cubicBezTo>
                    <a:pt x="114" y="0"/>
                    <a:pt x="113" y="0"/>
                    <a:pt x="112" y="0"/>
                  </a:cubicBezTo>
                  <a:cubicBezTo>
                    <a:pt x="97" y="6"/>
                    <a:pt x="84" y="14"/>
                    <a:pt x="71" y="23"/>
                  </a:cubicBezTo>
                  <a:cubicBezTo>
                    <a:pt x="48" y="38"/>
                    <a:pt x="24" y="51"/>
                    <a:pt x="0" y="65"/>
                  </a:cubicBezTo>
                  <a:cubicBezTo>
                    <a:pt x="0" y="66"/>
                    <a:pt x="1" y="66"/>
                    <a:pt x="1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Freeform 9384"/>
            <p:cNvSpPr>
              <a:spLocks/>
            </p:cNvSpPr>
            <p:nvPr/>
          </p:nvSpPr>
          <p:spPr bwMode="auto">
            <a:xfrm>
              <a:off x="65088" y="477838"/>
              <a:ext cx="558800" cy="346075"/>
            </a:xfrm>
            <a:custGeom>
              <a:avLst/>
              <a:gdLst>
                <a:gd name="T0" fmla="*/ 147 w 149"/>
                <a:gd name="T1" fmla="*/ 0 h 92"/>
                <a:gd name="T2" fmla="*/ 3 w 149"/>
                <a:gd name="T3" fmla="*/ 89 h 92"/>
                <a:gd name="T4" fmla="*/ 3 w 149"/>
                <a:gd name="T5" fmla="*/ 90 h 92"/>
                <a:gd name="T6" fmla="*/ 121 w 149"/>
                <a:gd name="T7" fmla="*/ 24 h 92"/>
                <a:gd name="T8" fmla="*/ 133 w 149"/>
                <a:gd name="T9" fmla="*/ 19 h 92"/>
                <a:gd name="T10" fmla="*/ 126 w 149"/>
                <a:gd name="T11" fmla="*/ 27 h 92"/>
                <a:gd name="T12" fmla="*/ 94 w 149"/>
                <a:gd name="T13" fmla="*/ 47 h 92"/>
                <a:gd name="T14" fmla="*/ 30 w 149"/>
                <a:gd name="T15" fmla="*/ 88 h 92"/>
                <a:gd name="T16" fmla="*/ 31 w 149"/>
                <a:gd name="T17" fmla="*/ 88 h 92"/>
                <a:gd name="T18" fmla="*/ 146 w 149"/>
                <a:gd name="T19" fmla="*/ 15 h 92"/>
                <a:gd name="T20" fmla="*/ 146 w 149"/>
                <a:gd name="T21" fmla="*/ 14 h 92"/>
                <a:gd name="T22" fmla="*/ 21 w 149"/>
                <a:gd name="T23" fmla="*/ 80 h 92"/>
                <a:gd name="T24" fmla="*/ 16 w 149"/>
                <a:gd name="T25" fmla="*/ 81 h 92"/>
                <a:gd name="T26" fmla="*/ 34 w 149"/>
                <a:gd name="T27" fmla="*/ 69 h 92"/>
                <a:gd name="T28" fmla="*/ 72 w 149"/>
                <a:gd name="T29" fmla="*/ 46 h 92"/>
                <a:gd name="T30" fmla="*/ 148 w 149"/>
                <a:gd name="T31" fmla="*/ 1 h 92"/>
                <a:gd name="T32" fmla="*/ 147 w 149"/>
                <a:gd name="T3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9" h="92">
                  <a:moveTo>
                    <a:pt x="147" y="0"/>
                  </a:moveTo>
                  <a:cubicBezTo>
                    <a:pt x="100" y="31"/>
                    <a:pt x="49" y="56"/>
                    <a:pt x="3" y="89"/>
                  </a:cubicBezTo>
                  <a:cubicBezTo>
                    <a:pt x="2" y="90"/>
                    <a:pt x="3" y="90"/>
                    <a:pt x="3" y="90"/>
                  </a:cubicBezTo>
                  <a:cubicBezTo>
                    <a:pt x="44" y="70"/>
                    <a:pt x="80" y="43"/>
                    <a:pt x="121" y="24"/>
                  </a:cubicBezTo>
                  <a:cubicBezTo>
                    <a:pt x="125" y="23"/>
                    <a:pt x="129" y="21"/>
                    <a:pt x="133" y="19"/>
                  </a:cubicBezTo>
                  <a:cubicBezTo>
                    <a:pt x="149" y="13"/>
                    <a:pt x="127" y="26"/>
                    <a:pt x="126" y="27"/>
                  </a:cubicBezTo>
                  <a:cubicBezTo>
                    <a:pt x="116" y="34"/>
                    <a:pt x="105" y="41"/>
                    <a:pt x="94" y="47"/>
                  </a:cubicBezTo>
                  <a:cubicBezTo>
                    <a:pt x="73" y="61"/>
                    <a:pt x="51" y="74"/>
                    <a:pt x="30" y="88"/>
                  </a:cubicBezTo>
                  <a:cubicBezTo>
                    <a:pt x="29" y="88"/>
                    <a:pt x="30" y="89"/>
                    <a:pt x="31" y="88"/>
                  </a:cubicBezTo>
                  <a:cubicBezTo>
                    <a:pt x="69" y="63"/>
                    <a:pt x="108" y="40"/>
                    <a:pt x="146" y="15"/>
                  </a:cubicBezTo>
                  <a:cubicBezTo>
                    <a:pt x="147" y="14"/>
                    <a:pt x="146" y="14"/>
                    <a:pt x="146" y="14"/>
                  </a:cubicBezTo>
                  <a:cubicBezTo>
                    <a:pt x="101" y="29"/>
                    <a:pt x="62" y="57"/>
                    <a:pt x="21" y="80"/>
                  </a:cubicBezTo>
                  <a:cubicBezTo>
                    <a:pt x="18" y="81"/>
                    <a:pt x="0" y="92"/>
                    <a:pt x="16" y="81"/>
                  </a:cubicBezTo>
                  <a:cubicBezTo>
                    <a:pt x="22" y="77"/>
                    <a:pt x="28" y="73"/>
                    <a:pt x="34" y="69"/>
                  </a:cubicBezTo>
                  <a:cubicBezTo>
                    <a:pt x="47" y="61"/>
                    <a:pt x="59" y="54"/>
                    <a:pt x="72" y="46"/>
                  </a:cubicBezTo>
                  <a:cubicBezTo>
                    <a:pt x="97" y="31"/>
                    <a:pt x="123" y="17"/>
                    <a:pt x="148" y="1"/>
                  </a:cubicBezTo>
                  <a:cubicBezTo>
                    <a:pt x="149" y="0"/>
                    <a:pt x="147" y="0"/>
                    <a:pt x="14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Freeform 9385"/>
            <p:cNvSpPr>
              <a:spLocks/>
            </p:cNvSpPr>
            <p:nvPr/>
          </p:nvSpPr>
          <p:spPr bwMode="auto">
            <a:xfrm>
              <a:off x="30163" y="439738"/>
              <a:ext cx="593725" cy="350838"/>
            </a:xfrm>
            <a:custGeom>
              <a:avLst/>
              <a:gdLst>
                <a:gd name="T0" fmla="*/ 156 w 158"/>
                <a:gd name="T1" fmla="*/ 1 h 93"/>
                <a:gd name="T2" fmla="*/ 1 w 158"/>
                <a:gd name="T3" fmla="*/ 92 h 93"/>
                <a:gd name="T4" fmla="*/ 2 w 158"/>
                <a:gd name="T5" fmla="*/ 93 h 93"/>
                <a:gd name="T6" fmla="*/ 156 w 158"/>
                <a:gd name="T7" fmla="*/ 8 h 93"/>
                <a:gd name="T8" fmla="*/ 155 w 158"/>
                <a:gd name="T9" fmla="*/ 8 h 93"/>
                <a:gd name="T10" fmla="*/ 8 w 158"/>
                <a:gd name="T11" fmla="*/ 89 h 93"/>
                <a:gd name="T12" fmla="*/ 37 w 158"/>
                <a:gd name="T13" fmla="*/ 68 h 93"/>
                <a:gd name="T14" fmla="*/ 74 w 158"/>
                <a:gd name="T15" fmla="*/ 46 h 93"/>
                <a:gd name="T16" fmla="*/ 157 w 158"/>
                <a:gd name="T17" fmla="*/ 1 h 93"/>
                <a:gd name="T18" fmla="*/ 156 w 158"/>
                <a:gd name="T19" fmla="*/ 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8" h="93">
                  <a:moveTo>
                    <a:pt x="156" y="1"/>
                  </a:moveTo>
                  <a:cubicBezTo>
                    <a:pt x="103" y="30"/>
                    <a:pt x="49" y="56"/>
                    <a:pt x="1" y="92"/>
                  </a:cubicBezTo>
                  <a:cubicBezTo>
                    <a:pt x="0" y="93"/>
                    <a:pt x="1" y="93"/>
                    <a:pt x="2" y="93"/>
                  </a:cubicBezTo>
                  <a:cubicBezTo>
                    <a:pt x="56" y="69"/>
                    <a:pt x="102" y="32"/>
                    <a:pt x="156" y="8"/>
                  </a:cubicBezTo>
                  <a:cubicBezTo>
                    <a:pt x="157" y="8"/>
                    <a:pt x="156" y="7"/>
                    <a:pt x="155" y="8"/>
                  </a:cubicBezTo>
                  <a:cubicBezTo>
                    <a:pt x="104" y="31"/>
                    <a:pt x="59" y="66"/>
                    <a:pt x="8" y="89"/>
                  </a:cubicBezTo>
                  <a:cubicBezTo>
                    <a:pt x="17" y="85"/>
                    <a:pt x="28" y="74"/>
                    <a:pt x="37" y="68"/>
                  </a:cubicBezTo>
                  <a:cubicBezTo>
                    <a:pt x="50" y="60"/>
                    <a:pt x="62" y="53"/>
                    <a:pt x="74" y="46"/>
                  </a:cubicBezTo>
                  <a:cubicBezTo>
                    <a:pt x="102" y="30"/>
                    <a:pt x="129" y="16"/>
                    <a:pt x="157" y="1"/>
                  </a:cubicBezTo>
                  <a:cubicBezTo>
                    <a:pt x="158" y="1"/>
                    <a:pt x="156" y="0"/>
                    <a:pt x="15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Freeform 9386"/>
            <p:cNvSpPr>
              <a:spLocks/>
            </p:cNvSpPr>
            <p:nvPr/>
          </p:nvSpPr>
          <p:spPr bwMode="auto">
            <a:xfrm>
              <a:off x="12700" y="406400"/>
              <a:ext cx="608013" cy="304800"/>
            </a:xfrm>
            <a:custGeom>
              <a:avLst/>
              <a:gdLst>
                <a:gd name="T0" fmla="*/ 2 w 162"/>
                <a:gd name="T1" fmla="*/ 81 h 81"/>
                <a:gd name="T2" fmla="*/ 161 w 162"/>
                <a:gd name="T3" fmla="*/ 1 h 81"/>
                <a:gd name="T4" fmla="*/ 161 w 162"/>
                <a:gd name="T5" fmla="*/ 0 h 81"/>
                <a:gd name="T6" fmla="*/ 1 w 162"/>
                <a:gd name="T7" fmla="*/ 80 h 81"/>
                <a:gd name="T8" fmla="*/ 2 w 162"/>
                <a:gd name="T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81">
                  <a:moveTo>
                    <a:pt x="2" y="81"/>
                  </a:moveTo>
                  <a:cubicBezTo>
                    <a:pt x="56" y="55"/>
                    <a:pt x="106" y="24"/>
                    <a:pt x="161" y="1"/>
                  </a:cubicBezTo>
                  <a:cubicBezTo>
                    <a:pt x="162" y="0"/>
                    <a:pt x="161" y="0"/>
                    <a:pt x="161" y="0"/>
                  </a:cubicBezTo>
                  <a:cubicBezTo>
                    <a:pt x="106" y="24"/>
                    <a:pt x="55" y="55"/>
                    <a:pt x="1" y="80"/>
                  </a:cubicBezTo>
                  <a:cubicBezTo>
                    <a:pt x="0" y="81"/>
                    <a:pt x="1" y="81"/>
                    <a:pt x="2" y="8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Freeform 9387"/>
            <p:cNvSpPr>
              <a:spLocks/>
            </p:cNvSpPr>
            <p:nvPr/>
          </p:nvSpPr>
          <p:spPr bwMode="auto">
            <a:xfrm>
              <a:off x="12700" y="338138"/>
              <a:ext cx="608013" cy="357188"/>
            </a:xfrm>
            <a:custGeom>
              <a:avLst/>
              <a:gdLst>
                <a:gd name="T0" fmla="*/ 161 w 162"/>
                <a:gd name="T1" fmla="*/ 0 h 95"/>
                <a:gd name="T2" fmla="*/ 0 w 162"/>
                <a:gd name="T3" fmla="*/ 94 h 95"/>
                <a:gd name="T4" fmla="*/ 1 w 162"/>
                <a:gd name="T5" fmla="*/ 95 h 95"/>
                <a:gd name="T6" fmla="*/ 162 w 162"/>
                <a:gd name="T7" fmla="*/ 1 h 95"/>
                <a:gd name="T8" fmla="*/ 161 w 162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95">
                  <a:moveTo>
                    <a:pt x="161" y="0"/>
                  </a:moveTo>
                  <a:cubicBezTo>
                    <a:pt x="107" y="31"/>
                    <a:pt x="51" y="59"/>
                    <a:pt x="0" y="94"/>
                  </a:cubicBezTo>
                  <a:cubicBezTo>
                    <a:pt x="0" y="95"/>
                    <a:pt x="1" y="95"/>
                    <a:pt x="1" y="95"/>
                  </a:cubicBezTo>
                  <a:cubicBezTo>
                    <a:pt x="52" y="59"/>
                    <a:pt x="108" y="32"/>
                    <a:pt x="162" y="1"/>
                  </a:cubicBezTo>
                  <a:cubicBezTo>
                    <a:pt x="162" y="1"/>
                    <a:pt x="162" y="0"/>
                    <a:pt x="16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Freeform 9388"/>
            <p:cNvSpPr>
              <a:spLocks/>
            </p:cNvSpPr>
            <p:nvPr/>
          </p:nvSpPr>
          <p:spPr bwMode="auto">
            <a:xfrm>
              <a:off x="23813" y="315913"/>
              <a:ext cx="600075" cy="307975"/>
            </a:xfrm>
            <a:custGeom>
              <a:avLst/>
              <a:gdLst>
                <a:gd name="T0" fmla="*/ 1 w 160"/>
                <a:gd name="T1" fmla="*/ 82 h 82"/>
                <a:gd name="T2" fmla="*/ 159 w 160"/>
                <a:gd name="T3" fmla="*/ 1 h 82"/>
                <a:gd name="T4" fmla="*/ 159 w 160"/>
                <a:gd name="T5" fmla="*/ 0 h 82"/>
                <a:gd name="T6" fmla="*/ 1 w 160"/>
                <a:gd name="T7" fmla="*/ 81 h 82"/>
                <a:gd name="T8" fmla="*/ 1 w 160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2">
                  <a:moveTo>
                    <a:pt x="1" y="82"/>
                  </a:moveTo>
                  <a:cubicBezTo>
                    <a:pt x="56" y="58"/>
                    <a:pt x="105" y="24"/>
                    <a:pt x="159" y="1"/>
                  </a:cubicBezTo>
                  <a:cubicBezTo>
                    <a:pt x="160" y="1"/>
                    <a:pt x="160" y="0"/>
                    <a:pt x="159" y="0"/>
                  </a:cubicBezTo>
                  <a:cubicBezTo>
                    <a:pt x="104" y="23"/>
                    <a:pt x="55" y="58"/>
                    <a:pt x="1" y="81"/>
                  </a:cubicBezTo>
                  <a:cubicBezTo>
                    <a:pt x="0" y="82"/>
                    <a:pt x="0" y="82"/>
                    <a:pt x="1" y="8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Freeform 9389"/>
            <p:cNvSpPr>
              <a:spLocks/>
            </p:cNvSpPr>
            <p:nvPr/>
          </p:nvSpPr>
          <p:spPr bwMode="auto">
            <a:xfrm>
              <a:off x="23813" y="271463"/>
              <a:ext cx="585788" cy="330200"/>
            </a:xfrm>
            <a:custGeom>
              <a:avLst/>
              <a:gdLst>
                <a:gd name="T0" fmla="*/ 155 w 156"/>
                <a:gd name="T1" fmla="*/ 0 h 88"/>
                <a:gd name="T2" fmla="*/ 0 w 156"/>
                <a:gd name="T3" fmla="*/ 87 h 88"/>
                <a:gd name="T4" fmla="*/ 1 w 156"/>
                <a:gd name="T5" fmla="*/ 88 h 88"/>
                <a:gd name="T6" fmla="*/ 155 w 156"/>
                <a:gd name="T7" fmla="*/ 1 h 88"/>
                <a:gd name="T8" fmla="*/ 155 w 156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88">
                  <a:moveTo>
                    <a:pt x="155" y="0"/>
                  </a:moveTo>
                  <a:cubicBezTo>
                    <a:pt x="104" y="31"/>
                    <a:pt x="48" y="52"/>
                    <a:pt x="0" y="87"/>
                  </a:cubicBezTo>
                  <a:cubicBezTo>
                    <a:pt x="0" y="88"/>
                    <a:pt x="1" y="88"/>
                    <a:pt x="1" y="88"/>
                  </a:cubicBezTo>
                  <a:cubicBezTo>
                    <a:pt x="48" y="53"/>
                    <a:pt x="105" y="32"/>
                    <a:pt x="155" y="1"/>
                  </a:cubicBezTo>
                  <a:cubicBezTo>
                    <a:pt x="156" y="1"/>
                    <a:pt x="155" y="0"/>
                    <a:pt x="15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Freeform 9390"/>
            <p:cNvSpPr>
              <a:spLocks/>
            </p:cNvSpPr>
            <p:nvPr/>
          </p:nvSpPr>
          <p:spPr bwMode="auto">
            <a:xfrm>
              <a:off x="26988" y="266700"/>
              <a:ext cx="544513" cy="266700"/>
            </a:xfrm>
            <a:custGeom>
              <a:avLst/>
              <a:gdLst>
                <a:gd name="T0" fmla="*/ 2 w 145"/>
                <a:gd name="T1" fmla="*/ 71 h 71"/>
                <a:gd name="T2" fmla="*/ 145 w 145"/>
                <a:gd name="T3" fmla="*/ 1 h 71"/>
                <a:gd name="T4" fmla="*/ 144 w 145"/>
                <a:gd name="T5" fmla="*/ 0 h 71"/>
                <a:gd name="T6" fmla="*/ 1 w 145"/>
                <a:gd name="T7" fmla="*/ 70 h 71"/>
                <a:gd name="T8" fmla="*/ 2 w 145"/>
                <a:gd name="T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71">
                  <a:moveTo>
                    <a:pt x="2" y="71"/>
                  </a:moveTo>
                  <a:cubicBezTo>
                    <a:pt x="50" y="49"/>
                    <a:pt x="96" y="21"/>
                    <a:pt x="145" y="1"/>
                  </a:cubicBezTo>
                  <a:cubicBezTo>
                    <a:pt x="145" y="0"/>
                    <a:pt x="145" y="0"/>
                    <a:pt x="144" y="0"/>
                  </a:cubicBezTo>
                  <a:cubicBezTo>
                    <a:pt x="95" y="21"/>
                    <a:pt x="49" y="48"/>
                    <a:pt x="1" y="70"/>
                  </a:cubicBezTo>
                  <a:cubicBezTo>
                    <a:pt x="0" y="71"/>
                    <a:pt x="1" y="71"/>
                    <a:pt x="2" y="7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Freeform 9391"/>
            <p:cNvSpPr>
              <a:spLocks/>
            </p:cNvSpPr>
            <p:nvPr/>
          </p:nvSpPr>
          <p:spPr bwMode="auto">
            <a:xfrm>
              <a:off x="26988" y="266700"/>
              <a:ext cx="423863" cy="249238"/>
            </a:xfrm>
            <a:custGeom>
              <a:avLst/>
              <a:gdLst>
                <a:gd name="T0" fmla="*/ 112 w 113"/>
                <a:gd name="T1" fmla="*/ 0 h 66"/>
                <a:gd name="T2" fmla="*/ 1 w 113"/>
                <a:gd name="T3" fmla="*/ 65 h 66"/>
                <a:gd name="T4" fmla="*/ 2 w 113"/>
                <a:gd name="T5" fmla="*/ 65 h 66"/>
                <a:gd name="T6" fmla="*/ 113 w 113"/>
                <a:gd name="T7" fmla="*/ 1 h 66"/>
                <a:gd name="T8" fmla="*/ 112 w 113"/>
                <a:gd name="T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66">
                  <a:moveTo>
                    <a:pt x="112" y="0"/>
                  </a:moveTo>
                  <a:cubicBezTo>
                    <a:pt x="73" y="19"/>
                    <a:pt x="37" y="42"/>
                    <a:pt x="1" y="65"/>
                  </a:cubicBezTo>
                  <a:cubicBezTo>
                    <a:pt x="0" y="65"/>
                    <a:pt x="1" y="66"/>
                    <a:pt x="2" y="65"/>
                  </a:cubicBezTo>
                  <a:cubicBezTo>
                    <a:pt x="38" y="42"/>
                    <a:pt x="74" y="20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Freeform 9392"/>
            <p:cNvSpPr>
              <a:spLocks/>
            </p:cNvSpPr>
            <p:nvPr/>
          </p:nvSpPr>
          <p:spPr bwMode="auto">
            <a:xfrm>
              <a:off x="544513" y="192088"/>
              <a:ext cx="38100" cy="25400"/>
            </a:xfrm>
            <a:custGeom>
              <a:avLst/>
              <a:gdLst>
                <a:gd name="T0" fmla="*/ 9 w 10"/>
                <a:gd name="T1" fmla="*/ 1 h 7"/>
                <a:gd name="T2" fmla="*/ 0 w 10"/>
                <a:gd name="T3" fmla="*/ 6 h 7"/>
                <a:gd name="T4" fmla="*/ 1 w 10"/>
                <a:gd name="T5" fmla="*/ 6 h 7"/>
                <a:gd name="T6" fmla="*/ 9 w 10"/>
                <a:gd name="T7" fmla="*/ 2 h 7"/>
                <a:gd name="T8" fmla="*/ 9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9" y="1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7"/>
                    <a:pt x="1" y="6"/>
                  </a:cubicBezTo>
                  <a:cubicBezTo>
                    <a:pt x="4" y="5"/>
                    <a:pt x="6" y="3"/>
                    <a:pt x="9" y="2"/>
                  </a:cubicBezTo>
                  <a:cubicBezTo>
                    <a:pt x="10" y="1"/>
                    <a:pt x="9" y="0"/>
                    <a:pt x="9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Freeform 9393"/>
            <p:cNvSpPr>
              <a:spLocks/>
            </p:cNvSpPr>
            <p:nvPr/>
          </p:nvSpPr>
          <p:spPr bwMode="auto">
            <a:xfrm>
              <a:off x="500063" y="184150"/>
              <a:ext cx="68263" cy="26988"/>
            </a:xfrm>
            <a:custGeom>
              <a:avLst/>
              <a:gdLst>
                <a:gd name="T0" fmla="*/ 2 w 18"/>
                <a:gd name="T1" fmla="*/ 7 h 7"/>
                <a:gd name="T2" fmla="*/ 17 w 18"/>
                <a:gd name="T3" fmla="*/ 1 h 7"/>
                <a:gd name="T4" fmla="*/ 17 w 18"/>
                <a:gd name="T5" fmla="*/ 0 h 7"/>
                <a:gd name="T6" fmla="*/ 1 w 18"/>
                <a:gd name="T7" fmla="*/ 7 h 7"/>
                <a:gd name="T8" fmla="*/ 2 w 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7">
                  <a:moveTo>
                    <a:pt x="2" y="7"/>
                  </a:moveTo>
                  <a:cubicBezTo>
                    <a:pt x="7" y="5"/>
                    <a:pt x="12" y="3"/>
                    <a:pt x="17" y="1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2" y="2"/>
                    <a:pt x="6" y="5"/>
                    <a:pt x="1" y="7"/>
                  </a:cubicBezTo>
                  <a:cubicBezTo>
                    <a:pt x="0" y="7"/>
                    <a:pt x="2" y="7"/>
                    <a:pt x="2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Freeform 9394"/>
            <p:cNvSpPr>
              <a:spLocks/>
            </p:cNvSpPr>
            <p:nvPr/>
          </p:nvSpPr>
          <p:spPr bwMode="auto">
            <a:xfrm>
              <a:off x="34925" y="266700"/>
              <a:ext cx="363538" cy="188913"/>
            </a:xfrm>
            <a:custGeom>
              <a:avLst/>
              <a:gdLst>
                <a:gd name="T0" fmla="*/ 2 w 97"/>
                <a:gd name="T1" fmla="*/ 50 h 50"/>
                <a:gd name="T2" fmla="*/ 96 w 97"/>
                <a:gd name="T3" fmla="*/ 0 h 50"/>
                <a:gd name="T4" fmla="*/ 95 w 97"/>
                <a:gd name="T5" fmla="*/ 0 h 50"/>
                <a:gd name="T6" fmla="*/ 1 w 97"/>
                <a:gd name="T7" fmla="*/ 50 h 50"/>
                <a:gd name="T8" fmla="*/ 2 w 97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0">
                  <a:moveTo>
                    <a:pt x="2" y="50"/>
                  </a:moveTo>
                  <a:cubicBezTo>
                    <a:pt x="34" y="35"/>
                    <a:pt x="65" y="17"/>
                    <a:pt x="96" y="0"/>
                  </a:cubicBezTo>
                  <a:cubicBezTo>
                    <a:pt x="97" y="0"/>
                    <a:pt x="96" y="0"/>
                    <a:pt x="95" y="0"/>
                  </a:cubicBezTo>
                  <a:cubicBezTo>
                    <a:pt x="64" y="16"/>
                    <a:pt x="34" y="35"/>
                    <a:pt x="1" y="50"/>
                  </a:cubicBezTo>
                  <a:cubicBezTo>
                    <a:pt x="0" y="50"/>
                    <a:pt x="2" y="50"/>
                    <a:pt x="2" y="5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Freeform 9395"/>
            <p:cNvSpPr>
              <a:spLocks/>
            </p:cNvSpPr>
            <p:nvPr/>
          </p:nvSpPr>
          <p:spPr bwMode="auto">
            <a:xfrm>
              <a:off x="38100" y="241300"/>
              <a:ext cx="338138" cy="179388"/>
            </a:xfrm>
            <a:custGeom>
              <a:avLst/>
              <a:gdLst>
                <a:gd name="T0" fmla="*/ 89 w 90"/>
                <a:gd name="T1" fmla="*/ 0 h 48"/>
                <a:gd name="T2" fmla="*/ 1 w 90"/>
                <a:gd name="T3" fmla="*/ 48 h 48"/>
                <a:gd name="T4" fmla="*/ 2 w 90"/>
                <a:gd name="T5" fmla="*/ 48 h 48"/>
                <a:gd name="T6" fmla="*/ 89 w 90"/>
                <a:gd name="T7" fmla="*/ 0 h 48"/>
                <a:gd name="T8" fmla="*/ 89 w 90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8">
                  <a:moveTo>
                    <a:pt x="89" y="0"/>
                  </a:moveTo>
                  <a:cubicBezTo>
                    <a:pt x="59" y="16"/>
                    <a:pt x="28" y="29"/>
                    <a:pt x="1" y="48"/>
                  </a:cubicBezTo>
                  <a:cubicBezTo>
                    <a:pt x="0" y="48"/>
                    <a:pt x="1" y="48"/>
                    <a:pt x="2" y="48"/>
                  </a:cubicBezTo>
                  <a:cubicBezTo>
                    <a:pt x="29" y="29"/>
                    <a:pt x="60" y="16"/>
                    <a:pt x="89" y="0"/>
                  </a:cubicBezTo>
                  <a:cubicBezTo>
                    <a:pt x="90" y="0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Freeform 9396"/>
            <p:cNvSpPr>
              <a:spLocks/>
            </p:cNvSpPr>
            <p:nvPr/>
          </p:nvSpPr>
          <p:spPr bwMode="auto">
            <a:xfrm>
              <a:off x="444500" y="150813"/>
              <a:ext cx="100013" cy="52388"/>
            </a:xfrm>
            <a:custGeom>
              <a:avLst/>
              <a:gdLst>
                <a:gd name="T0" fmla="*/ 26 w 27"/>
                <a:gd name="T1" fmla="*/ 0 h 14"/>
                <a:gd name="T2" fmla="*/ 0 w 27"/>
                <a:gd name="T3" fmla="*/ 14 h 14"/>
                <a:gd name="T4" fmla="*/ 1 w 27"/>
                <a:gd name="T5" fmla="*/ 14 h 14"/>
                <a:gd name="T6" fmla="*/ 27 w 27"/>
                <a:gd name="T7" fmla="*/ 0 h 14"/>
                <a:gd name="T8" fmla="*/ 26 w 27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4">
                  <a:moveTo>
                    <a:pt x="26" y="0"/>
                  </a:moveTo>
                  <a:cubicBezTo>
                    <a:pt x="17" y="5"/>
                    <a:pt x="9" y="9"/>
                    <a:pt x="0" y="14"/>
                  </a:cubicBezTo>
                  <a:cubicBezTo>
                    <a:pt x="0" y="14"/>
                    <a:pt x="1" y="14"/>
                    <a:pt x="1" y="14"/>
                  </a:cubicBezTo>
                  <a:cubicBezTo>
                    <a:pt x="10" y="9"/>
                    <a:pt x="18" y="5"/>
                    <a:pt x="27" y="0"/>
                  </a:cubicBezTo>
                  <a:cubicBezTo>
                    <a:pt x="27" y="0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9" name="Freeform 9397"/>
            <p:cNvSpPr>
              <a:spLocks/>
            </p:cNvSpPr>
            <p:nvPr/>
          </p:nvSpPr>
          <p:spPr bwMode="auto">
            <a:xfrm>
              <a:off x="428625" y="134938"/>
              <a:ext cx="104775" cy="52388"/>
            </a:xfrm>
            <a:custGeom>
              <a:avLst/>
              <a:gdLst>
                <a:gd name="T0" fmla="*/ 2 w 28"/>
                <a:gd name="T1" fmla="*/ 13 h 14"/>
                <a:gd name="T2" fmla="*/ 27 w 28"/>
                <a:gd name="T3" fmla="*/ 1 h 14"/>
                <a:gd name="T4" fmla="*/ 27 w 28"/>
                <a:gd name="T5" fmla="*/ 1 h 14"/>
                <a:gd name="T6" fmla="*/ 1 w 28"/>
                <a:gd name="T7" fmla="*/ 13 h 14"/>
                <a:gd name="T8" fmla="*/ 2 w 28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4">
                  <a:moveTo>
                    <a:pt x="2" y="13"/>
                  </a:moveTo>
                  <a:cubicBezTo>
                    <a:pt x="10" y="9"/>
                    <a:pt x="19" y="5"/>
                    <a:pt x="27" y="1"/>
                  </a:cubicBezTo>
                  <a:cubicBezTo>
                    <a:pt x="28" y="1"/>
                    <a:pt x="27" y="0"/>
                    <a:pt x="27" y="1"/>
                  </a:cubicBezTo>
                  <a:cubicBezTo>
                    <a:pt x="18" y="4"/>
                    <a:pt x="10" y="9"/>
                    <a:pt x="1" y="13"/>
                  </a:cubicBezTo>
                  <a:cubicBezTo>
                    <a:pt x="0" y="13"/>
                    <a:pt x="1" y="14"/>
                    <a:pt x="2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Freeform 9398"/>
            <p:cNvSpPr>
              <a:spLocks/>
            </p:cNvSpPr>
            <p:nvPr/>
          </p:nvSpPr>
          <p:spPr bwMode="auto">
            <a:xfrm>
              <a:off x="38100" y="211138"/>
              <a:ext cx="341313" cy="184150"/>
            </a:xfrm>
            <a:custGeom>
              <a:avLst/>
              <a:gdLst>
                <a:gd name="T0" fmla="*/ 2 w 91"/>
                <a:gd name="T1" fmla="*/ 49 h 49"/>
                <a:gd name="T2" fmla="*/ 91 w 91"/>
                <a:gd name="T3" fmla="*/ 1 h 49"/>
                <a:gd name="T4" fmla="*/ 90 w 91"/>
                <a:gd name="T5" fmla="*/ 0 h 49"/>
                <a:gd name="T6" fmla="*/ 1 w 91"/>
                <a:gd name="T7" fmla="*/ 48 h 49"/>
                <a:gd name="T8" fmla="*/ 2 w 91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49">
                  <a:moveTo>
                    <a:pt x="2" y="49"/>
                  </a:moveTo>
                  <a:cubicBezTo>
                    <a:pt x="32" y="33"/>
                    <a:pt x="61" y="16"/>
                    <a:pt x="91" y="1"/>
                  </a:cubicBezTo>
                  <a:cubicBezTo>
                    <a:pt x="91" y="0"/>
                    <a:pt x="90" y="0"/>
                    <a:pt x="90" y="0"/>
                  </a:cubicBezTo>
                  <a:cubicBezTo>
                    <a:pt x="60" y="16"/>
                    <a:pt x="31" y="33"/>
                    <a:pt x="1" y="48"/>
                  </a:cubicBezTo>
                  <a:cubicBezTo>
                    <a:pt x="0" y="49"/>
                    <a:pt x="1" y="49"/>
                    <a:pt x="2" y="4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Freeform 9399"/>
            <p:cNvSpPr>
              <a:spLocks/>
            </p:cNvSpPr>
            <p:nvPr/>
          </p:nvSpPr>
          <p:spPr bwMode="auto">
            <a:xfrm>
              <a:off x="41275" y="165100"/>
              <a:ext cx="338138" cy="192088"/>
            </a:xfrm>
            <a:custGeom>
              <a:avLst/>
              <a:gdLst>
                <a:gd name="T0" fmla="*/ 89 w 90"/>
                <a:gd name="T1" fmla="*/ 0 h 51"/>
                <a:gd name="T2" fmla="*/ 1 w 90"/>
                <a:gd name="T3" fmla="*/ 50 h 51"/>
                <a:gd name="T4" fmla="*/ 2 w 90"/>
                <a:gd name="T5" fmla="*/ 51 h 51"/>
                <a:gd name="T6" fmla="*/ 90 w 90"/>
                <a:gd name="T7" fmla="*/ 1 h 51"/>
                <a:gd name="T8" fmla="*/ 89 w 90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51">
                  <a:moveTo>
                    <a:pt x="89" y="0"/>
                  </a:moveTo>
                  <a:cubicBezTo>
                    <a:pt x="59" y="17"/>
                    <a:pt x="30" y="33"/>
                    <a:pt x="1" y="50"/>
                  </a:cubicBezTo>
                  <a:cubicBezTo>
                    <a:pt x="0" y="51"/>
                    <a:pt x="1" y="51"/>
                    <a:pt x="2" y="51"/>
                  </a:cubicBezTo>
                  <a:cubicBezTo>
                    <a:pt x="31" y="33"/>
                    <a:pt x="60" y="17"/>
                    <a:pt x="90" y="1"/>
                  </a:cubicBezTo>
                  <a:cubicBezTo>
                    <a:pt x="90" y="0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Freeform 9400"/>
            <p:cNvSpPr>
              <a:spLocks/>
            </p:cNvSpPr>
            <p:nvPr/>
          </p:nvSpPr>
          <p:spPr bwMode="auto">
            <a:xfrm>
              <a:off x="428625" y="98425"/>
              <a:ext cx="63500" cy="36513"/>
            </a:xfrm>
            <a:custGeom>
              <a:avLst/>
              <a:gdLst>
                <a:gd name="T0" fmla="*/ 16 w 17"/>
                <a:gd name="T1" fmla="*/ 1 h 10"/>
                <a:gd name="T2" fmla="*/ 1 w 17"/>
                <a:gd name="T3" fmla="*/ 9 h 10"/>
                <a:gd name="T4" fmla="*/ 2 w 17"/>
                <a:gd name="T5" fmla="*/ 10 h 10"/>
                <a:gd name="T6" fmla="*/ 17 w 17"/>
                <a:gd name="T7" fmla="*/ 1 h 10"/>
                <a:gd name="T8" fmla="*/ 16 w 17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6" y="1"/>
                  </a:moveTo>
                  <a:cubicBezTo>
                    <a:pt x="11" y="4"/>
                    <a:pt x="6" y="6"/>
                    <a:pt x="1" y="9"/>
                  </a:cubicBezTo>
                  <a:cubicBezTo>
                    <a:pt x="0" y="10"/>
                    <a:pt x="2" y="10"/>
                    <a:pt x="2" y="10"/>
                  </a:cubicBezTo>
                  <a:cubicBezTo>
                    <a:pt x="7" y="7"/>
                    <a:pt x="12" y="4"/>
                    <a:pt x="17" y="1"/>
                  </a:cubicBezTo>
                  <a:cubicBezTo>
                    <a:pt x="17" y="1"/>
                    <a:pt x="16" y="0"/>
                    <a:pt x="1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Freeform 9401"/>
            <p:cNvSpPr>
              <a:spLocks/>
            </p:cNvSpPr>
            <p:nvPr/>
          </p:nvSpPr>
          <p:spPr bwMode="auto">
            <a:xfrm>
              <a:off x="431800" y="85725"/>
              <a:ext cx="49213" cy="26988"/>
            </a:xfrm>
            <a:custGeom>
              <a:avLst/>
              <a:gdLst>
                <a:gd name="T0" fmla="*/ 1 w 13"/>
                <a:gd name="T1" fmla="*/ 7 h 7"/>
                <a:gd name="T2" fmla="*/ 13 w 13"/>
                <a:gd name="T3" fmla="*/ 1 h 7"/>
                <a:gd name="T4" fmla="*/ 12 w 13"/>
                <a:gd name="T5" fmla="*/ 0 h 7"/>
                <a:gd name="T6" fmla="*/ 0 w 13"/>
                <a:gd name="T7" fmla="*/ 6 h 7"/>
                <a:gd name="T8" fmla="*/ 1 w 13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" y="7"/>
                  </a:moveTo>
                  <a:cubicBezTo>
                    <a:pt x="5" y="5"/>
                    <a:pt x="9" y="3"/>
                    <a:pt x="13" y="1"/>
                  </a:cubicBezTo>
                  <a:cubicBezTo>
                    <a:pt x="13" y="1"/>
                    <a:pt x="13" y="0"/>
                    <a:pt x="12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0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Freeform 9402"/>
            <p:cNvSpPr>
              <a:spLocks/>
            </p:cNvSpPr>
            <p:nvPr/>
          </p:nvSpPr>
          <p:spPr bwMode="auto">
            <a:xfrm>
              <a:off x="34925" y="139700"/>
              <a:ext cx="349250" cy="179388"/>
            </a:xfrm>
            <a:custGeom>
              <a:avLst/>
              <a:gdLst>
                <a:gd name="T0" fmla="*/ 2 w 93"/>
                <a:gd name="T1" fmla="*/ 48 h 48"/>
                <a:gd name="T2" fmla="*/ 92 w 93"/>
                <a:gd name="T3" fmla="*/ 0 h 48"/>
                <a:gd name="T4" fmla="*/ 91 w 93"/>
                <a:gd name="T5" fmla="*/ 0 h 48"/>
                <a:gd name="T6" fmla="*/ 1 w 93"/>
                <a:gd name="T7" fmla="*/ 47 h 48"/>
                <a:gd name="T8" fmla="*/ 2 w 93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48">
                  <a:moveTo>
                    <a:pt x="2" y="48"/>
                  </a:moveTo>
                  <a:cubicBezTo>
                    <a:pt x="32" y="32"/>
                    <a:pt x="62" y="16"/>
                    <a:pt x="92" y="0"/>
                  </a:cubicBezTo>
                  <a:cubicBezTo>
                    <a:pt x="93" y="0"/>
                    <a:pt x="92" y="0"/>
                    <a:pt x="91" y="0"/>
                  </a:cubicBezTo>
                  <a:cubicBezTo>
                    <a:pt x="61" y="16"/>
                    <a:pt x="31" y="32"/>
                    <a:pt x="1" y="47"/>
                  </a:cubicBezTo>
                  <a:cubicBezTo>
                    <a:pt x="0" y="48"/>
                    <a:pt x="2" y="48"/>
                    <a:pt x="2" y="4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Freeform 9403"/>
            <p:cNvSpPr>
              <a:spLocks/>
            </p:cNvSpPr>
            <p:nvPr/>
          </p:nvSpPr>
          <p:spPr bwMode="auto">
            <a:xfrm>
              <a:off x="26988" y="101600"/>
              <a:ext cx="352425" cy="200025"/>
            </a:xfrm>
            <a:custGeom>
              <a:avLst/>
              <a:gdLst>
                <a:gd name="T0" fmla="*/ 92 w 94"/>
                <a:gd name="T1" fmla="*/ 0 h 53"/>
                <a:gd name="T2" fmla="*/ 1 w 94"/>
                <a:gd name="T3" fmla="*/ 52 h 53"/>
                <a:gd name="T4" fmla="*/ 2 w 94"/>
                <a:gd name="T5" fmla="*/ 53 h 53"/>
                <a:gd name="T6" fmla="*/ 93 w 94"/>
                <a:gd name="T7" fmla="*/ 0 h 53"/>
                <a:gd name="T8" fmla="*/ 92 w 94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53">
                  <a:moveTo>
                    <a:pt x="92" y="0"/>
                  </a:moveTo>
                  <a:cubicBezTo>
                    <a:pt x="62" y="18"/>
                    <a:pt x="31" y="34"/>
                    <a:pt x="1" y="52"/>
                  </a:cubicBezTo>
                  <a:cubicBezTo>
                    <a:pt x="0" y="53"/>
                    <a:pt x="1" y="53"/>
                    <a:pt x="2" y="53"/>
                  </a:cubicBezTo>
                  <a:cubicBezTo>
                    <a:pt x="32" y="35"/>
                    <a:pt x="63" y="19"/>
                    <a:pt x="93" y="0"/>
                  </a:cubicBezTo>
                  <a:cubicBezTo>
                    <a:pt x="94" y="0"/>
                    <a:pt x="93" y="0"/>
                    <a:pt x="9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Freeform 9404"/>
            <p:cNvSpPr>
              <a:spLocks/>
            </p:cNvSpPr>
            <p:nvPr/>
          </p:nvSpPr>
          <p:spPr bwMode="auto">
            <a:xfrm>
              <a:off x="23813" y="71438"/>
              <a:ext cx="352425" cy="180975"/>
            </a:xfrm>
            <a:custGeom>
              <a:avLst/>
              <a:gdLst>
                <a:gd name="T0" fmla="*/ 2 w 94"/>
                <a:gd name="T1" fmla="*/ 47 h 48"/>
                <a:gd name="T2" fmla="*/ 93 w 94"/>
                <a:gd name="T3" fmla="*/ 1 h 48"/>
                <a:gd name="T4" fmla="*/ 93 w 94"/>
                <a:gd name="T5" fmla="*/ 1 h 48"/>
                <a:gd name="T6" fmla="*/ 1 w 94"/>
                <a:gd name="T7" fmla="*/ 47 h 48"/>
                <a:gd name="T8" fmla="*/ 2 w 94"/>
                <a:gd name="T9" fmla="*/ 4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48">
                  <a:moveTo>
                    <a:pt x="2" y="47"/>
                  </a:moveTo>
                  <a:cubicBezTo>
                    <a:pt x="32" y="32"/>
                    <a:pt x="61" y="14"/>
                    <a:pt x="93" y="1"/>
                  </a:cubicBezTo>
                  <a:cubicBezTo>
                    <a:pt x="94" y="1"/>
                    <a:pt x="93" y="0"/>
                    <a:pt x="93" y="1"/>
                  </a:cubicBezTo>
                  <a:cubicBezTo>
                    <a:pt x="61" y="13"/>
                    <a:pt x="32" y="31"/>
                    <a:pt x="1" y="47"/>
                  </a:cubicBezTo>
                  <a:cubicBezTo>
                    <a:pt x="0" y="47"/>
                    <a:pt x="1" y="48"/>
                    <a:pt x="2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Freeform 9405"/>
            <p:cNvSpPr>
              <a:spLocks/>
            </p:cNvSpPr>
            <p:nvPr/>
          </p:nvSpPr>
          <p:spPr bwMode="auto">
            <a:xfrm>
              <a:off x="23813" y="38100"/>
              <a:ext cx="333375" cy="179388"/>
            </a:xfrm>
            <a:custGeom>
              <a:avLst/>
              <a:gdLst>
                <a:gd name="T0" fmla="*/ 88 w 89"/>
                <a:gd name="T1" fmla="*/ 1 h 48"/>
                <a:gd name="T2" fmla="*/ 1 w 89"/>
                <a:gd name="T3" fmla="*/ 48 h 48"/>
                <a:gd name="T4" fmla="*/ 2 w 89"/>
                <a:gd name="T5" fmla="*/ 48 h 48"/>
                <a:gd name="T6" fmla="*/ 88 w 89"/>
                <a:gd name="T7" fmla="*/ 2 h 48"/>
                <a:gd name="T8" fmla="*/ 88 w 89"/>
                <a:gd name="T9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48">
                  <a:moveTo>
                    <a:pt x="88" y="1"/>
                  </a:moveTo>
                  <a:cubicBezTo>
                    <a:pt x="59" y="16"/>
                    <a:pt x="29" y="30"/>
                    <a:pt x="1" y="48"/>
                  </a:cubicBezTo>
                  <a:cubicBezTo>
                    <a:pt x="0" y="48"/>
                    <a:pt x="1" y="48"/>
                    <a:pt x="2" y="48"/>
                  </a:cubicBezTo>
                  <a:cubicBezTo>
                    <a:pt x="30" y="31"/>
                    <a:pt x="59" y="17"/>
                    <a:pt x="88" y="2"/>
                  </a:cubicBezTo>
                  <a:cubicBezTo>
                    <a:pt x="89" y="1"/>
                    <a:pt x="88" y="0"/>
                    <a:pt x="8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Freeform 9406"/>
            <p:cNvSpPr>
              <a:spLocks/>
            </p:cNvSpPr>
            <p:nvPr/>
          </p:nvSpPr>
          <p:spPr bwMode="auto">
            <a:xfrm>
              <a:off x="23813" y="30163"/>
              <a:ext cx="333375" cy="169863"/>
            </a:xfrm>
            <a:custGeom>
              <a:avLst/>
              <a:gdLst>
                <a:gd name="T0" fmla="*/ 2 w 89"/>
                <a:gd name="T1" fmla="*/ 44 h 45"/>
                <a:gd name="T2" fmla="*/ 88 w 89"/>
                <a:gd name="T3" fmla="*/ 1 h 45"/>
                <a:gd name="T4" fmla="*/ 87 w 89"/>
                <a:gd name="T5" fmla="*/ 1 h 45"/>
                <a:gd name="T6" fmla="*/ 1 w 89"/>
                <a:gd name="T7" fmla="*/ 44 h 45"/>
                <a:gd name="T8" fmla="*/ 2 w 89"/>
                <a:gd name="T9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45">
                  <a:moveTo>
                    <a:pt x="2" y="44"/>
                  </a:moveTo>
                  <a:cubicBezTo>
                    <a:pt x="32" y="32"/>
                    <a:pt x="59" y="14"/>
                    <a:pt x="88" y="1"/>
                  </a:cubicBezTo>
                  <a:cubicBezTo>
                    <a:pt x="89" y="0"/>
                    <a:pt x="87" y="0"/>
                    <a:pt x="87" y="1"/>
                  </a:cubicBezTo>
                  <a:cubicBezTo>
                    <a:pt x="58" y="14"/>
                    <a:pt x="31" y="32"/>
                    <a:pt x="1" y="44"/>
                  </a:cubicBezTo>
                  <a:cubicBezTo>
                    <a:pt x="0" y="44"/>
                    <a:pt x="1" y="45"/>
                    <a:pt x="2" y="4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Freeform 9407"/>
            <p:cNvSpPr>
              <a:spLocks/>
            </p:cNvSpPr>
            <p:nvPr/>
          </p:nvSpPr>
          <p:spPr bwMode="auto">
            <a:xfrm>
              <a:off x="23813" y="26988"/>
              <a:ext cx="254000" cy="142875"/>
            </a:xfrm>
            <a:custGeom>
              <a:avLst/>
              <a:gdLst>
                <a:gd name="T0" fmla="*/ 67 w 68"/>
                <a:gd name="T1" fmla="*/ 0 h 38"/>
                <a:gd name="T2" fmla="*/ 1 w 68"/>
                <a:gd name="T3" fmla="*/ 37 h 38"/>
                <a:gd name="T4" fmla="*/ 2 w 68"/>
                <a:gd name="T5" fmla="*/ 37 h 38"/>
                <a:gd name="T6" fmla="*/ 68 w 68"/>
                <a:gd name="T7" fmla="*/ 1 h 38"/>
                <a:gd name="T8" fmla="*/ 67 w 68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8">
                  <a:moveTo>
                    <a:pt x="67" y="0"/>
                  </a:moveTo>
                  <a:cubicBezTo>
                    <a:pt x="46" y="14"/>
                    <a:pt x="23" y="24"/>
                    <a:pt x="1" y="37"/>
                  </a:cubicBezTo>
                  <a:cubicBezTo>
                    <a:pt x="0" y="38"/>
                    <a:pt x="1" y="38"/>
                    <a:pt x="2" y="37"/>
                  </a:cubicBezTo>
                  <a:cubicBezTo>
                    <a:pt x="24" y="25"/>
                    <a:pt x="47" y="15"/>
                    <a:pt x="68" y="1"/>
                  </a:cubicBezTo>
                  <a:cubicBezTo>
                    <a:pt x="68" y="0"/>
                    <a:pt x="67" y="0"/>
                    <a:pt x="6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Freeform 9408"/>
            <p:cNvSpPr>
              <a:spLocks/>
            </p:cNvSpPr>
            <p:nvPr/>
          </p:nvSpPr>
          <p:spPr bwMode="auto">
            <a:xfrm>
              <a:off x="15875" y="30163"/>
              <a:ext cx="209550" cy="109538"/>
            </a:xfrm>
            <a:custGeom>
              <a:avLst/>
              <a:gdLst>
                <a:gd name="T0" fmla="*/ 2 w 56"/>
                <a:gd name="T1" fmla="*/ 29 h 29"/>
                <a:gd name="T2" fmla="*/ 55 w 56"/>
                <a:gd name="T3" fmla="*/ 1 h 29"/>
                <a:gd name="T4" fmla="*/ 54 w 56"/>
                <a:gd name="T5" fmla="*/ 0 h 29"/>
                <a:gd name="T6" fmla="*/ 1 w 56"/>
                <a:gd name="T7" fmla="*/ 28 h 29"/>
                <a:gd name="T8" fmla="*/ 2 w 5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29">
                  <a:moveTo>
                    <a:pt x="2" y="29"/>
                  </a:moveTo>
                  <a:cubicBezTo>
                    <a:pt x="20" y="20"/>
                    <a:pt x="37" y="9"/>
                    <a:pt x="55" y="1"/>
                  </a:cubicBezTo>
                  <a:cubicBezTo>
                    <a:pt x="56" y="1"/>
                    <a:pt x="55" y="0"/>
                    <a:pt x="54" y="0"/>
                  </a:cubicBezTo>
                  <a:cubicBezTo>
                    <a:pt x="36" y="9"/>
                    <a:pt x="19" y="19"/>
                    <a:pt x="1" y="28"/>
                  </a:cubicBezTo>
                  <a:cubicBezTo>
                    <a:pt x="0" y="28"/>
                    <a:pt x="1" y="29"/>
                    <a:pt x="2" y="2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Freeform 9409"/>
            <p:cNvSpPr>
              <a:spLocks/>
            </p:cNvSpPr>
            <p:nvPr/>
          </p:nvSpPr>
          <p:spPr bwMode="auto">
            <a:xfrm>
              <a:off x="12700" y="26988"/>
              <a:ext cx="146050" cy="82550"/>
            </a:xfrm>
            <a:custGeom>
              <a:avLst/>
              <a:gdLst>
                <a:gd name="T0" fmla="*/ 38 w 39"/>
                <a:gd name="T1" fmla="*/ 0 h 22"/>
                <a:gd name="T2" fmla="*/ 1 w 39"/>
                <a:gd name="T3" fmla="*/ 21 h 22"/>
                <a:gd name="T4" fmla="*/ 1 w 39"/>
                <a:gd name="T5" fmla="*/ 22 h 22"/>
                <a:gd name="T6" fmla="*/ 38 w 39"/>
                <a:gd name="T7" fmla="*/ 1 h 22"/>
                <a:gd name="T8" fmla="*/ 38 w 39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22">
                  <a:moveTo>
                    <a:pt x="38" y="0"/>
                  </a:moveTo>
                  <a:cubicBezTo>
                    <a:pt x="25" y="7"/>
                    <a:pt x="13" y="14"/>
                    <a:pt x="1" y="21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13" y="14"/>
                    <a:pt x="26" y="8"/>
                    <a:pt x="38" y="1"/>
                  </a:cubicBezTo>
                  <a:cubicBezTo>
                    <a:pt x="39" y="1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Freeform 9410"/>
            <p:cNvSpPr>
              <a:spLocks/>
            </p:cNvSpPr>
            <p:nvPr/>
          </p:nvSpPr>
          <p:spPr bwMode="auto">
            <a:xfrm>
              <a:off x="4763" y="26988"/>
              <a:ext cx="138113" cy="74613"/>
            </a:xfrm>
            <a:custGeom>
              <a:avLst/>
              <a:gdLst>
                <a:gd name="T0" fmla="*/ 2 w 37"/>
                <a:gd name="T1" fmla="*/ 19 h 20"/>
                <a:gd name="T2" fmla="*/ 36 w 37"/>
                <a:gd name="T3" fmla="*/ 0 h 20"/>
                <a:gd name="T4" fmla="*/ 36 w 37"/>
                <a:gd name="T5" fmla="*/ 0 h 20"/>
                <a:gd name="T6" fmla="*/ 1 w 37"/>
                <a:gd name="T7" fmla="*/ 19 h 20"/>
                <a:gd name="T8" fmla="*/ 2 w 37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0">
                  <a:moveTo>
                    <a:pt x="2" y="19"/>
                  </a:moveTo>
                  <a:cubicBezTo>
                    <a:pt x="13" y="13"/>
                    <a:pt x="25" y="6"/>
                    <a:pt x="36" y="0"/>
                  </a:cubicBezTo>
                  <a:cubicBezTo>
                    <a:pt x="37" y="0"/>
                    <a:pt x="36" y="0"/>
                    <a:pt x="36" y="0"/>
                  </a:cubicBezTo>
                  <a:cubicBezTo>
                    <a:pt x="24" y="6"/>
                    <a:pt x="13" y="12"/>
                    <a:pt x="1" y="19"/>
                  </a:cubicBezTo>
                  <a:cubicBezTo>
                    <a:pt x="0" y="20"/>
                    <a:pt x="2" y="20"/>
                    <a:pt x="2" y="1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04317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1"/>
          <p:cNvSpPr>
            <a:spLocks noChangeArrowheads="1"/>
          </p:cNvSpPr>
          <p:nvPr/>
        </p:nvSpPr>
        <p:spPr bwMode="auto">
          <a:xfrm>
            <a:off x="1211623" y="1252827"/>
            <a:ext cx="10002406" cy="69532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dirty="0" smtClean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常用</a:t>
            </a:r>
            <a:r>
              <a:rPr lang="zh-CN" altLang="en-US" sz="3600" dirty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的</a:t>
            </a:r>
            <a:r>
              <a:rPr lang="en-US" altLang="zh-CN" sz="3600" dirty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SQA</a:t>
            </a:r>
            <a:r>
              <a:rPr lang="zh-CN" altLang="en-US" sz="3600" dirty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组织模型主要分为如下</a:t>
            </a:r>
            <a:r>
              <a:rPr lang="en-US" altLang="zh-CN" sz="3600" dirty="0" smtClean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3</a:t>
            </a:r>
            <a:r>
              <a:rPr lang="zh-CN" altLang="en-US" sz="3600" dirty="0" smtClean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种</a:t>
            </a:r>
            <a:endParaRPr lang="en-US" altLang="zh-CN" sz="3600" dirty="0" smtClean="0">
              <a:solidFill>
                <a:srgbClr val="F2F2F2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800" dirty="0">
              <a:solidFill>
                <a:srgbClr val="F2F2F2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800" dirty="0" smtClean="0">
              <a:solidFill>
                <a:srgbClr val="F2F2F2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800" dirty="0">
              <a:solidFill>
                <a:srgbClr val="F2F2F2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800" dirty="0">
              <a:solidFill>
                <a:srgbClr val="F2F2F2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独立的</a:t>
            </a:r>
            <a:r>
              <a:rPr lang="en-US" altLang="zh-CN" sz="2400" dirty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SQA/testing</a:t>
            </a:r>
            <a:r>
              <a:rPr lang="zh-CN" altLang="en-US" sz="2400" dirty="0" smtClean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部门            独立的</a:t>
            </a:r>
            <a:r>
              <a:rPr lang="en-US" altLang="zh-CN" sz="2400" dirty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SQA</a:t>
            </a:r>
            <a:r>
              <a:rPr lang="zh-CN" altLang="en-US" sz="2400" dirty="0" smtClean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工程师                  独立的</a:t>
            </a:r>
            <a:r>
              <a:rPr lang="en-US" altLang="zh-CN" sz="2400" dirty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SQA</a:t>
            </a:r>
            <a:r>
              <a:rPr lang="zh-CN" altLang="en-US" sz="2400" dirty="0" smtClean="0">
                <a:solidFill>
                  <a:srgbClr val="F2F2F2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小组</a:t>
            </a:r>
            <a:endParaRPr lang="zh-CN" altLang="en-US" sz="2400" dirty="0">
              <a:solidFill>
                <a:srgbClr val="F2F2F2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7414" name="AutoShape 8"/>
          <p:cNvSpPr>
            <a:spLocks/>
          </p:cNvSpPr>
          <p:nvPr/>
        </p:nvSpPr>
        <p:spPr bwMode="auto">
          <a:xfrm>
            <a:off x="4761886" y="3626644"/>
            <a:ext cx="2730500" cy="2730500"/>
          </a:xfrm>
          <a:custGeom>
            <a:avLst/>
            <a:gdLst>
              <a:gd name="T0" fmla="*/ 16796 w 19679"/>
              <a:gd name="T1" fmla="*/ 2881 h 19679"/>
              <a:gd name="T2" fmla="*/ 16796 w 19679"/>
              <a:gd name="T3" fmla="*/ 16796 h 19679"/>
              <a:gd name="T4" fmla="*/ 2881 w 19679"/>
              <a:gd name="T5" fmla="*/ 16796 h 19679"/>
              <a:gd name="T6" fmla="*/ 2881 w 19679"/>
              <a:gd name="T7" fmla="*/ 2881 h 19679"/>
              <a:gd name="T8" fmla="*/ 16796 w 19679"/>
              <a:gd name="T9" fmla="*/ 2881 h 19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8"/>
                  <a:pt x="6724" y="20638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noFill/>
          <a:ln w="25400" cmpd="sng">
            <a:solidFill>
              <a:srgbClr val="C0C0C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" name="AutoShape 10"/>
          <p:cNvSpPr>
            <a:spLocks/>
          </p:cNvSpPr>
          <p:nvPr/>
        </p:nvSpPr>
        <p:spPr bwMode="auto">
          <a:xfrm>
            <a:off x="4863486" y="3993356"/>
            <a:ext cx="2527300" cy="2262188"/>
          </a:xfrm>
          <a:custGeom>
            <a:avLst/>
            <a:gdLst>
              <a:gd name="T0" fmla="*/ 14965 w 21600"/>
              <a:gd name="T1" fmla="*/ 3543 h 21600"/>
              <a:gd name="T2" fmla="*/ 17584 w 21600"/>
              <a:gd name="T3" fmla="*/ 9528 h 21600"/>
              <a:gd name="T4" fmla="*/ 10800 w 21600"/>
              <a:gd name="T5" fmla="*/ 17111 h 21600"/>
              <a:gd name="T6" fmla="*/ 4015 w 21600"/>
              <a:gd name="T7" fmla="*/ 9528 h 21600"/>
              <a:gd name="T8" fmla="*/ 6633 w 21600"/>
              <a:gd name="T9" fmla="*/ 3543 h 21600"/>
              <a:gd name="T10" fmla="*/ 4167 w 21600"/>
              <a:gd name="T11" fmla="*/ 0 h 21600"/>
              <a:gd name="T12" fmla="*/ 0 w 21600"/>
              <a:gd name="T13" fmla="*/ 9528 h 21600"/>
              <a:gd name="T14" fmla="*/ 10800 w 21600"/>
              <a:gd name="T15" fmla="*/ 21600 h 21600"/>
              <a:gd name="T16" fmla="*/ 21600 w 21600"/>
              <a:gd name="T17" fmla="*/ 9528 h 21600"/>
              <a:gd name="T18" fmla="*/ 17431 w 21600"/>
              <a:gd name="T19" fmla="*/ 0 h 21600"/>
              <a:gd name="T20" fmla="*/ 14965 w 21600"/>
              <a:gd name="T21" fmla="*/ 354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600" h="21600">
                <a:moveTo>
                  <a:pt x="14965" y="3543"/>
                </a:moveTo>
                <a:cubicBezTo>
                  <a:pt x="16617" y="4979"/>
                  <a:pt x="17584" y="7188"/>
                  <a:pt x="17584" y="9528"/>
                </a:cubicBezTo>
                <a:cubicBezTo>
                  <a:pt x="17584" y="13715"/>
                  <a:pt x="14546" y="17111"/>
                  <a:pt x="10800" y="17111"/>
                </a:cubicBezTo>
                <a:cubicBezTo>
                  <a:pt x="7052" y="17111"/>
                  <a:pt x="4015" y="13715"/>
                  <a:pt x="4015" y="9528"/>
                </a:cubicBezTo>
                <a:cubicBezTo>
                  <a:pt x="4015" y="7188"/>
                  <a:pt x="4981" y="4979"/>
                  <a:pt x="6633" y="3543"/>
                </a:cubicBezTo>
                <a:lnTo>
                  <a:pt x="4167" y="0"/>
                </a:lnTo>
                <a:cubicBezTo>
                  <a:pt x="1537" y="2286"/>
                  <a:pt x="0" y="5803"/>
                  <a:pt x="0" y="9528"/>
                </a:cubicBezTo>
                <a:cubicBezTo>
                  <a:pt x="0" y="16194"/>
                  <a:pt x="4834" y="21600"/>
                  <a:pt x="10800" y="21600"/>
                </a:cubicBezTo>
                <a:cubicBezTo>
                  <a:pt x="16764" y="21600"/>
                  <a:pt x="21600" y="16194"/>
                  <a:pt x="21600" y="9528"/>
                </a:cubicBezTo>
                <a:cubicBezTo>
                  <a:pt x="21600" y="5803"/>
                  <a:pt x="20061" y="2286"/>
                  <a:pt x="17431" y="0"/>
                </a:cubicBezTo>
                <a:lnTo>
                  <a:pt x="14965" y="3543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9525" cmpd="sng">
            <a:solidFill>
              <a:srgbClr val="00B0F0"/>
            </a:solidFill>
            <a:bevel/>
            <a:headEnd/>
            <a:tailEnd/>
          </a:ln>
        </p:spPr>
        <p:txBody>
          <a:bodyPr lIns="0" tIns="0" rIns="0" bIns="0" anchor="ctr"/>
          <a:lstStyle/>
          <a:p>
            <a:endParaRPr lang="zh-CN" altLang="en-US"/>
          </a:p>
        </p:txBody>
      </p:sp>
      <p:sp>
        <p:nvSpPr>
          <p:cNvPr id="17417" name="AutoShape 12"/>
          <p:cNvSpPr>
            <a:spLocks/>
          </p:cNvSpPr>
          <p:nvPr/>
        </p:nvSpPr>
        <p:spPr bwMode="auto">
          <a:xfrm>
            <a:off x="8270874" y="3709194"/>
            <a:ext cx="2730500" cy="2730500"/>
          </a:xfrm>
          <a:custGeom>
            <a:avLst/>
            <a:gdLst>
              <a:gd name="T0" fmla="*/ 16796 w 19679"/>
              <a:gd name="T1" fmla="*/ 2881 h 19679"/>
              <a:gd name="T2" fmla="*/ 16796 w 19679"/>
              <a:gd name="T3" fmla="*/ 16796 h 19679"/>
              <a:gd name="T4" fmla="*/ 2881 w 19679"/>
              <a:gd name="T5" fmla="*/ 16796 h 19679"/>
              <a:gd name="T6" fmla="*/ 2881 w 19679"/>
              <a:gd name="T7" fmla="*/ 2881 h 19679"/>
              <a:gd name="T8" fmla="*/ 16796 w 19679"/>
              <a:gd name="T9" fmla="*/ 2881 h 19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8"/>
                  <a:pt x="6724" y="20638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noFill/>
          <a:ln w="25400" cmpd="sng">
            <a:solidFill>
              <a:srgbClr val="C0C0C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9" name="AutoShape 14"/>
          <p:cNvSpPr>
            <a:spLocks/>
          </p:cNvSpPr>
          <p:nvPr/>
        </p:nvSpPr>
        <p:spPr bwMode="auto">
          <a:xfrm>
            <a:off x="8478837" y="5358606"/>
            <a:ext cx="2312987" cy="979488"/>
          </a:xfrm>
          <a:custGeom>
            <a:avLst/>
            <a:gdLst>
              <a:gd name="T0" fmla="*/ 16855 w 21600"/>
              <a:gd name="T1" fmla="*/ 0 h 21600"/>
              <a:gd name="T2" fmla="*/ 10800 w 21600"/>
              <a:gd name="T3" fmla="*/ 9351 h 21600"/>
              <a:gd name="T4" fmla="*/ 4744 w 21600"/>
              <a:gd name="T5" fmla="*/ 0 h 21600"/>
              <a:gd name="T6" fmla="*/ 0 w 21600"/>
              <a:gd name="T7" fmla="*/ 4926 h 21600"/>
              <a:gd name="T8" fmla="*/ 10800 w 21600"/>
              <a:gd name="T9" fmla="*/ 21599 h 21600"/>
              <a:gd name="T10" fmla="*/ 21599 w 21600"/>
              <a:gd name="T11" fmla="*/ 4926 h 21600"/>
              <a:gd name="T12" fmla="*/ 16855 w 21600"/>
              <a:gd name="T13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>
                <a:moveTo>
                  <a:pt x="16855" y="0"/>
                </a:moveTo>
                <a:cubicBezTo>
                  <a:pt x="15800" y="5682"/>
                  <a:pt x="13425" y="9351"/>
                  <a:pt x="10800" y="9351"/>
                </a:cubicBezTo>
                <a:cubicBezTo>
                  <a:pt x="8174" y="9351"/>
                  <a:pt x="5799" y="5682"/>
                  <a:pt x="4744" y="0"/>
                </a:cubicBezTo>
                <a:lnTo>
                  <a:pt x="0" y="4926"/>
                </a:lnTo>
                <a:cubicBezTo>
                  <a:pt x="1881" y="15057"/>
                  <a:pt x="6119" y="21599"/>
                  <a:pt x="10800" y="21599"/>
                </a:cubicBezTo>
                <a:cubicBezTo>
                  <a:pt x="15480" y="21599"/>
                  <a:pt x="19718" y="15057"/>
                  <a:pt x="21599" y="4926"/>
                </a:cubicBezTo>
                <a:lnTo>
                  <a:pt x="16855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9525" cmpd="sng">
            <a:solidFill>
              <a:schemeClr val="bg1"/>
            </a:solidFill>
            <a:bevel/>
            <a:headEnd/>
            <a:tailEnd/>
          </a:ln>
        </p:spPr>
        <p:txBody>
          <a:bodyPr lIns="0" tIns="0" rIns="0" bIns="0" anchor="ctr"/>
          <a:lstStyle/>
          <a:p>
            <a:endParaRPr lang="zh-CN" altLang="en-US"/>
          </a:p>
        </p:txBody>
      </p:sp>
      <p:sp>
        <p:nvSpPr>
          <p:cNvPr id="13" name="AutoShape 12"/>
          <p:cNvSpPr>
            <a:spLocks/>
          </p:cNvSpPr>
          <p:nvPr/>
        </p:nvSpPr>
        <p:spPr bwMode="auto">
          <a:xfrm>
            <a:off x="1252898" y="3626644"/>
            <a:ext cx="2730500" cy="2730500"/>
          </a:xfrm>
          <a:custGeom>
            <a:avLst/>
            <a:gdLst>
              <a:gd name="T0" fmla="*/ 16796 w 19679"/>
              <a:gd name="T1" fmla="*/ 2881 h 19679"/>
              <a:gd name="T2" fmla="*/ 16796 w 19679"/>
              <a:gd name="T3" fmla="*/ 16796 h 19679"/>
              <a:gd name="T4" fmla="*/ 2881 w 19679"/>
              <a:gd name="T5" fmla="*/ 16796 h 19679"/>
              <a:gd name="T6" fmla="*/ 2881 w 19679"/>
              <a:gd name="T7" fmla="*/ 2881 h 19679"/>
              <a:gd name="T8" fmla="*/ 16796 w 19679"/>
              <a:gd name="T9" fmla="*/ 2881 h 19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8"/>
                  <a:pt x="6724" y="20638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noFill/>
          <a:ln w="25400" cmpd="sng">
            <a:solidFill>
              <a:srgbClr val="C0C0C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14"/>
          <p:cNvSpPr>
            <a:spLocks/>
          </p:cNvSpPr>
          <p:nvPr/>
        </p:nvSpPr>
        <p:spPr bwMode="auto">
          <a:xfrm>
            <a:off x="1461654" y="5276056"/>
            <a:ext cx="2312987" cy="979488"/>
          </a:xfrm>
          <a:custGeom>
            <a:avLst/>
            <a:gdLst>
              <a:gd name="T0" fmla="*/ 16855 w 21600"/>
              <a:gd name="T1" fmla="*/ 0 h 21600"/>
              <a:gd name="T2" fmla="*/ 10800 w 21600"/>
              <a:gd name="T3" fmla="*/ 9351 h 21600"/>
              <a:gd name="T4" fmla="*/ 4744 w 21600"/>
              <a:gd name="T5" fmla="*/ 0 h 21600"/>
              <a:gd name="T6" fmla="*/ 0 w 21600"/>
              <a:gd name="T7" fmla="*/ 4926 h 21600"/>
              <a:gd name="T8" fmla="*/ 10800 w 21600"/>
              <a:gd name="T9" fmla="*/ 21599 h 21600"/>
              <a:gd name="T10" fmla="*/ 21599 w 21600"/>
              <a:gd name="T11" fmla="*/ 4926 h 21600"/>
              <a:gd name="T12" fmla="*/ 16855 w 21600"/>
              <a:gd name="T13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>
                <a:moveTo>
                  <a:pt x="16855" y="0"/>
                </a:moveTo>
                <a:cubicBezTo>
                  <a:pt x="15800" y="5682"/>
                  <a:pt x="13425" y="9351"/>
                  <a:pt x="10800" y="9351"/>
                </a:cubicBezTo>
                <a:cubicBezTo>
                  <a:pt x="8174" y="9351"/>
                  <a:pt x="5799" y="5682"/>
                  <a:pt x="4744" y="0"/>
                </a:cubicBezTo>
                <a:lnTo>
                  <a:pt x="0" y="4926"/>
                </a:lnTo>
                <a:cubicBezTo>
                  <a:pt x="1881" y="15057"/>
                  <a:pt x="6119" y="21599"/>
                  <a:pt x="10800" y="21599"/>
                </a:cubicBezTo>
                <a:cubicBezTo>
                  <a:pt x="15480" y="21599"/>
                  <a:pt x="19718" y="15057"/>
                  <a:pt x="21599" y="4926"/>
                </a:cubicBezTo>
                <a:lnTo>
                  <a:pt x="16855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9525" cmpd="sng">
            <a:solidFill>
              <a:schemeClr val="bg1"/>
            </a:solidFill>
            <a:bevel/>
            <a:headEnd/>
            <a:tailEnd/>
          </a:ln>
        </p:spPr>
        <p:txBody>
          <a:bodyPr lIns="0" tIns="0" rIns="0" bIns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4189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0655" y="346034"/>
            <a:ext cx="4197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3"/>
                </a:solidFill>
              </a:rPr>
              <a:t>独立的</a:t>
            </a:r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 smtClean="0">
                <a:solidFill>
                  <a:schemeClr val="accent3"/>
                </a:solidFill>
              </a:rPr>
              <a:t>部门</a:t>
            </a:r>
            <a:endParaRPr lang="zh-CN" altLang="en-US" sz="3600" dirty="0">
              <a:solidFill>
                <a:schemeClr val="accent3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09" y="3048000"/>
            <a:ext cx="8454618" cy="311756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80655" y="1317947"/>
            <a:ext cx="8510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chemeClr val="accent3"/>
                </a:solidFill>
              </a:rPr>
              <a:t>独立的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zh-CN" sz="2000" dirty="0">
                <a:solidFill>
                  <a:schemeClr val="accent3"/>
                </a:solidFill>
              </a:rPr>
              <a:t>部门，顾名思义是在整个企业的组织结构中设立一个独立的职能</a:t>
            </a:r>
            <a:r>
              <a:rPr lang="zh-CN" altLang="zh-CN" sz="2000" dirty="0" smtClean="0">
                <a:solidFill>
                  <a:schemeClr val="accent3"/>
                </a:solidFill>
              </a:rPr>
              <a:t>和</a:t>
            </a:r>
            <a:r>
              <a:rPr lang="zh-CN" altLang="en-US" sz="2000" dirty="0" smtClean="0">
                <a:solidFill>
                  <a:schemeClr val="accent3"/>
                </a:solidFill>
              </a:rPr>
              <a:t>行政</a:t>
            </a:r>
            <a:r>
              <a:rPr lang="zh-CN" altLang="zh-CN" sz="2000" dirty="0" smtClean="0">
                <a:solidFill>
                  <a:schemeClr val="accent3"/>
                </a:solidFill>
              </a:rPr>
              <a:t>部门</a:t>
            </a:r>
            <a:r>
              <a:rPr lang="zh-CN" altLang="zh-CN" sz="2000" dirty="0">
                <a:solidFill>
                  <a:schemeClr val="accent3"/>
                </a:solidFill>
              </a:rPr>
              <a:t>—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zh-CN" sz="2000" dirty="0">
                <a:solidFill>
                  <a:schemeClr val="accent3"/>
                </a:solidFill>
              </a:rPr>
              <a:t>部门，该部门和其他职能部门平级，因此这种组织结构模型又称为职能型组织</a:t>
            </a:r>
            <a:r>
              <a:rPr lang="zh-CN" altLang="zh-CN" sz="2000" dirty="0" smtClean="0">
                <a:solidFill>
                  <a:schemeClr val="accent3"/>
                </a:solidFill>
              </a:rPr>
              <a:t>结构</a:t>
            </a:r>
            <a:r>
              <a:rPr lang="zh-CN" altLang="en-US" sz="2000" dirty="0" smtClean="0">
                <a:solidFill>
                  <a:schemeClr val="accent3"/>
                </a:solidFill>
              </a:rPr>
              <a:t>。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3669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4197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3"/>
                </a:solidFill>
              </a:rPr>
              <a:t>独立的</a:t>
            </a:r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 smtClean="0">
                <a:solidFill>
                  <a:schemeClr val="accent3"/>
                </a:solidFill>
              </a:rPr>
              <a:t>部门</a:t>
            </a:r>
            <a:endParaRPr lang="zh-CN" altLang="en-US" sz="3600" dirty="0">
              <a:solidFill>
                <a:schemeClr val="accent3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6690" y="1650456"/>
            <a:ext cx="1034934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3"/>
                </a:solidFill>
              </a:rPr>
              <a:t>优点</a:t>
            </a: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保护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工程师的独立性和客观性：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工程师在行政上隶属于独立的职能部门，因此在流程监控和审查中，更有利于工程师做出独立自主、客观的判断和汇报。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有利于资源的共享：因为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部门的相对独立，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资源被所有项目共享，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经理可以根据项目，对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资源进行统筹分配。既避免了资源的相互冲突，又有利于资源的充分应用</a:t>
            </a:r>
            <a:r>
              <a:rPr lang="zh-CN" altLang="en-US" sz="2000" dirty="0" smtClean="0">
                <a:solidFill>
                  <a:schemeClr val="accent3"/>
                </a:solidFill>
              </a:rPr>
              <a:t>。</a:t>
            </a:r>
            <a:endParaRPr lang="en-US" altLang="zh-CN" sz="2000" dirty="0" smtClean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3"/>
                </a:solidFill>
              </a:rPr>
              <a:t>缺点</a:t>
            </a: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·SQA</a:t>
            </a:r>
            <a:r>
              <a:rPr lang="zh-CN" altLang="en-US" sz="2000" dirty="0">
                <a:solidFill>
                  <a:schemeClr val="accent3"/>
                </a:solidFill>
              </a:rPr>
              <a:t>对流程的跟踪和控制难于深入，往往流于形式，难于发现流程中存在的关键问题。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由于和项目组的相互独立，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工程师发现的问题不能得到及时有效的解决。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5225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0655" y="346034"/>
            <a:ext cx="8510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3"/>
                </a:solidFill>
              </a:rPr>
              <a:t>独立的</a:t>
            </a:r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 smtClean="0">
                <a:solidFill>
                  <a:schemeClr val="accent3"/>
                </a:solidFill>
              </a:rPr>
              <a:t>工程师（非独立</a:t>
            </a:r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 smtClean="0">
                <a:solidFill>
                  <a:schemeClr val="accent3"/>
                </a:solidFill>
              </a:rPr>
              <a:t>小组）</a:t>
            </a:r>
            <a:endParaRPr lang="zh-CN" altLang="en-US" sz="3600" dirty="0">
              <a:solidFill>
                <a:schemeClr val="accent3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80655" y="1317947"/>
            <a:ext cx="8510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3"/>
                </a:solidFill>
              </a:rPr>
              <a:t>这种</a:t>
            </a:r>
            <a:r>
              <a:rPr lang="zh-CN" altLang="en-US" sz="2000" dirty="0">
                <a:solidFill>
                  <a:schemeClr val="accent3"/>
                </a:solidFill>
              </a:rPr>
              <a:t>组织结构模式又可以称为项目型结构。因为在这种模式中，以项目为主体进行运作。在每个项目中都设立有专门的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 smtClean="0">
                <a:solidFill>
                  <a:schemeClr val="accent3"/>
                </a:solidFill>
              </a:rPr>
              <a:t>岗位。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5" y="2906113"/>
            <a:ext cx="8562109" cy="35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388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863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3"/>
                </a:solidFill>
              </a:rPr>
              <a:t>独立的</a:t>
            </a:r>
            <a:r>
              <a:rPr lang="en-US" altLang="zh-CN" sz="3600" dirty="0">
                <a:solidFill>
                  <a:schemeClr val="accent3"/>
                </a:solidFill>
              </a:rPr>
              <a:t>SQA</a:t>
            </a:r>
            <a:r>
              <a:rPr lang="zh-CN" altLang="en-US" sz="3600" dirty="0">
                <a:solidFill>
                  <a:schemeClr val="accent3"/>
                </a:solidFill>
              </a:rPr>
              <a:t>工程师（非独立</a:t>
            </a:r>
            <a:r>
              <a:rPr lang="en-US" altLang="zh-CN" sz="3600" dirty="0">
                <a:solidFill>
                  <a:schemeClr val="accent3"/>
                </a:solidFill>
              </a:rPr>
              <a:t>SQA</a:t>
            </a:r>
            <a:r>
              <a:rPr lang="zh-CN" altLang="en-US" sz="3600" dirty="0">
                <a:solidFill>
                  <a:schemeClr val="accent3"/>
                </a:solidFill>
              </a:rPr>
              <a:t>小组）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6690" y="1511910"/>
            <a:ext cx="1034934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3"/>
                </a:solidFill>
              </a:rPr>
              <a:t>在</a:t>
            </a:r>
            <a:r>
              <a:rPr lang="zh-CN" altLang="en-US" sz="2000" dirty="0">
                <a:solidFill>
                  <a:schemeClr val="accent3"/>
                </a:solidFill>
              </a:rPr>
              <a:t>这种组织结构中，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工程师属于项目成员，向项目经理汇报。该结构的优缺点如下</a:t>
            </a:r>
            <a:r>
              <a:rPr lang="zh-CN" altLang="en-US" sz="2000" dirty="0" smtClean="0">
                <a:solidFill>
                  <a:schemeClr val="accent3"/>
                </a:solidFill>
              </a:rPr>
              <a:t>。</a:t>
            </a:r>
            <a:endParaRPr lang="en-US" altLang="zh-CN" sz="2000" dirty="0" smtClean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3"/>
                </a:solidFill>
              </a:rPr>
              <a:t>优点</a:t>
            </a: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·SQA</a:t>
            </a:r>
            <a:r>
              <a:rPr lang="zh-CN" altLang="en-US" sz="2000" dirty="0">
                <a:solidFill>
                  <a:schemeClr val="accent3"/>
                </a:solidFill>
              </a:rPr>
              <a:t>工程师能够深入项目，较容易发现实质性问题。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对于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工程师发现的问题，能够得到较快的解决</a:t>
            </a:r>
            <a:r>
              <a:rPr lang="zh-CN" altLang="en-US" sz="2000" dirty="0" smtClean="0">
                <a:solidFill>
                  <a:schemeClr val="accent3"/>
                </a:solidFill>
              </a:rPr>
              <a:t>。</a:t>
            </a:r>
            <a:endParaRPr lang="en-US" altLang="zh-CN" sz="2000" dirty="0" smtClean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3"/>
                </a:solidFill>
              </a:rPr>
              <a:t>缺点</a:t>
            </a: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项目之间相互独立，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工程师之间的沟通和交流有所缺乏，不利于经验的共享和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整体的培养和发展。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独立性和客观性不足：因为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工程师隶属于项目组，独立性和客观性有所欠缺。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365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0655" y="346034"/>
            <a:ext cx="809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3"/>
                </a:solidFill>
              </a:rPr>
              <a:t>独立的</a:t>
            </a:r>
            <a:r>
              <a:rPr lang="en-US" altLang="zh-CN" sz="3600" dirty="0">
                <a:solidFill>
                  <a:schemeClr val="accent3"/>
                </a:solidFill>
              </a:rPr>
              <a:t>SQA</a:t>
            </a:r>
            <a:r>
              <a:rPr lang="zh-CN" altLang="en-US" sz="3600" dirty="0">
                <a:solidFill>
                  <a:schemeClr val="accent3"/>
                </a:solidFill>
              </a:rPr>
              <a:t>小组（独立的</a:t>
            </a:r>
            <a:r>
              <a:rPr lang="en-US" altLang="zh-CN" sz="3600" dirty="0">
                <a:solidFill>
                  <a:schemeClr val="accent3"/>
                </a:solidFill>
              </a:rPr>
              <a:t>SQA</a:t>
            </a:r>
            <a:r>
              <a:rPr lang="zh-CN" altLang="en-US" sz="3600" dirty="0">
                <a:solidFill>
                  <a:schemeClr val="accent3"/>
                </a:solidFill>
              </a:rPr>
              <a:t>工程师）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80655" y="1317947"/>
            <a:ext cx="8510872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3"/>
                </a:solidFill>
              </a:rPr>
              <a:t>该</a:t>
            </a:r>
            <a:r>
              <a:rPr lang="zh-CN" altLang="en-US" sz="2000" dirty="0">
                <a:solidFill>
                  <a:schemeClr val="accent3"/>
                </a:solidFill>
              </a:rPr>
              <a:t>组织结构是前面两种组织结构的综合</a:t>
            </a:r>
            <a:r>
              <a:rPr lang="zh-CN" altLang="en-US" sz="2000" dirty="0" smtClean="0">
                <a:solidFill>
                  <a:schemeClr val="accent3"/>
                </a:solidFill>
              </a:rPr>
              <a:t>结果。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5" y="2148411"/>
            <a:ext cx="9240981" cy="437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855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86690" y="1650456"/>
            <a:ext cx="10349345" cy="2249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从职能</a:t>
            </a:r>
            <a:r>
              <a:rPr lang="en-US" altLang="zh-CN" sz="2400" dirty="0">
                <a:solidFill>
                  <a:schemeClr val="accent3"/>
                </a:solidFill>
              </a:rPr>
              <a:t>/</a:t>
            </a:r>
            <a:r>
              <a:rPr lang="zh-CN" altLang="en-US" sz="2400" dirty="0">
                <a:solidFill>
                  <a:schemeClr val="accent3"/>
                </a:solidFill>
              </a:rPr>
              <a:t>行政结构上来说，创建了独立的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小组。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组虽然不算一个行政部门，但具有相对的独立性。同时，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工程师又隶属于不同的项目组，在工作上向项目经理汇报。该结构综合了上面两种结构的优点，既便于</a:t>
            </a:r>
            <a:r>
              <a:rPr lang="en-US" altLang="zh-CN" sz="2400" dirty="0">
                <a:solidFill>
                  <a:schemeClr val="accent3"/>
                </a:solidFill>
              </a:rPr>
              <a:t>QA</a:t>
            </a:r>
            <a:r>
              <a:rPr lang="zh-CN" altLang="en-US" sz="2400" dirty="0">
                <a:solidFill>
                  <a:schemeClr val="accent3"/>
                </a:solidFill>
              </a:rPr>
              <a:t>融入项目组，又便于部门之间经验的分享，还利于</a:t>
            </a:r>
            <a:r>
              <a:rPr lang="en-US" altLang="zh-CN" sz="2400" dirty="0">
                <a:solidFill>
                  <a:schemeClr val="accent3"/>
                </a:solidFill>
              </a:rPr>
              <a:t>QA</a:t>
            </a:r>
            <a:r>
              <a:rPr lang="zh-CN" altLang="en-US" sz="2400" dirty="0">
                <a:solidFill>
                  <a:schemeClr val="accent3"/>
                </a:solidFill>
              </a:rPr>
              <a:t>能力的提高。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80655" y="346034"/>
            <a:ext cx="809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3"/>
                </a:solidFill>
              </a:rPr>
              <a:t>独立的</a:t>
            </a:r>
            <a:r>
              <a:rPr lang="en-US" altLang="zh-CN" sz="3600" dirty="0">
                <a:solidFill>
                  <a:schemeClr val="accent3"/>
                </a:solidFill>
              </a:rPr>
              <a:t>SQA</a:t>
            </a:r>
            <a:r>
              <a:rPr lang="zh-CN" altLang="en-US" sz="3600" dirty="0">
                <a:solidFill>
                  <a:schemeClr val="accent3"/>
                </a:solidFill>
              </a:rPr>
              <a:t>小组（独立的</a:t>
            </a:r>
            <a:r>
              <a:rPr lang="en-US" altLang="zh-CN" sz="3600" dirty="0">
                <a:solidFill>
                  <a:schemeClr val="accent3"/>
                </a:solidFill>
              </a:rPr>
              <a:t>SQA</a:t>
            </a:r>
            <a:r>
              <a:rPr lang="zh-CN" altLang="en-US" sz="3600" dirty="0">
                <a:solidFill>
                  <a:schemeClr val="accent3"/>
                </a:solidFill>
              </a:rPr>
              <a:t>工程师）</a:t>
            </a:r>
          </a:p>
        </p:txBody>
      </p:sp>
    </p:spTree>
    <p:extLst>
      <p:ext uri="{BB962C8B-B14F-4D97-AF65-F5344CB8AC3E}">
        <p14:creationId xmlns:p14="http://schemas.microsoft.com/office/powerpoint/2010/main" val="31666713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平行四边形 2"/>
          <p:cNvSpPr>
            <a:spLocks noChangeArrowheads="1"/>
          </p:cNvSpPr>
          <p:nvPr/>
        </p:nvSpPr>
        <p:spPr bwMode="auto">
          <a:xfrm>
            <a:off x="5021263" y="2535238"/>
            <a:ext cx="6096000" cy="1076325"/>
          </a:xfrm>
          <a:prstGeom prst="parallelogram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4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4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628" name="直接连接符 15"/>
          <p:cNvCxnSpPr>
            <a:cxnSpLocks noChangeShapeType="1"/>
          </p:cNvCxnSpPr>
          <p:nvPr/>
        </p:nvCxnSpPr>
        <p:spPr bwMode="auto">
          <a:xfrm>
            <a:off x="4830763" y="3663950"/>
            <a:ext cx="5398016" cy="35626"/>
          </a:xfrm>
          <a:prstGeom prst="line">
            <a:avLst/>
          </a:prstGeom>
          <a:noFill/>
          <a:ln w="12700" cmpd="sng">
            <a:solidFill>
              <a:srgbClr val="D9D9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29" name="矩形 5"/>
          <p:cNvSpPr>
            <a:spLocks noChangeArrowheads="1"/>
          </p:cNvSpPr>
          <p:nvPr/>
        </p:nvSpPr>
        <p:spPr bwMode="auto">
          <a:xfrm>
            <a:off x="4830763" y="2844800"/>
            <a:ext cx="53980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组织的目标和责任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630" name="Group 6"/>
          <p:cNvGrpSpPr>
            <a:grpSpLocks/>
          </p:cNvGrpSpPr>
          <p:nvPr/>
        </p:nvGrpSpPr>
        <p:grpSpPr bwMode="auto">
          <a:xfrm>
            <a:off x="2109788" y="1981200"/>
            <a:ext cx="2514600" cy="2379663"/>
            <a:chOff x="0" y="0"/>
            <a:chExt cx="827088" cy="782638"/>
          </a:xfrm>
        </p:grpSpPr>
        <p:sp>
          <p:nvSpPr>
            <p:cNvPr id="26631" name="Freeform 8830"/>
            <p:cNvSpPr>
              <a:spLocks noEditPoints="1"/>
            </p:cNvSpPr>
            <p:nvPr/>
          </p:nvSpPr>
          <p:spPr bwMode="auto">
            <a:xfrm>
              <a:off x="0" y="0"/>
              <a:ext cx="827088" cy="782638"/>
            </a:xfrm>
            <a:custGeom>
              <a:avLst/>
              <a:gdLst>
                <a:gd name="T0" fmla="*/ 178 w 220"/>
                <a:gd name="T1" fmla="*/ 107 h 208"/>
                <a:gd name="T2" fmla="*/ 113 w 220"/>
                <a:gd name="T3" fmla="*/ 107 h 208"/>
                <a:gd name="T4" fmla="*/ 106 w 220"/>
                <a:gd name="T5" fmla="*/ 71 h 208"/>
                <a:gd name="T6" fmla="*/ 108 w 220"/>
                <a:gd name="T7" fmla="*/ 41 h 208"/>
                <a:gd name="T8" fmla="*/ 104 w 220"/>
                <a:gd name="T9" fmla="*/ 3 h 208"/>
                <a:gd name="T10" fmla="*/ 98 w 220"/>
                <a:gd name="T11" fmla="*/ 2 h 208"/>
                <a:gd name="T12" fmla="*/ 69 w 220"/>
                <a:gd name="T13" fmla="*/ 5 h 208"/>
                <a:gd name="T14" fmla="*/ 69 w 220"/>
                <a:gd name="T15" fmla="*/ 8 h 208"/>
                <a:gd name="T16" fmla="*/ 68 w 220"/>
                <a:gd name="T17" fmla="*/ 9 h 208"/>
                <a:gd name="T18" fmla="*/ 78 w 220"/>
                <a:gd name="T19" fmla="*/ 7 h 208"/>
                <a:gd name="T20" fmla="*/ 52 w 220"/>
                <a:gd name="T21" fmla="*/ 20 h 208"/>
                <a:gd name="T22" fmla="*/ 31 w 220"/>
                <a:gd name="T23" fmla="*/ 47 h 208"/>
                <a:gd name="T24" fmla="*/ 28 w 220"/>
                <a:gd name="T25" fmla="*/ 47 h 208"/>
                <a:gd name="T26" fmla="*/ 15 w 220"/>
                <a:gd name="T27" fmla="*/ 72 h 208"/>
                <a:gd name="T28" fmla="*/ 78 w 220"/>
                <a:gd name="T29" fmla="*/ 202 h 208"/>
                <a:gd name="T30" fmla="*/ 145 w 220"/>
                <a:gd name="T31" fmla="*/ 200 h 208"/>
                <a:gd name="T32" fmla="*/ 210 w 220"/>
                <a:gd name="T33" fmla="*/ 137 h 208"/>
                <a:gd name="T34" fmla="*/ 131 w 220"/>
                <a:gd name="T35" fmla="*/ 115 h 208"/>
                <a:gd name="T36" fmla="*/ 129 w 220"/>
                <a:gd name="T37" fmla="*/ 114 h 208"/>
                <a:gd name="T38" fmla="*/ 129 w 220"/>
                <a:gd name="T39" fmla="*/ 114 h 208"/>
                <a:gd name="T40" fmla="*/ 105 w 220"/>
                <a:gd name="T41" fmla="*/ 6 h 208"/>
                <a:gd name="T42" fmla="*/ 104 w 220"/>
                <a:gd name="T43" fmla="*/ 6 h 208"/>
                <a:gd name="T44" fmla="*/ 82 w 220"/>
                <a:gd name="T45" fmla="*/ 7 h 208"/>
                <a:gd name="T46" fmla="*/ 11 w 220"/>
                <a:gd name="T47" fmla="*/ 97 h 208"/>
                <a:gd name="T48" fmla="*/ 11 w 220"/>
                <a:gd name="T49" fmla="*/ 95 h 208"/>
                <a:gd name="T50" fmla="*/ 12 w 220"/>
                <a:gd name="T51" fmla="*/ 91 h 208"/>
                <a:gd name="T52" fmla="*/ 194 w 220"/>
                <a:gd name="T53" fmla="*/ 156 h 208"/>
                <a:gd name="T54" fmla="*/ 192 w 220"/>
                <a:gd name="T55" fmla="*/ 159 h 208"/>
                <a:gd name="T56" fmla="*/ 159 w 220"/>
                <a:gd name="T57" fmla="*/ 185 h 208"/>
                <a:gd name="T58" fmla="*/ 61 w 220"/>
                <a:gd name="T59" fmla="*/ 186 h 208"/>
                <a:gd name="T60" fmla="*/ 16 w 220"/>
                <a:gd name="T61" fmla="*/ 94 h 208"/>
                <a:gd name="T62" fmla="*/ 18 w 220"/>
                <a:gd name="T63" fmla="*/ 88 h 208"/>
                <a:gd name="T64" fmla="*/ 85 w 220"/>
                <a:gd name="T65" fmla="*/ 8 h 208"/>
                <a:gd name="T66" fmla="*/ 93 w 220"/>
                <a:gd name="T67" fmla="*/ 6 h 208"/>
                <a:gd name="T68" fmla="*/ 101 w 220"/>
                <a:gd name="T69" fmla="*/ 6 h 208"/>
                <a:gd name="T70" fmla="*/ 104 w 220"/>
                <a:gd name="T71" fmla="*/ 33 h 208"/>
                <a:gd name="T72" fmla="*/ 103 w 220"/>
                <a:gd name="T73" fmla="*/ 56 h 208"/>
                <a:gd name="T74" fmla="*/ 101 w 220"/>
                <a:gd name="T75" fmla="*/ 76 h 208"/>
                <a:gd name="T76" fmla="*/ 99 w 220"/>
                <a:gd name="T77" fmla="*/ 104 h 208"/>
                <a:gd name="T78" fmla="*/ 116 w 220"/>
                <a:gd name="T79" fmla="*/ 113 h 208"/>
                <a:gd name="T80" fmla="*/ 146 w 220"/>
                <a:gd name="T81" fmla="*/ 115 h 208"/>
                <a:gd name="T82" fmla="*/ 204 w 220"/>
                <a:gd name="T83" fmla="*/ 133 h 208"/>
                <a:gd name="T84" fmla="*/ 19 w 220"/>
                <a:gd name="T85" fmla="*/ 86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0" h="208">
                  <a:moveTo>
                    <a:pt x="213" y="107"/>
                  </a:moveTo>
                  <a:cubicBezTo>
                    <a:pt x="213" y="106"/>
                    <a:pt x="213" y="106"/>
                    <a:pt x="214" y="106"/>
                  </a:cubicBezTo>
                  <a:cubicBezTo>
                    <a:pt x="205" y="103"/>
                    <a:pt x="185" y="107"/>
                    <a:pt x="178" y="107"/>
                  </a:cubicBezTo>
                  <a:cubicBezTo>
                    <a:pt x="164" y="108"/>
                    <a:pt x="150" y="109"/>
                    <a:pt x="136" y="110"/>
                  </a:cubicBezTo>
                  <a:cubicBezTo>
                    <a:pt x="137" y="108"/>
                    <a:pt x="143" y="110"/>
                    <a:pt x="143" y="108"/>
                  </a:cubicBezTo>
                  <a:cubicBezTo>
                    <a:pt x="131" y="109"/>
                    <a:pt x="125" y="109"/>
                    <a:pt x="113" y="107"/>
                  </a:cubicBezTo>
                  <a:cubicBezTo>
                    <a:pt x="106" y="106"/>
                    <a:pt x="106" y="107"/>
                    <a:pt x="106" y="100"/>
                  </a:cubicBezTo>
                  <a:cubicBezTo>
                    <a:pt x="105" y="92"/>
                    <a:pt x="104" y="82"/>
                    <a:pt x="106" y="74"/>
                  </a:cubicBezTo>
                  <a:cubicBezTo>
                    <a:pt x="106" y="77"/>
                    <a:pt x="106" y="76"/>
                    <a:pt x="106" y="71"/>
                  </a:cubicBezTo>
                  <a:cubicBezTo>
                    <a:pt x="105" y="75"/>
                    <a:pt x="106" y="55"/>
                    <a:pt x="107" y="50"/>
                  </a:cubicBezTo>
                  <a:cubicBezTo>
                    <a:pt x="107" y="51"/>
                    <a:pt x="107" y="41"/>
                    <a:pt x="107" y="39"/>
                  </a:cubicBezTo>
                  <a:cubicBezTo>
                    <a:pt x="107" y="40"/>
                    <a:pt x="108" y="40"/>
                    <a:pt x="108" y="41"/>
                  </a:cubicBezTo>
                  <a:cubicBezTo>
                    <a:pt x="108" y="35"/>
                    <a:pt x="110" y="10"/>
                    <a:pt x="107" y="6"/>
                  </a:cubicBezTo>
                  <a:cubicBezTo>
                    <a:pt x="107" y="5"/>
                    <a:pt x="107" y="5"/>
                    <a:pt x="106" y="4"/>
                  </a:cubicBezTo>
                  <a:cubicBezTo>
                    <a:pt x="106" y="3"/>
                    <a:pt x="104" y="3"/>
                    <a:pt x="104" y="3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2" y="1"/>
                    <a:pt x="101" y="0"/>
                    <a:pt x="97" y="2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95" y="2"/>
                    <a:pt x="92" y="3"/>
                    <a:pt x="89" y="4"/>
                  </a:cubicBezTo>
                  <a:cubicBezTo>
                    <a:pt x="89" y="4"/>
                    <a:pt x="88" y="4"/>
                    <a:pt x="88" y="4"/>
                  </a:cubicBezTo>
                  <a:cubicBezTo>
                    <a:pt x="83" y="3"/>
                    <a:pt x="72" y="0"/>
                    <a:pt x="69" y="5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6"/>
                    <a:pt x="69" y="7"/>
                    <a:pt x="69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8"/>
                    <a:pt x="68" y="8"/>
                    <a:pt x="69" y="8"/>
                  </a:cubicBezTo>
                  <a:cubicBezTo>
                    <a:pt x="69" y="8"/>
                    <a:pt x="68" y="8"/>
                    <a:pt x="68" y="9"/>
                  </a:cubicBezTo>
                  <a:cubicBezTo>
                    <a:pt x="68" y="8"/>
                    <a:pt x="74" y="6"/>
                    <a:pt x="76" y="6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6" y="6"/>
                    <a:pt x="77" y="7"/>
                    <a:pt x="78" y="7"/>
                  </a:cubicBezTo>
                  <a:cubicBezTo>
                    <a:pt x="71" y="9"/>
                    <a:pt x="55" y="14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1" y="23"/>
                    <a:pt x="43" y="27"/>
                    <a:pt x="42" y="27"/>
                  </a:cubicBezTo>
                  <a:cubicBezTo>
                    <a:pt x="37" y="32"/>
                    <a:pt x="33" y="44"/>
                    <a:pt x="31" y="47"/>
                  </a:cubicBezTo>
                  <a:cubicBezTo>
                    <a:pt x="31" y="47"/>
                    <a:pt x="30" y="45"/>
                    <a:pt x="30" y="45"/>
                  </a:cubicBezTo>
                  <a:cubicBezTo>
                    <a:pt x="29" y="47"/>
                    <a:pt x="27" y="50"/>
                    <a:pt x="26" y="52"/>
                  </a:cubicBezTo>
                  <a:cubicBezTo>
                    <a:pt x="26" y="52"/>
                    <a:pt x="28" y="46"/>
                    <a:pt x="28" y="47"/>
                  </a:cubicBezTo>
                  <a:cubicBezTo>
                    <a:pt x="26" y="51"/>
                    <a:pt x="18" y="70"/>
                    <a:pt x="16" y="68"/>
                  </a:cubicBezTo>
                  <a:cubicBezTo>
                    <a:pt x="16" y="70"/>
                    <a:pt x="16" y="73"/>
                    <a:pt x="15" y="75"/>
                  </a:cubicBezTo>
                  <a:cubicBezTo>
                    <a:pt x="15" y="74"/>
                    <a:pt x="15" y="73"/>
                    <a:pt x="15" y="72"/>
                  </a:cubicBezTo>
                  <a:cubicBezTo>
                    <a:pt x="0" y="94"/>
                    <a:pt x="11" y="132"/>
                    <a:pt x="22" y="153"/>
                  </a:cubicBezTo>
                  <a:cubicBezTo>
                    <a:pt x="33" y="175"/>
                    <a:pt x="51" y="192"/>
                    <a:pt x="74" y="200"/>
                  </a:cubicBezTo>
                  <a:cubicBezTo>
                    <a:pt x="71" y="199"/>
                    <a:pt x="78" y="202"/>
                    <a:pt x="78" y="202"/>
                  </a:cubicBezTo>
                  <a:cubicBezTo>
                    <a:pt x="87" y="205"/>
                    <a:pt x="96" y="206"/>
                    <a:pt x="105" y="206"/>
                  </a:cubicBezTo>
                  <a:cubicBezTo>
                    <a:pt x="111" y="207"/>
                    <a:pt x="122" y="208"/>
                    <a:pt x="127" y="203"/>
                  </a:cubicBezTo>
                  <a:cubicBezTo>
                    <a:pt x="133" y="201"/>
                    <a:pt x="139" y="201"/>
                    <a:pt x="145" y="200"/>
                  </a:cubicBezTo>
                  <a:cubicBezTo>
                    <a:pt x="150" y="198"/>
                    <a:pt x="152" y="195"/>
                    <a:pt x="157" y="194"/>
                  </a:cubicBezTo>
                  <a:cubicBezTo>
                    <a:pt x="163" y="183"/>
                    <a:pt x="182" y="180"/>
                    <a:pt x="190" y="172"/>
                  </a:cubicBezTo>
                  <a:cubicBezTo>
                    <a:pt x="196" y="167"/>
                    <a:pt x="210" y="137"/>
                    <a:pt x="210" y="137"/>
                  </a:cubicBezTo>
                  <a:cubicBezTo>
                    <a:pt x="211" y="130"/>
                    <a:pt x="220" y="112"/>
                    <a:pt x="213" y="107"/>
                  </a:cubicBezTo>
                  <a:close/>
                  <a:moveTo>
                    <a:pt x="131" y="115"/>
                  </a:moveTo>
                  <a:cubicBezTo>
                    <a:pt x="133" y="114"/>
                    <a:pt x="137" y="114"/>
                    <a:pt x="131" y="115"/>
                  </a:cubicBezTo>
                  <a:close/>
                  <a:moveTo>
                    <a:pt x="131" y="115"/>
                  </a:moveTo>
                  <a:cubicBezTo>
                    <a:pt x="130" y="115"/>
                    <a:pt x="128" y="115"/>
                    <a:pt x="127" y="115"/>
                  </a:cubicBezTo>
                  <a:cubicBezTo>
                    <a:pt x="128" y="115"/>
                    <a:pt x="129" y="115"/>
                    <a:pt x="129" y="114"/>
                  </a:cubicBezTo>
                  <a:cubicBezTo>
                    <a:pt x="130" y="115"/>
                    <a:pt x="130" y="115"/>
                    <a:pt x="131" y="115"/>
                  </a:cubicBezTo>
                  <a:close/>
                  <a:moveTo>
                    <a:pt x="126" y="113"/>
                  </a:moveTo>
                  <a:cubicBezTo>
                    <a:pt x="127" y="114"/>
                    <a:pt x="128" y="114"/>
                    <a:pt x="129" y="114"/>
                  </a:cubicBezTo>
                  <a:cubicBezTo>
                    <a:pt x="127" y="114"/>
                    <a:pt x="125" y="115"/>
                    <a:pt x="124" y="114"/>
                  </a:cubicBezTo>
                  <a:cubicBezTo>
                    <a:pt x="125" y="114"/>
                    <a:pt x="128" y="114"/>
                    <a:pt x="126" y="113"/>
                  </a:cubicBezTo>
                  <a:close/>
                  <a:moveTo>
                    <a:pt x="105" y="6"/>
                  </a:moveTo>
                  <a:cubicBezTo>
                    <a:pt x="105" y="6"/>
                    <a:pt x="105" y="6"/>
                    <a:pt x="105" y="6"/>
                  </a:cubicBezTo>
                  <a:cubicBezTo>
                    <a:pt x="105" y="6"/>
                    <a:pt x="105" y="6"/>
                    <a:pt x="105" y="6"/>
                  </a:cubicBezTo>
                  <a:cubicBezTo>
                    <a:pt x="105" y="6"/>
                    <a:pt x="105" y="6"/>
                    <a:pt x="104" y="6"/>
                  </a:cubicBezTo>
                  <a:cubicBezTo>
                    <a:pt x="105" y="6"/>
                    <a:pt x="105" y="6"/>
                    <a:pt x="105" y="6"/>
                  </a:cubicBezTo>
                  <a:close/>
                  <a:moveTo>
                    <a:pt x="82" y="7"/>
                  </a:moveTo>
                  <a:cubicBezTo>
                    <a:pt x="82" y="7"/>
                    <a:pt x="82" y="7"/>
                    <a:pt x="82" y="7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82" y="7"/>
                    <a:pt x="82" y="7"/>
                    <a:pt x="82" y="7"/>
                  </a:cubicBezTo>
                  <a:close/>
                  <a:moveTo>
                    <a:pt x="11" y="97"/>
                  </a:moveTo>
                  <a:cubicBezTo>
                    <a:pt x="11" y="96"/>
                    <a:pt x="12" y="96"/>
                    <a:pt x="11" y="97"/>
                  </a:cubicBezTo>
                  <a:close/>
                  <a:moveTo>
                    <a:pt x="11" y="97"/>
                  </a:moveTo>
                  <a:cubicBezTo>
                    <a:pt x="11" y="96"/>
                    <a:pt x="11" y="95"/>
                    <a:pt x="11" y="95"/>
                  </a:cubicBezTo>
                  <a:cubicBezTo>
                    <a:pt x="12" y="94"/>
                    <a:pt x="11" y="96"/>
                    <a:pt x="11" y="97"/>
                  </a:cubicBezTo>
                  <a:close/>
                  <a:moveTo>
                    <a:pt x="12" y="91"/>
                  </a:moveTo>
                  <a:cubicBezTo>
                    <a:pt x="12" y="88"/>
                    <a:pt x="12" y="90"/>
                    <a:pt x="12" y="91"/>
                  </a:cubicBezTo>
                  <a:close/>
                  <a:moveTo>
                    <a:pt x="204" y="133"/>
                  </a:moveTo>
                  <a:cubicBezTo>
                    <a:pt x="204" y="133"/>
                    <a:pt x="204" y="132"/>
                    <a:pt x="205" y="131"/>
                  </a:cubicBezTo>
                  <a:cubicBezTo>
                    <a:pt x="198" y="136"/>
                    <a:pt x="198" y="149"/>
                    <a:pt x="194" y="156"/>
                  </a:cubicBezTo>
                  <a:cubicBezTo>
                    <a:pt x="195" y="154"/>
                    <a:pt x="196" y="151"/>
                    <a:pt x="196" y="149"/>
                  </a:cubicBezTo>
                  <a:cubicBezTo>
                    <a:pt x="196" y="150"/>
                    <a:pt x="194" y="154"/>
                    <a:pt x="194" y="155"/>
                  </a:cubicBezTo>
                  <a:cubicBezTo>
                    <a:pt x="196" y="149"/>
                    <a:pt x="192" y="159"/>
                    <a:pt x="192" y="159"/>
                  </a:cubicBezTo>
                  <a:cubicBezTo>
                    <a:pt x="189" y="164"/>
                    <a:pt x="184" y="169"/>
                    <a:pt x="179" y="173"/>
                  </a:cubicBezTo>
                  <a:cubicBezTo>
                    <a:pt x="175" y="177"/>
                    <a:pt x="170" y="180"/>
                    <a:pt x="165" y="183"/>
                  </a:cubicBezTo>
                  <a:cubicBezTo>
                    <a:pt x="165" y="183"/>
                    <a:pt x="151" y="187"/>
                    <a:pt x="159" y="185"/>
                  </a:cubicBezTo>
                  <a:cubicBezTo>
                    <a:pt x="160" y="185"/>
                    <a:pt x="148" y="192"/>
                    <a:pt x="152" y="187"/>
                  </a:cubicBezTo>
                  <a:cubicBezTo>
                    <a:pt x="138" y="198"/>
                    <a:pt x="113" y="200"/>
                    <a:pt x="95" y="198"/>
                  </a:cubicBezTo>
                  <a:cubicBezTo>
                    <a:pt x="83" y="196"/>
                    <a:pt x="71" y="188"/>
                    <a:pt x="61" y="186"/>
                  </a:cubicBezTo>
                  <a:cubicBezTo>
                    <a:pt x="60" y="179"/>
                    <a:pt x="45" y="175"/>
                    <a:pt x="41" y="169"/>
                  </a:cubicBezTo>
                  <a:cubicBezTo>
                    <a:pt x="37" y="164"/>
                    <a:pt x="29" y="156"/>
                    <a:pt x="28" y="151"/>
                  </a:cubicBezTo>
                  <a:cubicBezTo>
                    <a:pt x="23" y="134"/>
                    <a:pt x="8" y="113"/>
                    <a:pt x="16" y="94"/>
                  </a:cubicBezTo>
                  <a:cubicBezTo>
                    <a:pt x="16" y="96"/>
                    <a:pt x="16" y="98"/>
                    <a:pt x="16" y="100"/>
                  </a:cubicBezTo>
                  <a:cubicBezTo>
                    <a:pt x="17" y="98"/>
                    <a:pt x="21" y="88"/>
                    <a:pt x="19" y="82"/>
                  </a:cubicBezTo>
                  <a:cubicBezTo>
                    <a:pt x="20" y="83"/>
                    <a:pt x="18" y="87"/>
                    <a:pt x="18" y="88"/>
                  </a:cubicBezTo>
                  <a:cubicBezTo>
                    <a:pt x="14" y="72"/>
                    <a:pt x="34" y="43"/>
                    <a:pt x="44" y="33"/>
                  </a:cubicBezTo>
                  <a:cubicBezTo>
                    <a:pt x="51" y="26"/>
                    <a:pt x="68" y="14"/>
                    <a:pt x="84" y="8"/>
                  </a:cubicBezTo>
                  <a:cubicBezTo>
                    <a:pt x="84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8"/>
                    <a:pt x="87" y="8"/>
                    <a:pt x="87" y="8"/>
                  </a:cubicBezTo>
                  <a:cubicBezTo>
                    <a:pt x="91" y="8"/>
                    <a:pt x="85" y="10"/>
                    <a:pt x="93" y="6"/>
                  </a:cubicBezTo>
                  <a:cubicBezTo>
                    <a:pt x="95" y="6"/>
                    <a:pt x="97" y="6"/>
                    <a:pt x="99" y="6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100" y="6"/>
                    <a:pt x="101" y="6"/>
                    <a:pt x="101" y="6"/>
                  </a:cubicBezTo>
                  <a:cubicBezTo>
                    <a:pt x="101" y="6"/>
                    <a:pt x="100" y="6"/>
                    <a:pt x="100" y="6"/>
                  </a:cubicBezTo>
                  <a:cubicBezTo>
                    <a:pt x="102" y="6"/>
                    <a:pt x="104" y="8"/>
                    <a:pt x="104" y="11"/>
                  </a:cubicBezTo>
                  <a:cubicBezTo>
                    <a:pt x="105" y="18"/>
                    <a:pt x="105" y="26"/>
                    <a:pt x="104" y="33"/>
                  </a:cubicBezTo>
                  <a:cubicBezTo>
                    <a:pt x="103" y="32"/>
                    <a:pt x="103" y="33"/>
                    <a:pt x="103" y="33"/>
                  </a:cubicBezTo>
                  <a:cubicBezTo>
                    <a:pt x="103" y="40"/>
                    <a:pt x="106" y="50"/>
                    <a:pt x="102" y="57"/>
                  </a:cubicBezTo>
                  <a:cubicBezTo>
                    <a:pt x="102" y="57"/>
                    <a:pt x="103" y="56"/>
                    <a:pt x="103" y="56"/>
                  </a:cubicBezTo>
                  <a:cubicBezTo>
                    <a:pt x="103" y="58"/>
                    <a:pt x="104" y="72"/>
                    <a:pt x="102" y="74"/>
                  </a:cubicBezTo>
                  <a:cubicBezTo>
                    <a:pt x="102" y="73"/>
                    <a:pt x="102" y="72"/>
                    <a:pt x="101" y="71"/>
                  </a:cubicBezTo>
                  <a:cubicBezTo>
                    <a:pt x="101" y="69"/>
                    <a:pt x="100" y="76"/>
                    <a:pt x="101" y="76"/>
                  </a:cubicBezTo>
                  <a:cubicBezTo>
                    <a:pt x="100" y="80"/>
                    <a:pt x="98" y="89"/>
                    <a:pt x="99" y="91"/>
                  </a:cubicBezTo>
                  <a:cubicBezTo>
                    <a:pt x="99" y="94"/>
                    <a:pt x="102" y="106"/>
                    <a:pt x="101" y="108"/>
                  </a:cubicBezTo>
                  <a:cubicBezTo>
                    <a:pt x="100" y="107"/>
                    <a:pt x="100" y="106"/>
                    <a:pt x="99" y="104"/>
                  </a:cubicBezTo>
                  <a:cubicBezTo>
                    <a:pt x="101" y="111"/>
                    <a:pt x="105" y="111"/>
                    <a:pt x="114" y="113"/>
                  </a:cubicBezTo>
                  <a:cubicBezTo>
                    <a:pt x="113" y="113"/>
                    <a:pt x="112" y="113"/>
                    <a:pt x="111" y="113"/>
                  </a:cubicBezTo>
                  <a:cubicBezTo>
                    <a:pt x="113" y="112"/>
                    <a:pt x="114" y="112"/>
                    <a:pt x="116" y="113"/>
                  </a:cubicBezTo>
                  <a:cubicBezTo>
                    <a:pt x="117" y="113"/>
                    <a:pt x="127" y="117"/>
                    <a:pt x="131" y="116"/>
                  </a:cubicBezTo>
                  <a:cubicBezTo>
                    <a:pt x="130" y="115"/>
                    <a:pt x="131" y="115"/>
                    <a:pt x="131" y="115"/>
                  </a:cubicBezTo>
                  <a:cubicBezTo>
                    <a:pt x="136" y="116"/>
                    <a:pt x="141" y="115"/>
                    <a:pt x="146" y="115"/>
                  </a:cubicBezTo>
                  <a:cubicBezTo>
                    <a:pt x="142" y="114"/>
                    <a:pt x="170" y="114"/>
                    <a:pt x="164" y="115"/>
                  </a:cubicBezTo>
                  <a:cubicBezTo>
                    <a:pt x="179" y="115"/>
                    <a:pt x="197" y="109"/>
                    <a:pt x="208" y="113"/>
                  </a:cubicBezTo>
                  <a:cubicBezTo>
                    <a:pt x="207" y="117"/>
                    <a:pt x="208" y="133"/>
                    <a:pt x="204" y="133"/>
                  </a:cubicBezTo>
                  <a:close/>
                  <a:moveTo>
                    <a:pt x="19" y="86"/>
                  </a:moveTo>
                  <a:cubicBezTo>
                    <a:pt x="19" y="87"/>
                    <a:pt x="19" y="87"/>
                    <a:pt x="19" y="87"/>
                  </a:cubicBezTo>
                  <a:cubicBezTo>
                    <a:pt x="19" y="88"/>
                    <a:pt x="19" y="85"/>
                    <a:pt x="19" y="8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" name="Freeform 8831"/>
            <p:cNvSpPr>
              <a:spLocks noEditPoints="1"/>
            </p:cNvSpPr>
            <p:nvPr/>
          </p:nvSpPr>
          <p:spPr bwMode="auto">
            <a:xfrm>
              <a:off x="401638" y="4762"/>
              <a:ext cx="417513" cy="393700"/>
            </a:xfrm>
            <a:custGeom>
              <a:avLst/>
              <a:gdLst>
                <a:gd name="T0" fmla="*/ 32 w 111"/>
                <a:gd name="T1" fmla="*/ 103 h 105"/>
                <a:gd name="T2" fmla="*/ 107 w 111"/>
                <a:gd name="T3" fmla="*/ 95 h 105"/>
                <a:gd name="T4" fmla="*/ 90 w 111"/>
                <a:gd name="T5" fmla="*/ 47 h 105"/>
                <a:gd name="T6" fmla="*/ 66 w 111"/>
                <a:gd name="T7" fmla="*/ 21 h 105"/>
                <a:gd name="T8" fmla="*/ 42 w 111"/>
                <a:gd name="T9" fmla="*/ 8 h 105"/>
                <a:gd name="T10" fmla="*/ 35 w 111"/>
                <a:gd name="T11" fmla="*/ 5 h 105"/>
                <a:gd name="T12" fmla="*/ 18 w 111"/>
                <a:gd name="T13" fmla="*/ 2 h 105"/>
                <a:gd name="T14" fmla="*/ 12 w 111"/>
                <a:gd name="T15" fmla="*/ 0 h 105"/>
                <a:gd name="T16" fmla="*/ 9 w 111"/>
                <a:gd name="T17" fmla="*/ 5 h 105"/>
                <a:gd name="T18" fmla="*/ 6 w 111"/>
                <a:gd name="T19" fmla="*/ 33 h 105"/>
                <a:gd name="T20" fmla="*/ 8 w 111"/>
                <a:gd name="T21" fmla="*/ 55 h 105"/>
                <a:gd name="T22" fmla="*/ 5 w 111"/>
                <a:gd name="T23" fmla="*/ 67 h 105"/>
                <a:gd name="T24" fmla="*/ 18 w 111"/>
                <a:gd name="T25" fmla="*/ 6 h 105"/>
                <a:gd name="T26" fmla="*/ 18 w 111"/>
                <a:gd name="T27" fmla="*/ 6 h 105"/>
                <a:gd name="T28" fmla="*/ 17 w 111"/>
                <a:gd name="T29" fmla="*/ 7 h 105"/>
                <a:gd name="T30" fmla="*/ 16 w 111"/>
                <a:gd name="T31" fmla="*/ 6 h 105"/>
                <a:gd name="T32" fmla="*/ 18 w 111"/>
                <a:gd name="T33" fmla="*/ 7 h 105"/>
                <a:gd name="T34" fmla="*/ 25 w 111"/>
                <a:gd name="T35" fmla="*/ 11 h 105"/>
                <a:gd name="T36" fmla="*/ 18 w 111"/>
                <a:gd name="T37" fmla="*/ 7 h 105"/>
                <a:gd name="T38" fmla="*/ 12 w 111"/>
                <a:gd name="T39" fmla="*/ 7 h 105"/>
                <a:gd name="T40" fmla="*/ 10 w 111"/>
                <a:gd name="T41" fmla="*/ 79 h 105"/>
                <a:gd name="T42" fmla="*/ 11 w 111"/>
                <a:gd name="T43" fmla="*/ 75 h 105"/>
                <a:gd name="T44" fmla="*/ 13 w 111"/>
                <a:gd name="T45" fmla="*/ 13 h 105"/>
                <a:gd name="T46" fmla="*/ 15 w 111"/>
                <a:gd name="T47" fmla="*/ 10 h 105"/>
                <a:gd name="T48" fmla="*/ 24 w 111"/>
                <a:gd name="T49" fmla="*/ 11 h 105"/>
                <a:gd name="T50" fmla="*/ 32 w 111"/>
                <a:gd name="T51" fmla="*/ 11 h 105"/>
                <a:gd name="T52" fmla="*/ 47 w 111"/>
                <a:gd name="T53" fmla="*/ 16 h 105"/>
                <a:gd name="T54" fmla="*/ 49 w 111"/>
                <a:gd name="T55" fmla="*/ 17 h 105"/>
                <a:gd name="T56" fmla="*/ 49 w 111"/>
                <a:gd name="T57" fmla="*/ 17 h 105"/>
                <a:gd name="T58" fmla="*/ 68 w 111"/>
                <a:gd name="T59" fmla="*/ 30 h 105"/>
                <a:gd name="T60" fmla="*/ 88 w 111"/>
                <a:gd name="T61" fmla="*/ 53 h 105"/>
                <a:gd name="T62" fmla="*/ 98 w 111"/>
                <a:gd name="T63" fmla="*/ 74 h 105"/>
                <a:gd name="T64" fmla="*/ 99 w 111"/>
                <a:gd name="T65" fmla="*/ 93 h 105"/>
                <a:gd name="T66" fmla="*/ 29 w 111"/>
                <a:gd name="T67" fmla="*/ 94 h 105"/>
                <a:gd name="T68" fmla="*/ 12 w 111"/>
                <a:gd name="T69" fmla="*/ 74 h 105"/>
                <a:gd name="T70" fmla="*/ 12 w 111"/>
                <a:gd name="T71" fmla="*/ 74 h 105"/>
                <a:gd name="T72" fmla="*/ 5 w 111"/>
                <a:gd name="T73" fmla="*/ 8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1" h="105">
                  <a:moveTo>
                    <a:pt x="5" y="94"/>
                  </a:moveTo>
                  <a:cubicBezTo>
                    <a:pt x="9" y="105"/>
                    <a:pt x="24" y="104"/>
                    <a:pt x="32" y="103"/>
                  </a:cubicBezTo>
                  <a:cubicBezTo>
                    <a:pt x="51" y="101"/>
                    <a:pt x="67" y="101"/>
                    <a:pt x="86" y="99"/>
                  </a:cubicBezTo>
                  <a:cubicBezTo>
                    <a:pt x="90" y="99"/>
                    <a:pt x="111" y="103"/>
                    <a:pt x="107" y="95"/>
                  </a:cubicBezTo>
                  <a:cubicBezTo>
                    <a:pt x="107" y="93"/>
                    <a:pt x="105" y="79"/>
                    <a:pt x="104" y="72"/>
                  </a:cubicBezTo>
                  <a:cubicBezTo>
                    <a:pt x="102" y="63"/>
                    <a:pt x="96" y="54"/>
                    <a:pt x="90" y="47"/>
                  </a:cubicBezTo>
                  <a:cubicBezTo>
                    <a:pt x="85" y="41"/>
                    <a:pt x="80" y="35"/>
                    <a:pt x="75" y="29"/>
                  </a:cubicBezTo>
                  <a:cubicBezTo>
                    <a:pt x="72" y="26"/>
                    <a:pt x="69" y="23"/>
                    <a:pt x="66" y="21"/>
                  </a:cubicBezTo>
                  <a:cubicBezTo>
                    <a:pt x="64" y="19"/>
                    <a:pt x="47" y="13"/>
                    <a:pt x="58" y="14"/>
                  </a:cubicBezTo>
                  <a:cubicBezTo>
                    <a:pt x="56" y="14"/>
                    <a:pt x="43" y="8"/>
                    <a:pt x="42" y="8"/>
                  </a:cubicBezTo>
                  <a:cubicBezTo>
                    <a:pt x="41" y="8"/>
                    <a:pt x="39" y="9"/>
                    <a:pt x="39" y="9"/>
                  </a:cubicBezTo>
                  <a:cubicBezTo>
                    <a:pt x="41" y="7"/>
                    <a:pt x="38" y="6"/>
                    <a:pt x="35" y="5"/>
                  </a:cubicBezTo>
                  <a:cubicBezTo>
                    <a:pt x="35" y="5"/>
                    <a:pt x="36" y="4"/>
                    <a:pt x="36" y="3"/>
                  </a:cubicBezTo>
                  <a:cubicBezTo>
                    <a:pt x="35" y="1"/>
                    <a:pt x="25" y="1"/>
                    <a:pt x="18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3" y="1"/>
                    <a:pt x="12" y="1"/>
                    <a:pt x="12" y="0"/>
                  </a:cubicBezTo>
                  <a:cubicBezTo>
                    <a:pt x="14" y="4"/>
                    <a:pt x="5" y="0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6"/>
                    <a:pt x="7" y="8"/>
                    <a:pt x="7" y="11"/>
                  </a:cubicBezTo>
                  <a:cubicBezTo>
                    <a:pt x="8" y="11"/>
                    <a:pt x="9" y="35"/>
                    <a:pt x="6" y="33"/>
                  </a:cubicBezTo>
                  <a:cubicBezTo>
                    <a:pt x="10" y="33"/>
                    <a:pt x="6" y="41"/>
                    <a:pt x="6" y="39"/>
                  </a:cubicBezTo>
                  <a:cubicBezTo>
                    <a:pt x="6" y="47"/>
                    <a:pt x="10" y="50"/>
                    <a:pt x="8" y="55"/>
                  </a:cubicBezTo>
                  <a:cubicBezTo>
                    <a:pt x="7" y="54"/>
                    <a:pt x="7" y="53"/>
                    <a:pt x="8" y="52"/>
                  </a:cubicBezTo>
                  <a:cubicBezTo>
                    <a:pt x="5" y="53"/>
                    <a:pt x="4" y="68"/>
                    <a:pt x="5" y="67"/>
                  </a:cubicBezTo>
                  <a:cubicBezTo>
                    <a:pt x="1" y="72"/>
                    <a:pt x="3" y="88"/>
                    <a:pt x="5" y="94"/>
                  </a:cubicBezTo>
                  <a:close/>
                  <a:moveTo>
                    <a:pt x="18" y="6"/>
                  </a:move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lose/>
                  <a:moveTo>
                    <a:pt x="17" y="7"/>
                  </a:moveTo>
                  <a:cubicBezTo>
                    <a:pt x="17" y="7"/>
                    <a:pt x="17" y="7"/>
                    <a:pt x="17" y="7"/>
                  </a:cubicBezTo>
                  <a:cubicBezTo>
                    <a:pt x="17" y="6"/>
                    <a:pt x="16" y="6"/>
                    <a:pt x="16" y="6"/>
                  </a:cubicBezTo>
                  <a:cubicBezTo>
                    <a:pt x="16" y="6"/>
                    <a:pt x="17" y="6"/>
                    <a:pt x="17" y="7"/>
                  </a:cubicBezTo>
                  <a:close/>
                  <a:moveTo>
                    <a:pt x="18" y="7"/>
                  </a:moveTo>
                  <a:cubicBezTo>
                    <a:pt x="21" y="8"/>
                    <a:pt x="26" y="9"/>
                    <a:pt x="30" y="10"/>
                  </a:cubicBezTo>
                  <a:cubicBezTo>
                    <a:pt x="29" y="11"/>
                    <a:pt x="27" y="11"/>
                    <a:pt x="25" y="11"/>
                  </a:cubicBezTo>
                  <a:cubicBezTo>
                    <a:pt x="25" y="11"/>
                    <a:pt x="17" y="9"/>
                    <a:pt x="14" y="7"/>
                  </a:cubicBezTo>
                  <a:cubicBezTo>
                    <a:pt x="18" y="8"/>
                    <a:pt x="19" y="8"/>
                    <a:pt x="18" y="7"/>
                  </a:cubicBezTo>
                  <a:close/>
                  <a:moveTo>
                    <a:pt x="13" y="9"/>
                  </a:moveTo>
                  <a:cubicBezTo>
                    <a:pt x="13" y="8"/>
                    <a:pt x="13" y="8"/>
                    <a:pt x="12" y="7"/>
                  </a:cubicBezTo>
                  <a:cubicBezTo>
                    <a:pt x="14" y="8"/>
                    <a:pt x="16" y="9"/>
                    <a:pt x="13" y="9"/>
                  </a:cubicBezTo>
                  <a:close/>
                  <a:moveTo>
                    <a:pt x="10" y="79"/>
                  </a:moveTo>
                  <a:cubicBezTo>
                    <a:pt x="10" y="88"/>
                    <a:pt x="14" y="75"/>
                    <a:pt x="11" y="72"/>
                  </a:cubicBezTo>
                  <a:cubicBezTo>
                    <a:pt x="11" y="73"/>
                    <a:pt x="10" y="74"/>
                    <a:pt x="11" y="75"/>
                  </a:cubicBezTo>
                  <a:cubicBezTo>
                    <a:pt x="8" y="71"/>
                    <a:pt x="12" y="51"/>
                    <a:pt x="12" y="46"/>
                  </a:cubicBezTo>
                  <a:cubicBezTo>
                    <a:pt x="12" y="35"/>
                    <a:pt x="12" y="24"/>
                    <a:pt x="13" y="13"/>
                  </a:cubicBezTo>
                  <a:cubicBezTo>
                    <a:pt x="13" y="12"/>
                    <a:pt x="13" y="10"/>
                    <a:pt x="13" y="9"/>
                  </a:cubicBezTo>
                  <a:cubicBezTo>
                    <a:pt x="13" y="9"/>
                    <a:pt x="14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8" y="11"/>
                    <a:pt x="21" y="11"/>
                    <a:pt x="24" y="11"/>
                  </a:cubicBezTo>
                  <a:cubicBezTo>
                    <a:pt x="23" y="11"/>
                    <a:pt x="21" y="12"/>
                    <a:pt x="19" y="13"/>
                  </a:cubicBezTo>
                  <a:cubicBezTo>
                    <a:pt x="21" y="13"/>
                    <a:pt x="28" y="11"/>
                    <a:pt x="32" y="11"/>
                  </a:cubicBezTo>
                  <a:cubicBezTo>
                    <a:pt x="33" y="11"/>
                    <a:pt x="33" y="12"/>
                    <a:pt x="33" y="12"/>
                  </a:cubicBezTo>
                  <a:cubicBezTo>
                    <a:pt x="39" y="12"/>
                    <a:pt x="43" y="14"/>
                    <a:pt x="47" y="16"/>
                  </a:cubicBezTo>
                  <a:cubicBezTo>
                    <a:pt x="46" y="16"/>
                    <a:pt x="46" y="15"/>
                    <a:pt x="47" y="15"/>
                  </a:cubicBezTo>
                  <a:cubicBezTo>
                    <a:pt x="48" y="16"/>
                    <a:pt x="48" y="16"/>
                    <a:pt x="49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50" y="19"/>
                    <a:pt x="52" y="20"/>
                    <a:pt x="55" y="21"/>
                  </a:cubicBezTo>
                  <a:cubicBezTo>
                    <a:pt x="64" y="24"/>
                    <a:pt x="62" y="27"/>
                    <a:pt x="68" y="30"/>
                  </a:cubicBezTo>
                  <a:cubicBezTo>
                    <a:pt x="75" y="34"/>
                    <a:pt x="90" y="50"/>
                    <a:pt x="88" y="56"/>
                  </a:cubicBezTo>
                  <a:cubicBezTo>
                    <a:pt x="89" y="55"/>
                    <a:pt x="88" y="54"/>
                    <a:pt x="88" y="53"/>
                  </a:cubicBezTo>
                  <a:cubicBezTo>
                    <a:pt x="86" y="56"/>
                    <a:pt x="94" y="64"/>
                    <a:pt x="96" y="66"/>
                  </a:cubicBezTo>
                  <a:cubicBezTo>
                    <a:pt x="89" y="61"/>
                    <a:pt x="97" y="68"/>
                    <a:pt x="98" y="74"/>
                  </a:cubicBezTo>
                  <a:cubicBezTo>
                    <a:pt x="99" y="77"/>
                    <a:pt x="99" y="91"/>
                    <a:pt x="100" y="91"/>
                  </a:cubicBezTo>
                  <a:cubicBezTo>
                    <a:pt x="100" y="91"/>
                    <a:pt x="99" y="92"/>
                    <a:pt x="99" y="93"/>
                  </a:cubicBezTo>
                  <a:cubicBezTo>
                    <a:pt x="93" y="87"/>
                    <a:pt x="59" y="93"/>
                    <a:pt x="52" y="94"/>
                  </a:cubicBezTo>
                  <a:cubicBezTo>
                    <a:pt x="50" y="90"/>
                    <a:pt x="33" y="96"/>
                    <a:pt x="29" y="94"/>
                  </a:cubicBezTo>
                  <a:cubicBezTo>
                    <a:pt x="22" y="95"/>
                    <a:pt x="0" y="94"/>
                    <a:pt x="10" y="79"/>
                  </a:cubicBezTo>
                  <a:close/>
                  <a:moveTo>
                    <a:pt x="12" y="74"/>
                  </a:move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1" y="73"/>
                    <a:pt x="12" y="74"/>
                  </a:cubicBezTo>
                  <a:close/>
                  <a:moveTo>
                    <a:pt x="5" y="81"/>
                  </a:moveTo>
                  <a:cubicBezTo>
                    <a:pt x="5" y="78"/>
                    <a:pt x="6" y="79"/>
                    <a:pt x="5" y="8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Freeform 8832"/>
            <p:cNvSpPr>
              <a:spLocks/>
            </p:cNvSpPr>
            <p:nvPr/>
          </p:nvSpPr>
          <p:spPr bwMode="auto">
            <a:xfrm>
              <a:off x="466725" y="565150"/>
              <a:ext cx="277813" cy="176213"/>
            </a:xfrm>
            <a:custGeom>
              <a:avLst/>
              <a:gdLst>
                <a:gd name="T0" fmla="*/ 1 w 74"/>
                <a:gd name="T1" fmla="*/ 47 h 47"/>
                <a:gd name="T2" fmla="*/ 73 w 74"/>
                <a:gd name="T3" fmla="*/ 1 h 47"/>
                <a:gd name="T4" fmla="*/ 72 w 74"/>
                <a:gd name="T5" fmla="*/ 0 h 47"/>
                <a:gd name="T6" fmla="*/ 0 w 74"/>
                <a:gd name="T7" fmla="*/ 47 h 47"/>
                <a:gd name="T8" fmla="*/ 1 w 7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7">
                  <a:moveTo>
                    <a:pt x="1" y="47"/>
                  </a:moveTo>
                  <a:cubicBezTo>
                    <a:pt x="25" y="31"/>
                    <a:pt x="47" y="12"/>
                    <a:pt x="73" y="1"/>
                  </a:cubicBezTo>
                  <a:cubicBezTo>
                    <a:pt x="74" y="0"/>
                    <a:pt x="72" y="0"/>
                    <a:pt x="72" y="0"/>
                  </a:cubicBezTo>
                  <a:cubicBezTo>
                    <a:pt x="46" y="12"/>
                    <a:pt x="24" y="31"/>
                    <a:pt x="0" y="47"/>
                  </a:cubicBezTo>
                  <a:cubicBezTo>
                    <a:pt x="0" y="47"/>
                    <a:pt x="1" y="47"/>
                    <a:pt x="1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4" name="Freeform 8833"/>
            <p:cNvSpPr>
              <a:spLocks/>
            </p:cNvSpPr>
            <p:nvPr/>
          </p:nvSpPr>
          <p:spPr bwMode="auto">
            <a:xfrm>
              <a:off x="425450" y="493712"/>
              <a:ext cx="352425" cy="250825"/>
            </a:xfrm>
            <a:custGeom>
              <a:avLst/>
              <a:gdLst>
                <a:gd name="T0" fmla="*/ 92 w 94"/>
                <a:gd name="T1" fmla="*/ 0 h 67"/>
                <a:gd name="T2" fmla="*/ 1 w 94"/>
                <a:gd name="T3" fmla="*/ 67 h 67"/>
                <a:gd name="T4" fmla="*/ 2 w 94"/>
                <a:gd name="T5" fmla="*/ 66 h 67"/>
                <a:gd name="T6" fmla="*/ 93 w 94"/>
                <a:gd name="T7" fmla="*/ 0 h 67"/>
                <a:gd name="T8" fmla="*/ 92 w 94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67">
                  <a:moveTo>
                    <a:pt x="92" y="0"/>
                  </a:moveTo>
                  <a:cubicBezTo>
                    <a:pt x="62" y="22"/>
                    <a:pt x="30" y="43"/>
                    <a:pt x="1" y="67"/>
                  </a:cubicBezTo>
                  <a:cubicBezTo>
                    <a:pt x="0" y="67"/>
                    <a:pt x="2" y="67"/>
                    <a:pt x="2" y="66"/>
                  </a:cubicBezTo>
                  <a:cubicBezTo>
                    <a:pt x="31" y="43"/>
                    <a:pt x="63" y="22"/>
                    <a:pt x="93" y="0"/>
                  </a:cubicBezTo>
                  <a:cubicBezTo>
                    <a:pt x="94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5" name="Freeform 8834"/>
            <p:cNvSpPr>
              <a:spLocks/>
            </p:cNvSpPr>
            <p:nvPr/>
          </p:nvSpPr>
          <p:spPr bwMode="auto">
            <a:xfrm>
              <a:off x="319088" y="455612"/>
              <a:ext cx="469900" cy="277813"/>
            </a:xfrm>
            <a:custGeom>
              <a:avLst/>
              <a:gdLst>
                <a:gd name="T0" fmla="*/ 2 w 125"/>
                <a:gd name="T1" fmla="*/ 74 h 74"/>
                <a:gd name="T2" fmla="*/ 124 w 125"/>
                <a:gd name="T3" fmla="*/ 1 h 74"/>
                <a:gd name="T4" fmla="*/ 123 w 125"/>
                <a:gd name="T5" fmla="*/ 0 h 74"/>
                <a:gd name="T6" fmla="*/ 1 w 125"/>
                <a:gd name="T7" fmla="*/ 73 h 74"/>
                <a:gd name="T8" fmla="*/ 2 w 125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74">
                  <a:moveTo>
                    <a:pt x="2" y="74"/>
                  </a:moveTo>
                  <a:cubicBezTo>
                    <a:pt x="43" y="50"/>
                    <a:pt x="79" y="17"/>
                    <a:pt x="124" y="1"/>
                  </a:cubicBezTo>
                  <a:cubicBezTo>
                    <a:pt x="125" y="0"/>
                    <a:pt x="124" y="0"/>
                    <a:pt x="123" y="0"/>
                  </a:cubicBezTo>
                  <a:cubicBezTo>
                    <a:pt x="78" y="17"/>
                    <a:pt x="42" y="49"/>
                    <a:pt x="1" y="73"/>
                  </a:cubicBezTo>
                  <a:cubicBezTo>
                    <a:pt x="0" y="74"/>
                    <a:pt x="1" y="74"/>
                    <a:pt x="2" y="7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Freeform 8835"/>
            <p:cNvSpPr>
              <a:spLocks/>
            </p:cNvSpPr>
            <p:nvPr/>
          </p:nvSpPr>
          <p:spPr bwMode="auto">
            <a:xfrm>
              <a:off x="304800" y="409575"/>
              <a:ext cx="465138" cy="320675"/>
            </a:xfrm>
            <a:custGeom>
              <a:avLst/>
              <a:gdLst>
                <a:gd name="T0" fmla="*/ 122 w 124"/>
                <a:gd name="T1" fmla="*/ 0 h 85"/>
                <a:gd name="T2" fmla="*/ 0 w 124"/>
                <a:gd name="T3" fmla="*/ 85 h 85"/>
                <a:gd name="T4" fmla="*/ 1 w 124"/>
                <a:gd name="T5" fmla="*/ 85 h 85"/>
                <a:gd name="T6" fmla="*/ 123 w 124"/>
                <a:gd name="T7" fmla="*/ 0 h 85"/>
                <a:gd name="T8" fmla="*/ 122 w 124"/>
                <a:gd name="T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85">
                  <a:moveTo>
                    <a:pt x="122" y="0"/>
                  </a:moveTo>
                  <a:cubicBezTo>
                    <a:pt x="81" y="28"/>
                    <a:pt x="37" y="52"/>
                    <a:pt x="0" y="85"/>
                  </a:cubicBezTo>
                  <a:cubicBezTo>
                    <a:pt x="0" y="85"/>
                    <a:pt x="1" y="85"/>
                    <a:pt x="1" y="85"/>
                  </a:cubicBezTo>
                  <a:cubicBezTo>
                    <a:pt x="38" y="52"/>
                    <a:pt x="82" y="28"/>
                    <a:pt x="123" y="0"/>
                  </a:cubicBezTo>
                  <a:cubicBezTo>
                    <a:pt x="124" y="0"/>
                    <a:pt x="122" y="0"/>
                    <a:pt x="12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Freeform 8836"/>
            <p:cNvSpPr>
              <a:spLocks/>
            </p:cNvSpPr>
            <p:nvPr/>
          </p:nvSpPr>
          <p:spPr bwMode="auto">
            <a:xfrm>
              <a:off x="241300" y="414337"/>
              <a:ext cx="476250" cy="293688"/>
            </a:xfrm>
            <a:custGeom>
              <a:avLst/>
              <a:gdLst>
                <a:gd name="T0" fmla="*/ 1 w 127"/>
                <a:gd name="T1" fmla="*/ 78 h 78"/>
                <a:gd name="T2" fmla="*/ 126 w 127"/>
                <a:gd name="T3" fmla="*/ 1 h 78"/>
                <a:gd name="T4" fmla="*/ 126 w 127"/>
                <a:gd name="T5" fmla="*/ 0 h 78"/>
                <a:gd name="T6" fmla="*/ 0 w 127"/>
                <a:gd name="T7" fmla="*/ 77 h 78"/>
                <a:gd name="T8" fmla="*/ 1 w 127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78">
                  <a:moveTo>
                    <a:pt x="1" y="78"/>
                  </a:moveTo>
                  <a:cubicBezTo>
                    <a:pt x="43" y="52"/>
                    <a:pt x="82" y="23"/>
                    <a:pt x="126" y="1"/>
                  </a:cubicBezTo>
                  <a:cubicBezTo>
                    <a:pt x="127" y="1"/>
                    <a:pt x="126" y="0"/>
                    <a:pt x="126" y="0"/>
                  </a:cubicBezTo>
                  <a:cubicBezTo>
                    <a:pt x="82" y="22"/>
                    <a:pt x="42" y="51"/>
                    <a:pt x="0" y="77"/>
                  </a:cubicBezTo>
                  <a:cubicBezTo>
                    <a:pt x="0" y="78"/>
                    <a:pt x="1" y="78"/>
                    <a:pt x="1" y="7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8" name="Freeform 8837"/>
            <p:cNvSpPr>
              <a:spLocks/>
            </p:cNvSpPr>
            <p:nvPr/>
          </p:nvSpPr>
          <p:spPr bwMode="auto">
            <a:xfrm>
              <a:off x="241300" y="417512"/>
              <a:ext cx="420688" cy="290513"/>
            </a:xfrm>
            <a:custGeom>
              <a:avLst/>
              <a:gdLst>
                <a:gd name="T0" fmla="*/ 111 w 112"/>
                <a:gd name="T1" fmla="*/ 1 h 77"/>
                <a:gd name="T2" fmla="*/ 0 w 112"/>
                <a:gd name="T3" fmla="*/ 76 h 77"/>
                <a:gd name="T4" fmla="*/ 1 w 112"/>
                <a:gd name="T5" fmla="*/ 77 h 77"/>
                <a:gd name="T6" fmla="*/ 112 w 112"/>
                <a:gd name="T7" fmla="*/ 1 h 77"/>
                <a:gd name="T8" fmla="*/ 111 w 112"/>
                <a:gd name="T9" fmla="*/ 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77">
                  <a:moveTo>
                    <a:pt x="111" y="1"/>
                  </a:moveTo>
                  <a:cubicBezTo>
                    <a:pt x="75" y="28"/>
                    <a:pt x="37" y="51"/>
                    <a:pt x="0" y="76"/>
                  </a:cubicBezTo>
                  <a:cubicBezTo>
                    <a:pt x="0" y="77"/>
                    <a:pt x="1" y="77"/>
                    <a:pt x="1" y="77"/>
                  </a:cubicBezTo>
                  <a:cubicBezTo>
                    <a:pt x="38" y="52"/>
                    <a:pt x="76" y="28"/>
                    <a:pt x="112" y="1"/>
                  </a:cubicBezTo>
                  <a:cubicBezTo>
                    <a:pt x="112" y="1"/>
                    <a:pt x="111" y="0"/>
                    <a:pt x="1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9" name="Freeform 8838"/>
            <p:cNvSpPr>
              <a:spLocks/>
            </p:cNvSpPr>
            <p:nvPr/>
          </p:nvSpPr>
          <p:spPr bwMode="auto">
            <a:xfrm>
              <a:off x="173038" y="417512"/>
              <a:ext cx="406400" cy="252413"/>
            </a:xfrm>
            <a:custGeom>
              <a:avLst/>
              <a:gdLst>
                <a:gd name="T0" fmla="*/ 1 w 108"/>
                <a:gd name="T1" fmla="*/ 66 h 67"/>
                <a:gd name="T2" fmla="*/ 107 w 108"/>
                <a:gd name="T3" fmla="*/ 1 h 67"/>
                <a:gd name="T4" fmla="*/ 107 w 108"/>
                <a:gd name="T5" fmla="*/ 0 h 67"/>
                <a:gd name="T6" fmla="*/ 0 w 108"/>
                <a:gd name="T7" fmla="*/ 66 h 67"/>
                <a:gd name="T8" fmla="*/ 1 w 108"/>
                <a:gd name="T9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67">
                  <a:moveTo>
                    <a:pt x="1" y="66"/>
                  </a:moveTo>
                  <a:cubicBezTo>
                    <a:pt x="37" y="44"/>
                    <a:pt x="70" y="20"/>
                    <a:pt x="107" y="1"/>
                  </a:cubicBezTo>
                  <a:cubicBezTo>
                    <a:pt x="108" y="1"/>
                    <a:pt x="107" y="0"/>
                    <a:pt x="107" y="0"/>
                  </a:cubicBezTo>
                  <a:cubicBezTo>
                    <a:pt x="70" y="20"/>
                    <a:pt x="36" y="44"/>
                    <a:pt x="0" y="66"/>
                  </a:cubicBezTo>
                  <a:cubicBezTo>
                    <a:pt x="0" y="66"/>
                    <a:pt x="1" y="67"/>
                    <a:pt x="1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0" name="Freeform 8839"/>
            <p:cNvSpPr>
              <a:spLocks/>
            </p:cNvSpPr>
            <p:nvPr/>
          </p:nvSpPr>
          <p:spPr bwMode="auto">
            <a:xfrm>
              <a:off x="169863" y="422275"/>
              <a:ext cx="363538" cy="244475"/>
            </a:xfrm>
            <a:custGeom>
              <a:avLst/>
              <a:gdLst>
                <a:gd name="T0" fmla="*/ 95 w 97"/>
                <a:gd name="T1" fmla="*/ 1 h 65"/>
                <a:gd name="T2" fmla="*/ 1 w 97"/>
                <a:gd name="T3" fmla="*/ 65 h 65"/>
                <a:gd name="T4" fmla="*/ 2 w 97"/>
                <a:gd name="T5" fmla="*/ 65 h 65"/>
                <a:gd name="T6" fmla="*/ 96 w 97"/>
                <a:gd name="T7" fmla="*/ 0 h 65"/>
                <a:gd name="T8" fmla="*/ 95 w 97"/>
                <a:gd name="T9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5">
                  <a:moveTo>
                    <a:pt x="95" y="1"/>
                  </a:moveTo>
                  <a:cubicBezTo>
                    <a:pt x="66" y="26"/>
                    <a:pt x="32" y="43"/>
                    <a:pt x="1" y="65"/>
                  </a:cubicBezTo>
                  <a:cubicBezTo>
                    <a:pt x="0" y="65"/>
                    <a:pt x="2" y="65"/>
                    <a:pt x="2" y="65"/>
                  </a:cubicBezTo>
                  <a:cubicBezTo>
                    <a:pt x="34" y="43"/>
                    <a:pt x="68" y="26"/>
                    <a:pt x="96" y="0"/>
                  </a:cubicBezTo>
                  <a:cubicBezTo>
                    <a:pt x="97" y="0"/>
                    <a:pt x="95" y="0"/>
                    <a:pt x="95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1" name="Freeform 8840"/>
            <p:cNvSpPr>
              <a:spLocks/>
            </p:cNvSpPr>
            <p:nvPr/>
          </p:nvSpPr>
          <p:spPr bwMode="auto">
            <a:xfrm>
              <a:off x="139700" y="417512"/>
              <a:ext cx="327025" cy="207963"/>
            </a:xfrm>
            <a:custGeom>
              <a:avLst/>
              <a:gdLst>
                <a:gd name="T0" fmla="*/ 2 w 87"/>
                <a:gd name="T1" fmla="*/ 54 h 55"/>
                <a:gd name="T2" fmla="*/ 86 w 87"/>
                <a:gd name="T3" fmla="*/ 0 h 55"/>
                <a:gd name="T4" fmla="*/ 85 w 87"/>
                <a:gd name="T5" fmla="*/ 0 h 55"/>
                <a:gd name="T6" fmla="*/ 1 w 87"/>
                <a:gd name="T7" fmla="*/ 54 h 55"/>
                <a:gd name="T8" fmla="*/ 2 w 87"/>
                <a:gd name="T9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55">
                  <a:moveTo>
                    <a:pt x="2" y="54"/>
                  </a:moveTo>
                  <a:cubicBezTo>
                    <a:pt x="30" y="36"/>
                    <a:pt x="57" y="16"/>
                    <a:pt x="86" y="0"/>
                  </a:cubicBezTo>
                  <a:cubicBezTo>
                    <a:pt x="87" y="0"/>
                    <a:pt x="85" y="0"/>
                    <a:pt x="85" y="0"/>
                  </a:cubicBezTo>
                  <a:cubicBezTo>
                    <a:pt x="56" y="16"/>
                    <a:pt x="29" y="36"/>
                    <a:pt x="1" y="54"/>
                  </a:cubicBezTo>
                  <a:cubicBezTo>
                    <a:pt x="0" y="55"/>
                    <a:pt x="2" y="54"/>
                    <a:pt x="2" y="5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Freeform 8841"/>
            <p:cNvSpPr>
              <a:spLocks/>
            </p:cNvSpPr>
            <p:nvPr/>
          </p:nvSpPr>
          <p:spPr bwMode="auto">
            <a:xfrm>
              <a:off x="139700" y="409575"/>
              <a:ext cx="292100" cy="207963"/>
            </a:xfrm>
            <a:custGeom>
              <a:avLst/>
              <a:gdLst>
                <a:gd name="T0" fmla="*/ 76 w 78"/>
                <a:gd name="T1" fmla="*/ 1 h 55"/>
                <a:gd name="T2" fmla="*/ 1 w 78"/>
                <a:gd name="T3" fmla="*/ 54 h 55"/>
                <a:gd name="T4" fmla="*/ 2 w 78"/>
                <a:gd name="T5" fmla="*/ 54 h 55"/>
                <a:gd name="T6" fmla="*/ 77 w 78"/>
                <a:gd name="T7" fmla="*/ 1 h 55"/>
                <a:gd name="T8" fmla="*/ 76 w 78"/>
                <a:gd name="T9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5">
                  <a:moveTo>
                    <a:pt x="76" y="1"/>
                  </a:moveTo>
                  <a:cubicBezTo>
                    <a:pt x="52" y="20"/>
                    <a:pt x="27" y="37"/>
                    <a:pt x="1" y="54"/>
                  </a:cubicBezTo>
                  <a:cubicBezTo>
                    <a:pt x="0" y="54"/>
                    <a:pt x="1" y="55"/>
                    <a:pt x="2" y="54"/>
                  </a:cubicBezTo>
                  <a:cubicBezTo>
                    <a:pt x="28" y="37"/>
                    <a:pt x="53" y="21"/>
                    <a:pt x="77" y="1"/>
                  </a:cubicBezTo>
                  <a:cubicBezTo>
                    <a:pt x="78" y="1"/>
                    <a:pt x="76" y="0"/>
                    <a:pt x="7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Freeform 8842"/>
            <p:cNvSpPr>
              <a:spLocks/>
            </p:cNvSpPr>
            <p:nvPr/>
          </p:nvSpPr>
          <p:spPr bwMode="auto">
            <a:xfrm>
              <a:off x="117475" y="395287"/>
              <a:ext cx="296863" cy="187325"/>
            </a:xfrm>
            <a:custGeom>
              <a:avLst/>
              <a:gdLst>
                <a:gd name="T0" fmla="*/ 2 w 79"/>
                <a:gd name="T1" fmla="*/ 50 h 50"/>
                <a:gd name="T2" fmla="*/ 78 w 79"/>
                <a:gd name="T3" fmla="*/ 2 h 50"/>
                <a:gd name="T4" fmla="*/ 78 w 79"/>
                <a:gd name="T5" fmla="*/ 1 h 50"/>
                <a:gd name="T6" fmla="*/ 1 w 79"/>
                <a:gd name="T7" fmla="*/ 49 h 50"/>
                <a:gd name="T8" fmla="*/ 2 w 79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50">
                  <a:moveTo>
                    <a:pt x="2" y="50"/>
                  </a:moveTo>
                  <a:cubicBezTo>
                    <a:pt x="28" y="35"/>
                    <a:pt x="51" y="14"/>
                    <a:pt x="78" y="2"/>
                  </a:cubicBezTo>
                  <a:cubicBezTo>
                    <a:pt x="79" y="1"/>
                    <a:pt x="78" y="0"/>
                    <a:pt x="78" y="1"/>
                  </a:cubicBezTo>
                  <a:cubicBezTo>
                    <a:pt x="50" y="14"/>
                    <a:pt x="27" y="34"/>
                    <a:pt x="1" y="49"/>
                  </a:cubicBezTo>
                  <a:cubicBezTo>
                    <a:pt x="0" y="49"/>
                    <a:pt x="1" y="50"/>
                    <a:pt x="2" y="5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Freeform 8843"/>
            <p:cNvSpPr>
              <a:spLocks/>
            </p:cNvSpPr>
            <p:nvPr/>
          </p:nvSpPr>
          <p:spPr bwMode="auto">
            <a:xfrm>
              <a:off x="101600" y="373062"/>
              <a:ext cx="288925" cy="192088"/>
            </a:xfrm>
            <a:custGeom>
              <a:avLst/>
              <a:gdLst>
                <a:gd name="T0" fmla="*/ 75 w 77"/>
                <a:gd name="T1" fmla="*/ 0 h 51"/>
                <a:gd name="T2" fmla="*/ 0 w 77"/>
                <a:gd name="T3" fmla="*/ 50 h 51"/>
                <a:gd name="T4" fmla="*/ 1 w 77"/>
                <a:gd name="T5" fmla="*/ 51 h 51"/>
                <a:gd name="T6" fmla="*/ 76 w 77"/>
                <a:gd name="T7" fmla="*/ 1 h 51"/>
                <a:gd name="T8" fmla="*/ 75 w 77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51">
                  <a:moveTo>
                    <a:pt x="75" y="0"/>
                  </a:moveTo>
                  <a:cubicBezTo>
                    <a:pt x="51" y="18"/>
                    <a:pt x="24" y="31"/>
                    <a:pt x="0" y="50"/>
                  </a:cubicBezTo>
                  <a:cubicBezTo>
                    <a:pt x="0" y="51"/>
                    <a:pt x="1" y="51"/>
                    <a:pt x="1" y="51"/>
                  </a:cubicBezTo>
                  <a:cubicBezTo>
                    <a:pt x="25" y="32"/>
                    <a:pt x="52" y="18"/>
                    <a:pt x="76" y="1"/>
                  </a:cubicBezTo>
                  <a:cubicBezTo>
                    <a:pt x="77" y="0"/>
                    <a:pt x="76" y="0"/>
                    <a:pt x="7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Freeform 8844"/>
            <p:cNvSpPr>
              <a:spLocks/>
            </p:cNvSpPr>
            <p:nvPr/>
          </p:nvSpPr>
          <p:spPr bwMode="auto">
            <a:xfrm>
              <a:off x="79375" y="357187"/>
              <a:ext cx="311150" cy="173038"/>
            </a:xfrm>
            <a:custGeom>
              <a:avLst/>
              <a:gdLst>
                <a:gd name="T0" fmla="*/ 2 w 83"/>
                <a:gd name="T1" fmla="*/ 46 h 46"/>
                <a:gd name="T2" fmla="*/ 82 w 83"/>
                <a:gd name="T3" fmla="*/ 0 h 46"/>
                <a:gd name="T4" fmla="*/ 81 w 83"/>
                <a:gd name="T5" fmla="*/ 0 h 46"/>
                <a:gd name="T6" fmla="*/ 1 w 83"/>
                <a:gd name="T7" fmla="*/ 45 h 46"/>
                <a:gd name="T8" fmla="*/ 2 w 83"/>
                <a:gd name="T9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46">
                  <a:moveTo>
                    <a:pt x="2" y="46"/>
                  </a:moveTo>
                  <a:cubicBezTo>
                    <a:pt x="29" y="32"/>
                    <a:pt x="54" y="14"/>
                    <a:pt x="82" y="0"/>
                  </a:cubicBezTo>
                  <a:cubicBezTo>
                    <a:pt x="83" y="0"/>
                    <a:pt x="81" y="0"/>
                    <a:pt x="81" y="0"/>
                  </a:cubicBezTo>
                  <a:cubicBezTo>
                    <a:pt x="53" y="14"/>
                    <a:pt x="28" y="32"/>
                    <a:pt x="1" y="45"/>
                  </a:cubicBezTo>
                  <a:cubicBezTo>
                    <a:pt x="0" y="46"/>
                    <a:pt x="1" y="46"/>
                    <a:pt x="2" y="4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Freeform 8845"/>
            <p:cNvSpPr>
              <a:spLocks/>
            </p:cNvSpPr>
            <p:nvPr/>
          </p:nvSpPr>
          <p:spPr bwMode="auto">
            <a:xfrm>
              <a:off x="71438" y="315912"/>
              <a:ext cx="315913" cy="203200"/>
            </a:xfrm>
            <a:custGeom>
              <a:avLst/>
              <a:gdLst>
                <a:gd name="T0" fmla="*/ 82 w 84"/>
                <a:gd name="T1" fmla="*/ 1 h 54"/>
                <a:gd name="T2" fmla="*/ 1 w 84"/>
                <a:gd name="T3" fmla="*/ 53 h 54"/>
                <a:gd name="T4" fmla="*/ 2 w 84"/>
                <a:gd name="T5" fmla="*/ 54 h 54"/>
                <a:gd name="T6" fmla="*/ 83 w 84"/>
                <a:gd name="T7" fmla="*/ 1 h 54"/>
                <a:gd name="T8" fmla="*/ 82 w 84"/>
                <a:gd name="T9" fmla="*/ 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54">
                  <a:moveTo>
                    <a:pt x="82" y="1"/>
                  </a:moveTo>
                  <a:cubicBezTo>
                    <a:pt x="57" y="20"/>
                    <a:pt x="28" y="35"/>
                    <a:pt x="1" y="53"/>
                  </a:cubicBezTo>
                  <a:cubicBezTo>
                    <a:pt x="0" y="54"/>
                    <a:pt x="1" y="54"/>
                    <a:pt x="2" y="54"/>
                  </a:cubicBezTo>
                  <a:cubicBezTo>
                    <a:pt x="29" y="36"/>
                    <a:pt x="58" y="21"/>
                    <a:pt x="83" y="1"/>
                  </a:cubicBezTo>
                  <a:cubicBezTo>
                    <a:pt x="84" y="1"/>
                    <a:pt x="83" y="0"/>
                    <a:pt x="8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Freeform 8846"/>
            <p:cNvSpPr>
              <a:spLocks/>
            </p:cNvSpPr>
            <p:nvPr/>
          </p:nvSpPr>
          <p:spPr bwMode="auto">
            <a:xfrm>
              <a:off x="65088" y="296862"/>
              <a:ext cx="319088" cy="192088"/>
            </a:xfrm>
            <a:custGeom>
              <a:avLst/>
              <a:gdLst>
                <a:gd name="T0" fmla="*/ 1 w 85"/>
                <a:gd name="T1" fmla="*/ 50 h 51"/>
                <a:gd name="T2" fmla="*/ 84 w 85"/>
                <a:gd name="T3" fmla="*/ 0 h 51"/>
                <a:gd name="T4" fmla="*/ 84 w 85"/>
                <a:gd name="T5" fmla="*/ 0 h 51"/>
                <a:gd name="T6" fmla="*/ 1 w 85"/>
                <a:gd name="T7" fmla="*/ 50 h 51"/>
                <a:gd name="T8" fmla="*/ 1 w 85"/>
                <a:gd name="T9" fmla="*/ 5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51">
                  <a:moveTo>
                    <a:pt x="1" y="50"/>
                  </a:moveTo>
                  <a:cubicBezTo>
                    <a:pt x="29" y="33"/>
                    <a:pt x="54" y="13"/>
                    <a:pt x="84" y="0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54" y="13"/>
                    <a:pt x="28" y="33"/>
                    <a:pt x="1" y="50"/>
                  </a:cubicBezTo>
                  <a:cubicBezTo>
                    <a:pt x="0" y="50"/>
                    <a:pt x="1" y="51"/>
                    <a:pt x="1" y="5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Freeform 8847"/>
            <p:cNvSpPr>
              <a:spLocks/>
            </p:cNvSpPr>
            <p:nvPr/>
          </p:nvSpPr>
          <p:spPr bwMode="auto">
            <a:xfrm>
              <a:off x="49213" y="263525"/>
              <a:ext cx="334963" cy="217488"/>
            </a:xfrm>
            <a:custGeom>
              <a:avLst/>
              <a:gdLst>
                <a:gd name="T0" fmla="*/ 2 w 89"/>
                <a:gd name="T1" fmla="*/ 45 h 58"/>
                <a:gd name="T2" fmla="*/ 44 w 89"/>
                <a:gd name="T3" fmla="*/ 22 h 58"/>
                <a:gd name="T4" fmla="*/ 66 w 89"/>
                <a:gd name="T5" fmla="*/ 11 h 58"/>
                <a:gd name="T6" fmla="*/ 83 w 89"/>
                <a:gd name="T7" fmla="*/ 4 h 58"/>
                <a:gd name="T8" fmla="*/ 4 w 89"/>
                <a:gd name="T9" fmla="*/ 57 h 58"/>
                <a:gd name="T10" fmla="*/ 5 w 89"/>
                <a:gd name="T11" fmla="*/ 57 h 58"/>
                <a:gd name="T12" fmla="*/ 88 w 89"/>
                <a:gd name="T13" fmla="*/ 1 h 58"/>
                <a:gd name="T14" fmla="*/ 87 w 89"/>
                <a:gd name="T15" fmla="*/ 0 h 58"/>
                <a:gd name="T16" fmla="*/ 1 w 89"/>
                <a:gd name="T17" fmla="*/ 44 h 58"/>
                <a:gd name="T18" fmla="*/ 2 w 89"/>
                <a:gd name="T19" fmla="*/ 4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" h="58">
                  <a:moveTo>
                    <a:pt x="2" y="45"/>
                  </a:moveTo>
                  <a:cubicBezTo>
                    <a:pt x="16" y="38"/>
                    <a:pt x="30" y="30"/>
                    <a:pt x="44" y="22"/>
                  </a:cubicBezTo>
                  <a:cubicBezTo>
                    <a:pt x="51" y="18"/>
                    <a:pt x="59" y="14"/>
                    <a:pt x="66" y="11"/>
                  </a:cubicBezTo>
                  <a:cubicBezTo>
                    <a:pt x="69" y="9"/>
                    <a:pt x="81" y="5"/>
                    <a:pt x="83" y="4"/>
                  </a:cubicBezTo>
                  <a:cubicBezTo>
                    <a:pt x="59" y="25"/>
                    <a:pt x="30" y="40"/>
                    <a:pt x="4" y="57"/>
                  </a:cubicBezTo>
                  <a:cubicBezTo>
                    <a:pt x="3" y="57"/>
                    <a:pt x="4" y="58"/>
                    <a:pt x="5" y="57"/>
                  </a:cubicBezTo>
                  <a:cubicBezTo>
                    <a:pt x="33" y="39"/>
                    <a:pt x="63" y="23"/>
                    <a:pt x="88" y="1"/>
                  </a:cubicBezTo>
                  <a:cubicBezTo>
                    <a:pt x="89" y="0"/>
                    <a:pt x="88" y="0"/>
                    <a:pt x="87" y="0"/>
                  </a:cubicBezTo>
                  <a:cubicBezTo>
                    <a:pt x="57" y="12"/>
                    <a:pt x="30" y="29"/>
                    <a:pt x="1" y="44"/>
                  </a:cubicBezTo>
                  <a:cubicBezTo>
                    <a:pt x="0" y="45"/>
                    <a:pt x="1" y="45"/>
                    <a:pt x="2" y="4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Freeform 8848"/>
            <p:cNvSpPr>
              <a:spLocks/>
            </p:cNvSpPr>
            <p:nvPr/>
          </p:nvSpPr>
          <p:spPr bwMode="auto">
            <a:xfrm>
              <a:off x="46038" y="192087"/>
              <a:ext cx="344488" cy="233363"/>
            </a:xfrm>
            <a:custGeom>
              <a:avLst/>
              <a:gdLst>
                <a:gd name="T0" fmla="*/ 2 w 92"/>
                <a:gd name="T1" fmla="*/ 47 h 62"/>
                <a:gd name="T2" fmla="*/ 39 w 92"/>
                <a:gd name="T3" fmla="*/ 26 h 62"/>
                <a:gd name="T4" fmla="*/ 67 w 92"/>
                <a:gd name="T5" fmla="*/ 12 h 62"/>
                <a:gd name="T6" fmla="*/ 81 w 92"/>
                <a:gd name="T7" fmla="*/ 10 h 62"/>
                <a:gd name="T8" fmla="*/ 1 w 92"/>
                <a:gd name="T9" fmla="*/ 61 h 62"/>
                <a:gd name="T10" fmla="*/ 2 w 92"/>
                <a:gd name="T11" fmla="*/ 62 h 62"/>
                <a:gd name="T12" fmla="*/ 90 w 92"/>
                <a:gd name="T13" fmla="*/ 2 h 62"/>
                <a:gd name="T14" fmla="*/ 89 w 92"/>
                <a:gd name="T15" fmla="*/ 2 h 62"/>
                <a:gd name="T16" fmla="*/ 1 w 92"/>
                <a:gd name="T17" fmla="*/ 47 h 62"/>
                <a:gd name="T18" fmla="*/ 2 w 92"/>
                <a:gd name="T19" fmla="*/ 4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" h="62">
                  <a:moveTo>
                    <a:pt x="2" y="47"/>
                  </a:moveTo>
                  <a:cubicBezTo>
                    <a:pt x="14" y="40"/>
                    <a:pt x="27" y="33"/>
                    <a:pt x="39" y="26"/>
                  </a:cubicBezTo>
                  <a:cubicBezTo>
                    <a:pt x="48" y="21"/>
                    <a:pt x="58" y="16"/>
                    <a:pt x="67" y="12"/>
                  </a:cubicBezTo>
                  <a:cubicBezTo>
                    <a:pt x="70" y="10"/>
                    <a:pt x="92" y="0"/>
                    <a:pt x="81" y="10"/>
                  </a:cubicBezTo>
                  <a:cubicBezTo>
                    <a:pt x="58" y="32"/>
                    <a:pt x="28" y="45"/>
                    <a:pt x="1" y="61"/>
                  </a:cubicBezTo>
                  <a:cubicBezTo>
                    <a:pt x="0" y="62"/>
                    <a:pt x="2" y="62"/>
                    <a:pt x="2" y="62"/>
                  </a:cubicBezTo>
                  <a:cubicBezTo>
                    <a:pt x="32" y="43"/>
                    <a:pt x="65" y="29"/>
                    <a:pt x="90" y="2"/>
                  </a:cubicBezTo>
                  <a:cubicBezTo>
                    <a:pt x="91" y="2"/>
                    <a:pt x="90" y="2"/>
                    <a:pt x="89" y="2"/>
                  </a:cubicBezTo>
                  <a:cubicBezTo>
                    <a:pt x="58" y="13"/>
                    <a:pt x="30" y="31"/>
                    <a:pt x="1" y="47"/>
                  </a:cubicBezTo>
                  <a:cubicBezTo>
                    <a:pt x="0" y="47"/>
                    <a:pt x="1" y="48"/>
                    <a:pt x="2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0" name="Freeform 8849"/>
            <p:cNvSpPr>
              <a:spLocks/>
            </p:cNvSpPr>
            <p:nvPr/>
          </p:nvSpPr>
          <p:spPr bwMode="auto">
            <a:xfrm>
              <a:off x="46038" y="142875"/>
              <a:ext cx="330200" cy="214313"/>
            </a:xfrm>
            <a:custGeom>
              <a:avLst/>
              <a:gdLst>
                <a:gd name="T0" fmla="*/ 3 w 88"/>
                <a:gd name="T1" fmla="*/ 47 h 57"/>
                <a:gd name="T2" fmla="*/ 82 w 88"/>
                <a:gd name="T3" fmla="*/ 3 h 57"/>
                <a:gd name="T4" fmla="*/ 67 w 88"/>
                <a:gd name="T5" fmla="*/ 15 h 57"/>
                <a:gd name="T6" fmla="*/ 41 w 88"/>
                <a:gd name="T7" fmla="*/ 30 h 57"/>
                <a:gd name="T8" fmla="*/ 1 w 88"/>
                <a:gd name="T9" fmla="*/ 56 h 57"/>
                <a:gd name="T10" fmla="*/ 2 w 88"/>
                <a:gd name="T11" fmla="*/ 57 h 57"/>
                <a:gd name="T12" fmla="*/ 87 w 88"/>
                <a:gd name="T13" fmla="*/ 1 h 57"/>
                <a:gd name="T14" fmla="*/ 86 w 88"/>
                <a:gd name="T15" fmla="*/ 0 h 57"/>
                <a:gd name="T16" fmla="*/ 2 w 88"/>
                <a:gd name="T17" fmla="*/ 47 h 57"/>
                <a:gd name="T18" fmla="*/ 3 w 88"/>
                <a:gd name="T19" fmla="*/ 4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57">
                  <a:moveTo>
                    <a:pt x="3" y="47"/>
                  </a:moveTo>
                  <a:cubicBezTo>
                    <a:pt x="30" y="34"/>
                    <a:pt x="54" y="16"/>
                    <a:pt x="82" y="3"/>
                  </a:cubicBezTo>
                  <a:cubicBezTo>
                    <a:pt x="77" y="5"/>
                    <a:pt x="71" y="12"/>
                    <a:pt x="67" y="15"/>
                  </a:cubicBezTo>
                  <a:cubicBezTo>
                    <a:pt x="59" y="20"/>
                    <a:pt x="50" y="25"/>
                    <a:pt x="41" y="30"/>
                  </a:cubicBezTo>
                  <a:cubicBezTo>
                    <a:pt x="28" y="39"/>
                    <a:pt x="14" y="47"/>
                    <a:pt x="1" y="56"/>
                  </a:cubicBezTo>
                  <a:cubicBezTo>
                    <a:pt x="0" y="57"/>
                    <a:pt x="1" y="57"/>
                    <a:pt x="2" y="57"/>
                  </a:cubicBezTo>
                  <a:cubicBezTo>
                    <a:pt x="30" y="37"/>
                    <a:pt x="60" y="22"/>
                    <a:pt x="87" y="1"/>
                  </a:cubicBezTo>
                  <a:cubicBezTo>
                    <a:pt x="88" y="0"/>
                    <a:pt x="87" y="0"/>
                    <a:pt x="86" y="0"/>
                  </a:cubicBezTo>
                  <a:cubicBezTo>
                    <a:pt x="56" y="12"/>
                    <a:pt x="31" y="32"/>
                    <a:pt x="2" y="47"/>
                  </a:cubicBezTo>
                  <a:cubicBezTo>
                    <a:pt x="1" y="47"/>
                    <a:pt x="2" y="48"/>
                    <a:pt x="3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Freeform 8850"/>
            <p:cNvSpPr>
              <a:spLocks/>
            </p:cNvSpPr>
            <p:nvPr/>
          </p:nvSpPr>
          <p:spPr bwMode="auto">
            <a:xfrm>
              <a:off x="65088" y="76200"/>
              <a:ext cx="330200" cy="217488"/>
            </a:xfrm>
            <a:custGeom>
              <a:avLst/>
              <a:gdLst>
                <a:gd name="T0" fmla="*/ 8 w 88"/>
                <a:gd name="T1" fmla="*/ 43 h 58"/>
                <a:gd name="T2" fmla="*/ 47 w 88"/>
                <a:gd name="T3" fmla="*/ 22 h 58"/>
                <a:gd name="T4" fmla="*/ 69 w 88"/>
                <a:gd name="T5" fmla="*/ 11 h 58"/>
                <a:gd name="T6" fmla="*/ 74 w 88"/>
                <a:gd name="T7" fmla="*/ 9 h 58"/>
                <a:gd name="T8" fmla="*/ 1 w 88"/>
                <a:gd name="T9" fmla="*/ 57 h 58"/>
                <a:gd name="T10" fmla="*/ 2 w 88"/>
                <a:gd name="T11" fmla="*/ 58 h 58"/>
                <a:gd name="T12" fmla="*/ 86 w 88"/>
                <a:gd name="T13" fmla="*/ 3 h 58"/>
                <a:gd name="T14" fmla="*/ 85 w 88"/>
                <a:gd name="T15" fmla="*/ 2 h 58"/>
                <a:gd name="T16" fmla="*/ 7 w 88"/>
                <a:gd name="T17" fmla="*/ 42 h 58"/>
                <a:gd name="T18" fmla="*/ 8 w 88"/>
                <a:gd name="T1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58">
                  <a:moveTo>
                    <a:pt x="8" y="43"/>
                  </a:moveTo>
                  <a:cubicBezTo>
                    <a:pt x="21" y="36"/>
                    <a:pt x="34" y="29"/>
                    <a:pt x="47" y="22"/>
                  </a:cubicBezTo>
                  <a:cubicBezTo>
                    <a:pt x="54" y="18"/>
                    <a:pt x="61" y="14"/>
                    <a:pt x="69" y="11"/>
                  </a:cubicBezTo>
                  <a:cubicBezTo>
                    <a:pt x="72" y="9"/>
                    <a:pt x="88" y="0"/>
                    <a:pt x="74" y="9"/>
                  </a:cubicBezTo>
                  <a:cubicBezTo>
                    <a:pt x="50" y="25"/>
                    <a:pt x="25" y="41"/>
                    <a:pt x="1" y="57"/>
                  </a:cubicBezTo>
                  <a:cubicBezTo>
                    <a:pt x="0" y="58"/>
                    <a:pt x="1" y="58"/>
                    <a:pt x="2" y="58"/>
                  </a:cubicBezTo>
                  <a:cubicBezTo>
                    <a:pt x="29" y="39"/>
                    <a:pt x="58" y="21"/>
                    <a:pt x="86" y="3"/>
                  </a:cubicBezTo>
                  <a:cubicBezTo>
                    <a:pt x="87" y="2"/>
                    <a:pt x="86" y="2"/>
                    <a:pt x="85" y="2"/>
                  </a:cubicBezTo>
                  <a:cubicBezTo>
                    <a:pt x="58" y="14"/>
                    <a:pt x="33" y="28"/>
                    <a:pt x="7" y="42"/>
                  </a:cubicBezTo>
                  <a:cubicBezTo>
                    <a:pt x="6" y="43"/>
                    <a:pt x="8" y="43"/>
                    <a:pt x="8" y="4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Freeform 8851"/>
            <p:cNvSpPr>
              <a:spLocks/>
            </p:cNvSpPr>
            <p:nvPr/>
          </p:nvSpPr>
          <p:spPr bwMode="auto">
            <a:xfrm>
              <a:off x="109538" y="38100"/>
              <a:ext cx="285750" cy="165100"/>
            </a:xfrm>
            <a:custGeom>
              <a:avLst/>
              <a:gdLst>
                <a:gd name="T0" fmla="*/ 7 w 76"/>
                <a:gd name="T1" fmla="*/ 34 h 44"/>
                <a:gd name="T2" fmla="*/ 38 w 76"/>
                <a:gd name="T3" fmla="*/ 17 h 44"/>
                <a:gd name="T4" fmla="*/ 69 w 76"/>
                <a:gd name="T5" fmla="*/ 3 h 44"/>
                <a:gd name="T6" fmla="*/ 1 w 76"/>
                <a:gd name="T7" fmla="*/ 43 h 44"/>
                <a:gd name="T8" fmla="*/ 2 w 76"/>
                <a:gd name="T9" fmla="*/ 43 h 44"/>
                <a:gd name="T10" fmla="*/ 75 w 76"/>
                <a:gd name="T11" fmla="*/ 1 h 44"/>
                <a:gd name="T12" fmla="*/ 74 w 76"/>
                <a:gd name="T13" fmla="*/ 0 h 44"/>
                <a:gd name="T14" fmla="*/ 7 w 76"/>
                <a:gd name="T15" fmla="*/ 33 h 44"/>
                <a:gd name="T16" fmla="*/ 7 w 76"/>
                <a:gd name="T17" fmla="*/ 3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44">
                  <a:moveTo>
                    <a:pt x="7" y="34"/>
                  </a:moveTo>
                  <a:cubicBezTo>
                    <a:pt x="17" y="28"/>
                    <a:pt x="28" y="22"/>
                    <a:pt x="38" y="17"/>
                  </a:cubicBezTo>
                  <a:cubicBezTo>
                    <a:pt x="47" y="12"/>
                    <a:pt x="62" y="8"/>
                    <a:pt x="69" y="3"/>
                  </a:cubicBezTo>
                  <a:cubicBezTo>
                    <a:pt x="47" y="17"/>
                    <a:pt x="24" y="29"/>
                    <a:pt x="1" y="43"/>
                  </a:cubicBezTo>
                  <a:cubicBezTo>
                    <a:pt x="0" y="43"/>
                    <a:pt x="1" y="44"/>
                    <a:pt x="2" y="43"/>
                  </a:cubicBezTo>
                  <a:cubicBezTo>
                    <a:pt x="26" y="29"/>
                    <a:pt x="51" y="16"/>
                    <a:pt x="75" y="1"/>
                  </a:cubicBezTo>
                  <a:cubicBezTo>
                    <a:pt x="76" y="1"/>
                    <a:pt x="75" y="0"/>
                    <a:pt x="74" y="0"/>
                  </a:cubicBezTo>
                  <a:cubicBezTo>
                    <a:pt x="50" y="8"/>
                    <a:pt x="28" y="20"/>
                    <a:pt x="7" y="33"/>
                  </a:cubicBezTo>
                  <a:cubicBezTo>
                    <a:pt x="6" y="34"/>
                    <a:pt x="7" y="34"/>
                    <a:pt x="7" y="3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3" name="Freeform 8852"/>
            <p:cNvSpPr>
              <a:spLocks/>
            </p:cNvSpPr>
            <p:nvPr/>
          </p:nvSpPr>
          <p:spPr bwMode="auto">
            <a:xfrm>
              <a:off x="161925" y="11112"/>
              <a:ext cx="203200" cy="117475"/>
            </a:xfrm>
            <a:custGeom>
              <a:avLst/>
              <a:gdLst>
                <a:gd name="T0" fmla="*/ 52 w 54"/>
                <a:gd name="T1" fmla="*/ 1 h 31"/>
                <a:gd name="T2" fmla="*/ 0 w 54"/>
                <a:gd name="T3" fmla="*/ 30 h 31"/>
                <a:gd name="T4" fmla="*/ 1 w 54"/>
                <a:gd name="T5" fmla="*/ 31 h 31"/>
                <a:gd name="T6" fmla="*/ 53 w 54"/>
                <a:gd name="T7" fmla="*/ 1 h 31"/>
                <a:gd name="T8" fmla="*/ 52 w 54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1">
                  <a:moveTo>
                    <a:pt x="52" y="1"/>
                  </a:moveTo>
                  <a:cubicBezTo>
                    <a:pt x="35" y="10"/>
                    <a:pt x="17" y="2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18" y="20"/>
                    <a:pt x="35" y="11"/>
                    <a:pt x="53" y="1"/>
                  </a:cubicBezTo>
                  <a:cubicBezTo>
                    <a:pt x="54" y="1"/>
                    <a:pt x="53" y="0"/>
                    <a:pt x="5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Freeform 8853"/>
            <p:cNvSpPr>
              <a:spLocks/>
            </p:cNvSpPr>
            <p:nvPr/>
          </p:nvSpPr>
          <p:spPr bwMode="auto">
            <a:xfrm>
              <a:off x="720725" y="334962"/>
              <a:ext cx="65088" cy="30163"/>
            </a:xfrm>
            <a:custGeom>
              <a:avLst/>
              <a:gdLst>
                <a:gd name="T0" fmla="*/ 2 w 17"/>
                <a:gd name="T1" fmla="*/ 7 h 8"/>
                <a:gd name="T2" fmla="*/ 16 w 17"/>
                <a:gd name="T3" fmla="*/ 1 h 8"/>
                <a:gd name="T4" fmla="*/ 15 w 17"/>
                <a:gd name="T5" fmla="*/ 1 h 8"/>
                <a:gd name="T6" fmla="*/ 1 w 17"/>
                <a:gd name="T7" fmla="*/ 7 h 8"/>
                <a:gd name="T8" fmla="*/ 2 w 17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8">
                  <a:moveTo>
                    <a:pt x="2" y="7"/>
                  </a:moveTo>
                  <a:cubicBezTo>
                    <a:pt x="6" y="5"/>
                    <a:pt x="11" y="3"/>
                    <a:pt x="16" y="1"/>
                  </a:cubicBezTo>
                  <a:cubicBezTo>
                    <a:pt x="17" y="1"/>
                    <a:pt x="16" y="0"/>
                    <a:pt x="15" y="1"/>
                  </a:cubicBezTo>
                  <a:cubicBezTo>
                    <a:pt x="10" y="3"/>
                    <a:pt x="6" y="5"/>
                    <a:pt x="1" y="7"/>
                  </a:cubicBezTo>
                  <a:cubicBezTo>
                    <a:pt x="0" y="7"/>
                    <a:pt x="1" y="8"/>
                    <a:pt x="2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5" name="Freeform 8854"/>
            <p:cNvSpPr>
              <a:spLocks/>
            </p:cNvSpPr>
            <p:nvPr/>
          </p:nvSpPr>
          <p:spPr bwMode="auto">
            <a:xfrm>
              <a:off x="665163" y="293687"/>
              <a:ext cx="109538" cy="71438"/>
            </a:xfrm>
            <a:custGeom>
              <a:avLst/>
              <a:gdLst>
                <a:gd name="T0" fmla="*/ 27 w 29"/>
                <a:gd name="T1" fmla="*/ 0 h 19"/>
                <a:gd name="T2" fmla="*/ 0 w 29"/>
                <a:gd name="T3" fmla="*/ 18 h 19"/>
                <a:gd name="T4" fmla="*/ 1 w 29"/>
                <a:gd name="T5" fmla="*/ 18 h 19"/>
                <a:gd name="T6" fmla="*/ 28 w 29"/>
                <a:gd name="T7" fmla="*/ 0 h 19"/>
                <a:gd name="T8" fmla="*/ 27 w 29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9">
                  <a:moveTo>
                    <a:pt x="27" y="0"/>
                  </a:moveTo>
                  <a:cubicBezTo>
                    <a:pt x="18" y="6"/>
                    <a:pt x="8" y="11"/>
                    <a:pt x="0" y="18"/>
                  </a:cubicBezTo>
                  <a:cubicBezTo>
                    <a:pt x="0" y="19"/>
                    <a:pt x="1" y="18"/>
                    <a:pt x="1" y="18"/>
                  </a:cubicBezTo>
                  <a:cubicBezTo>
                    <a:pt x="10" y="11"/>
                    <a:pt x="19" y="6"/>
                    <a:pt x="28" y="0"/>
                  </a:cubicBezTo>
                  <a:cubicBezTo>
                    <a:pt x="29" y="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6" name="Freeform 8855"/>
            <p:cNvSpPr>
              <a:spLocks/>
            </p:cNvSpPr>
            <p:nvPr/>
          </p:nvSpPr>
          <p:spPr bwMode="auto">
            <a:xfrm>
              <a:off x="596900" y="279400"/>
              <a:ext cx="173038" cy="88900"/>
            </a:xfrm>
            <a:custGeom>
              <a:avLst/>
              <a:gdLst>
                <a:gd name="T0" fmla="*/ 1 w 46"/>
                <a:gd name="T1" fmla="*/ 23 h 24"/>
                <a:gd name="T2" fmla="*/ 45 w 46"/>
                <a:gd name="T3" fmla="*/ 1 h 24"/>
                <a:gd name="T4" fmla="*/ 44 w 46"/>
                <a:gd name="T5" fmla="*/ 1 h 24"/>
                <a:gd name="T6" fmla="*/ 1 w 46"/>
                <a:gd name="T7" fmla="*/ 23 h 24"/>
                <a:gd name="T8" fmla="*/ 1 w 46"/>
                <a:gd name="T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24">
                  <a:moveTo>
                    <a:pt x="1" y="23"/>
                  </a:moveTo>
                  <a:cubicBezTo>
                    <a:pt x="17" y="18"/>
                    <a:pt x="31" y="9"/>
                    <a:pt x="45" y="1"/>
                  </a:cubicBezTo>
                  <a:cubicBezTo>
                    <a:pt x="46" y="0"/>
                    <a:pt x="45" y="0"/>
                    <a:pt x="44" y="1"/>
                  </a:cubicBezTo>
                  <a:cubicBezTo>
                    <a:pt x="30" y="8"/>
                    <a:pt x="16" y="18"/>
                    <a:pt x="1" y="23"/>
                  </a:cubicBezTo>
                  <a:cubicBezTo>
                    <a:pt x="0" y="23"/>
                    <a:pt x="0" y="24"/>
                    <a:pt x="1" y="2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7" name="Freeform 8856"/>
            <p:cNvSpPr>
              <a:spLocks/>
            </p:cNvSpPr>
            <p:nvPr/>
          </p:nvSpPr>
          <p:spPr bwMode="auto">
            <a:xfrm>
              <a:off x="579438" y="241300"/>
              <a:ext cx="179388" cy="127000"/>
            </a:xfrm>
            <a:custGeom>
              <a:avLst/>
              <a:gdLst>
                <a:gd name="T0" fmla="*/ 46 w 48"/>
                <a:gd name="T1" fmla="*/ 1 h 34"/>
                <a:gd name="T2" fmla="*/ 1 w 48"/>
                <a:gd name="T3" fmla="*/ 33 h 34"/>
                <a:gd name="T4" fmla="*/ 2 w 48"/>
                <a:gd name="T5" fmla="*/ 33 h 34"/>
                <a:gd name="T6" fmla="*/ 47 w 48"/>
                <a:gd name="T7" fmla="*/ 1 h 34"/>
                <a:gd name="T8" fmla="*/ 46 w 48"/>
                <a:gd name="T9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34">
                  <a:moveTo>
                    <a:pt x="46" y="1"/>
                  </a:moveTo>
                  <a:cubicBezTo>
                    <a:pt x="30" y="10"/>
                    <a:pt x="14" y="19"/>
                    <a:pt x="1" y="33"/>
                  </a:cubicBezTo>
                  <a:cubicBezTo>
                    <a:pt x="0" y="34"/>
                    <a:pt x="2" y="34"/>
                    <a:pt x="2" y="33"/>
                  </a:cubicBezTo>
                  <a:cubicBezTo>
                    <a:pt x="15" y="20"/>
                    <a:pt x="31" y="11"/>
                    <a:pt x="47" y="1"/>
                  </a:cubicBezTo>
                  <a:cubicBezTo>
                    <a:pt x="48" y="1"/>
                    <a:pt x="46" y="0"/>
                    <a:pt x="4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8" name="Freeform 8857"/>
            <p:cNvSpPr>
              <a:spLocks/>
            </p:cNvSpPr>
            <p:nvPr/>
          </p:nvSpPr>
          <p:spPr bwMode="auto">
            <a:xfrm>
              <a:off x="511175" y="192087"/>
              <a:ext cx="236538" cy="150813"/>
            </a:xfrm>
            <a:custGeom>
              <a:avLst/>
              <a:gdLst>
                <a:gd name="T0" fmla="*/ 57 w 63"/>
                <a:gd name="T1" fmla="*/ 1 h 40"/>
                <a:gd name="T2" fmla="*/ 1 w 63"/>
                <a:gd name="T3" fmla="*/ 40 h 40"/>
                <a:gd name="T4" fmla="*/ 1 w 63"/>
                <a:gd name="T5" fmla="*/ 40 h 40"/>
                <a:gd name="T6" fmla="*/ 62 w 63"/>
                <a:gd name="T7" fmla="*/ 11 h 40"/>
                <a:gd name="T8" fmla="*/ 61 w 63"/>
                <a:gd name="T9" fmla="*/ 10 h 40"/>
                <a:gd name="T10" fmla="*/ 5 w 63"/>
                <a:gd name="T11" fmla="*/ 39 h 40"/>
                <a:gd name="T12" fmla="*/ 12 w 63"/>
                <a:gd name="T13" fmla="*/ 32 h 40"/>
                <a:gd name="T14" fmla="*/ 29 w 63"/>
                <a:gd name="T15" fmla="*/ 19 h 40"/>
                <a:gd name="T16" fmla="*/ 58 w 63"/>
                <a:gd name="T17" fmla="*/ 1 h 40"/>
                <a:gd name="T18" fmla="*/ 57 w 63"/>
                <a:gd name="T19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0">
                  <a:moveTo>
                    <a:pt x="57" y="1"/>
                  </a:moveTo>
                  <a:cubicBezTo>
                    <a:pt x="38" y="13"/>
                    <a:pt x="18" y="25"/>
                    <a:pt x="1" y="40"/>
                  </a:cubicBezTo>
                  <a:cubicBezTo>
                    <a:pt x="0" y="40"/>
                    <a:pt x="1" y="40"/>
                    <a:pt x="1" y="40"/>
                  </a:cubicBezTo>
                  <a:cubicBezTo>
                    <a:pt x="24" y="35"/>
                    <a:pt x="43" y="22"/>
                    <a:pt x="62" y="11"/>
                  </a:cubicBezTo>
                  <a:cubicBezTo>
                    <a:pt x="63" y="10"/>
                    <a:pt x="62" y="10"/>
                    <a:pt x="61" y="10"/>
                  </a:cubicBezTo>
                  <a:cubicBezTo>
                    <a:pt x="43" y="21"/>
                    <a:pt x="26" y="33"/>
                    <a:pt x="5" y="39"/>
                  </a:cubicBezTo>
                  <a:cubicBezTo>
                    <a:pt x="4" y="39"/>
                    <a:pt x="11" y="32"/>
                    <a:pt x="12" y="32"/>
                  </a:cubicBezTo>
                  <a:cubicBezTo>
                    <a:pt x="17" y="27"/>
                    <a:pt x="23" y="23"/>
                    <a:pt x="29" y="19"/>
                  </a:cubicBezTo>
                  <a:cubicBezTo>
                    <a:pt x="39" y="13"/>
                    <a:pt x="49" y="7"/>
                    <a:pt x="58" y="1"/>
                  </a:cubicBezTo>
                  <a:cubicBezTo>
                    <a:pt x="59" y="0"/>
                    <a:pt x="58" y="0"/>
                    <a:pt x="57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Freeform 8858"/>
            <p:cNvSpPr>
              <a:spLocks/>
            </p:cNvSpPr>
            <p:nvPr/>
          </p:nvSpPr>
          <p:spPr bwMode="auto">
            <a:xfrm>
              <a:off x="447675" y="139700"/>
              <a:ext cx="266700" cy="168275"/>
            </a:xfrm>
            <a:custGeom>
              <a:avLst/>
              <a:gdLst>
                <a:gd name="T0" fmla="*/ 63 w 71"/>
                <a:gd name="T1" fmla="*/ 0 h 45"/>
                <a:gd name="T2" fmla="*/ 0 w 71"/>
                <a:gd name="T3" fmla="*/ 44 h 45"/>
                <a:gd name="T4" fmla="*/ 1 w 71"/>
                <a:gd name="T5" fmla="*/ 45 h 45"/>
                <a:gd name="T6" fmla="*/ 70 w 71"/>
                <a:gd name="T7" fmla="*/ 10 h 45"/>
                <a:gd name="T8" fmla="*/ 69 w 71"/>
                <a:gd name="T9" fmla="*/ 9 h 45"/>
                <a:gd name="T10" fmla="*/ 39 w 71"/>
                <a:gd name="T11" fmla="*/ 26 h 45"/>
                <a:gd name="T12" fmla="*/ 23 w 71"/>
                <a:gd name="T13" fmla="*/ 35 h 45"/>
                <a:gd name="T14" fmla="*/ 14 w 71"/>
                <a:gd name="T15" fmla="*/ 39 h 45"/>
                <a:gd name="T16" fmla="*/ 5 w 71"/>
                <a:gd name="T17" fmla="*/ 41 h 45"/>
                <a:gd name="T18" fmla="*/ 64 w 71"/>
                <a:gd name="T19" fmla="*/ 1 h 45"/>
                <a:gd name="T20" fmla="*/ 63 w 71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45">
                  <a:moveTo>
                    <a:pt x="63" y="0"/>
                  </a:moveTo>
                  <a:cubicBezTo>
                    <a:pt x="41" y="13"/>
                    <a:pt x="19" y="26"/>
                    <a:pt x="0" y="44"/>
                  </a:cubicBezTo>
                  <a:cubicBezTo>
                    <a:pt x="0" y="44"/>
                    <a:pt x="1" y="45"/>
                    <a:pt x="1" y="45"/>
                  </a:cubicBezTo>
                  <a:cubicBezTo>
                    <a:pt x="26" y="36"/>
                    <a:pt x="47" y="22"/>
                    <a:pt x="70" y="10"/>
                  </a:cubicBezTo>
                  <a:cubicBezTo>
                    <a:pt x="71" y="9"/>
                    <a:pt x="69" y="9"/>
                    <a:pt x="69" y="9"/>
                  </a:cubicBezTo>
                  <a:cubicBezTo>
                    <a:pt x="59" y="14"/>
                    <a:pt x="49" y="20"/>
                    <a:pt x="39" y="26"/>
                  </a:cubicBezTo>
                  <a:cubicBezTo>
                    <a:pt x="34" y="29"/>
                    <a:pt x="28" y="32"/>
                    <a:pt x="23" y="35"/>
                  </a:cubicBezTo>
                  <a:cubicBezTo>
                    <a:pt x="20" y="36"/>
                    <a:pt x="17" y="37"/>
                    <a:pt x="14" y="39"/>
                  </a:cubicBezTo>
                  <a:cubicBezTo>
                    <a:pt x="11" y="40"/>
                    <a:pt x="8" y="41"/>
                    <a:pt x="5" y="41"/>
                  </a:cubicBezTo>
                  <a:cubicBezTo>
                    <a:pt x="22" y="24"/>
                    <a:pt x="43" y="12"/>
                    <a:pt x="64" y="1"/>
                  </a:cubicBezTo>
                  <a:cubicBezTo>
                    <a:pt x="65" y="0"/>
                    <a:pt x="63" y="0"/>
                    <a:pt x="6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0" name="Freeform 8859"/>
            <p:cNvSpPr>
              <a:spLocks/>
            </p:cNvSpPr>
            <p:nvPr/>
          </p:nvSpPr>
          <p:spPr bwMode="auto">
            <a:xfrm>
              <a:off x="439738" y="131762"/>
              <a:ext cx="239713" cy="139700"/>
            </a:xfrm>
            <a:custGeom>
              <a:avLst/>
              <a:gdLst>
                <a:gd name="T0" fmla="*/ 1 w 64"/>
                <a:gd name="T1" fmla="*/ 37 h 37"/>
                <a:gd name="T2" fmla="*/ 63 w 64"/>
                <a:gd name="T3" fmla="*/ 1 h 37"/>
                <a:gd name="T4" fmla="*/ 62 w 64"/>
                <a:gd name="T5" fmla="*/ 0 h 37"/>
                <a:gd name="T6" fmla="*/ 0 w 64"/>
                <a:gd name="T7" fmla="*/ 36 h 37"/>
                <a:gd name="T8" fmla="*/ 1 w 64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7">
                  <a:moveTo>
                    <a:pt x="1" y="37"/>
                  </a:moveTo>
                  <a:cubicBezTo>
                    <a:pt x="23" y="26"/>
                    <a:pt x="41" y="11"/>
                    <a:pt x="63" y="1"/>
                  </a:cubicBezTo>
                  <a:cubicBezTo>
                    <a:pt x="64" y="0"/>
                    <a:pt x="63" y="0"/>
                    <a:pt x="62" y="0"/>
                  </a:cubicBezTo>
                  <a:cubicBezTo>
                    <a:pt x="41" y="11"/>
                    <a:pt x="22" y="26"/>
                    <a:pt x="0" y="36"/>
                  </a:cubicBezTo>
                  <a:cubicBezTo>
                    <a:pt x="0" y="37"/>
                    <a:pt x="1" y="37"/>
                    <a:pt x="1" y="3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Freeform 8860"/>
            <p:cNvSpPr>
              <a:spLocks/>
            </p:cNvSpPr>
            <p:nvPr/>
          </p:nvSpPr>
          <p:spPr bwMode="auto">
            <a:xfrm>
              <a:off x="436563" y="106362"/>
              <a:ext cx="209550" cy="142875"/>
            </a:xfrm>
            <a:custGeom>
              <a:avLst/>
              <a:gdLst>
                <a:gd name="T0" fmla="*/ 54 w 56"/>
                <a:gd name="T1" fmla="*/ 0 h 38"/>
                <a:gd name="T2" fmla="*/ 1 w 56"/>
                <a:gd name="T3" fmla="*/ 37 h 38"/>
                <a:gd name="T4" fmla="*/ 2 w 56"/>
                <a:gd name="T5" fmla="*/ 38 h 38"/>
                <a:gd name="T6" fmla="*/ 55 w 56"/>
                <a:gd name="T7" fmla="*/ 1 h 38"/>
                <a:gd name="T8" fmla="*/ 54 w 56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38">
                  <a:moveTo>
                    <a:pt x="54" y="0"/>
                  </a:moveTo>
                  <a:cubicBezTo>
                    <a:pt x="35" y="12"/>
                    <a:pt x="17" y="23"/>
                    <a:pt x="1" y="37"/>
                  </a:cubicBezTo>
                  <a:cubicBezTo>
                    <a:pt x="0" y="38"/>
                    <a:pt x="2" y="38"/>
                    <a:pt x="2" y="38"/>
                  </a:cubicBezTo>
                  <a:cubicBezTo>
                    <a:pt x="18" y="23"/>
                    <a:pt x="36" y="12"/>
                    <a:pt x="55" y="1"/>
                  </a:cubicBezTo>
                  <a:cubicBezTo>
                    <a:pt x="56" y="1"/>
                    <a:pt x="54" y="0"/>
                    <a:pt x="5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2" name="Freeform 8861"/>
            <p:cNvSpPr>
              <a:spLocks/>
            </p:cNvSpPr>
            <p:nvPr/>
          </p:nvSpPr>
          <p:spPr bwMode="auto">
            <a:xfrm>
              <a:off x="439738" y="101600"/>
              <a:ext cx="206375" cy="112713"/>
            </a:xfrm>
            <a:custGeom>
              <a:avLst/>
              <a:gdLst>
                <a:gd name="T0" fmla="*/ 2 w 55"/>
                <a:gd name="T1" fmla="*/ 30 h 30"/>
                <a:gd name="T2" fmla="*/ 54 w 55"/>
                <a:gd name="T3" fmla="*/ 1 h 30"/>
                <a:gd name="T4" fmla="*/ 53 w 55"/>
                <a:gd name="T5" fmla="*/ 1 h 30"/>
                <a:gd name="T6" fmla="*/ 1 w 55"/>
                <a:gd name="T7" fmla="*/ 29 h 30"/>
                <a:gd name="T8" fmla="*/ 2 w 5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0">
                  <a:moveTo>
                    <a:pt x="2" y="30"/>
                  </a:moveTo>
                  <a:cubicBezTo>
                    <a:pt x="21" y="23"/>
                    <a:pt x="37" y="11"/>
                    <a:pt x="54" y="1"/>
                  </a:cubicBezTo>
                  <a:cubicBezTo>
                    <a:pt x="55" y="0"/>
                    <a:pt x="54" y="0"/>
                    <a:pt x="53" y="1"/>
                  </a:cubicBezTo>
                  <a:cubicBezTo>
                    <a:pt x="36" y="11"/>
                    <a:pt x="20" y="22"/>
                    <a:pt x="1" y="29"/>
                  </a:cubicBezTo>
                  <a:cubicBezTo>
                    <a:pt x="0" y="29"/>
                    <a:pt x="1" y="30"/>
                    <a:pt x="2" y="3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3" name="Freeform 8862"/>
            <p:cNvSpPr>
              <a:spLocks/>
            </p:cNvSpPr>
            <p:nvPr/>
          </p:nvSpPr>
          <p:spPr bwMode="auto">
            <a:xfrm>
              <a:off x="439738" y="79375"/>
              <a:ext cx="169863" cy="109538"/>
            </a:xfrm>
            <a:custGeom>
              <a:avLst/>
              <a:gdLst>
                <a:gd name="T0" fmla="*/ 43 w 45"/>
                <a:gd name="T1" fmla="*/ 0 h 29"/>
                <a:gd name="T2" fmla="*/ 1 w 45"/>
                <a:gd name="T3" fmla="*/ 27 h 29"/>
                <a:gd name="T4" fmla="*/ 2 w 45"/>
                <a:gd name="T5" fmla="*/ 28 h 29"/>
                <a:gd name="T6" fmla="*/ 44 w 45"/>
                <a:gd name="T7" fmla="*/ 1 h 29"/>
                <a:gd name="T8" fmla="*/ 43 w 45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9">
                  <a:moveTo>
                    <a:pt x="43" y="0"/>
                  </a:moveTo>
                  <a:cubicBezTo>
                    <a:pt x="29" y="9"/>
                    <a:pt x="14" y="17"/>
                    <a:pt x="1" y="27"/>
                  </a:cubicBezTo>
                  <a:cubicBezTo>
                    <a:pt x="0" y="28"/>
                    <a:pt x="2" y="29"/>
                    <a:pt x="2" y="28"/>
                  </a:cubicBezTo>
                  <a:cubicBezTo>
                    <a:pt x="15" y="18"/>
                    <a:pt x="30" y="10"/>
                    <a:pt x="44" y="1"/>
                  </a:cubicBezTo>
                  <a:cubicBezTo>
                    <a:pt x="45" y="0"/>
                    <a:pt x="44" y="0"/>
                    <a:pt x="4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4" name="Freeform 8863"/>
            <p:cNvSpPr>
              <a:spLocks/>
            </p:cNvSpPr>
            <p:nvPr/>
          </p:nvSpPr>
          <p:spPr bwMode="auto">
            <a:xfrm>
              <a:off x="439738" y="76200"/>
              <a:ext cx="150813" cy="74613"/>
            </a:xfrm>
            <a:custGeom>
              <a:avLst/>
              <a:gdLst>
                <a:gd name="T0" fmla="*/ 2 w 40"/>
                <a:gd name="T1" fmla="*/ 19 h 20"/>
                <a:gd name="T2" fmla="*/ 39 w 40"/>
                <a:gd name="T3" fmla="*/ 0 h 20"/>
                <a:gd name="T4" fmla="*/ 38 w 40"/>
                <a:gd name="T5" fmla="*/ 0 h 20"/>
                <a:gd name="T6" fmla="*/ 1 w 40"/>
                <a:gd name="T7" fmla="*/ 19 h 20"/>
                <a:gd name="T8" fmla="*/ 2 w 40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20">
                  <a:moveTo>
                    <a:pt x="2" y="19"/>
                  </a:moveTo>
                  <a:cubicBezTo>
                    <a:pt x="15" y="14"/>
                    <a:pt x="27" y="6"/>
                    <a:pt x="39" y="0"/>
                  </a:cubicBezTo>
                  <a:cubicBezTo>
                    <a:pt x="40" y="0"/>
                    <a:pt x="39" y="0"/>
                    <a:pt x="38" y="0"/>
                  </a:cubicBezTo>
                  <a:cubicBezTo>
                    <a:pt x="26" y="6"/>
                    <a:pt x="14" y="13"/>
                    <a:pt x="1" y="19"/>
                  </a:cubicBezTo>
                  <a:cubicBezTo>
                    <a:pt x="0" y="20"/>
                    <a:pt x="2" y="20"/>
                    <a:pt x="2" y="1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5" name="Freeform 8864"/>
            <p:cNvSpPr>
              <a:spLocks/>
            </p:cNvSpPr>
            <p:nvPr/>
          </p:nvSpPr>
          <p:spPr bwMode="auto">
            <a:xfrm>
              <a:off x="439738" y="57150"/>
              <a:ext cx="120650" cy="71438"/>
            </a:xfrm>
            <a:custGeom>
              <a:avLst/>
              <a:gdLst>
                <a:gd name="T0" fmla="*/ 30 w 32"/>
                <a:gd name="T1" fmla="*/ 0 h 19"/>
                <a:gd name="T2" fmla="*/ 1 w 32"/>
                <a:gd name="T3" fmla="*/ 18 h 19"/>
                <a:gd name="T4" fmla="*/ 2 w 32"/>
                <a:gd name="T5" fmla="*/ 18 h 19"/>
                <a:gd name="T6" fmla="*/ 31 w 32"/>
                <a:gd name="T7" fmla="*/ 0 h 19"/>
                <a:gd name="T8" fmla="*/ 30 w 32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9">
                  <a:moveTo>
                    <a:pt x="30" y="0"/>
                  </a:moveTo>
                  <a:cubicBezTo>
                    <a:pt x="20" y="6"/>
                    <a:pt x="10" y="11"/>
                    <a:pt x="1" y="18"/>
                  </a:cubicBezTo>
                  <a:cubicBezTo>
                    <a:pt x="0" y="18"/>
                    <a:pt x="1" y="19"/>
                    <a:pt x="2" y="18"/>
                  </a:cubicBezTo>
                  <a:cubicBezTo>
                    <a:pt x="11" y="12"/>
                    <a:pt x="21" y="6"/>
                    <a:pt x="31" y="0"/>
                  </a:cubicBezTo>
                  <a:cubicBezTo>
                    <a:pt x="32" y="0"/>
                    <a:pt x="31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6" name="Freeform 8865"/>
            <p:cNvSpPr>
              <a:spLocks/>
            </p:cNvSpPr>
            <p:nvPr/>
          </p:nvSpPr>
          <p:spPr bwMode="auto">
            <a:xfrm>
              <a:off x="442913" y="49212"/>
              <a:ext cx="101600" cy="57150"/>
            </a:xfrm>
            <a:custGeom>
              <a:avLst/>
              <a:gdLst>
                <a:gd name="T0" fmla="*/ 1 w 27"/>
                <a:gd name="T1" fmla="*/ 14 h 15"/>
                <a:gd name="T2" fmla="*/ 27 w 27"/>
                <a:gd name="T3" fmla="*/ 1 h 15"/>
                <a:gd name="T4" fmla="*/ 26 w 27"/>
                <a:gd name="T5" fmla="*/ 0 h 15"/>
                <a:gd name="T6" fmla="*/ 0 w 27"/>
                <a:gd name="T7" fmla="*/ 14 h 15"/>
                <a:gd name="T8" fmla="*/ 1 w 27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5">
                  <a:moveTo>
                    <a:pt x="1" y="14"/>
                  </a:moveTo>
                  <a:cubicBezTo>
                    <a:pt x="10" y="10"/>
                    <a:pt x="18" y="5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  <a:cubicBezTo>
                    <a:pt x="17" y="4"/>
                    <a:pt x="9" y="9"/>
                    <a:pt x="0" y="14"/>
                  </a:cubicBezTo>
                  <a:cubicBezTo>
                    <a:pt x="0" y="14"/>
                    <a:pt x="0" y="15"/>
                    <a:pt x="1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7" name="Freeform 8866"/>
            <p:cNvSpPr>
              <a:spLocks/>
            </p:cNvSpPr>
            <p:nvPr/>
          </p:nvSpPr>
          <p:spPr bwMode="auto">
            <a:xfrm>
              <a:off x="436563" y="34925"/>
              <a:ext cx="96838" cy="52388"/>
            </a:xfrm>
            <a:custGeom>
              <a:avLst/>
              <a:gdLst>
                <a:gd name="T0" fmla="*/ 25 w 26"/>
                <a:gd name="T1" fmla="*/ 0 h 14"/>
                <a:gd name="T2" fmla="*/ 1 w 26"/>
                <a:gd name="T3" fmla="*/ 13 h 14"/>
                <a:gd name="T4" fmla="*/ 1 w 26"/>
                <a:gd name="T5" fmla="*/ 13 h 14"/>
                <a:gd name="T6" fmla="*/ 26 w 26"/>
                <a:gd name="T7" fmla="*/ 1 h 14"/>
                <a:gd name="T8" fmla="*/ 25 w 26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4">
                  <a:moveTo>
                    <a:pt x="25" y="0"/>
                  </a:moveTo>
                  <a:cubicBezTo>
                    <a:pt x="17" y="4"/>
                    <a:pt x="9" y="8"/>
                    <a:pt x="1" y="13"/>
                  </a:cubicBezTo>
                  <a:cubicBezTo>
                    <a:pt x="0" y="13"/>
                    <a:pt x="0" y="14"/>
                    <a:pt x="1" y="13"/>
                  </a:cubicBezTo>
                  <a:cubicBezTo>
                    <a:pt x="9" y="9"/>
                    <a:pt x="17" y="5"/>
                    <a:pt x="26" y="1"/>
                  </a:cubicBezTo>
                  <a:cubicBezTo>
                    <a:pt x="26" y="1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8" name="Freeform 8867"/>
            <p:cNvSpPr>
              <a:spLocks/>
            </p:cNvSpPr>
            <p:nvPr/>
          </p:nvSpPr>
          <p:spPr bwMode="auto">
            <a:xfrm>
              <a:off x="439738" y="38100"/>
              <a:ext cx="93663" cy="49213"/>
            </a:xfrm>
            <a:custGeom>
              <a:avLst/>
              <a:gdLst>
                <a:gd name="T0" fmla="*/ 1 w 25"/>
                <a:gd name="T1" fmla="*/ 13 h 13"/>
                <a:gd name="T2" fmla="*/ 24 w 25"/>
                <a:gd name="T3" fmla="*/ 1 h 13"/>
                <a:gd name="T4" fmla="*/ 23 w 25"/>
                <a:gd name="T5" fmla="*/ 0 h 13"/>
                <a:gd name="T6" fmla="*/ 1 w 25"/>
                <a:gd name="T7" fmla="*/ 12 h 13"/>
                <a:gd name="T8" fmla="*/ 1 w 25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3">
                  <a:moveTo>
                    <a:pt x="1" y="13"/>
                  </a:moveTo>
                  <a:cubicBezTo>
                    <a:pt x="9" y="10"/>
                    <a:pt x="17" y="5"/>
                    <a:pt x="24" y="1"/>
                  </a:cubicBezTo>
                  <a:cubicBezTo>
                    <a:pt x="25" y="0"/>
                    <a:pt x="23" y="0"/>
                    <a:pt x="23" y="0"/>
                  </a:cubicBezTo>
                  <a:cubicBezTo>
                    <a:pt x="16" y="4"/>
                    <a:pt x="9" y="9"/>
                    <a:pt x="1" y="12"/>
                  </a:cubicBezTo>
                  <a:cubicBezTo>
                    <a:pt x="0" y="13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2226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 rot="5700697">
            <a:off x="-79731" y="2138442"/>
            <a:ext cx="5078784" cy="2703512"/>
            <a:chOff x="0" y="0"/>
            <a:chExt cx="425450" cy="330201"/>
          </a:xfrm>
        </p:grpSpPr>
        <p:sp>
          <p:nvSpPr>
            <p:cNvPr id="25603" name="Freeform 143"/>
            <p:cNvSpPr>
              <a:spLocks noEditPoints="1"/>
            </p:cNvSpPr>
            <p:nvPr/>
          </p:nvSpPr>
          <p:spPr bwMode="auto">
            <a:xfrm>
              <a:off x="139700" y="220663"/>
              <a:ext cx="63500" cy="38100"/>
            </a:xfrm>
            <a:custGeom>
              <a:avLst/>
              <a:gdLst>
                <a:gd name="T0" fmla="*/ 1 w 17"/>
                <a:gd name="T1" fmla="*/ 2 h 10"/>
                <a:gd name="T2" fmla="*/ 14 w 17"/>
                <a:gd name="T3" fmla="*/ 9 h 10"/>
                <a:gd name="T4" fmla="*/ 14 w 17"/>
                <a:gd name="T5" fmla="*/ 9 h 10"/>
                <a:gd name="T6" fmla="*/ 16 w 17"/>
                <a:gd name="T7" fmla="*/ 8 h 10"/>
                <a:gd name="T8" fmla="*/ 2 w 17"/>
                <a:gd name="T9" fmla="*/ 0 h 10"/>
                <a:gd name="T10" fmla="*/ 0 w 17"/>
                <a:gd name="T11" fmla="*/ 1 h 10"/>
                <a:gd name="T12" fmla="*/ 1 w 17"/>
                <a:gd name="T13" fmla="*/ 2 h 10"/>
                <a:gd name="T14" fmla="*/ 14 w 17"/>
                <a:gd name="T15" fmla="*/ 9 h 10"/>
                <a:gd name="T16" fmla="*/ 14 w 17"/>
                <a:gd name="T17" fmla="*/ 9 h 10"/>
                <a:gd name="T18" fmla="*/ 14 w 17"/>
                <a:gd name="T1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0">
                  <a:moveTo>
                    <a:pt x="1" y="2"/>
                  </a:moveTo>
                  <a:cubicBezTo>
                    <a:pt x="5" y="4"/>
                    <a:pt x="10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10"/>
                    <a:pt x="17" y="9"/>
                    <a:pt x="16" y="8"/>
                  </a:cubicBezTo>
                  <a:cubicBezTo>
                    <a:pt x="12" y="4"/>
                    <a:pt x="7" y="2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moveTo>
                    <a:pt x="14" y="9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4" name="Freeform 144"/>
            <p:cNvSpPr>
              <a:spLocks/>
            </p:cNvSpPr>
            <p:nvPr/>
          </p:nvSpPr>
          <p:spPr bwMode="auto">
            <a:xfrm>
              <a:off x="188912" y="228600"/>
              <a:ext cx="190500" cy="25400"/>
            </a:xfrm>
            <a:custGeom>
              <a:avLst/>
              <a:gdLst>
                <a:gd name="T0" fmla="*/ 2 w 51"/>
                <a:gd name="T1" fmla="*/ 7 h 7"/>
                <a:gd name="T2" fmla="*/ 9 w 51"/>
                <a:gd name="T3" fmla="*/ 6 h 7"/>
                <a:gd name="T4" fmla="*/ 22 w 51"/>
                <a:gd name="T5" fmla="*/ 5 h 7"/>
                <a:gd name="T6" fmla="*/ 36 w 51"/>
                <a:gd name="T7" fmla="*/ 3 h 7"/>
                <a:gd name="T8" fmla="*/ 50 w 51"/>
                <a:gd name="T9" fmla="*/ 2 h 7"/>
                <a:gd name="T10" fmla="*/ 51 w 51"/>
                <a:gd name="T11" fmla="*/ 2 h 7"/>
                <a:gd name="T12" fmla="*/ 51 w 51"/>
                <a:gd name="T13" fmla="*/ 0 h 7"/>
                <a:gd name="T14" fmla="*/ 42 w 51"/>
                <a:gd name="T15" fmla="*/ 1 h 7"/>
                <a:gd name="T16" fmla="*/ 28 w 51"/>
                <a:gd name="T17" fmla="*/ 2 h 7"/>
                <a:gd name="T18" fmla="*/ 1 w 51"/>
                <a:gd name="T19" fmla="*/ 5 h 7"/>
                <a:gd name="T20" fmla="*/ 1 w 51"/>
                <a:gd name="T21" fmla="*/ 6 h 7"/>
                <a:gd name="T22" fmla="*/ 2 w 51"/>
                <a:gd name="T2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" h="7">
                  <a:moveTo>
                    <a:pt x="2" y="7"/>
                  </a:moveTo>
                  <a:cubicBezTo>
                    <a:pt x="4" y="6"/>
                    <a:pt x="7" y="6"/>
                    <a:pt x="9" y="6"/>
                  </a:cubicBezTo>
                  <a:cubicBezTo>
                    <a:pt x="13" y="5"/>
                    <a:pt x="18" y="5"/>
                    <a:pt x="22" y="5"/>
                  </a:cubicBezTo>
                  <a:cubicBezTo>
                    <a:pt x="27" y="4"/>
                    <a:pt x="31" y="4"/>
                    <a:pt x="36" y="3"/>
                  </a:cubicBezTo>
                  <a:cubicBezTo>
                    <a:pt x="40" y="3"/>
                    <a:pt x="45" y="2"/>
                    <a:pt x="50" y="2"/>
                  </a:cubicBezTo>
                  <a:cubicBezTo>
                    <a:pt x="50" y="2"/>
                    <a:pt x="51" y="2"/>
                    <a:pt x="51" y="2"/>
                  </a:cubicBezTo>
                  <a:cubicBezTo>
                    <a:pt x="51" y="1"/>
                    <a:pt x="51" y="1"/>
                    <a:pt x="51" y="0"/>
                  </a:cubicBezTo>
                  <a:cubicBezTo>
                    <a:pt x="48" y="0"/>
                    <a:pt x="45" y="0"/>
                    <a:pt x="42" y="1"/>
                  </a:cubicBezTo>
                  <a:cubicBezTo>
                    <a:pt x="37" y="1"/>
                    <a:pt x="33" y="2"/>
                    <a:pt x="28" y="2"/>
                  </a:cubicBezTo>
                  <a:cubicBezTo>
                    <a:pt x="19" y="3"/>
                    <a:pt x="10" y="3"/>
                    <a:pt x="1" y="5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0" y="6"/>
                    <a:pt x="1" y="7"/>
                    <a:pt x="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5" name="Freeform 145"/>
            <p:cNvSpPr>
              <a:spLocks noEditPoints="1"/>
            </p:cNvSpPr>
            <p:nvPr/>
          </p:nvSpPr>
          <p:spPr bwMode="auto">
            <a:xfrm>
              <a:off x="0" y="0"/>
              <a:ext cx="379413" cy="325438"/>
            </a:xfrm>
            <a:custGeom>
              <a:avLst/>
              <a:gdLst>
                <a:gd name="T0" fmla="*/ 8 w 101"/>
                <a:gd name="T1" fmla="*/ 55 h 87"/>
                <a:gd name="T2" fmla="*/ 8 w 101"/>
                <a:gd name="T3" fmla="*/ 55 h 87"/>
                <a:gd name="T4" fmla="*/ 31 w 101"/>
                <a:gd name="T5" fmla="*/ 0 h 87"/>
                <a:gd name="T6" fmla="*/ 30 w 101"/>
                <a:gd name="T7" fmla="*/ 1 h 87"/>
                <a:gd name="T8" fmla="*/ 29 w 101"/>
                <a:gd name="T9" fmla="*/ 2 h 87"/>
                <a:gd name="T10" fmla="*/ 29 w 101"/>
                <a:gd name="T11" fmla="*/ 2 h 87"/>
                <a:gd name="T12" fmla="*/ 7 w 101"/>
                <a:gd name="T13" fmla="*/ 36 h 87"/>
                <a:gd name="T14" fmla="*/ 0 w 101"/>
                <a:gd name="T15" fmla="*/ 47 h 87"/>
                <a:gd name="T16" fmla="*/ 24 w 101"/>
                <a:gd name="T17" fmla="*/ 71 h 87"/>
                <a:gd name="T18" fmla="*/ 44 w 101"/>
                <a:gd name="T19" fmla="*/ 87 h 87"/>
                <a:gd name="T20" fmla="*/ 40 w 101"/>
                <a:gd name="T21" fmla="*/ 61 h 87"/>
                <a:gd name="T22" fmla="*/ 101 w 101"/>
                <a:gd name="T23" fmla="*/ 55 h 87"/>
                <a:gd name="T24" fmla="*/ 101 w 101"/>
                <a:gd name="T25" fmla="*/ 54 h 87"/>
                <a:gd name="T26" fmla="*/ 98 w 101"/>
                <a:gd name="T27" fmla="*/ 20 h 87"/>
                <a:gd name="T28" fmla="*/ 69 w 101"/>
                <a:gd name="T29" fmla="*/ 22 h 87"/>
                <a:gd name="T30" fmla="*/ 31 w 101"/>
                <a:gd name="T31" fmla="*/ 9 h 87"/>
                <a:gd name="T32" fmla="*/ 33 w 101"/>
                <a:gd name="T33" fmla="*/ 27 h 87"/>
                <a:gd name="T34" fmla="*/ 87 w 101"/>
                <a:gd name="T35" fmla="*/ 23 h 87"/>
                <a:gd name="T36" fmla="*/ 99 w 101"/>
                <a:gd name="T37" fmla="*/ 54 h 87"/>
                <a:gd name="T38" fmla="*/ 38 w 101"/>
                <a:gd name="T39" fmla="*/ 60 h 87"/>
                <a:gd name="T40" fmla="*/ 43 w 101"/>
                <a:gd name="T41" fmla="*/ 85 h 87"/>
                <a:gd name="T42" fmla="*/ 37 w 101"/>
                <a:gd name="T43" fmla="*/ 80 h 87"/>
                <a:gd name="T44" fmla="*/ 37 w 101"/>
                <a:gd name="T45" fmla="*/ 80 h 87"/>
                <a:gd name="T46" fmla="*/ 21 w 101"/>
                <a:gd name="T47" fmla="*/ 67 h 87"/>
                <a:gd name="T48" fmla="*/ 8 w 101"/>
                <a:gd name="T49" fmla="*/ 55 h 87"/>
                <a:gd name="T50" fmla="*/ 3 w 101"/>
                <a:gd name="T51" fmla="*/ 50 h 87"/>
                <a:gd name="T52" fmla="*/ 2 w 101"/>
                <a:gd name="T53" fmla="*/ 48 h 87"/>
                <a:gd name="T54" fmla="*/ 3 w 101"/>
                <a:gd name="T55" fmla="*/ 46 h 87"/>
                <a:gd name="T56" fmla="*/ 15 w 101"/>
                <a:gd name="T57" fmla="*/ 26 h 87"/>
                <a:gd name="T58" fmla="*/ 32 w 101"/>
                <a:gd name="T59" fmla="*/ 25 h 87"/>
                <a:gd name="T60" fmla="*/ 33 w 101"/>
                <a:gd name="T61" fmla="*/ 27 h 87"/>
                <a:gd name="T62" fmla="*/ 33 w 101"/>
                <a:gd name="T63" fmla="*/ 27 h 87"/>
                <a:gd name="T64" fmla="*/ 37 w 101"/>
                <a:gd name="T65" fmla="*/ 8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1" h="87">
                  <a:moveTo>
                    <a:pt x="8" y="55"/>
                  </a:move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lose/>
                  <a:moveTo>
                    <a:pt x="31" y="1"/>
                  </a:moveTo>
                  <a:cubicBezTo>
                    <a:pt x="31" y="1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29" y="2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5" y="8"/>
                    <a:pt x="21" y="13"/>
                    <a:pt x="18" y="19"/>
                  </a:cubicBezTo>
                  <a:cubicBezTo>
                    <a:pt x="14" y="24"/>
                    <a:pt x="11" y="30"/>
                    <a:pt x="7" y="36"/>
                  </a:cubicBezTo>
                  <a:cubicBezTo>
                    <a:pt x="5" y="39"/>
                    <a:pt x="1" y="42"/>
                    <a:pt x="0" y="46"/>
                  </a:cubicBezTo>
                  <a:cubicBezTo>
                    <a:pt x="0" y="46"/>
                    <a:pt x="0" y="47"/>
                    <a:pt x="0" y="47"/>
                  </a:cubicBezTo>
                  <a:cubicBezTo>
                    <a:pt x="0" y="51"/>
                    <a:pt x="4" y="54"/>
                    <a:pt x="7" y="56"/>
                  </a:cubicBezTo>
                  <a:cubicBezTo>
                    <a:pt x="13" y="61"/>
                    <a:pt x="18" y="66"/>
                    <a:pt x="24" y="71"/>
                  </a:cubicBezTo>
                  <a:cubicBezTo>
                    <a:pt x="30" y="77"/>
                    <a:pt x="36" y="82"/>
                    <a:pt x="43" y="87"/>
                  </a:cubicBezTo>
                  <a:cubicBezTo>
                    <a:pt x="43" y="87"/>
                    <a:pt x="43" y="87"/>
                    <a:pt x="44" y="87"/>
                  </a:cubicBezTo>
                  <a:cubicBezTo>
                    <a:pt x="44" y="87"/>
                    <a:pt x="45" y="87"/>
                    <a:pt x="45" y="86"/>
                  </a:cubicBezTo>
                  <a:cubicBezTo>
                    <a:pt x="43" y="77"/>
                    <a:pt x="41" y="69"/>
                    <a:pt x="40" y="61"/>
                  </a:cubicBezTo>
                  <a:cubicBezTo>
                    <a:pt x="43" y="60"/>
                    <a:pt x="46" y="59"/>
                    <a:pt x="50" y="59"/>
                  </a:cubicBezTo>
                  <a:cubicBezTo>
                    <a:pt x="67" y="57"/>
                    <a:pt x="84" y="57"/>
                    <a:pt x="101" y="55"/>
                  </a:cubicBezTo>
                  <a:cubicBezTo>
                    <a:pt x="101" y="55"/>
                    <a:pt x="101" y="55"/>
                    <a:pt x="101" y="55"/>
                  </a:cubicBezTo>
                  <a:cubicBezTo>
                    <a:pt x="101" y="55"/>
                    <a:pt x="101" y="55"/>
                    <a:pt x="101" y="54"/>
                  </a:cubicBezTo>
                  <a:cubicBezTo>
                    <a:pt x="101" y="43"/>
                    <a:pt x="99" y="32"/>
                    <a:pt x="100" y="20"/>
                  </a:cubicBezTo>
                  <a:cubicBezTo>
                    <a:pt x="100" y="19"/>
                    <a:pt x="98" y="19"/>
                    <a:pt x="98" y="20"/>
                  </a:cubicBezTo>
                  <a:cubicBezTo>
                    <a:pt x="94" y="20"/>
                    <a:pt x="91" y="20"/>
                    <a:pt x="87" y="21"/>
                  </a:cubicBezTo>
                  <a:cubicBezTo>
                    <a:pt x="81" y="21"/>
                    <a:pt x="75" y="21"/>
                    <a:pt x="69" y="22"/>
                  </a:cubicBezTo>
                  <a:cubicBezTo>
                    <a:pt x="58" y="22"/>
                    <a:pt x="46" y="23"/>
                    <a:pt x="34" y="25"/>
                  </a:cubicBezTo>
                  <a:cubicBezTo>
                    <a:pt x="33" y="20"/>
                    <a:pt x="32" y="14"/>
                    <a:pt x="31" y="9"/>
                  </a:cubicBezTo>
                  <a:cubicBezTo>
                    <a:pt x="31" y="6"/>
                    <a:pt x="31" y="3"/>
                    <a:pt x="31" y="1"/>
                  </a:cubicBezTo>
                  <a:close/>
                  <a:moveTo>
                    <a:pt x="33" y="27"/>
                  </a:moveTo>
                  <a:cubicBezTo>
                    <a:pt x="45" y="25"/>
                    <a:pt x="57" y="24"/>
                    <a:pt x="69" y="24"/>
                  </a:cubicBezTo>
                  <a:cubicBezTo>
                    <a:pt x="75" y="23"/>
                    <a:pt x="81" y="23"/>
                    <a:pt x="87" y="23"/>
                  </a:cubicBezTo>
                  <a:cubicBezTo>
                    <a:pt x="90" y="22"/>
                    <a:pt x="94" y="22"/>
                    <a:pt x="98" y="22"/>
                  </a:cubicBezTo>
                  <a:cubicBezTo>
                    <a:pt x="97" y="32"/>
                    <a:pt x="99" y="43"/>
                    <a:pt x="99" y="54"/>
                  </a:cubicBezTo>
                  <a:cubicBezTo>
                    <a:pt x="79" y="56"/>
                    <a:pt x="58" y="54"/>
                    <a:pt x="38" y="59"/>
                  </a:cubicBezTo>
                  <a:cubicBezTo>
                    <a:pt x="38" y="59"/>
                    <a:pt x="38" y="59"/>
                    <a:pt x="38" y="60"/>
                  </a:cubicBezTo>
                  <a:cubicBezTo>
                    <a:pt x="37" y="60"/>
                    <a:pt x="38" y="61"/>
                    <a:pt x="38" y="61"/>
                  </a:cubicBezTo>
                  <a:cubicBezTo>
                    <a:pt x="39" y="69"/>
                    <a:pt x="41" y="77"/>
                    <a:pt x="43" y="85"/>
                  </a:cubicBezTo>
                  <a:cubicBezTo>
                    <a:pt x="41" y="83"/>
                    <a:pt x="39" y="82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1" y="76"/>
                    <a:pt x="26" y="72"/>
                    <a:pt x="21" y="67"/>
                  </a:cubicBezTo>
                  <a:cubicBezTo>
                    <a:pt x="17" y="63"/>
                    <a:pt x="13" y="58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6" y="53"/>
                    <a:pt x="4" y="52"/>
                    <a:pt x="3" y="50"/>
                  </a:cubicBezTo>
                  <a:cubicBezTo>
                    <a:pt x="3" y="50"/>
                    <a:pt x="3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7"/>
                  </a:cubicBezTo>
                  <a:cubicBezTo>
                    <a:pt x="2" y="47"/>
                    <a:pt x="2" y="46"/>
                    <a:pt x="3" y="46"/>
                  </a:cubicBezTo>
                  <a:cubicBezTo>
                    <a:pt x="4" y="43"/>
                    <a:pt x="6" y="40"/>
                    <a:pt x="8" y="38"/>
                  </a:cubicBezTo>
                  <a:cubicBezTo>
                    <a:pt x="10" y="34"/>
                    <a:pt x="13" y="30"/>
                    <a:pt x="15" y="26"/>
                  </a:cubicBezTo>
                  <a:cubicBezTo>
                    <a:pt x="20" y="19"/>
                    <a:pt x="24" y="12"/>
                    <a:pt x="29" y="5"/>
                  </a:cubicBezTo>
                  <a:cubicBezTo>
                    <a:pt x="29" y="12"/>
                    <a:pt x="31" y="18"/>
                    <a:pt x="32" y="25"/>
                  </a:cubicBezTo>
                  <a:cubicBezTo>
                    <a:pt x="32" y="25"/>
                    <a:pt x="32" y="25"/>
                    <a:pt x="32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close/>
                  <a:moveTo>
                    <a:pt x="37" y="80"/>
                  </a:move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6" name="Freeform 146"/>
            <p:cNvSpPr>
              <a:spLocks/>
            </p:cNvSpPr>
            <p:nvPr/>
          </p:nvSpPr>
          <p:spPr bwMode="auto">
            <a:xfrm>
              <a:off x="188912" y="247650"/>
              <a:ext cx="14288" cy="82550"/>
            </a:xfrm>
            <a:custGeom>
              <a:avLst/>
              <a:gdLst>
                <a:gd name="T0" fmla="*/ 0 w 4"/>
                <a:gd name="T1" fmla="*/ 1 h 22"/>
                <a:gd name="T2" fmla="*/ 0 w 4"/>
                <a:gd name="T3" fmla="*/ 3 h 22"/>
                <a:gd name="T4" fmla="*/ 2 w 4"/>
                <a:gd name="T5" fmla="*/ 20 h 22"/>
                <a:gd name="T6" fmla="*/ 4 w 4"/>
                <a:gd name="T7" fmla="*/ 20 h 22"/>
                <a:gd name="T8" fmla="*/ 2 w 4"/>
                <a:gd name="T9" fmla="*/ 1 h 22"/>
                <a:gd name="T10" fmla="*/ 0 w 4"/>
                <a:gd name="T11" fmla="*/ 1 h 22"/>
                <a:gd name="T12" fmla="*/ 0 w 4"/>
                <a:gd name="T13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2">
                  <a:moveTo>
                    <a:pt x="0" y="1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1" y="9"/>
                    <a:pt x="2" y="14"/>
                    <a:pt x="2" y="20"/>
                  </a:cubicBezTo>
                  <a:cubicBezTo>
                    <a:pt x="2" y="22"/>
                    <a:pt x="4" y="22"/>
                    <a:pt x="4" y="20"/>
                  </a:cubicBezTo>
                  <a:cubicBezTo>
                    <a:pt x="3" y="14"/>
                    <a:pt x="3" y="7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7" name="Freeform 147"/>
            <p:cNvSpPr>
              <a:spLocks/>
            </p:cNvSpPr>
            <p:nvPr/>
          </p:nvSpPr>
          <p:spPr bwMode="auto">
            <a:xfrm>
              <a:off x="158750" y="319088"/>
              <a:ext cx="41275" cy="11113"/>
            </a:xfrm>
            <a:custGeom>
              <a:avLst/>
              <a:gdLst>
                <a:gd name="T0" fmla="*/ 1 w 11"/>
                <a:gd name="T1" fmla="*/ 2 h 3"/>
                <a:gd name="T2" fmla="*/ 4 w 11"/>
                <a:gd name="T3" fmla="*/ 2 h 3"/>
                <a:gd name="T4" fmla="*/ 10 w 11"/>
                <a:gd name="T5" fmla="*/ 3 h 3"/>
                <a:gd name="T6" fmla="*/ 10 w 11"/>
                <a:gd name="T7" fmla="*/ 1 h 3"/>
                <a:gd name="T8" fmla="*/ 9 w 11"/>
                <a:gd name="T9" fmla="*/ 1 h 3"/>
                <a:gd name="T10" fmla="*/ 1 w 11"/>
                <a:gd name="T11" fmla="*/ 0 h 3"/>
                <a:gd name="T12" fmla="*/ 1 w 11"/>
                <a:gd name="T13" fmla="*/ 0 h 3"/>
                <a:gd name="T14" fmla="*/ 1 w 11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3">
                  <a:moveTo>
                    <a:pt x="1" y="2"/>
                  </a:moveTo>
                  <a:cubicBezTo>
                    <a:pt x="2" y="2"/>
                    <a:pt x="3" y="2"/>
                    <a:pt x="4" y="2"/>
                  </a:cubicBezTo>
                  <a:cubicBezTo>
                    <a:pt x="6" y="2"/>
                    <a:pt x="8" y="2"/>
                    <a:pt x="10" y="3"/>
                  </a:cubicBezTo>
                  <a:cubicBezTo>
                    <a:pt x="11" y="3"/>
                    <a:pt x="11" y="1"/>
                    <a:pt x="10" y="1"/>
                  </a:cubicBezTo>
                  <a:cubicBezTo>
                    <a:pt x="10" y="1"/>
                    <a:pt x="9" y="1"/>
                    <a:pt x="9" y="1"/>
                  </a:cubicBezTo>
                  <a:cubicBezTo>
                    <a:pt x="7" y="0"/>
                    <a:pt x="4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1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Freeform 148"/>
            <p:cNvSpPr>
              <a:spLocks noEditPoints="1"/>
            </p:cNvSpPr>
            <p:nvPr/>
          </p:nvSpPr>
          <p:spPr bwMode="auto">
            <a:xfrm>
              <a:off x="373062" y="198438"/>
              <a:ext cx="52388" cy="30163"/>
            </a:xfrm>
            <a:custGeom>
              <a:avLst/>
              <a:gdLst>
                <a:gd name="T0" fmla="*/ 1 w 14"/>
                <a:gd name="T1" fmla="*/ 2 h 8"/>
                <a:gd name="T2" fmla="*/ 6 w 14"/>
                <a:gd name="T3" fmla="*/ 3 h 8"/>
                <a:gd name="T4" fmla="*/ 12 w 14"/>
                <a:gd name="T5" fmla="*/ 7 h 8"/>
                <a:gd name="T6" fmla="*/ 12 w 14"/>
                <a:gd name="T7" fmla="*/ 7 h 8"/>
                <a:gd name="T8" fmla="*/ 13 w 14"/>
                <a:gd name="T9" fmla="*/ 5 h 8"/>
                <a:gd name="T10" fmla="*/ 1 w 14"/>
                <a:gd name="T11" fmla="*/ 0 h 8"/>
                <a:gd name="T12" fmla="*/ 0 w 14"/>
                <a:gd name="T13" fmla="*/ 1 h 8"/>
                <a:gd name="T14" fmla="*/ 1 w 14"/>
                <a:gd name="T15" fmla="*/ 2 h 8"/>
                <a:gd name="T16" fmla="*/ 6 w 14"/>
                <a:gd name="T17" fmla="*/ 3 h 8"/>
                <a:gd name="T18" fmla="*/ 6 w 14"/>
                <a:gd name="T19" fmla="*/ 3 h 8"/>
                <a:gd name="T20" fmla="*/ 6 w 14"/>
                <a:gd name="T21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8">
                  <a:moveTo>
                    <a:pt x="1" y="2"/>
                  </a:moveTo>
                  <a:cubicBezTo>
                    <a:pt x="2" y="2"/>
                    <a:pt x="4" y="3"/>
                    <a:pt x="6" y="3"/>
                  </a:cubicBezTo>
                  <a:cubicBezTo>
                    <a:pt x="8" y="4"/>
                    <a:pt x="10" y="5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3" y="8"/>
                    <a:pt x="14" y="6"/>
                    <a:pt x="13" y="5"/>
                  </a:cubicBezTo>
                  <a:cubicBezTo>
                    <a:pt x="10" y="3"/>
                    <a:pt x="5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moveTo>
                    <a:pt x="6" y="3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9" name="Freeform 149"/>
            <p:cNvSpPr>
              <a:spLocks/>
            </p:cNvSpPr>
            <p:nvPr/>
          </p:nvSpPr>
          <p:spPr bwMode="auto">
            <a:xfrm>
              <a:off x="398462" y="85725"/>
              <a:ext cx="22225" cy="139700"/>
            </a:xfrm>
            <a:custGeom>
              <a:avLst/>
              <a:gdLst>
                <a:gd name="T0" fmla="*/ 0 w 6"/>
                <a:gd name="T1" fmla="*/ 1 h 37"/>
                <a:gd name="T2" fmla="*/ 2 w 6"/>
                <a:gd name="T3" fmla="*/ 17 h 37"/>
                <a:gd name="T4" fmla="*/ 4 w 6"/>
                <a:gd name="T5" fmla="*/ 36 h 37"/>
                <a:gd name="T6" fmla="*/ 6 w 6"/>
                <a:gd name="T7" fmla="*/ 36 h 37"/>
                <a:gd name="T8" fmla="*/ 2 w 6"/>
                <a:gd name="T9" fmla="*/ 1 h 37"/>
                <a:gd name="T10" fmla="*/ 0 w 6"/>
                <a:gd name="T11" fmla="*/ 0 h 37"/>
                <a:gd name="T12" fmla="*/ 0 w 6"/>
                <a:gd name="T13" fmla="*/ 1 h 37"/>
                <a:gd name="T14" fmla="*/ 0 w 6"/>
                <a:gd name="T1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37">
                  <a:moveTo>
                    <a:pt x="0" y="1"/>
                  </a:moveTo>
                  <a:cubicBezTo>
                    <a:pt x="1" y="6"/>
                    <a:pt x="2" y="12"/>
                    <a:pt x="2" y="17"/>
                  </a:cubicBezTo>
                  <a:cubicBezTo>
                    <a:pt x="3" y="24"/>
                    <a:pt x="4" y="30"/>
                    <a:pt x="4" y="36"/>
                  </a:cubicBezTo>
                  <a:cubicBezTo>
                    <a:pt x="5" y="37"/>
                    <a:pt x="6" y="37"/>
                    <a:pt x="6" y="36"/>
                  </a:cubicBezTo>
                  <a:cubicBezTo>
                    <a:pt x="5" y="25"/>
                    <a:pt x="4" y="13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0" name="Freeform 150"/>
            <p:cNvSpPr>
              <a:spLocks noEditPoints="1"/>
            </p:cNvSpPr>
            <p:nvPr/>
          </p:nvSpPr>
          <p:spPr bwMode="auto">
            <a:xfrm>
              <a:off x="368300" y="71438"/>
              <a:ext cx="41275" cy="33338"/>
            </a:xfrm>
            <a:custGeom>
              <a:avLst/>
              <a:gdLst>
                <a:gd name="T0" fmla="*/ 0 w 11"/>
                <a:gd name="T1" fmla="*/ 2 h 9"/>
                <a:gd name="T2" fmla="*/ 5 w 11"/>
                <a:gd name="T3" fmla="*/ 5 h 9"/>
                <a:gd name="T4" fmla="*/ 9 w 11"/>
                <a:gd name="T5" fmla="*/ 8 h 9"/>
                <a:gd name="T6" fmla="*/ 10 w 11"/>
                <a:gd name="T7" fmla="*/ 6 h 9"/>
                <a:gd name="T8" fmla="*/ 8 w 11"/>
                <a:gd name="T9" fmla="*/ 5 h 9"/>
                <a:gd name="T10" fmla="*/ 1 w 11"/>
                <a:gd name="T11" fmla="*/ 0 h 9"/>
                <a:gd name="T12" fmla="*/ 0 w 11"/>
                <a:gd name="T13" fmla="*/ 1 h 9"/>
                <a:gd name="T14" fmla="*/ 0 w 11"/>
                <a:gd name="T15" fmla="*/ 2 h 9"/>
                <a:gd name="T16" fmla="*/ 8 w 11"/>
                <a:gd name="T17" fmla="*/ 5 h 9"/>
                <a:gd name="T18" fmla="*/ 8 w 11"/>
                <a:gd name="T19" fmla="*/ 5 h 9"/>
                <a:gd name="T20" fmla="*/ 8 w 11"/>
                <a:gd name="T21" fmla="*/ 5 h 9"/>
                <a:gd name="T22" fmla="*/ 8 w 11"/>
                <a:gd name="T23" fmla="*/ 5 h 9"/>
                <a:gd name="T24" fmla="*/ 8 w 11"/>
                <a:gd name="T25" fmla="*/ 5 h 9"/>
                <a:gd name="T26" fmla="*/ 8 w 11"/>
                <a:gd name="T2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9">
                  <a:moveTo>
                    <a:pt x="0" y="2"/>
                  </a:moveTo>
                  <a:cubicBezTo>
                    <a:pt x="2" y="3"/>
                    <a:pt x="3" y="4"/>
                    <a:pt x="5" y="5"/>
                  </a:cubicBezTo>
                  <a:cubicBezTo>
                    <a:pt x="6" y="6"/>
                    <a:pt x="7" y="7"/>
                    <a:pt x="9" y="8"/>
                  </a:cubicBezTo>
                  <a:cubicBezTo>
                    <a:pt x="10" y="9"/>
                    <a:pt x="11" y="7"/>
                    <a:pt x="10" y="6"/>
                  </a:cubicBezTo>
                  <a:cubicBezTo>
                    <a:pt x="9" y="6"/>
                    <a:pt x="9" y="6"/>
                    <a:pt x="8" y="5"/>
                  </a:cubicBezTo>
                  <a:cubicBezTo>
                    <a:pt x="6" y="3"/>
                    <a:pt x="4" y="2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1" name="Freeform 151"/>
            <p:cNvSpPr>
              <a:spLocks noEditPoints="1"/>
            </p:cNvSpPr>
            <p:nvPr/>
          </p:nvSpPr>
          <p:spPr bwMode="auto">
            <a:xfrm>
              <a:off x="357187" y="220663"/>
              <a:ext cx="68263" cy="19050"/>
            </a:xfrm>
            <a:custGeom>
              <a:avLst/>
              <a:gdLst>
                <a:gd name="T0" fmla="*/ 1 w 18"/>
                <a:gd name="T1" fmla="*/ 4 h 5"/>
                <a:gd name="T2" fmla="*/ 2 w 18"/>
                <a:gd name="T3" fmla="*/ 4 h 5"/>
                <a:gd name="T4" fmla="*/ 9 w 18"/>
                <a:gd name="T5" fmla="*/ 3 h 5"/>
                <a:gd name="T6" fmla="*/ 15 w 18"/>
                <a:gd name="T7" fmla="*/ 2 h 5"/>
                <a:gd name="T8" fmla="*/ 16 w 18"/>
                <a:gd name="T9" fmla="*/ 2 h 5"/>
                <a:gd name="T10" fmla="*/ 17 w 18"/>
                <a:gd name="T11" fmla="*/ 2 h 5"/>
                <a:gd name="T12" fmla="*/ 17 w 18"/>
                <a:gd name="T13" fmla="*/ 0 h 5"/>
                <a:gd name="T14" fmla="*/ 13 w 18"/>
                <a:gd name="T15" fmla="*/ 1 h 5"/>
                <a:gd name="T16" fmla="*/ 8 w 18"/>
                <a:gd name="T17" fmla="*/ 2 h 5"/>
                <a:gd name="T18" fmla="*/ 1 w 18"/>
                <a:gd name="T19" fmla="*/ 3 h 5"/>
                <a:gd name="T20" fmla="*/ 0 w 18"/>
                <a:gd name="T21" fmla="*/ 3 h 5"/>
                <a:gd name="T22" fmla="*/ 1 w 18"/>
                <a:gd name="T23" fmla="*/ 4 h 5"/>
                <a:gd name="T24" fmla="*/ 2 w 18"/>
                <a:gd name="T25" fmla="*/ 4 h 5"/>
                <a:gd name="T26" fmla="*/ 2 w 18"/>
                <a:gd name="T27" fmla="*/ 4 h 5"/>
                <a:gd name="T28" fmla="*/ 2 w 18"/>
                <a:gd name="T29" fmla="*/ 4 h 5"/>
                <a:gd name="T30" fmla="*/ 8 w 18"/>
                <a:gd name="T31" fmla="*/ 2 h 5"/>
                <a:gd name="T32" fmla="*/ 8 w 18"/>
                <a:gd name="T33" fmla="*/ 2 h 5"/>
                <a:gd name="T34" fmla="*/ 8 w 18"/>
                <a:gd name="T35" fmla="*/ 2 h 5"/>
                <a:gd name="T36" fmla="*/ 8 w 18"/>
                <a:gd name="T37" fmla="*/ 2 h 5"/>
                <a:gd name="T38" fmla="*/ 8 w 18"/>
                <a:gd name="T39" fmla="*/ 2 h 5"/>
                <a:gd name="T40" fmla="*/ 8 w 18"/>
                <a:gd name="T4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" h="5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5" y="4"/>
                    <a:pt x="7" y="4"/>
                    <a:pt x="9" y="3"/>
                  </a:cubicBezTo>
                  <a:cubicBezTo>
                    <a:pt x="11" y="3"/>
                    <a:pt x="13" y="3"/>
                    <a:pt x="15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7" y="2"/>
                    <a:pt x="17" y="2"/>
                  </a:cubicBezTo>
                  <a:cubicBezTo>
                    <a:pt x="18" y="2"/>
                    <a:pt x="18" y="1"/>
                    <a:pt x="17" y="0"/>
                  </a:cubicBezTo>
                  <a:cubicBezTo>
                    <a:pt x="16" y="0"/>
                    <a:pt x="14" y="0"/>
                    <a:pt x="13" y="1"/>
                  </a:cubicBezTo>
                  <a:cubicBezTo>
                    <a:pt x="11" y="1"/>
                    <a:pt x="9" y="1"/>
                    <a:pt x="8" y="2"/>
                  </a:cubicBezTo>
                  <a:cubicBezTo>
                    <a:pt x="5" y="2"/>
                    <a:pt x="3" y="2"/>
                    <a:pt x="1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4"/>
                    <a:pt x="1" y="5"/>
                    <a:pt x="1" y="4"/>
                  </a:cubicBezTo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moveTo>
                    <a:pt x="8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moveTo>
                    <a:pt x="8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Freeform 152"/>
            <p:cNvSpPr>
              <a:spLocks noEditPoints="1"/>
            </p:cNvSpPr>
            <p:nvPr/>
          </p:nvSpPr>
          <p:spPr bwMode="auto">
            <a:xfrm>
              <a:off x="368300" y="88900"/>
              <a:ext cx="41275" cy="30163"/>
            </a:xfrm>
            <a:custGeom>
              <a:avLst/>
              <a:gdLst>
                <a:gd name="T0" fmla="*/ 0 w 11"/>
                <a:gd name="T1" fmla="*/ 2 h 8"/>
                <a:gd name="T2" fmla="*/ 9 w 11"/>
                <a:gd name="T3" fmla="*/ 7 h 8"/>
                <a:gd name="T4" fmla="*/ 9 w 11"/>
                <a:gd name="T5" fmla="*/ 7 h 8"/>
                <a:gd name="T6" fmla="*/ 10 w 11"/>
                <a:gd name="T7" fmla="*/ 6 h 8"/>
                <a:gd name="T8" fmla="*/ 7 w 11"/>
                <a:gd name="T9" fmla="*/ 3 h 8"/>
                <a:gd name="T10" fmla="*/ 1 w 11"/>
                <a:gd name="T11" fmla="*/ 0 h 8"/>
                <a:gd name="T12" fmla="*/ 0 w 11"/>
                <a:gd name="T13" fmla="*/ 1 h 8"/>
                <a:gd name="T14" fmla="*/ 0 w 11"/>
                <a:gd name="T15" fmla="*/ 2 h 8"/>
                <a:gd name="T16" fmla="*/ 9 w 11"/>
                <a:gd name="T17" fmla="*/ 7 h 8"/>
                <a:gd name="T18" fmla="*/ 9 w 11"/>
                <a:gd name="T19" fmla="*/ 7 h 8"/>
                <a:gd name="T20" fmla="*/ 9 w 11"/>
                <a:gd name="T2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8">
                  <a:moveTo>
                    <a:pt x="0" y="2"/>
                  </a:moveTo>
                  <a:cubicBezTo>
                    <a:pt x="3" y="3"/>
                    <a:pt x="6" y="5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8"/>
                    <a:pt x="11" y="7"/>
                    <a:pt x="10" y="6"/>
                  </a:cubicBezTo>
                  <a:cubicBezTo>
                    <a:pt x="9" y="5"/>
                    <a:pt x="8" y="4"/>
                    <a:pt x="7" y="3"/>
                  </a:cubicBezTo>
                  <a:cubicBezTo>
                    <a:pt x="5" y="2"/>
                    <a:pt x="3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moveTo>
                    <a:pt x="9" y="7"/>
                  </a:move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Freeform 153"/>
            <p:cNvSpPr>
              <a:spLocks/>
            </p:cNvSpPr>
            <p:nvPr/>
          </p:nvSpPr>
          <p:spPr bwMode="auto">
            <a:xfrm>
              <a:off x="368300" y="112713"/>
              <a:ext cx="49213" cy="30163"/>
            </a:xfrm>
            <a:custGeom>
              <a:avLst/>
              <a:gdLst>
                <a:gd name="T0" fmla="*/ 1 w 13"/>
                <a:gd name="T1" fmla="*/ 2 h 8"/>
                <a:gd name="T2" fmla="*/ 6 w 13"/>
                <a:gd name="T3" fmla="*/ 5 h 8"/>
                <a:gd name="T4" fmla="*/ 11 w 13"/>
                <a:gd name="T5" fmla="*/ 8 h 8"/>
                <a:gd name="T6" fmla="*/ 12 w 13"/>
                <a:gd name="T7" fmla="*/ 6 h 8"/>
                <a:gd name="T8" fmla="*/ 7 w 13"/>
                <a:gd name="T9" fmla="*/ 3 h 8"/>
                <a:gd name="T10" fmla="*/ 1 w 13"/>
                <a:gd name="T11" fmla="*/ 1 h 8"/>
                <a:gd name="T12" fmla="*/ 0 w 13"/>
                <a:gd name="T13" fmla="*/ 1 h 8"/>
                <a:gd name="T14" fmla="*/ 1 w 13"/>
                <a:gd name="T1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8">
                  <a:moveTo>
                    <a:pt x="1" y="2"/>
                  </a:moveTo>
                  <a:cubicBezTo>
                    <a:pt x="2" y="3"/>
                    <a:pt x="4" y="4"/>
                    <a:pt x="6" y="5"/>
                  </a:cubicBezTo>
                  <a:cubicBezTo>
                    <a:pt x="7" y="6"/>
                    <a:pt x="9" y="7"/>
                    <a:pt x="11" y="8"/>
                  </a:cubicBezTo>
                  <a:cubicBezTo>
                    <a:pt x="12" y="8"/>
                    <a:pt x="13" y="6"/>
                    <a:pt x="12" y="6"/>
                  </a:cubicBezTo>
                  <a:cubicBezTo>
                    <a:pt x="10" y="5"/>
                    <a:pt x="8" y="4"/>
                    <a:pt x="7" y="3"/>
                  </a:cubicBezTo>
                  <a:cubicBezTo>
                    <a:pt x="5" y="2"/>
                    <a:pt x="3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Freeform 154"/>
            <p:cNvSpPr>
              <a:spLocks/>
            </p:cNvSpPr>
            <p:nvPr/>
          </p:nvSpPr>
          <p:spPr bwMode="auto">
            <a:xfrm>
              <a:off x="368300" y="138113"/>
              <a:ext cx="49213" cy="26988"/>
            </a:xfrm>
            <a:custGeom>
              <a:avLst/>
              <a:gdLst>
                <a:gd name="T0" fmla="*/ 1 w 13"/>
                <a:gd name="T1" fmla="*/ 2 h 7"/>
                <a:gd name="T2" fmla="*/ 3 w 13"/>
                <a:gd name="T3" fmla="*/ 2 h 7"/>
                <a:gd name="T4" fmla="*/ 11 w 13"/>
                <a:gd name="T5" fmla="*/ 7 h 7"/>
                <a:gd name="T6" fmla="*/ 12 w 13"/>
                <a:gd name="T7" fmla="*/ 5 h 7"/>
                <a:gd name="T8" fmla="*/ 1 w 13"/>
                <a:gd name="T9" fmla="*/ 0 h 7"/>
                <a:gd name="T10" fmla="*/ 0 w 13"/>
                <a:gd name="T11" fmla="*/ 0 h 7"/>
                <a:gd name="T12" fmla="*/ 1 w 13"/>
                <a:gd name="T1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7">
                  <a:moveTo>
                    <a:pt x="1" y="2"/>
                  </a:moveTo>
                  <a:cubicBezTo>
                    <a:pt x="2" y="2"/>
                    <a:pt x="2" y="2"/>
                    <a:pt x="3" y="2"/>
                  </a:cubicBezTo>
                  <a:cubicBezTo>
                    <a:pt x="6" y="4"/>
                    <a:pt x="9" y="5"/>
                    <a:pt x="11" y="7"/>
                  </a:cubicBezTo>
                  <a:cubicBezTo>
                    <a:pt x="12" y="7"/>
                    <a:pt x="13" y="6"/>
                    <a:pt x="12" y="5"/>
                  </a:cubicBezTo>
                  <a:cubicBezTo>
                    <a:pt x="9" y="3"/>
                    <a:pt x="5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5" name="Freeform 155"/>
            <p:cNvSpPr>
              <a:spLocks noEditPoints="1"/>
            </p:cNvSpPr>
            <p:nvPr/>
          </p:nvSpPr>
          <p:spPr bwMode="auto">
            <a:xfrm>
              <a:off x="373062" y="160338"/>
              <a:ext cx="47625" cy="30163"/>
            </a:xfrm>
            <a:custGeom>
              <a:avLst/>
              <a:gdLst>
                <a:gd name="T0" fmla="*/ 1 w 13"/>
                <a:gd name="T1" fmla="*/ 2 h 8"/>
                <a:gd name="T2" fmla="*/ 3 w 13"/>
                <a:gd name="T3" fmla="*/ 3 h 8"/>
                <a:gd name="T4" fmla="*/ 10 w 13"/>
                <a:gd name="T5" fmla="*/ 7 h 8"/>
                <a:gd name="T6" fmla="*/ 11 w 13"/>
                <a:gd name="T7" fmla="*/ 7 h 8"/>
                <a:gd name="T8" fmla="*/ 12 w 13"/>
                <a:gd name="T9" fmla="*/ 6 h 8"/>
                <a:gd name="T10" fmla="*/ 7 w 13"/>
                <a:gd name="T11" fmla="*/ 3 h 8"/>
                <a:gd name="T12" fmla="*/ 1 w 13"/>
                <a:gd name="T13" fmla="*/ 0 h 8"/>
                <a:gd name="T14" fmla="*/ 0 w 13"/>
                <a:gd name="T15" fmla="*/ 1 h 8"/>
                <a:gd name="T16" fmla="*/ 1 w 13"/>
                <a:gd name="T17" fmla="*/ 2 h 8"/>
                <a:gd name="T18" fmla="*/ 3 w 13"/>
                <a:gd name="T19" fmla="*/ 3 h 8"/>
                <a:gd name="T20" fmla="*/ 3 w 13"/>
                <a:gd name="T21" fmla="*/ 3 h 8"/>
                <a:gd name="T22" fmla="*/ 3 w 13"/>
                <a:gd name="T23" fmla="*/ 3 h 8"/>
                <a:gd name="T24" fmla="*/ 3 w 13"/>
                <a:gd name="T25" fmla="*/ 3 h 8"/>
                <a:gd name="T26" fmla="*/ 3 w 13"/>
                <a:gd name="T27" fmla="*/ 3 h 8"/>
                <a:gd name="T28" fmla="*/ 3 w 13"/>
                <a:gd name="T29" fmla="*/ 3 h 8"/>
                <a:gd name="T30" fmla="*/ 10 w 13"/>
                <a:gd name="T31" fmla="*/ 7 h 8"/>
                <a:gd name="T32" fmla="*/ 10 w 13"/>
                <a:gd name="T33" fmla="*/ 7 h 8"/>
                <a:gd name="T34" fmla="*/ 10 w 13"/>
                <a:gd name="T3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8">
                  <a:moveTo>
                    <a:pt x="1" y="2"/>
                  </a:move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8" y="5"/>
                    <a:pt x="10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2" y="8"/>
                    <a:pt x="13" y="7"/>
                    <a:pt x="12" y="6"/>
                  </a:cubicBezTo>
                  <a:cubicBezTo>
                    <a:pt x="11" y="4"/>
                    <a:pt x="9" y="4"/>
                    <a:pt x="7" y="3"/>
                  </a:cubicBezTo>
                  <a:cubicBezTo>
                    <a:pt x="5" y="2"/>
                    <a:pt x="3" y="1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10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6" name="Freeform 156"/>
            <p:cNvSpPr>
              <a:spLocks/>
            </p:cNvSpPr>
            <p:nvPr/>
          </p:nvSpPr>
          <p:spPr bwMode="auto">
            <a:xfrm>
              <a:off x="373062" y="184150"/>
              <a:ext cx="52388" cy="25400"/>
            </a:xfrm>
            <a:custGeom>
              <a:avLst/>
              <a:gdLst>
                <a:gd name="T0" fmla="*/ 1 w 14"/>
                <a:gd name="T1" fmla="*/ 2 h 7"/>
                <a:gd name="T2" fmla="*/ 8 w 14"/>
                <a:gd name="T3" fmla="*/ 4 h 7"/>
                <a:gd name="T4" fmla="*/ 10 w 14"/>
                <a:gd name="T5" fmla="*/ 5 h 7"/>
                <a:gd name="T6" fmla="*/ 11 w 14"/>
                <a:gd name="T7" fmla="*/ 6 h 7"/>
                <a:gd name="T8" fmla="*/ 13 w 14"/>
                <a:gd name="T9" fmla="*/ 5 h 7"/>
                <a:gd name="T10" fmla="*/ 1 w 14"/>
                <a:gd name="T11" fmla="*/ 0 h 7"/>
                <a:gd name="T12" fmla="*/ 0 w 14"/>
                <a:gd name="T13" fmla="*/ 0 h 7"/>
                <a:gd name="T14" fmla="*/ 1 w 14"/>
                <a:gd name="T1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1" y="2"/>
                  </a:moveTo>
                  <a:cubicBezTo>
                    <a:pt x="3" y="2"/>
                    <a:pt x="5" y="3"/>
                    <a:pt x="8" y="4"/>
                  </a:cubicBezTo>
                  <a:cubicBezTo>
                    <a:pt x="9" y="4"/>
                    <a:pt x="9" y="5"/>
                    <a:pt x="10" y="5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7"/>
                    <a:pt x="14" y="6"/>
                    <a:pt x="13" y="5"/>
                  </a:cubicBezTo>
                  <a:cubicBezTo>
                    <a:pt x="10" y="2"/>
                    <a:pt x="5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Freeform 157"/>
            <p:cNvSpPr>
              <a:spLocks noEditPoints="1"/>
            </p:cNvSpPr>
            <p:nvPr/>
          </p:nvSpPr>
          <p:spPr bwMode="auto">
            <a:xfrm>
              <a:off x="354012" y="206375"/>
              <a:ext cx="49213" cy="25400"/>
            </a:xfrm>
            <a:custGeom>
              <a:avLst/>
              <a:gdLst>
                <a:gd name="T0" fmla="*/ 1 w 13"/>
                <a:gd name="T1" fmla="*/ 2 h 7"/>
                <a:gd name="T2" fmla="*/ 5 w 13"/>
                <a:gd name="T3" fmla="*/ 3 h 7"/>
                <a:gd name="T4" fmla="*/ 5 w 13"/>
                <a:gd name="T5" fmla="*/ 3 h 7"/>
                <a:gd name="T6" fmla="*/ 5 w 13"/>
                <a:gd name="T7" fmla="*/ 3 h 7"/>
                <a:gd name="T8" fmla="*/ 5 w 13"/>
                <a:gd name="T9" fmla="*/ 3 h 7"/>
                <a:gd name="T10" fmla="*/ 5 w 13"/>
                <a:gd name="T11" fmla="*/ 3 h 7"/>
                <a:gd name="T12" fmla="*/ 11 w 13"/>
                <a:gd name="T13" fmla="*/ 6 h 7"/>
                <a:gd name="T14" fmla="*/ 12 w 13"/>
                <a:gd name="T15" fmla="*/ 4 h 7"/>
                <a:gd name="T16" fmla="*/ 2 w 13"/>
                <a:gd name="T17" fmla="*/ 0 h 7"/>
                <a:gd name="T18" fmla="*/ 0 w 13"/>
                <a:gd name="T19" fmla="*/ 0 h 7"/>
                <a:gd name="T20" fmla="*/ 1 w 13"/>
                <a:gd name="T21" fmla="*/ 2 h 7"/>
                <a:gd name="T22" fmla="*/ 5 w 13"/>
                <a:gd name="T23" fmla="*/ 3 h 7"/>
                <a:gd name="T24" fmla="*/ 5 w 13"/>
                <a:gd name="T25" fmla="*/ 3 h 7"/>
                <a:gd name="T26" fmla="*/ 5 w 13"/>
                <a:gd name="T27" fmla="*/ 3 h 7"/>
                <a:gd name="T28" fmla="*/ 5 w 13"/>
                <a:gd name="T2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1" y="2"/>
                  </a:moveTo>
                  <a:cubicBezTo>
                    <a:pt x="2" y="2"/>
                    <a:pt x="4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7" y="4"/>
                    <a:pt x="9" y="5"/>
                    <a:pt x="11" y="6"/>
                  </a:cubicBezTo>
                  <a:cubicBezTo>
                    <a:pt x="12" y="7"/>
                    <a:pt x="13" y="5"/>
                    <a:pt x="12" y="4"/>
                  </a:cubicBezTo>
                  <a:cubicBezTo>
                    <a:pt x="9" y="3"/>
                    <a:pt x="5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Freeform 158"/>
            <p:cNvSpPr>
              <a:spLocks/>
            </p:cNvSpPr>
            <p:nvPr/>
          </p:nvSpPr>
          <p:spPr bwMode="auto">
            <a:xfrm>
              <a:off x="315912" y="206375"/>
              <a:ext cx="52388" cy="30163"/>
            </a:xfrm>
            <a:custGeom>
              <a:avLst/>
              <a:gdLst>
                <a:gd name="T0" fmla="*/ 1 w 14"/>
                <a:gd name="T1" fmla="*/ 2 h 8"/>
                <a:gd name="T2" fmla="*/ 7 w 14"/>
                <a:gd name="T3" fmla="*/ 5 h 8"/>
                <a:gd name="T4" fmla="*/ 12 w 14"/>
                <a:gd name="T5" fmla="*/ 7 h 8"/>
                <a:gd name="T6" fmla="*/ 13 w 14"/>
                <a:gd name="T7" fmla="*/ 6 h 8"/>
                <a:gd name="T8" fmla="*/ 1 w 14"/>
                <a:gd name="T9" fmla="*/ 1 h 8"/>
                <a:gd name="T10" fmla="*/ 0 w 14"/>
                <a:gd name="T11" fmla="*/ 1 h 8"/>
                <a:gd name="T12" fmla="*/ 1 w 14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8">
                  <a:moveTo>
                    <a:pt x="1" y="2"/>
                  </a:moveTo>
                  <a:cubicBezTo>
                    <a:pt x="3" y="3"/>
                    <a:pt x="5" y="4"/>
                    <a:pt x="7" y="5"/>
                  </a:cubicBezTo>
                  <a:cubicBezTo>
                    <a:pt x="9" y="5"/>
                    <a:pt x="11" y="6"/>
                    <a:pt x="12" y="7"/>
                  </a:cubicBezTo>
                  <a:cubicBezTo>
                    <a:pt x="13" y="8"/>
                    <a:pt x="14" y="6"/>
                    <a:pt x="13" y="6"/>
                  </a:cubicBezTo>
                  <a:cubicBezTo>
                    <a:pt x="9" y="3"/>
                    <a:pt x="5" y="2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Freeform 159"/>
            <p:cNvSpPr>
              <a:spLocks/>
            </p:cNvSpPr>
            <p:nvPr/>
          </p:nvSpPr>
          <p:spPr bwMode="auto">
            <a:xfrm>
              <a:off x="282575" y="209550"/>
              <a:ext cx="52388" cy="26988"/>
            </a:xfrm>
            <a:custGeom>
              <a:avLst/>
              <a:gdLst>
                <a:gd name="T0" fmla="*/ 0 w 14"/>
                <a:gd name="T1" fmla="*/ 1 h 7"/>
                <a:gd name="T2" fmla="*/ 4 w 14"/>
                <a:gd name="T3" fmla="*/ 3 h 7"/>
                <a:gd name="T4" fmla="*/ 12 w 14"/>
                <a:gd name="T5" fmla="*/ 7 h 7"/>
                <a:gd name="T6" fmla="*/ 13 w 14"/>
                <a:gd name="T7" fmla="*/ 5 h 7"/>
                <a:gd name="T8" fmla="*/ 7 w 14"/>
                <a:gd name="T9" fmla="*/ 2 h 7"/>
                <a:gd name="T10" fmla="*/ 1 w 14"/>
                <a:gd name="T11" fmla="*/ 0 h 7"/>
                <a:gd name="T12" fmla="*/ 0 w 14"/>
                <a:gd name="T13" fmla="*/ 0 h 7"/>
                <a:gd name="T14" fmla="*/ 0 w 14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0" y="1"/>
                  </a:moveTo>
                  <a:cubicBezTo>
                    <a:pt x="1" y="2"/>
                    <a:pt x="3" y="2"/>
                    <a:pt x="4" y="3"/>
                  </a:cubicBezTo>
                  <a:cubicBezTo>
                    <a:pt x="6" y="4"/>
                    <a:pt x="9" y="5"/>
                    <a:pt x="12" y="7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1" y="4"/>
                    <a:pt x="9" y="3"/>
                    <a:pt x="7" y="2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Freeform 160"/>
            <p:cNvSpPr>
              <a:spLocks/>
            </p:cNvSpPr>
            <p:nvPr/>
          </p:nvSpPr>
          <p:spPr bwMode="auto">
            <a:xfrm>
              <a:off x="252412" y="209550"/>
              <a:ext cx="52388" cy="30163"/>
            </a:xfrm>
            <a:custGeom>
              <a:avLst/>
              <a:gdLst>
                <a:gd name="T0" fmla="*/ 0 w 14"/>
                <a:gd name="T1" fmla="*/ 2 h 8"/>
                <a:gd name="T2" fmla="*/ 4 w 14"/>
                <a:gd name="T3" fmla="*/ 4 h 8"/>
                <a:gd name="T4" fmla="*/ 12 w 14"/>
                <a:gd name="T5" fmla="*/ 8 h 8"/>
                <a:gd name="T6" fmla="*/ 13 w 14"/>
                <a:gd name="T7" fmla="*/ 6 h 8"/>
                <a:gd name="T8" fmla="*/ 1 w 14"/>
                <a:gd name="T9" fmla="*/ 1 h 8"/>
                <a:gd name="T10" fmla="*/ 0 w 14"/>
                <a:gd name="T11" fmla="*/ 1 h 8"/>
                <a:gd name="T12" fmla="*/ 0 w 14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8">
                  <a:moveTo>
                    <a:pt x="0" y="2"/>
                  </a:moveTo>
                  <a:cubicBezTo>
                    <a:pt x="1" y="3"/>
                    <a:pt x="2" y="3"/>
                    <a:pt x="4" y="4"/>
                  </a:cubicBezTo>
                  <a:cubicBezTo>
                    <a:pt x="7" y="5"/>
                    <a:pt x="9" y="6"/>
                    <a:pt x="12" y="8"/>
                  </a:cubicBezTo>
                  <a:cubicBezTo>
                    <a:pt x="13" y="8"/>
                    <a:pt x="14" y="7"/>
                    <a:pt x="13" y="6"/>
                  </a:cubicBezTo>
                  <a:cubicBezTo>
                    <a:pt x="9" y="4"/>
                    <a:pt x="5" y="2"/>
                    <a:pt x="1" y="1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Freeform 161"/>
            <p:cNvSpPr>
              <a:spLocks/>
            </p:cNvSpPr>
            <p:nvPr/>
          </p:nvSpPr>
          <p:spPr bwMode="auto">
            <a:xfrm>
              <a:off x="214312" y="209550"/>
              <a:ext cx="60325" cy="33338"/>
            </a:xfrm>
            <a:custGeom>
              <a:avLst/>
              <a:gdLst>
                <a:gd name="T0" fmla="*/ 1 w 16"/>
                <a:gd name="T1" fmla="*/ 2 h 9"/>
                <a:gd name="T2" fmla="*/ 4 w 16"/>
                <a:gd name="T3" fmla="*/ 3 h 9"/>
                <a:gd name="T4" fmla="*/ 14 w 16"/>
                <a:gd name="T5" fmla="*/ 9 h 9"/>
                <a:gd name="T6" fmla="*/ 15 w 16"/>
                <a:gd name="T7" fmla="*/ 7 h 9"/>
                <a:gd name="T8" fmla="*/ 2 w 16"/>
                <a:gd name="T9" fmla="*/ 1 h 9"/>
                <a:gd name="T10" fmla="*/ 1 w 16"/>
                <a:gd name="T11" fmla="*/ 1 h 9"/>
                <a:gd name="T12" fmla="*/ 1 w 16"/>
                <a:gd name="T1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">
                  <a:moveTo>
                    <a:pt x="1" y="2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8" y="5"/>
                    <a:pt x="11" y="7"/>
                    <a:pt x="14" y="9"/>
                  </a:cubicBezTo>
                  <a:cubicBezTo>
                    <a:pt x="15" y="9"/>
                    <a:pt x="16" y="7"/>
                    <a:pt x="15" y="7"/>
                  </a:cubicBezTo>
                  <a:cubicBezTo>
                    <a:pt x="11" y="5"/>
                    <a:pt x="7" y="2"/>
                    <a:pt x="2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2"/>
                    <a:pt x="1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Freeform 162"/>
            <p:cNvSpPr>
              <a:spLocks/>
            </p:cNvSpPr>
            <p:nvPr/>
          </p:nvSpPr>
          <p:spPr bwMode="auto">
            <a:xfrm>
              <a:off x="188912" y="217488"/>
              <a:ext cx="58738" cy="30163"/>
            </a:xfrm>
            <a:custGeom>
              <a:avLst/>
              <a:gdLst>
                <a:gd name="T0" fmla="*/ 1 w 16"/>
                <a:gd name="T1" fmla="*/ 2 h 8"/>
                <a:gd name="T2" fmla="*/ 8 w 16"/>
                <a:gd name="T3" fmla="*/ 4 h 8"/>
                <a:gd name="T4" fmla="*/ 14 w 16"/>
                <a:gd name="T5" fmla="*/ 7 h 8"/>
                <a:gd name="T6" fmla="*/ 15 w 16"/>
                <a:gd name="T7" fmla="*/ 5 h 8"/>
                <a:gd name="T8" fmla="*/ 1 w 16"/>
                <a:gd name="T9" fmla="*/ 0 h 8"/>
                <a:gd name="T10" fmla="*/ 0 w 16"/>
                <a:gd name="T11" fmla="*/ 1 h 8"/>
                <a:gd name="T12" fmla="*/ 1 w 16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8">
                  <a:moveTo>
                    <a:pt x="1" y="2"/>
                  </a:moveTo>
                  <a:cubicBezTo>
                    <a:pt x="3" y="2"/>
                    <a:pt x="5" y="3"/>
                    <a:pt x="8" y="4"/>
                  </a:cubicBezTo>
                  <a:cubicBezTo>
                    <a:pt x="10" y="5"/>
                    <a:pt x="12" y="6"/>
                    <a:pt x="14" y="7"/>
                  </a:cubicBezTo>
                  <a:cubicBezTo>
                    <a:pt x="15" y="8"/>
                    <a:pt x="16" y="6"/>
                    <a:pt x="15" y="5"/>
                  </a:cubicBezTo>
                  <a:cubicBezTo>
                    <a:pt x="11" y="3"/>
                    <a:pt x="6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Freeform 163"/>
            <p:cNvSpPr>
              <a:spLocks/>
            </p:cNvSpPr>
            <p:nvPr/>
          </p:nvSpPr>
          <p:spPr bwMode="auto">
            <a:xfrm>
              <a:off x="161925" y="217488"/>
              <a:ext cx="57150" cy="30163"/>
            </a:xfrm>
            <a:custGeom>
              <a:avLst/>
              <a:gdLst>
                <a:gd name="T0" fmla="*/ 0 w 15"/>
                <a:gd name="T1" fmla="*/ 2 h 8"/>
                <a:gd name="T2" fmla="*/ 7 w 15"/>
                <a:gd name="T3" fmla="*/ 4 h 8"/>
                <a:gd name="T4" fmla="*/ 13 w 15"/>
                <a:gd name="T5" fmla="*/ 7 h 8"/>
                <a:gd name="T6" fmla="*/ 14 w 15"/>
                <a:gd name="T7" fmla="*/ 6 h 8"/>
                <a:gd name="T8" fmla="*/ 1 w 15"/>
                <a:gd name="T9" fmla="*/ 0 h 8"/>
                <a:gd name="T10" fmla="*/ 0 w 15"/>
                <a:gd name="T11" fmla="*/ 1 h 8"/>
                <a:gd name="T12" fmla="*/ 0 w 15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8">
                  <a:moveTo>
                    <a:pt x="0" y="2"/>
                  </a:moveTo>
                  <a:cubicBezTo>
                    <a:pt x="3" y="3"/>
                    <a:pt x="5" y="3"/>
                    <a:pt x="7" y="4"/>
                  </a:cubicBezTo>
                  <a:cubicBezTo>
                    <a:pt x="9" y="5"/>
                    <a:pt x="11" y="6"/>
                    <a:pt x="13" y="7"/>
                  </a:cubicBezTo>
                  <a:cubicBezTo>
                    <a:pt x="14" y="8"/>
                    <a:pt x="15" y="6"/>
                    <a:pt x="14" y="6"/>
                  </a:cubicBezTo>
                  <a:cubicBezTo>
                    <a:pt x="10" y="3"/>
                    <a:pt x="6" y="1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Freeform 164"/>
            <p:cNvSpPr>
              <a:spLocks/>
            </p:cNvSpPr>
            <p:nvPr/>
          </p:nvSpPr>
          <p:spPr bwMode="auto">
            <a:xfrm>
              <a:off x="150812" y="242888"/>
              <a:ext cx="44450" cy="19050"/>
            </a:xfrm>
            <a:custGeom>
              <a:avLst/>
              <a:gdLst>
                <a:gd name="T0" fmla="*/ 1 w 12"/>
                <a:gd name="T1" fmla="*/ 2 h 5"/>
                <a:gd name="T2" fmla="*/ 10 w 12"/>
                <a:gd name="T3" fmla="*/ 5 h 5"/>
                <a:gd name="T4" fmla="*/ 11 w 12"/>
                <a:gd name="T5" fmla="*/ 3 h 5"/>
                <a:gd name="T6" fmla="*/ 1 w 12"/>
                <a:gd name="T7" fmla="*/ 1 h 5"/>
                <a:gd name="T8" fmla="*/ 0 w 12"/>
                <a:gd name="T9" fmla="*/ 1 h 5"/>
                <a:gd name="T10" fmla="*/ 1 w 12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5">
                  <a:moveTo>
                    <a:pt x="1" y="2"/>
                  </a:moveTo>
                  <a:cubicBezTo>
                    <a:pt x="4" y="3"/>
                    <a:pt x="7" y="4"/>
                    <a:pt x="10" y="5"/>
                  </a:cubicBezTo>
                  <a:cubicBezTo>
                    <a:pt x="12" y="5"/>
                    <a:pt x="12" y="3"/>
                    <a:pt x="11" y="3"/>
                  </a:cubicBezTo>
                  <a:cubicBezTo>
                    <a:pt x="8" y="2"/>
                    <a:pt x="4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Freeform 165"/>
            <p:cNvSpPr>
              <a:spLocks/>
            </p:cNvSpPr>
            <p:nvPr/>
          </p:nvSpPr>
          <p:spPr bwMode="auto">
            <a:xfrm>
              <a:off x="153987" y="261938"/>
              <a:ext cx="46038" cy="19050"/>
            </a:xfrm>
            <a:custGeom>
              <a:avLst/>
              <a:gdLst>
                <a:gd name="T0" fmla="*/ 0 w 12"/>
                <a:gd name="T1" fmla="*/ 2 h 5"/>
                <a:gd name="T2" fmla="*/ 10 w 12"/>
                <a:gd name="T3" fmla="*/ 5 h 5"/>
                <a:gd name="T4" fmla="*/ 10 w 12"/>
                <a:gd name="T5" fmla="*/ 3 h 5"/>
                <a:gd name="T6" fmla="*/ 1 w 12"/>
                <a:gd name="T7" fmla="*/ 0 h 5"/>
                <a:gd name="T8" fmla="*/ 0 w 12"/>
                <a:gd name="T9" fmla="*/ 1 h 5"/>
                <a:gd name="T10" fmla="*/ 0 w 12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5">
                  <a:moveTo>
                    <a:pt x="0" y="2"/>
                  </a:moveTo>
                  <a:cubicBezTo>
                    <a:pt x="4" y="3"/>
                    <a:pt x="7" y="4"/>
                    <a:pt x="10" y="5"/>
                  </a:cubicBezTo>
                  <a:cubicBezTo>
                    <a:pt x="11" y="5"/>
                    <a:pt x="12" y="3"/>
                    <a:pt x="10" y="3"/>
                  </a:cubicBezTo>
                  <a:cubicBezTo>
                    <a:pt x="7" y="2"/>
                    <a:pt x="4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Freeform 166"/>
            <p:cNvSpPr>
              <a:spLocks/>
            </p:cNvSpPr>
            <p:nvPr/>
          </p:nvSpPr>
          <p:spPr bwMode="auto">
            <a:xfrm>
              <a:off x="153987" y="277813"/>
              <a:ext cx="41275" cy="14288"/>
            </a:xfrm>
            <a:custGeom>
              <a:avLst/>
              <a:gdLst>
                <a:gd name="T0" fmla="*/ 1 w 11"/>
                <a:gd name="T1" fmla="*/ 2 h 4"/>
                <a:gd name="T2" fmla="*/ 10 w 11"/>
                <a:gd name="T3" fmla="*/ 4 h 4"/>
                <a:gd name="T4" fmla="*/ 10 w 11"/>
                <a:gd name="T5" fmla="*/ 2 h 4"/>
                <a:gd name="T6" fmla="*/ 1 w 11"/>
                <a:gd name="T7" fmla="*/ 0 h 4"/>
                <a:gd name="T8" fmla="*/ 0 w 11"/>
                <a:gd name="T9" fmla="*/ 1 h 4"/>
                <a:gd name="T10" fmla="*/ 1 w 11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4">
                  <a:moveTo>
                    <a:pt x="1" y="2"/>
                  </a:moveTo>
                  <a:cubicBezTo>
                    <a:pt x="4" y="3"/>
                    <a:pt x="7" y="3"/>
                    <a:pt x="10" y="4"/>
                  </a:cubicBezTo>
                  <a:cubicBezTo>
                    <a:pt x="11" y="4"/>
                    <a:pt x="11" y="2"/>
                    <a:pt x="10" y="2"/>
                  </a:cubicBezTo>
                  <a:cubicBezTo>
                    <a:pt x="7" y="1"/>
                    <a:pt x="4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Freeform 167"/>
            <p:cNvSpPr>
              <a:spLocks/>
            </p:cNvSpPr>
            <p:nvPr/>
          </p:nvSpPr>
          <p:spPr bwMode="auto">
            <a:xfrm>
              <a:off x="161925" y="295275"/>
              <a:ext cx="41275" cy="19050"/>
            </a:xfrm>
            <a:custGeom>
              <a:avLst/>
              <a:gdLst>
                <a:gd name="T0" fmla="*/ 1 w 11"/>
                <a:gd name="T1" fmla="*/ 2 h 5"/>
                <a:gd name="T2" fmla="*/ 9 w 11"/>
                <a:gd name="T3" fmla="*/ 4 h 5"/>
                <a:gd name="T4" fmla="*/ 9 w 11"/>
                <a:gd name="T5" fmla="*/ 3 h 5"/>
                <a:gd name="T6" fmla="*/ 1 w 11"/>
                <a:gd name="T7" fmla="*/ 1 h 5"/>
                <a:gd name="T8" fmla="*/ 0 w 11"/>
                <a:gd name="T9" fmla="*/ 1 h 5"/>
                <a:gd name="T10" fmla="*/ 1 w 11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5">
                  <a:moveTo>
                    <a:pt x="1" y="2"/>
                  </a:moveTo>
                  <a:cubicBezTo>
                    <a:pt x="3" y="3"/>
                    <a:pt x="6" y="4"/>
                    <a:pt x="9" y="4"/>
                  </a:cubicBezTo>
                  <a:cubicBezTo>
                    <a:pt x="10" y="5"/>
                    <a:pt x="11" y="3"/>
                    <a:pt x="9" y="3"/>
                  </a:cubicBezTo>
                  <a:cubicBezTo>
                    <a:pt x="7" y="2"/>
                    <a:pt x="4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28" name="AutoShape 207"/>
          <p:cNvSpPr>
            <a:spLocks noChangeArrowheads="1"/>
          </p:cNvSpPr>
          <p:nvPr/>
        </p:nvSpPr>
        <p:spPr bwMode="auto">
          <a:xfrm>
            <a:off x="4221251" y="580010"/>
            <a:ext cx="5516467" cy="5679108"/>
          </a:xfrm>
          <a:prstGeom prst="roundRect">
            <a:avLst>
              <a:gd name="adj" fmla="val 4171"/>
            </a:avLst>
          </a:prstGeom>
          <a:solidFill>
            <a:srgbClr val="FFFFFF">
              <a:alpha val="25000"/>
            </a:srgbClr>
          </a:solidFill>
          <a:ln w="19050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ko-KR" altLang="en-US" sz="1800">
              <a:solidFill>
                <a:srgbClr val="000000"/>
              </a:solidFill>
              <a:latin typeface="微软雅黑" panose="020B0503020204020204" pitchFamily="34" charset="-122"/>
              <a:ea typeface="Malgun Gothic" panose="020B0503020000020004" pitchFamily="34" charset="-127"/>
            </a:endParaRPr>
          </a:p>
        </p:txBody>
      </p:sp>
      <p:grpSp>
        <p:nvGrpSpPr>
          <p:cNvPr id="25629" name="Group 29"/>
          <p:cNvGrpSpPr>
            <a:grpSpLocks/>
          </p:cNvGrpSpPr>
          <p:nvPr/>
        </p:nvGrpSpPr>
        <p:grpSpPr bwMode="auto">
          <a:xfrm>
            <a:off x="4316501" y="3583560"/>
            <a:ext cx="5335588" cy="755650"/>
            <a:chOff x="0" y="0"/>
            <a:chExt cx="5335323" cy="756100"/>
          </a:xfrm>
        </p:grpSpPr>
        <p:sp>
          <p:nvSpPr>
            <p:cNvPr id="25630" name="AutoShape 218"/>
            <p:cNvSpPr>
              <a:spLocks noChangeArrowheads="1"/>
            </p:cNvSpPr>
            <p:nvPr/>
          </p:nvSpPr>
          <p:spPr bwMode="auto">
            <a:xfrm>
              <a:off x="174616" y="476534"/>
              <a:ext cx="5047999" cy="27956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>
                    <a:alpha val="50000"/>
                  </a:srgbClr>
                </a:gs>
                <a:gs pos="100000">
                  <a:srgbClr val="6C6C6C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ko-KR" altLang="en-US" sz="1800">
                <a:solidFill>
                  <a:srgbClr val="000000"/>
                </a:solidFill>
                <a:latin typeface="微软雅黑" panose="020B0503020204020204" pitchFamily="34" charset="-122"/>
                <a:ea typeface="Malgun Gothic" panose="020B0503020000020004" pitchFamily="34" charset="-127"/>
              </a:endParaRPr>
            </a:p>
          </p:txBody>
        </p:sp>
        <p:grpSp>
          <p:nvGrpSpPr>
            <p:cNvPr id="25631" name="Group 31"/>
            <p:cNvGrpSpPr>
              <a:grpSpLocks/>
            </p:cNvGrpSpPr>
            <p:nvPr/>
          </p:nvGrpSpPr>
          <p:grpSpPr bwMode="auto">
            <a:xfrm>
              <a:off x="-53464" y="-32277"/>
              <a:ext cx="5443458" cy="738055"/>
              <a:chOff x="0" y="0"/>
              <a:chExt cx="5443728" cy="737616"/>
            </a:xfrm>
          </p:grpSpPr>
          <p:pic>
            <p:nvPicPr>
              <p:cNvPr id="25632" name="AutoShape 181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443728" cy="737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3" name="Text Box 33"/>
              <p:cNvSpPr txBox="1">
                <a:spLocks noChangeArrowheads="1"/>
              </p:cNvSpPr>
              <p:nvPr/>
            </p:nvSpPr>
            <p:spPr bwMode="auto">
              <a:xfrm>
                <a:off x="145167" y="123958"/>
                <a:ext cx="5152188" cy="442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ko-KR" altLang="en-US">
                  <a:latin typeface="微软雅黑" panose="020B0503020204020204" pitchFamily="34" charset="-122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5634" name="Group 34"/>
          <p:cNvGrpSpPr>
            <a:grpSpLocks/>
          </p:cNvGrpSpPr>
          <p:nvPr/>
        </p:nvGrpSpPr>
        <p:grpSpPr bwMode="auto">
          <a:xfrm>
            <a:off x="4316501" y="1707135"/>
            <a:ext cx="5335588" cy="779463"/>
            <a:chOff x="0" y="0"/>
            <a:chExt cx="5335323" cy="779736"/>
          </a:xfrm>
        </p:grpSpPr>
        <p:sp>
          <p:nvSpPr>
            <p:cNvPr id="25635" name="AutoShape 213"/>
            <p:cNvSpPr>
              <a:spLocks noChangeArrowheads="1"/>
            </p:cNvSpPr>
            <p:nvPr/>
          </p:nvSpPr>
          <p:spPr bwMode="auto">
            <a:xfrm>
              <a:off x="214302" y="500238"/>
              <a:ext cx="5047999" cy="27949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>
                    <a:alpha val="50000"/>
                  </a:srgbClr>
                </a:gs>
                <a:gs pos="100000">
                  <a:srgbClr val="6C6C6C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ko-KR" altLang="en-US" sz="1800">
                <a:solidFill>
                  <a:srgbClr val="000000"/>
                </a:solidFill>
                <a:latin typeface="微软雅黑" panose="020B0503020204020204" pitchFamily="34" charset="-122"/>
                <a:ea typeface="Malgun Gothic" panose="020B0503020000020004" pitchFamily="34" charset="-127"/>
              </a:endParaRPr>
            </a:p>
          </p:txBody>
        </p:sp>
        <p:grpSp>
          <p:nvGrpSpPr>
            <p:cNvPr id="25636" name="Group 36"/>
            <p:cNvGrpSpPr>
              <a:grpSpLocks/>
            </p:cNvGrpSpPr>
            <p:nvPr/>
          </p:nvGrpSpPr>
          <p:grpSpPr bwMode="auto">
            <a:xfrm>
              <a:off x="-53464" y="-33413"/>
              <a:ext cx="5443458" cy="737874"/>
              <a:chOff x="0" y="0"/>
              <a:chExt cx="5443728" cy="737616"/>
            </a:xfrm>
          </p:grpSpPr>
          <p:pic>
            <p:nvPicPr>
              <p:cNvPr id="25637" name="AutoShape 182"/>
              <p:cNvPicPr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443728" cy="737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8" name="Text Box 38"/>
              <p:cNvSpPr txBox="1">
                <a:spLocks noChangeArrowheads="1"/>
              </p:cNvSpPr>
              <p:nvPr/>
            </p:nvSpPr>
            <p:spPr bwMode="auto">
              <a:xfrm>
                <a:off x="145190" y="125124"/>
                <a:ext cx="5152142" cy="4428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ko-KR" altLang="en-US">
                  <a:latin typeface="微软雅黑" panose="020B0503020204020204" pitchFamily="34" charset="-122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25639" name="Group 39"/>
          <p:cNvGrpSpPr>
            <a:grpSpLocks/>
          </p:cNvGrpSpPr>
          <p:nvPr/>
        </p:nvGrpSpPr>
        <p:grpSpPr bwMode="auto">
          <a:xfrm>
            <a:off x="4316501" y="2645348"/>
            <a:ext cx="5335588" cy="768350"/>
            <a:chOff x="0" y="0"/>
            <a:chExt cx="5335323" cy="768695"/>
          </a:xfrm>
        </p:grpSpPr>
        <p:sp>
          <p:nvSpPr>
            <p:cNvPr id="25640" name="AutoShape 217"/>
            <p:cNvSpPr>
              <a:spLocks noChangeArrowheads="1"/>
            </p:cNvSpPr>
            <p:nvPr/>
          </p:nvSpPr>
          <p:spPr bwMode="auto">
            <a:xfrm>
              <a:off x="90484" y="489170"/>
              <a:ext cx="5047999" cy="27952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>
                    <a:alpha val="50000"/>
                  </a:srgbClr>
                </a:gs>
                <a:gs pos="100000">
                  <a:srgbClr val="6C6C6C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ko-KR" altLang="en-US" sz="1800">
                <a:solidFill>
                  <a:srgbClr val="000000"/>
                </a:solidFill>
                <a:latin typeface="微软雅黑" panose="020B0503020204020204" pitchFamily="34" charset="-122"/>
                <a:ea typeface="Malgun Gothic" panose="020B0503020000020004" pitchFamily="34" charset="-127"/>
              </a:endParaRPr>
            </a:p>
          </p:txBody>
        </p:sp>
        <p:grpSp>
          <p:nvGrpSpPr>
            <p:cNvPr id="25641" name="Group 41"/>
            <p:cNvGrpSpPr>
              <a:grpSpLocks/>
            </p:cNvGrpSpPr>
            <p:nvPr/>
          </p:nvGrpSpPr>
          <p:grpSpPr bwMode="auto">
            <a:xfrm>
              <a:off x="-53464" y="-32845"/>
              <a:ext cx="5443458" cy="737947"/>
              <a:chOff x="0" y="0"/>
              <a:chExt cx="5443728" cy="737616"/>
            </a:xfrm>
          </p:grpSpPr>
          <p:pic>
            <p:nvPicPr>
              <p:cNvPr id="25642" name="AutoShape 183"/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443728" cy="737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43" name="Text Box 43"/>
              <p:cNvSpPr txBox="1">
                <a:spLocks noChangeArrowheads="1"/>
              </p:cNvSpPr>
              <p:nvPr/>
            </p:nvSpPr>
            <p:spPr bwMode="auto">
              <a:xfrm>
                <a:off x="145181" y="124544"/>
                <a:ext cx="5152160" cy="442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ko-KR" altLang="en-US">
                  <a:solidFill>
                    <a:srgbClr val="FFFFFF"/>
                  </a:solidFill>
                  <a:latin typeface="微软雅黑" panose="020B0503020204020204" pitchFamily="34" charset="-122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25647" name="Line 186"/>
          <p:cNvSpPr>
            <a:spLocks noChangeShapeType="1"/>
          </p:cNvSpPr>
          <p:nvPr/>
        </p:nvSpPr>
        <p:spPr bwMode="auto">
          <a:xfrm flipH="1">
            <a:off x="3730714" y="2018285"/>
            <a:ext cx="1001712" cy="0"/>
          </a:xfrm>
          <a:prstGeom prst="line">
            <a:avLst/>
          </a:prstGeom>
          <a:noFill/>
          <a:ln w="31750" cap="rnd" cmpd="sng">
            <a:solidFill>
              <a:srgbClr val="333333"/>
            </a:solidFill>
            <a:prstDash val="sysDot"/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8" name="Line 187"/>
          <p:cNvSpPr>
            <a:spLocks noChangeShapeType="1"/>
          </p:cNvSpPr>
          <p:nvPr/>
        </p:nvSpPr>
        <p:spPr bwMode="auto">
          <a:xfrm flipH="1">
            <a:off x="3730714" y="2958085"/>
            <a:ext cx="1001712" cy="0"/>
          </a:xfrm>
          <a:prstGeom prst="line">
            <a:avLst/>
          </a:prstGeom>
          <a:noFill/>
          <a:ln w="31750" cap="rnd" cmpd="sng">
            <a:solidFill>
              <a:srgbClr val="333333"/>
            </a:solidFill>
            <a:prstDash val="sysDot"/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9" name="Line 188"/>
          <p:cNvSpPr>
            <a:spLocks noChangeShapeType="1"/>
          </p:cNvSpPr>
          <p:nvPr/>
        </p:nvSpPr>
        <p:spPr bwMode="auto">
          <a:xfrm flipH="1">
            <a:off x="3730714" y="3897885"/>
            <a:ext cx="1001712" cy="0"/>
          </a:xfrm>
          <a:prstGeom prst="line">
            <a:avLst/>
          </a:prstGeom>
          <a:noFill/>
          <a:ln w="31750" cap="rnd" cmpd="sng">
            <a:solidFill>
              <a:srgbClr val="333333"/>
            </a:solidFill>
            <a:prstDash val="sysDot"/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0" name="AutoShape 208"/>
          <p:cNvSpPr>
            <a:spLocks noChangeArrowheads="1"/>
          </p:cNvSpPr>
          <p:nvPr/>
        </p:nvSpPr>
        <p:spPr bwMode="auto">
          <a:xfrm>
            <a:off x="4386351" y="716535"/>
            <a:ext cx="5195888" cy="739775"/>
          </a:xfrm>
          <a:prstGeom prst="roundRect">
            <a:avLst>
              <a:gd name="adj" fmla="val 17352"/>
            </a:avLst>
          </a:prstGeom>
          <a:gradFill rotWithShape="1">
            <a:gsLst>
              <a:gs pos="0">
                <a:srgbClr val="FFFFFF"/>
              </a:gs>
              <a:gs pos="35001">
                <a:srgbClr val="FFFFFF"/>
              </a:gs>
              <a:gs pos="100000">
                <a:srgbClr val="FFFFFF"/>
              </a:gs>
            </a:gsLst>
            <a:lin ang="5400000" scaled="1"/>
          </a:gradFill>
          <a:ln w="9525" cmpd="sng">
            <a:solidFill>
              <a:srgbClr val="F9F9F9"/>
            </a:solidFill>
            <a:round/>
            <a:headEnd/>
            <a:tailEnd/>
          </a:ln>
          <a:effectLst>
            <a:outerShdw dist="20000" dir="5400000" algn="ctr" rotWithShape="0">
              <a:srgbClr val="000000">
                <a:alpha val="37000"/>
              </a:srgbClr>
            </a:outerShdw>
          </a:effec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ko-KR" altLang="en-US" sz="1800">
              <a:latin typeface="微软雅黑" panose="020B0503020204020204" pitchFamily="34" charset="-122"/>
              <a:ea typeface="Malgun Gothic" panose="020B0503020000020004" pitchFamily="34" charset="-127"/>
            </a:endParaRPr>
          </a:p>
        </p:txBody>
      </p:sp>
      <p:sp>
        <p:nvSpPr>
          <p:cNvPr id="25654" name="Rectangle 24"/>
          <p:cNvSpPr>
            <a:spLocks noChangeArrowheads="1"/>
          </p:cNvSpPr>
          <p:nvPr/>
        </p:nvSpPr>
        <p:spPr bwMode="auto">
          <a:xfrm>
            <a:off x="4961026" y="1875410"/>
            <a:ext cx="4000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55" name="Rectangle 24"/>
          <p:cNvSpPr>
            <a:spLocks noChangeArrowheads="1"/>
          </p:cNvSpPr>
          <p:nvPr/>
        </p:nvSpPr>
        <p:spPr bwMode="auto">
          <a:xfrm>
            <a:off x="4961026" y="2805685"/>
            <a:ext cx="4000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评审和审核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56" name="Rectangle 24"/>
          <p:cNvSpPr>
            <a:spLocks noChangeArrowheads="1"/>
          </p:cNvSpPr>
          <p:nvPr/>
        </p:nvSpPr>
        <p:spPr bwMode="auto">
          <a:xfrm>
            <a:off x="4961026" y="3747073"/>
            <a:ext cx="4000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57" name="Text Box 25"/>
          <p:cNvSpPr txBox="1">
            <a:spLocks noChangeArrowheads="1"/>
          </p:cNvSpPr>
          <p:nvPr/>
        </p:nvSpPr>
        <p:spPr bwMode="auto">
          <a:xfrm>
            <a:off x="4732426" y="859059"/>
            <a:ext cx="42656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组织的目标和责任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Group 39"/>
          <p:cNvGrpSpPr>
            <a:grpSpLocks/>
          </p:cNvGrpSpPr>
          <p:nvPr/>
        </p:nvGrpSpPr>
        <p:grpSpPr bwMode="auto">
          <a:xfrm>
            <a:off x="4311690" y="4587600"/>
            <a:ext cx="5335588" cy="768350"/>
            <a:chOff x="0" y="0"/>
            <a:chExt cx="5335323" cy="768695"/>
          </a:xfrm>
        </p:grpSpPr>
        <p:sp>
          <p:nvSpPr>
            <p:cNvPr id="59" name="AutoShape 217"/>
            <p:cNvSpPr>
              <a:spLocks noChangeArrowheads="1"/>
            </p:cNvSpPr>
            <p:nvPr/>
          </p:nvSpPr>
          <p:spPr bwMode="auto">
            <a:xfrm>
              <a:off x="90484" y="489170"/>
              <a:ext cx="5047999" cy="27952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>
                    <a:alpha val="50000"/>
                  </a:srgbClr>
                </a:gs>
                <a:gs pos="100000">
                  <a:srgbClr val="6C6C6C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ko-KR" altLang="en-US" sz="1800">
                <a:solidFill>
                  <a:srgbClr val="000000"/>
                </a:solidFill>
                <a:latin typeface="微软雅黑" panose="020B0503020204020204" pitchFamily="34" charset="-122"/>
                <a:ea typeface="Malgun Gothic" panose="020B0503020000020004" pitchFamily="34" charset="-127"/>
              </a:endParaRPr>
            </a:p>
          </p:txBody>
        </p:sp>
        <p:grpSp>
          <p:nvGrpSpPr>
            <p:cNvPr id="60" name="Group 41"/>
            <p:cNvGrpSpPr>
              <a:grpSpLocks/>
            </p:cNvGrpSpPr>
            <p:nvPr/>
          </p:nvGrpSpPr>
          <p:grpSpPr bwMode="auto">
            <a:xfrm>
              <a:off x="-53464" y="-32845"/>
              <a:ext cx="5443458" cy="737947"/>
              <a:chOff x="0" y="0"/>
              <a:chExt cx="5443728" cy="737616"/>
            </a:xfrm>
          </p:grpSpPr>
          <p:pic>
            <p:nvPicPr>
              <p:cNvPr id="61" name="AutoShape 183"/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443728" cy="737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" name="Text Box 43"/>
              <p:cNvSpPr txBox="1">
                <a:spLocks noChangeArrowheads="1"/>
              </p:cNvSpPr>
              <p:nvPr/>
            </p:nvSpPr>
            <p:spPr bwMode="auto">
              <a:xfrm>
                <a:off x="145784" y="191753"/>
                <a:ext cx="5152160" cy="442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ko-KR" altLang="en-US">
                  <a:solidFill>
                    <a:srgbClr val="FFFFFF"/>
                  </a:solidFill>
                  <a:latin typeface="微软雅黑" panose="020B0503020204020204" pitchFamily="34" charset="-122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63" name="Group 39"/>
          <p:cNvGrpSpPr>
            <a:grpSpLocks/>
          </p:cNvGrpSpPr>
          <p:nvPr/>
        </p:nvGrpSpPr>
        <p:grpSpPr bwMode="auto">
          <a:xfrm>
            <a:off x="4311690" y="5532456"/>
            <a:ext cx="5335588" cy="768350"/>
            <a:chOff x="0" y="0"/>
            <a:chExt cx="5335323" cy="768695"/>
          </a:xfrm>
        </p:grpSpPr>
        <p:sp>
          <p:nvSpPr>
            <p:cNvPr id="64" name="AutoShape 217"/>
            <p:cNvSpPr>
              <a:spLocks noChangeArrowheads="1"/>
            </p:cNvSpPr>
            <p:nvPr/>
          </p:nvSpPr>
          <p:spPr bwMode="auto">
            <a:xfrm>
              <a:off x="90484" y="489170"/>
              <a:ext cx="5047999" cy="27952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>
                    <a:alpha val="50000"/>
                  </a:srgbClr>
                </a:gs>
                <a:gs pos="100000">
                  <a:srgbClr val="6C6C6C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ko-KR" altLang="en-US" sz="1800">
                <a:solidFill>
                  <a:srgbClr val="000000"/>
                </a:solidFill>
                <a:latin typeface="微软雅黑" panose="020B0503020204020204" pitchFamily="34" charset="-122"/>
                <a:ea typeface="Malgun Gothic" panose="020B0503020000020004" pitchFamily="34" charset="-127"/>
              </a:endParaRPr>
            </a:p>
          </p:txBody>
        </p:sp>
        <p:grpSp>
          <p:nvGrpSpPr>
            <p:cNvPr id="65" name="Group 41"/>
            <p:cNvGrpSpPr>
              <a:grpSpLocks/>
            </p:cNvGrpSpPr>
            <p:nvPr/>
          </p:nvGrpSpPr>
          <p:grpSpPr bwMode="auto">
            <a:xfrm>
              <a:off x="-53464" y="-32845"/>
              <a:ext cx="5443458" cy="737947"/>
              <a:chOff x="0" y="0"/>
              <a:chExt cx="5443728" cy="737616"/>
            </a:xfrm>
          </p:grpSpPr>
          <p:pic>
            <p:nvPicPr>
              <p:cNvPr id="66" name="AutoShape 183"/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443728" cy="737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7" name="Text Box 43"/>
              <p:cNvSpPr txBox="1">
                <a:spLocks noChangeArrowheads="1"/>
              </p:cNvSpPr>
              <p:nvPr/>
            </p:nvSpPr>
            <p:spPr bwMode="auto">
              <a:xfrm>
                <a:off x="145181" y="124544"/>
                <a:ext cx="5152160" cy="442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endParaRPr lang="ko-KR" altLang="en-US">
                  <a:solidFill>
                    <a:srgbClr val="FFFFFF"/>
                  </a:solidFill>
                  <a:latin typeface="微软雅黑" panose="020B0503020204020204" pitchFamily="34" charset="-122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68" name="Rectangle 24"/>
          <p:cNvSpPr>
            <a:spLocks noChangeArrowheads="1"/>
          </p:cNvSpPr>
          <p:nvPr/>
        </p:nvSpPr>
        <p:spPr bwMode="auto">
          <a:xfrm>
            <a:off x="4957520" y="4729065"/>
            <a:ext cx="4000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度量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 24"/>
          <p:cNvSpPr>
            <a:spLocks noChangeArrowheads="1"/>
          </p:cNvSpPr>
          <p:nvPr/>
        </p:nvSpPr>
        <p:spPr bwMode="auto">
          <a:xfrm>
            <a:off x="4957520" y="5731614"/>
            <a:ext cx="4000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188"/>
          <p:cNvSpPr>
            <a:spLocks noChangeShapeType="1"/>
          </p:cNvSpPr>
          <p:nvPr/>
        </p:nvSpPr>
        <p:spPr bwMode="auto">
          <a:xfrm flipH="1">
            <a:off x="3705258" y="5876505"/>
            <a:ext cx="1001712" cy="0"/>
          </a:xfrm>
          <a:prstGeom prst="line">
            <a:avLst/>
          </a:prstGeom>
          <a:noFill/>
          <a:ln w="31750" cap="rnd" cmpd="sng">
            <a:solidFill>
              <a:srgbClr val="333333"/>
            </a:solidFill>
            <a:prstDash val="sysDot"/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188"/>
          <p:cNvSpPr>
            <a:spLocks noChangeShapeType="1"/>
          </p:cNvSpPr>
          <p:nvPr/>
        </p:nvSpPr>
        <p:spPr bwMode="auto">
          <a:xfrm flipH="1">
            <a:off x="3730714" y="4889086"/>
            <a:ext cx="1001712" cy="0"/>
          </a:xfrm>
          <a:prstGeom prst="line">
            <a:avLst/>
          </a:prstGeom>
          <a:noFill/>
          <a:ln w="31750" cap="rnd" cmpd="sng">
            <a:solidFill>
              <a:srgbClr val="333333"/>
            </a:solidFill>
            <a:prstDash val="sysDot"/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1106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2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8" grpId="0" animBg="1" autoUpdateAnimBg="0"/>
      <p:bldP spid="25650" grpId="0" animBg="1" autoUpdateAnimBg="0"/>
      <p:bldP spid="25654" grpId="0" autoUpdateAnimBg="0"/>
      <p:bldP spid="25655" grpId="0" autoUpdateAnimBg="0"/>
      <p:bldP spid="25656" grpId="0" autoUpdateAnimBg="0"/>
      <p:bldP spid="25657" grpId="0" autoUpdateAnimBg="0"/>
      <p:bldP spid="68" grpId="0" autoUpdateAnimBg="0"/>
      <p:bldP spid="6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863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 smtClean="0">
                <a:solidFill>
                  <a:schemeClr val="accent3"/>
                </a:solidFill>
              </a:rPr>
              <a:t>计划实施的步骤</a:t>
            </a:r>
            <a:endParaRPr lang="zh-CN" altLang="en-US" sz="3600" dirty="0">
              <a:solidFill>
                <a:schemeClr val="accent3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6690" y="1359510"/>
            <a:ext cx="103493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在项目早期要根据项目计划制定与其相应</a:t>
            </a:r>
            <a:r>
              <a:rPr lang="zh-CN" altLang="en-US" sz="2000" dirty="0" smtClean="0">
                <a:solidFill>
                  <a:schemeClr val="accent3"/>
                </a:solidFill>
              </a:rPr>
              <a:t>的</a:t>
            </a:r>
            <a:r>
              <a:rPr lang="en-US" altLang="zh-CN" sz="20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计划，定义各阶段的检查点。标识出检查、审计的工作产品对象，以及在每个阶段</a:t>
            </a:r>
            <a:r>
              <a:rPr lang="en-US" altLang="zh-CN" sz="20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的输出产品。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</a:t>
            </a:r>
            <a:r>
              <a:rPr lang="en-US" altLang="zh-CN" sz="2000" dirty="0">
                <a:solidFill>
                  <a:schemeClr val="accent3"/>
                </a:solidFill>
              </a:rPr>
              <a:t>1</a:t>
            </a:r>
            <a:r>
              <a:rPr lang="zh-CN" altLang="en-US" sz="2000" dirty="0">
                <a:solidFill>
                  <a:schemeClr val="accent3"/>
                </a:solidFill>
              </a:rPr>
              <a:t>）了解项目的需求，明确项目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计划的要求和范围。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</a:t>
            </a:r>
            <a:r>
              <a:rPr lang="en-US" altLang="zh-CN" sz="2000" dirty="0">
                <a:solidFill>
                  <a:schemeClr val="accent3"/>
                </a:solidFill>
              </a:rPr>
              <a:t>2</a:t>
            </a:r>
            <a:r>
              <a:rPr lang="zh-CN" altLang="en-US" sz="2000" dirty="0">
                <a:solidFill>
                  <a:schemeClr val="accent3"/>
                </a:solidFill>
              </a:rPr>
              <a:t>）选择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任务。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</a:t>
            </a:r>
            <a:r>
              <a:rPr lang="en-US" altLang="zh-CN" sz="2000" dirty="0">
                <a:solidFill>
                  <a:schemeClr val="accent3"/>
                </a:solidFill>
              </a:rPr>
              <a:t>3</a:t>
            </a:r>
            <a:r>
              <a:rPr lang="zh-CN" altLang="en-US" sz="2000" dirty="0">
                <a:solidFill>
                  <a:schemeClr val="accent3"/>
                </a:solidFill>
              </a:rPr>
              <a:t>）估计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的工作量和资源。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</a:t>
            </a:r>
            <a:r>
              <a:rPr lang="en-US" altLang="zh-CN" sz="2000" dirty="0">
                <a:solidFill>
                  <a:schemeClr val="accent3"/>
                </a:solidFill>
              </a:rPr>
              <a:t>4</a:t>
            </a:r>
            <a:r>
              <a:rPr lang="zh-CN" altLang="en-US" sz="2000" dirty="0">
                <a:solidFill>
                  <a:schemeClr val="accent3"/>
                </a:solidFill>
              </a:rPr>
              <a:t>）安排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任务和日程。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</a:t>
            </a:r>
            <a:r>
              <a:rPr lang="en-US" altLang="zh-CN" sz="2000" dirty="0">
                <a:solidFill>
                  <a:schemeClr val="accent3"/>
                </a:solidFill>
              </a:rPr>
              <a:t>5</a:t>
            </a:r>
            <a:r>
              <a:rPr lang="zh-CN" altLang="en-US" sz="2000" dirty="0">
                <a:solidFill>
                  <a:schemeClr val="accent3"/>
                </a:solidFill>
              </a:rPr>
              <a:t>）形成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计划。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</a:t>
            </a:r>
            <a:r>
              <a:rPr lang="en-US" altLang="zh-CN" sz="2000" dirty="0">
                <a:solidFill>
                  <a:schemeClr val="accent3"/>
                </a:solidFill>
              </a:rPr>
              <a:t>6</a:t>
            </a:r>
            <a:r>
              <a:rPr lang="zh-CN" altLang="en-US" sz="2000" dirty="0">
                <a:solidFill>
                  <a:schemeClr val="accent3"/>
                </a:solidFill>
              </a:rPr>
              <a:t>）协商、评审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计划。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</a:t>
            </a:r>
            <a:r>
              <a:rPr lang="en-US" altLang="zh-CN" sz="2000" dirty="0">
                <a:solidFill>
                  <a:schemeClr val="accent3"/>
                </a:solidFill>
              </a:rPr>
              <a:t>7</a:t>
            </a:r>
            <a:r>
              <a:rPr lang="zh-CN" altLang="en-US" sz="2000" dirty="0">
                <a:solidFill>
                  <a:schemeClr val="accent3"/>
                </a:solidFill>
              </a:rPr>
              <a:t>）批准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计划。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</a:t>
            </a:r>
            <a:r>
              <a:rPr lang="en-US" altLang="zh-CN" sz="2000" dirty="0">
                <a:solidFill>
                  <a:schemeClr val="accent3"/>
                </a:solidFill>
              </a:rPr>
              <a:t>8</a:t>
            </a:r>
            <a:r>
              <a:rPr lang="zh-CN" altLang="en-US" sz="2000" dirty="0">
                <a:solidFill>
                  <a:schemeClr val="accent3"/>
                </a:solidFill>
              </a:rPr>
              <a:t>）执行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计划。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</p:txBody>
      </p:sp>
      <p:grpSp>
        <p:nvGrpSpPr>
          <p:cNvPr id="5" name="Group 2221"/>
          <p:cNvGrpSpPr>
            <a:grpSpLocks/>
          </p:cNvGrpSpPr>
          <p:nvPr/>
        </p:nvGrpSpPr>
        <p:grpSpPr bwMode="auto">
          <a:xfrm>
            <a:off x="7599796" y="4281055"/>
            <a:ext cx="1918277" cy="1787236"/>
            <a:chOff x="0" y="0"/>
            <a:chExt cx="276226" cy="295275"/>
          </a:xfrm>
        </p:grpSpPr>
        <p:sp>
          <p:nvSpPr>
            <p:cNvPr id="6" name="Freeform 2193"/>
            <p:cNvSpPr>
              <a:spLocks noEditPoints="1"/>
            </p:cNvSpPr>
            <p:nvPr/>
          </p:nvSpPr>
          <p:spPr bwMode="auto">
            <a:xfrm>
              <a:off x="58738" y="0"/>
              <a:ext cx="217488" cy="195262"/>
            </a:xfrm>
            <a:custGeom>
              <a:avLst/>
              <a:gdLst>
                <a:gd name="T0" fmla="*/ 37 w 37"/>
                <a:gd name="T1" fmla="*/ 24 h 33"/>
                <a:gd name="T2" fmla="*/ 36 w 37"/>
                <a:gd name="T3" fmla="*/ 23 h 33"/>
                <a:gd name="T4" fmla="*/ 36 w 37"/>
                <a:gd name="T5" fmla="*/ 22 h 33"/>
                <a:gd name="T6" fmla="*/ 35 w 37"/>
                <a:gd name="T7" fmla="*/ 16 h 33"/>
                <a:gd name="T8" fmla="*/ 35 w 37"/>
                <a:gd name="T9" fmla="*/ 15 h 33"/>
                <a:gd name="T10" fmla="*/ 33 w 37"/>
                <a:gd name="T11" fmla="*/ 11 h 33"/>
                <a:gd name="T12" fmla="*/ 34 w 37"/>
                <a:gd name="T13" fmla="*/ 11 h 33"/>
                <a:gd name="T14" fmla="*/ 33 w 37"/>
                <a:gd name="T15" fmla="*/ 7 h 33"/>
                <a:gd name="T16" fmla="*/ 33 w 37"/>
                <a:gd name="T17" fmla="*/ 8 h 33"/>
                <a:gd name="T18" fmla="*/ 28 w 37"/>
                <a:gd name="T19" fmla="*/ 2 h 33"/>
                <a:gd name="T20" fmla="*/ 21 w 37"/>
                <a:gd name="T21" fmla="*/ 4 h 33"/>
                <a:gd name="T22" fmla="*/ 7 w 37"/>
                <a:gd name="T23" fmla="*/ 5 h 33"/>
                <a:gd name="T24" fmla="*/ 0 w 37"/>
                <a:gd name="T25" fmla="*/ 11 h 33"/>
                <a:gd name="T26" fmla="*/ 1 w 37"/>
                <a:gd name="T27" fmla="*/ 18 h 33"/>
                <a:gd name="T28" fmla="*/ 2 w 37"/>
                <a:gd name="T29" fmla="*/ 24 h 33"/>
                <a:gd name="T30" fmla="*/ 3 w 37"/>
                <a:gd name="T31" fmla="*/ 27 h 33"/>
                <a:gd name="T32" fmla="*/ 4 w 37"/>
                <a:gd name="T33" fmla="*/ 29 h 33"/>
                <a:gd name="T34" fmla="*/ 5 w 37"/>
                <a:gd name="T35" fmla="*/ 31 h 33"/>
                <a:gd name="T36" fmla="*/ 7 w 37"/>
                <a:gd name="T37" fmla="*/ 33 h 33"/>
                <a:gd name="T38" fmla="*/ 10 w 37"/>
                <a:gd name="T39" fmla="*/ 32 h 33"/>
                <a:gd name="T40" fmla="*/ 10 w 37"/>
                <a:gd name="T41" fmla="*/ 32 h 33"/>
                <a:gd name="T42" fmla="*/ 14 w 37"/>
                <a:gd name="T43" fmla="*/ 29 h 33"/>
                <a:gd name="T44" fmla="*/ 17 w 37"/>
                <a:gd name="T45" fmla="*/ 28 h 33"/>
                <a:gd name="T46" fmla="*/ 18 w 37"/>
                <a:gd name="T47" fmla="*/ 28 h 33"/>
                <a:gd name="T48" fmla="*/ 26 w 37"/>
                <a:gd name="T49" fmla="*/ 28 h 33"/>
                <a:gd name="T50" fmla="*/ 30 w 37"/>
                <a:gd name="T51" fmla="*/ 27 h 33"/>
                <a:gd name="T52" fmla="*/ 30 w 37"/>
                <a:gd name="T53" fmla="*/ 27 h 33"/>
                <a:gd name="T54" fmla="*/ 32 w 37"/>
                <a:gd name="T55" fmla="*/ 26 h 33"/>
                <a:gd name="T56" fmla="*/ 36 w 37"/>
                <a:gd name="T57" fmla="*/ 24 h 33"/>
                <a:gd name="T58" fmla="*/ 37 w 37"/>
                <a:gd name="T59" fmla="*/ 24 h 33"/>
                <a:gd name="T60" fmla="*/ 31 w 37"/>
                <a:gd name="T61" fmla="*/ 4 h 33"/>
                <a:gd name="T62" fmla="*/ 31 w 37"/>
                <a:gd name="T63" fmla="*/ 4 h 33"/>
                <a:gd name="T64" fmla="*/ 31 w 37"/>
                <a:gd name="T65" fmla="*/ 6 h 33"/>
                <a:gd name="T66" fmla="*/ 31 w 37"/>
                <a:gd name="T67" fmla="*/ 7 h 33"/>
                <a:gd name="T68" fmla="*/ 31 w 37"/>
                <a:gd name="T69" fmla="*/ 6 h 33"/>
                <a:gd name="T70" fmla="*/ 7 w 37"/>
                <a:gd name="T71" fmla="*/ 32 h 33"/>
                <a:gd name="T72" fmla="*/ 7 w 37"/>
                <a:gd name="T73" fmla="*/ 31 h 33"/>
                <a:gd name="T74" fmla="*/ 7 w 37"/>
                <a:gd name="T75" fmla="*/ 32 h 33"/>
                <a:gd name="T76" fmla="*/ 35 w 37"/>
                <a:gd name="T77" fmla="*/ 24 h 33"/>
                <a:gd name="T78" fmla="*/ 33 w 37"/>
                <a:gd name="T79" fmla="*/ 26 h 33"/>
                <a:gd name="T80" fmla="*/ 26 w 37"/>
                <a:gd name="T81" fmla="*/ 28 h 33"/>
                <a:gd name="T82" fmla="*/ 26 w 37"/>
                <a:gd name="T83" fmla="*/ 27 h 33"/>
                <a:gd name="T84" fmla="*/ 24 w 37"/>
                <a:gd name="T85" fmla="*/ 27 h 33"/>
                <a:gd name="T86" fmla="*/ 19 w 37"/>
                <a:gd name="T87" fmla="*/ 27 h 33"/>
                <a:gd name="T88" fmla="*/ 16 w 37"/>
                <a:gd name="T89" fmla="*/ 27 h 33"/>
                <a:gd name="T90" fmla="*/ 14 w 37"/>
                <a:gd name="T91" fmla="*/ 28 h 33"/>
                <a:gd name="T92" fmla="*/ 14 w 37"/>
                <a:gd name="T93" fmla="*/ 27 h 33"/>
                <a:gd name="T94" fmla="*/ 10 w 37"/>
                <a:gd name="T95" fmla="*/ 30 h 33"/>
                <a:gd name="T96" fmla="*/ 7 w 37"/>
                <a:gd name="T97" fmla="*/ 31 h 33"/>
                <a:gd name="T98" fmla="*/ 3 w 37"/>
                <a:gd name="T99" fmla="*/ 21 h 33"/>
                <a:gd name="T100" fmla="*/ 3 w 37"/>
                <a:gd name="T101" fmla="*/ 19 h 33"/>
                <a:gd name="T102" fmla="*/ 2 w 37"/>
                <a:gd name="T103" fmla="*/ 16 h 33"/>
                <a:gd name="T104" fmla="*/ 2 w 37"/>
                <a:gd name="T105" fmla="*/ 12 h 33"/>
                <a:gd name="T106" fmla="*/ 3 w 37"/>
                <a:gd name="T107" fmla="*/ 9 h 33"/>
                <a:gd name="T108" fmla="*/ 17 w 37"/>
                <a:gd name="T109" fmla="*/ 6 h 33"/>
                <a:gd name="T110" fmla="*/ 30 w 37"/>
                <a:gd name="T111" fmla="*/ 5 h 33"/>
                <a:gd name="T112" fmla="*/ 31 w 37"/>
                <a:gd name="T113" fmla="*/ 7 h 33"/>
                <a:gd name="T114" fmla="*/ 31 w 37"/>
                <a:gd name="T115" fmla="*/ 6 h 33"/>
                <a:gd name="T116" fmla="*/ 33 w 37"/>
                <a:gd name="T117" fmla="*/ 13 h 33"/>
                <a:gd name="T118" fmla="*/ 35 w 37"/>
                <a:gd name="T119" fmla="*/ 23 h 33"/>
                <a:gd name="T120" fmla="*/ 36 w 37"/>
                <a:gd name="T121" fmla="*/ 24 h 33"/>
                <a:gd name="T122" fmla="*/ 36 w 37"/>
                <a:gd name="T123" fmla="*/ 24 h 33"/>
                <a:gd name="T124" fmla="*/ 35 w 37"/>
                <a:gd name="T125" fmla="*/ 2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" h="33">
                  <a:moveTo>
                    <a:pt x="37" y="24"/>
                  </a:moveTo>
                  <a:cubicBezTo>
                    <a:pt x="37" y="24"/>
                    <a:pt x="36" y="23"/>
                    <a:pt x="36" y="23"/>
                  </a:cubicBezTo>
                  <a:cubicBezTo>
                    <a:pt x="36" y="23"/>
                    <a:pt x="36" y="22"/>
                    <a:pt x="36" y="22"/>
                  </a:cubicBezTo>
                  <a:cubicBezTo>
                    <a:pt x="36" y="21"/>
                    <a:pt x="35" y="17"/>
                    <a:pt x="35" y="16"/>
                  </a:cubicBezTo>
                  <a:cubicBezTo>
                    <a:pt x="35" y="16"/>
                    <a:pt x="35" y="14"/>
                    <a:pt x="35" y="15"/>
                  </a:cubicBezTo>
                  <a:cubicBezTo>
                    <a:pt x="35" y="13"/>
                    <a:pt x="33" y="12"/>
                    <a:pt x="33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5" y="11"/>
                    <a:pt x="33" y="8"/>
                    <a:pt x="33" y="7"/>
                  </a:cubicBezTo>
                  <a:cubicBezTo>
                    <a:pt x="33" y="7"/>
                    <a:pt x="33" y="7"/>
                    <a:pt x="33" y="8"/>
                  </a:cubicBezTo>
                  <a:cubicBezTo>
                    <a:pt x="33" y="5"/>
                    <a:pt x="30" y="2"/>
                    <a:pt x="28" y="2"/>
                  </a:cubicBezTo>
                  <a:cubicBezTo>
                    <a:pt x="25" y="2"/>
                    <a:pt x="23" y="3"/>
                    <a:pt x="21" y="4"/>
                  </a:cubicBezTo>
                  <a:cubicBezTo>
                    <a:pt x="17" y="6"/>
                    <a:pt x="11" y="3"/>
                    <a:pt x="7" y="5"/>
                  </a:cubicBezTo>
                  <a:cubicBezTo>
                    <a:pt x="4" y="7"/>
                    <a:pt x="1" y="8"/>
                    <a:pt x="0" y="11"/>
                  </a:cubicBezTo>
                  <a:cubicBezTo>
                    <a:pt x="0" y="13"/>
                    <a:pt x="0" y="16"/>
                    <a:pt x="1" y="18"/>
                  </a:cubicBezTo>
                  <a:cubicBezTo>
                    <a:pt x="1" y="20"/>
                    <a:pt x="2" y="22"/>
                    <a:pt x="2" y="24"/>
                  </a:cubicBezTo>
                  <a:cubicBezTo>
                    <a:pt x="3" y="25"/>
                    <a:pt x="3" y="26"/>
                    <a:pt x="3" y="27"/>
                  </a:cubicBezTo>
                  <a:cubicBezTo>
                    <a:pt x="3" y="28"/>
                    <a:pt x="3" y="28"/>
                    <a:pt x="4" y="29"/>
                  </a:cubicBezTo>
                  <a:cubicBezTo>
                    <a:pt x="4" y="30"/>
                    <a:pt x="7" y="33"/>
                    <a:pt x="5" y="31"/>
                  </a:cubicBezTo>
                  <a:cubicBezTo>
                    <a:pt x="5" y="31"/>
                    <a:pt x="7" y="33"/>
                    <a:pt x="7" y="33"/>
                  </a:cubicBezTo>
                  <a:cubicBezTo>
                    <a:pt x="7" y="33"/>
                    <a:pt x="10" y="33"/>
                    <a:pt x="10" y="32"/>
                  </a:cubicBezTo>
                  <a:cubicBezTo>
                    <a:pt x="10" y="32"/>
                    <a:pt x="10" y="31"/>
                    <a:pt x="10" y="32"/>
                  </a:cubicBezTo>
                  <a:cubicBezTo>
                    <a:pt x="11" y="31"/>
                    <a:pt x="13" y="29"/>
                    <a:pt x="14" y="29"/>
                  </a:cubicBezTo>
                  <a:cubicBezTo>
                    <a:pt x="15" y="29"/>
                    <a:pt x="16" y="27"/>
                    <a:pt x="17" y="28"/>
                  </a:cubicBezTo>
                  <a:cubicBezTo>
                    <a:pt x="16" y="28"/>
                    <a:pt x="20" y="27"/>
                    <a:pt x="18" y="28"/>
                  </a:cubicBezTo>
                  <a:cubicBezTo>
                    <a:pt x="21" y="28"/>
                    <a:pt x="23" y="28"/>
                    <a:pt x="26" y="28"/>
                  </a:cubicBezTo>
                  <a:cubicBezTo>
                    <a:pt x="27" y="28"/>
                    <a:pt x="29" y="27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1" y="26"/>
                    <a:pt x="31" y="27"/>
                    <a:pt x="32" y="26"/>
                  </a:cubicBezTo>
                  <a:cubicBezTo>
                    <a:pt x="31" y="27"/>
                    <a:pt x="37" y="25"/>
                    <a:pt x="36" y="24"/>
                  </a:cubicBezTo>
                  <a:cubicBezTo>
                    <a:pt x="36" y="24"/>
                    <a:pt x="36" y="23"/>
                    <a:pt x="37" y="24"/>
                  </a:cubicBezTo>
                  <a:close/>
                  <a:moveTo>
                    <a:pt x="31" y="4"/>
                  </a:moveTo>
                  <a:cubicBezTo>
                    <a:pt x="31" y="5"/>
                    <a:pt x="31" y="5"/>
                    <a:pt x="31" y="4"/>
                  </a:cubicBezTo>
                  <a:close/>
                  <a:moveTo>
                    <a:pt x="31" y="6"/>
                  </a:moveTo>
                  <a:cubicBezTo>
                    <a:pt x="30" y="6"/>
                    <a:pt x="31" y="7"/>
                    <a:pt x="31" y="7"/>
                  </a:cubicBezTo>
                  <a:cubicBezTo>
                    <a:pt x="30" y="6"/>
                    <a:pt x="30" y="6"/>
                    <a:pt x="31" y="6"/>
                  </a:cubicBezTo>
                  <a:close/>
                  <a:moveTo>
                    <a:pt x="7" y="32"/>
                  </a:moveTo>
                  <a:cubicBezTo>
                    <a:pt x="7" y="32"/>
                    <a:pt x="7" y="32"/>
                    <a:pt x="7" y="31"/>
                  </a:cubicBezTo>
                  <a:cubicBezTo>
                    <a:pt x="7" y="32"/>
                    <a:pt x="8" y="32"/>
                    <a:pt x="7" y="32"/>
                  </a:cubicBezTo>
                  <a:close/>
                  <a:moveTo>
                    <a:pt x="35" y="24"/>
                  </a:moveTo>
                  <a:cubicBezTo>
                    <a:pt x="35" y="25"/>
                    <a:pt x="33" y="27"/>
                    <a:pt x="33" y="26"/>
                  </a:cubicBezTo>
                  <a:cubicBezTo>
                    <a:pt x="32" y="26"/>
                    <a:pt x="27" y="27"/>
                    <a:pt x="26" y="28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7"/>
                    <a:pt x="25" y="27"/>
                    <a:pt x="24" y="27"/>
                  </a:cubicBezTo>
                  <a:cubicBezTo>
                    <a:pt x="22" y="27"/>
                    <a:pt x="20" y="27"/>
                    <a:pt x="19" y="27"/>
                  </a:cubicBezTo>
                  <a:cubicBezTo>
                    <a:pt x="18" y="27"/>
                    <a:pt x="17" y="27"/>
                    <a:pt x="16" y="27"/>
                  </a:cubicBezTo>
                  <a:cubicBezTo>
                    <a:pt x="17" y="27"/>
                    <a:pt x="14" y="28"/>
                    <a:pt x="14" y="28"/>
                  </a:cubicBezTo>
                  <a:cubicBezTo>
                    <a:pt x="14" y="28"/>
                    <a:pt x="14" y="28"/>
                    <a:pt x="14" y="27"/>
                  </a:cubicBezTo>
                  <a:cubicBezTo>
                    <a:pt x="13" y="28"/>
                    <a:pt x="10" y="30"/>
                    <a:pt x="10" y="30"/>
                  </a:cubicBezTo>
                  <a:cubicBezTo>
                    <a:pt x="10" y="31"/>
                    <a:pt x="8" y="32"/>
                    <a:pt x="7" y="31"/>
                  </a:cubicBezTo>
                  <a:cubicBezTo>
                    <a:pt x="6" y="28"/>
                    <a:pt x="2" y="26"/>
                    <a:pt x="3" y="21"/>
                  </a:cubicBezTo>
                  <a:cubicBezTo>
                    <a:pt x="4" y="21"/>
                    <a:pt x="2" y="18"/>
                    <a:pt x="3" y="19"/>
                  </a:cubicBezTo>
                  <a:cubicBezTo>
                    <a:pt x="3" y="18"/>
                    <a:pt x="1" y="13"/>
                    <a:pt x="2" y="16"/>
                  </a:cubicBezTo>
                  <a:cubicBezTo>
                    <a:pt x="2" y="15"/>
                    <a:pt x="1" y="14"/>
                    <a:pt x="2" y="12"/>
                  </a:cubicBezTo>
                  <a:cubicBezTo>
                    <a:pt x="2" y="10"/>
                    <a:pt x="3" y="9"/>
                    <a:pt x="3" y="9"/>
                  </a:cubicBezTo>
                  <a:cubicBezTo>
                    <a:pt x="5" y="5"/>
                    <a:pt x="14" y="6"/>
                    <a:pt x="17" y="6"/>
                  </a:cubicBezTo>
                  <a:cubicBezTo>
                    <a:pt x="18" y="9"/>
                    <a:pt x="31" y="0"/>
                    <a:pt x="30" y="5"/>
                  </a:cubicBezTo>
                  <a:cubicBezTo>
                    <a:pt x="29" y="3"/>
                    <a:pt x="30" y="7"/>
                    <a:pt x="31" y="7"/>
                  </a:cubicBezTo>
                  <a:cubicBezTo>
                    <a:pt x="31" y="7"/>
                    <a:pt x="31" y="6"/>
                    <a:pt x="31" y="6"/>
                  </a:cubicBezTo>
                  <a:cubicBezTo>
                    <a:pt x="32" y="7"/>
                    <a:pt x="33" y="12"/>
                    <a:pt x="33" y="13"/>
                  </a:cubicBezTo>
                  <a:cubicBezTo>
                    <a:pt x="34" y="16"/>
                    <a:pt x="34" y="20"/>
                    <a:pt x="35" y="23"/>
                  </a:cubicBezTo>
                  <a:cubicBezTo>
                    <a:pt x="35" y="24"/>
                    <a:pt x="36" y="24"/>
                    <a:pt x="36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24"/>
                    <a:pt x="36" y="24"/>
                    <a:pt x="35" y="2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2194"/>
            <p:cNvSpPr>
              <a:spLocks noEditPoints="1"/>
            </p:cNvSpPr>
            <p:nvPr/>
          </p:nvSpPr>
          <p:spPr bwMode="auto">
            <a:xfrm>
              <a:off x="0" y="53975"/>
              <a:ext cx="100013" cy="241300"/>
            </a:xfrm>
            <a:custGeom>
              <a:avLst/>
              <a:gdLst>
                <a:gd name="T0" fmla="*/ 15 w 17"/>
                <a:gd name="T1" fmla="*/ 29 h 41"/>
                <a:gd name="T2" fmla="*/ 13 w 17"/>
                <a:gd name="T3" fmla="*/ 26 h 41"/>
                <a:gd name="T4" fmla="*/ 12 w 17"/>
                <a:gd name="T5" fmla="*/ 20 h 41"/>
                <a:gd name="T6" fmla="*/ 10 w 17"/>
                <a:gd name="T7" fmla="*/ 10 h 41"/>
                <a:gd name="T8" fmla="*/ 9 w 17"/>
                <a:gd name="T9" fmla="*/ 9 h 41"/>
                <a:gd name="T10" fmla="*/ 8 w 17"/>
                <a:gd name="T11" fmla="*/ 7 h 41"/>
                <a:gd name="T12" fmla="*/ 8 w 17"/>
                <a:gd name="T13" fmla="*/ 7 h 41"/>
                <a:gd name="T14" fmla="*/ 10 w 17"/>
                <a:gd name="T15" fmla="*/ 12 h 41"/>
                <a:gd name="T16" fmla="*/ 9 w 17"/>
                <a:gd name="T17" fmla="*/ 12 h 41"/>
                <a:gd name="T18" fmla="*/ 12 w 17"/>
                <a:gd name="T19" fmla="*/ 21 h 41"/>
                <a:gd name="T20" fmla="*/ 11 w 17"/>
                <a:gd name="T21" fmla="*/ 21 h 41"/>
                <a:gd name="T22" fmla="*/ 12 w 17"/>
                <a:gd name="T23" fmla="*/ 25 h 41"/>
                <a:gd name="T24" fmla="*/ 13 w 17"/>
                <a:gd name="T25" fmla="*/ 28 h 41"/>
                <a:gd name="T26" fmla="*/ 13 w 17"/>
                <a:gd name="T27" fmla="*/ 28 h 41"/>
                <a:gd name="T28" fmla="*/ 14 w 17"/>
                <a:gd name="T29" fmla="*/ 29 h 41"/>
                <a:gd name="T30" fmla="*/ 15 w 17"/>
                <a:gd name="T31" fmla="*/ 32 h 41"/>
                <a:gd name="T32" fmla="*/ 15 w 17"/>
                <a:gd name="T33" fmla="*/ 39 h 41"/>
                <a:gd name="T34" fmla="*/ 15 w 17"/>
                <a:gd name="T35" fmla="*/ 39 h 41"/>
                <a:gd name="T36" fmla="*/ 13 w 17"/>
                <a:gd name="T37" fmla="*/ 39 h 41"/>
                <a:gd name="T38" fmla="*/ 12 w 17"/>
                <a:gd name="T39" fmla="*/ 38 h 41"/>
                <a:gd name="T40" fmla="*/ 10 w 17"/>
                <a:gd name="T41" fmla="*/ 35 h 41"/>
                <a:gd name="T42" fmla="*/ 8 w 17"/>
                <a:gd name="T43" fmla="*/ 24 h 41"/>
                <a:gd name="T44" fmla="*/ 7 w 17"/>
                <a:gd name="T45" fmla="*/ 19 h 41"/>
                <a:gd name="T46" fmla="*/ 4 w 17"/>
                <a:gd name="T47" fmla="*/ 11 h 41"/>
                <a:gd name="T48" fmla="*/ 4 w 17"/>
                <a:gd name="T49" fmla="*/ 12 h 41"/>
                <a:gd name="T50" fmla="*/ 4 w 17"/>
                <a:gd name="T51" fmla="*/ 10 h 41"/>
                <a:gd name="T52" fmla="*/ 4 w 17"/>
                <a:gd name="T53" fmla="*/ 11 h 41"/>
                <a:gd name="T54" fmla="*/ 3 w 17"/>
                <a:gd name="T55" fmla="*/ 8 h 41"/>
                <a:gd name="T56" fmla="*/ 4 w 17"/>
                <a:gd name="T57" fmla="*/ 2 h 41"/>
                <a:gd name="T58" fmla="*/ 7 w 17"/>
                <a:gd name="T59" fmla="*/ 3 h 41"/>
                <a:gd name="T60" fmla="*/ 8 w 17"/>
                <a:gd name="T61" fmla="*/ 3 h 41"/>
                <a:gd name="T62" fmla="*/ 8 w 17"/>
                <a:gd name="T63" fmla="*/ 5 h 41"/>
                <a:gd name="T64" fmla="*/ 8 w 17"/>
                <a:gd name="T65" fmla="*/ 3 h 41"/>
                <a:gd name="T66" fmla="*/ 8 w 17"/>
                <a:gd name="T67" fmla="*/ 3 h 41"/>
                <a:gd name="T68" fmla="*/ 6 w 17"/>
                <a:gd name="T69" fmla="*/ 1 h 41"/>
                <a:gd name="T70" fmla="*/ 3 w 17"/>
                <a:gd name="T71" fmla="*/ 1 h 41"/>
                <a:gd name="T72" fmla="*/ 2 w 17"/>
                <a:gd name="T73" fmla="*/ 2 h 41"/>
                <a:gd name="T74" fmla="*/ 1 w 17"/>
                <a:gd name="T75" fmla="*/ 3 h 41"/>
                <a:gd name="T76" fmla="*/ 2 w 17"/>
                <a:gd name="T77" fmla="*/ 7 h 41"/>
                <a:gd name="T78" fmla="*/ 1 w 17"/>
                <a:gd name="T79" fmla="*/ 6 h 41"/>
                <a:gd name="T80" fmla="*/ 2 w 17"/>
                <a:gd name="T81" fmla="*/ 10 h 41"/>
                <a:gd name="T82" fmla="*/ 2 w 17"/>
                <a:gd name="T83" fmla="*/ 10 h 41"/>
                <a:gd name="T84" fmla="*/ 4 w 17"/>
                <a:gd name="T85" fmla="*/ 15 h 41"/>
                <a:gd name="T86" fmla="*/ 6 w 17"/>
                <a:gd name="T87" fmla="*/ 23 h 41"/>
                <a:gd name="T88" fmla="*/ 8 w 17"/>
                <a:gd name="T89" fmla="*/ 32 h 41"/>
                <a:gd name="T90" fmla="*/ 14 w 17"/>
                <a:gd name="T91" fmla="*/ 41 h 41"/>
                <a:gd name="T92" fmla="*/ 17 w 17"/>
                <a:gd name="T93" fmla="*/ 36 h 41"/>
                <a:gd name="T94" fmla="*/ 17 w 17"/>
                <a:gd name="T95" fmla="*/ 32 h 41"/>
                <a:gd name="T96" fmla="*/ 15 w 17"/>
                <a:gd name="T97" fmla="*/ 29 h 41"/>
                <a:gd name="T98" fmla="*/ 3 w 17"/>
                <a:gd name="T99" fmla="*/ 12 h 41"/>
                <a:gd name="T100" fmla="*/ 3 w 17"/>
                <a:gd name="T101" fmla="*/ 12 h 41"/>
                <a:gd name="T102" fmla="*/ 4 w 17"/>
                <a:gd name="T103" fmla="*/ 10 h 41"/>
                <a:gd name="T104" fmla="*/ 4 w 17"/>
                <a:gd name="T105" fmla="*/ 10 h 41"/>
                <a:gd name="T106" fmla="*/ 4 w 17"/>
                <a:gd name="T107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" h="41">
                  <a:moveTo>
                    <a:pt x="15" y="29"/>
                  </a:moveTo>
                  <a:cubicBezTo>
                    <a:pt x="15" y="28"/>
                    <a:pt x="15" y="25"/>
                    <a:pt x="13" y="26"/>
                  </a:cubicBezTo>
                  <a:cubicBezTo>
                    <a:pt x="15" y="26"/>
                    <a:pt x="13" y="21"/>
                    <a:pt x="12" y="20"/>
                  </a:cubicBezTo>
                  <a:cubicBezTo>
                    <a:pt x="11" y="18"/>
                    <a:pt x="11" y="14"/>
                    <a:pt x="10" y="10"/>
                  </a:cubicBezTo>
                  <a:cubicBezTo>
                    <a:pt x="10" y="11"/>
                    <a:pt x="9" y="9"/>
                    <a:pt x="9" y="9"/>
                  </a:cubicBezTo>
                  <a:cubicBezTo>
                    <a:pt x="10" y="9"/>
                    <a:pt x="9" y="8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9" y="9"/>
                    <a:pt x="9" y="11"/>
                    <a:pt x="10" y="12"/>
                  </a:cubicBezTo>
                  <a:cubicBezTo>
                    <a:pt x="10" y="12"/>
                    <a:pt x="9" y="12"/>
                    <a:pt x="9" y="12"/>
                  </a:cubicBezTo>
                  <a:cubicBezTo>
                    <a:pt x="9" y="13"/>
                    <a:pt x="12" y="22"/>
                    <a:pt x="12" y="21"/>
                  </a:cubicBezTo>
                  <a:cubicBezTo>
                    <a:pt x="12" y="21"/>
                    <a:pt x="12" y="21"/>
                    <a:pt x="11" y="21"/>
                  </a:cubicBezTo>
                  <a:cubicBezTo>
                    <a:pt x="11" y="22"/>
                    <a:pt x="12" y="25"/>
                    <a:pt x="12" y="25"/>
                  </a:cubicBezTo>
                  <a:cubicBezTo>
                    <a:pt x="12" y="25"/>
                    <a:pt x="13" y="27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8"/>
                    <a:pt x="13" y="28"/>
                    <a:pt x="14" y="29"/>
                  </a:cubicBezTo>
                  <a:cubicBezTo>
                    <a:pt x="14" y="29"/>
                    <a:pt x="15" y="32"/>
                    <a:pt x="15" y="32"/>
                  </a:cubicBezTo>
                  <a:cubicBezTo>
                    <a:pt x="16" y="35"/>
                    <a:pt x="16" y="36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4" y="38"/>
                    <a:pt x="13" y="40"/>
                    <a:pt x="13" y="39"/>
                  </a:cubicBezTo>
                  <a:cubicBezTo>
                    <a:pt x="14" y="39"/>
                    <a:pt x="12" y="40"/>
                    <a:pt x="12" y="38"/>
                  </a:cubicBezTo>
                  <a:cubicBezTo>
                    <a:pt x="11" y="38"/>
                    <a:pt x="11" y="35"/>
                    <a:pt x="10" y="35"/>
                  </a:cubicBezTo>
                  <a:cubicBezTo>
                    <a:pt x="9" y="33"/>
                    <a:pt x="9" y="27"/>
                    <a:pt x="8" y="24"/>
                  </a:cubicBezTo>
                  <a:cubicBezTo>
                    <a:pt x="8" y="23"/>
                    <a:pt x="7" y="21"/>
                    <a:pt x="7" y="19"/>
                  </a:cubicBezTo>
                  <a:cubicBezTo>
                    <a:pt x="6" y="17"/>
                    <a:pt x="4" y="13"/>
                    <a:pt x="4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2"/>
                    <a:pt x="5" y="10"/>
                    <a:pt x="4" y="10"/>
                  </a:cubicBezTo>
                  <a:cubicBezTo>
                    <a:pt x="4" y="10"/>
                    <a:pt x="4" y="10"/>
                    <a:pt x="4" y="11"/>
                  </a:cubicBezTo>
                  <a:cubicBezTo>
                    <a:pt x="3" y="10"/>
                    <a:pt x="4" y="8"/>
                    <a:pt x="3" y="8"/>
                  </a:cubicBezTo>
                  <a:cubicBezTo>
                    <a:pt x="1" y="6"/>
                    <a:pt x="3" y="3"/>
                    <a:pt x="4" y="2"/>
                  </a:cubicBezTo>
                  <a:cubicBezTo>
                    <a:pt x="6" y="1"/>
                    <a:pt x="6" y="3"/>
                    <a:pt x="7" y="3"/>
                  </a:cubicBezTo>
                  <a:cubicBezTo>
                    <a:pt x="7" y="3"/>
                    <a:pt x="7" y="3"/>
                    <a:pt x="8" y="3"/>
                  </a:cubicBezTo>
                  <a:cubicBezTo>
                    <a:pt x="8" y="4"/>
                    <a:pt x="8" y="4"/>
                    <a:pt x="8" y="5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8" y="3"/>
                    <a:pt x="8" y="2"/>
                    <a:pt x="8" y="3"/>
                  </a:cubicBezTo>
                  <a:cubicBezTo>
                    <a:pt x="8" y="2"/>
                    <a:pt x="6" y="1"/>
                    <a:pt x="6" y="1"/>
                  </a:cubicBezTo>
                  <a:cubicBezTo>
                    <a:pt x="5" y="0"/>
                    <a:pt x="3" y="0"/>
                    <a:pt x="3" y="1"/>
                  </a:cubicBezTo>
                  <a:cubicBezTo>
                    <a:pt x="3" y="1"/>
                    <a:pt x="2" y="3"/>
                    <a:pt x="2" y="2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0" y="5"/>
                    <a:pt x="2" y="6"/>
                    <a:pt x="2" y="7"/>
                  </a:cubicBezTo>
                  <a:cubicBezTo>
                    <a:pt x="1" y="7"/>
                    <a:pt x="1" y="7"/>
                    <a:pt x="1" y="6"/>
                  </a:cubicBezTo>
                  <a:cubicBezTo>
                    <a:pt x="0" y="7"/>
                    <a:pt x="2" y="9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3" y="14"/>
                    <a:pt x="4" y="15"/>
                  </a:cubicBezTo>
                  <a:cubicBezTo>
                    <a:pt x="5" y="18"/>
                    <a:pt x="5" y="20"/>
                    <a:pt x="6" y="23"/>
                  </a:cubicBezTo>
                  <a:cubicBezTo>
                    <a:pt x="6" y="23"/>
                    <a:pt x="8" y="32"/>
                    <a:pt x="8" y="32"/>
                  </a:cubicBezTo>
                  <a:cubicBezTo>
                    <a:pt x="8" y="36"/>
                    <a:pt x="10" y="41"/>
                    <a:pt x="14" y="41"/>
                  </a:cubicBezTo>
                  <a:cubicBezTo>
                    <a:pt x="16" y="41"/>
                    <a:pt x="17" y="38"/>
                    <a:pt x="17" y="36"/>
                  </a:cubicBezTo>
                  <a:cubicBezTo>
                    <a:pt x="17" y="35"/>
                    <a:pt x="17" y="34"/>
                    <a:pt x="17" y="32"/>
                  </a:cubicBezTo>
                  <a:cubicBezTo>
                    <a:pt x="16" y="31"/>
                    <a:pt x="14" y="28"/>
                    <a:pt x="15" y="29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4" y="11"/>
                    <a:pt x="4" y="10"/>
                    <a:pt x="4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195"/>
            <p:cNvSpPr>
              <a:spLocks/>
            </p:cNvSpPr>
            <p:nvPr/>
          </p:nvSpPr>
          <p:spPr bwMode="auto">
            <a:xfrm>
              <a:off x="76200" y="265113"/>
              <a:ext cx="23813" cy="23812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3 h 4"/>
                <a:gd name="T4" fmla="*/ 0 w 4"/>
                <a:gd name="T5" fmla="*/ 3 h 4"/>
                <a:gd name="T6" fmla="*/ 2 w 4"/>
                <a:gd name="T7" fmla="*/ 4 h 4"/>
                <a:gd name="T8" fmla="*/ 2 w 4"/>
                <a:gd name="T9" fmla="*/ 4 h 4"/>
                <a:gd name="T10" fmla="*/ 1 w 4"/>
                <a:gd name="T11" fmla="*/ 2 h 4"/>
                <a:gd name="T12" fmla="*/ 4 w 4"/>
                <a:gd name="T13" fmla="*/ 0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1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3"/>
                    <a:pt x="0" y="3"/>
                    <a:pt x="1" y="2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196"/>
            <p:cNvSpPr>
              <a:spLocks/>
            </p:cNvSpPr>
            <p:nvPr/>
          </p:nvSpPr>
          <p:spPr bwMode="auto">
            <a:xfrm>
              <a:off x="58738" y="230188"/>
              <a:ext cx="41275" cy="53975"/>
            </a:xfrm>
            <a:custGeom>
              <a:avLst/>
              <a:gdLst>
                <a:gd name="T0" fmla="*/ 6 w 7"/>
                <a:gd name="T1" fmla="*/ 0 h 9"/>
                <a:gd name="T2" fmla="*/ 0 w 7"/>
                <a:gd name="T3" fmla="*/ 6 h 9"/>
                <a:gd name="T4" fmla="*/ 0 w 7"/>
                <a:gd name="T5" fmla="*/ 6 h 9"/>
                <a:gd name="T6" fmla="*/ 6 w 7"/>
                <a:gd name="T7" fmla="*/ 3 h 9"/>
                <a:gd name="T8" fmla="*/ 5 w 7"/>
                <a:gd name="T9" fmla="*/ 4 h 9"/>
                <a:gd name="T10" fmla="*/ 3 w 7"/>
                <a:gd name="T11" fmla="*/ 5 h 9"/>
                <a:gd name="T12" fmla="*/ 1 w 7"/>
                <a:gd name="T13" fmla="*/ 8 h 9"/>
                <a:gd name="T14" fmla="*/ 1 w 7"/>
                <a:gd name="T15" fmla="*/ 8 h 9"/>
                <a:gd name="T16" fmla="*/ 7 w 7"/>
                <a:gd name="T17" fmla="*/ 6 h 9"/>
                <a:gd name="T18" fmla="*/ 6 w 7"/>
                <a:gd name="T19" fmla="*/ 6 h 9"/>
                <a:gd name="T20" fmla="*/ 4 w 7"/>
                <a:gd name="T21" fmla="*/ 7 h 9"/>
                <a:gd name="T22" fmla="*/ 2 w 7"/>
                <a:gd name="T23" fmla="*/ 7 h 9"/>
                <a:gd name="T24" fmla="*/ 7 w 7"/>
                <a:gd name="T25" fmla="*/ 3 h 9"/>
                <a:gd name="T26" fmla="*/ 6 w 7"/>
                <a:gd name="T27" fmla="*/ 3 h 9"/>
                <a:gd name="T28" fmla="*/ 4 w 7"/>
                <a:gd name="T29" fmla="*/ 4 h 9"/>
                <a:gd name="T30" fmla="*/ 1 w 7"/>
                <a:gd name="T31" fmla="*/ 5 h 9"/>
                <a:gd name="T32" fmla="*/ 6 w 7"/>
                <a:gd name="T33" fmla="*/ 1 h 9"/>
                <a:gd name="T34" fmla="*/ 6 w 7"/>
                <a:gd name="T3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9">
                  <a:moveTo>
                    <a:pt x="6" y="0"/>
                  </a:moveTo>
                  <a:cubicBezTo>
                    <a:pt x="3" y="2"/>
                    <a:pt x="1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6"/>
                    <a:pt x="4" y="5"/>
                    <a:pt x="6" y="3"/>
                  </a:cubicBezTo>
                  <a:cubicBezTo>
                    <a:pt x="7" y="3"/>
                    <a:pt x="5" y="4"/>
                    <a:pt x="5" y="4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2" y="6"/>
                    <a:pt x="1" y="7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3" y="8"/>
                    <a:pt x="5" y="7"/>
                    <a:pt x="7" y="6"/>
                  </a:cubicBezTo>
                  <a:cubicBezTo>
                    <a:pt x="7" y="6"/>
                    <a:pt x="6" y="6"/>
                    <a:pt x="6" y="6"/>
                  </a:cubicBezTo>
                  <a:cubicBezTo>
                    <a:pt x="6" y="6"/>
                    <a:pt x="5" y="6"/>
                    <a:pt x="4" y="7"/>
                  </a:cubicBezTo>
                  <a:cubicBezTo>
                    <a:pt x="4" y="7"/>
                    <a:pt x="1" y="9"/>
                    <a:pt x="2" y="7"/>
                  </a:cubicBezTo>
                  <a:cubicBezTo>
                    <a:pt x="3" y="6"/>
                    <a:pt x="5" y="4"/>
                    <a:pt x="7" y="3"/>
                  </a:cubicBezTo>
                  <a:cubicBezTo>
                    <a:pt x="7" y="3"/>
                    <a:pt x="6" y="3"/>
                    <a:pt x="6" y="3"/>
                  </a:cubicBezTo>
                  <a:cubicBezTo>
                    <a:pt x="6" y="3"/>
                    <a:pt x="5" y="4"/>
                    <a:pt x="4" y="4"/>
                  </a:cubicBezTo>
                  <a:cubicBezTo>
                    <a:pt x="4" y="4"/>
                    <a:pt x="0" y="7"/>
                    <a:pt x="1" y="5"/>
                  </a:cubicBezTo>
                  <a:cubicBezTo>
                    <a:pt x="2" y="3"/>
                    <a:pt x="4" y="2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2197"/>
            <p:cNvSpPr>
              <a:spLocks/>
            </p:cNvSpPr>
            <p:nvPr/>
          </p:nvSpPr>
          <p:spPr bwMode="auto">
            <a:xfrm>
              <a:off x="52388" y="219075"/>
              <a:ext cx="41275" cy="28575"/>
            </a:xfrm>
            <a:custGeom>
              <a:avLst/>
              <a:gdLst>
                <a:gd name="T0" fmla="*/ 6 w 7"/>
                <a:gd name="T1" fmla="*/ 0 h 5"/>
                <a:gd name="T2" fmla="*/ 1 w 7"/>
                <a:gd name="T3" fmla="*/ 5 h 5"/>
                <a:gd name="T4" fmla="*/ 1 w 7"/>
                <a:gd name="T5" fmla="*/ 5 h 5"/>
                <a:gd name="T6" fmla="*/ 6 w 7"/>
                <a:gd name="T7" fmla="*/ 2 h 5"/>
                <a:gd name="T8" fmla="*/ 6 w 7"/>
                <a:gd name="T9" fmla="*/ 2 h 5"/>
                <a:gd name="T10" fmla="*/ 4 w 7"/>
                <a:gd name="T11" fmla="*/ 3 h 5"/>
                <a:gd name="T12" fmla="*/ 2 w 7"/>
                <a:gd name="T13" fmla="*/ 4 h 5"/>
                <a:gd name="T14" fmla="*/ 6 w 7"/>
                <a:gd name="T15" fmla="*/ 0 h 5"/>
                <a:gd name="T16" fmla="*/ 6 w 7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5">
                  <a:moveTo>
                    <a:pt x="6" y="0"/>
                  </a:moveTo>
                  <a:cubicBezTo>
                    <a:pt x="4" y="2"/>
                    <a:pt x="2" y="3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3" y="4"/>
                    <a:pt x="5" y="3"/>
                    <a:pt x="6" y="2"/>
                  </a:cubicBezTo>
                  <a:cubicBezTo>
                    <a:pt x="7" y="2"/>
                    <a:pt x="6" y="2"/>
                    <a:pt x="6" y="2"/>
                  </a:cubicBezTo>
                  <a:cubicBezTo>
                    <a:pt x="6" y="2"/>
                    <a:pt x="5" y="3"/>
                    <a:pt x="4" y="3"/>
                  </a:cubicBezTo>
                  <a:cubicBezTo>
                    <a:pt x="4" y="3"/>
                    <a:pt x="0" y="5"/>
                    <a:pt x="2" y="4"/>
                  </a:cubicBezTo>
                  <a:cubicBezTo>
                    <a:pt x="3" y="2"/>
                    <a:pt x="5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198"/>
            <p:cNvSpPr>
              <a:spLocks/>
            </p:cNvSpPr>
            <p:nvPr/>
          </p:nvSpPr>
          <p:spPr bwMode="auto">
            <a:xfrm>
              <a:off x="52388" y="212725"/>
              <a:ext cx="30163" cy="17462"/>
            </a:xfrm>
            <a:custGeom>
              <a:avLst/>
              <a:gdLst>
                <a:gd name="T0" fmla="*/ 0 w 5"/>
                <a:gd name="T1" fmla="*/ 3 h 3"/>
                <a:gd name="T2" fmla="*/ 5 w 5"/>
                <a:gd name="T3" fmla="*/ 1 h 3"/>
                <a:gd name="T4" fmla="*/ 5 w 5"/>
                <a:gd name="T5" fmla="*/ 1 h 3"/>
                <a:gd name="T6" fmla="*/ 0 w 5"/>
                <a:gd name="T7" fmla="*/ 3 h 3"/>
                <a:gd name="T8" fmla="*/ 0 w 5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2" y="3"/>
                    <a:pt x="4" y="2"/>
                    <a:pt x="5" y="1"/>
                  </a:cubicBezTo>
                  <a:cubicBezTo>
                    <a:pt x="5" y="1"/>
                    <a:pt x="5" y="0"/>
                    <a:pt x="5" y="1"/>
                  </a:cubicBezTo>
                  <a:cubicBezTo>
                    <a:pt x="3" y="1"/>
                    <a:pt x="2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199"/>
            <p:cNvSpPr>
              <a:spLocks/>
            </p:cNvSpPr>
            <p:nvPr/>
          </p:nvSpPr>
          <p:spPr bwMode="auto">
            <a:xfrm>
              <a:off x="52388" y="201613"/>
              <a:ext cx="23813" cy="22225"/>
            </a:xfrm>
            <a:custGeom>
              <a:avLst/>
              <a:gdLst>
                <a:gd name="T0" fmla="*/ 4 w 4"/>
                <a:gd name="T1" fmla="*/ 1 h 4"/>
                <a:gd name="T2" fmla="*/ 0 w 4"/>
                <a:gd name="T3" fmla="*/ 4 h 4"/>
                <a:gd name="T4" fmla="*/ 0 w 4"/>
                <a:gd name="T5" fmla="*/ 4 h 4"/>
                <a:gd name="T6" fmla="*/ 4 w 4"/>
                <a:gd name="T7" fmla="*/ 1 h 4"/>
                <a:gd name="T8" fmla="*/ 4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2" y="2"/>
                    <a:pt x="1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3" y="2"/>
                    <a:pt x="4" y="1"/>
                  </a:cubicBezTo>
                  <a:cubicBezTo>
                    <a:pt x="4" y="1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200"/>
            <p:cNvSpPr>
              <a:spLocks/>
            </p:cNvSpPr>
            <p:nvPr/>
          </p:nvSpPr>
          <p:spPr bwMode="auto">
            <a:xfrm>
              <a:off x="47625" y="201613"/>
              <a:ext cx="28575" cy="11112"/>
            </a:xfrm>
            <a:custGeom>
              <a:avLst/>
              <a:gdLst>
                <a:gd name="T0" fmla="*/ 0 w 5"/>
                <a:gd name="T1" fmla="*/ 2 h 2"/>
                <a:gd name="T2" fmla="*/ 5 w 5"/>
                <a:gd name="T3" fmla="*/ 0 h 2"/>
                <a:gd name="T4" fmla="*/ 5 w 5"/>
                <a:gd name="T5" fmla="*/ 0 h 2"/>
                <a:gd name="T6" fmla="*/ 0 w 5"/>
                <a:gd name="T7" fmla="*/ 2 h 2"/>
                <a:gd name="T8" fmla="*/ 0 w 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2" y="1"/>
                    <a:pt x="3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201"/>
            <p:cNvSpPr>
              <a:spLocks/>
            </p:cNvSpPr>
            <p:nvPr/>
          </p:nvSpPr>
          <p:spPr bwMode="auto">
            <a:xfrm>
              <a:off x="47625" y="188913"/>
              <a:ext cx="23813" cy="17462"/>
            </a:xfrm>
            <a:custGeom>
              <a:avLst/>
              <a:gdLst>
                <a:gd name="T0" fmla="*/ 4 w 4"/>
                <a:gd name="T1" fmla="*/ 0 h 3"/>
                <a:gd name="T2" fmla="*/ 0 w 4"/>
                <a:gd name="T3" fmla="*/ 3 h 3"/>
                <a:gd name="T4" fmla="*/ 0 w 4"/>
                <a:gd name="T5" fmla="*/ 3 h 3"/>
                <a:gd name="T6" fmla="*/ 4 w 4"/>
                <a:gd name="T7" fmla="*/ 0 h 3"/>
                <a:gd name="T8" fmla="*/ 4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3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2202"/>
            <p:cNvSpPr>
              <a:spLocks/>
            </p:cNvSpPr>
            <p:nvPr/>
          </p:nvSpPr>
          <p:spPr bwMode="auto">
            <a:xfrm>
              <a:off x="47625" y="182563"/>
              <a:ext cx="23813" cy="12700"/>
            </a:xfrm>
            <a:custGeom>
              <a:avLst/>
              <a:gdLst>
                <a:gd name="T0" fmla="*/ 0 w 4"/>
                <a:gd name="T1" fmla="*/ 2 h 2"/>
                <a:gd name="T2" fmla="*/ 4 w 4"/>
                <a:gd name="T3" fmla="*/ 0 h 2"/>
                <a:gd name="T4" fmla="*/ 4 w 4"/>
                <a:gd name="T5" fmla="*/ 0 h 2"/>
                <a:gd name="T6" fmla="*/ 0 w 4"/>
                <a:gd name="T7" fmla="*/ 2 h 2"/>
                <a:gd name="T8" fmla="*/ 0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1"/>
                    <a:pt x="3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203"/>
            <p:cNvSpPr>
              <a:spLocks/>
            </p:cNvSpPr>
            <p:nvPr/>
          </p:nvSpPr>
          <p:spPr bwMode="auto">
            <a:xfrm>
              <a:off x="41275" y="171450"/>
              <a:ext cx="30163" cy="23812"/>
            </a:xfrm>
            <a:custGeom>
              <a:avLst/>
              <a:gdLst>
                <a:gd name="T0" fmla="*/ 4 w 5"/>
                <a:gd name="T1" fmla="*/ 0 h 4"/>
                <a:gd name="T2" fmla="*/ 0 w 5"/>
                <a:gd name="T3" fmla="*/ 3 h 4"/>
                <a:gd name="T4" fmla="*/ 1 w 5"/>
                <a:gd name="T5" fmla="*/ 3 h 4"/>
                <a:gd name="T6" fmla="*/ 5 w 5"/>
                <a:gd name="T7" fmla="*/ 0 h 4"/>
                <a:gd name="T8" fmla="*/ 4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4"/>
                    <a:pt x="1" y="4"/>
                    <a:pt x="1" y="3"/>
                  </a:cubicBezTo>
                  <a:cubicBezTo>
                    <a:pt x="2" y="2"/>
                    <a:pt x="3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2204"/>
            <p:cNvSpPr>
              <a:spLocks/>
            </p:cNvSpPr>
            <p:nvPr/>
          </p:nvSpPr>
          <p:spPr bwMode="auto">
            <a:xfrm>
              <a:off x="41275" y="165100"/>
              <a:ext cx="30163" cy="17462"/>
            </a:xfrm>
            <a:custGeom>
              <a:avLst/>
              <a:gdLst>
                <a:gd name="T0" fmla="*/ 0 w 5"/>
                <a:gd name="T1" fmla="*/ 3 h 3"/>
                <a:gd name="T2" fmla="*/ 4 w 5"/>
                <a:gd name="T3" fmla="*/ 1 h 3"/>
                <a:gd name="T4" fmla="*/ 4 w 5"/>
                <a:gd name="T5" fmla="*/ 0 h 3"/>
                <a:gd name="T6" fmla="*/ 0 w 5"/>
                <a:gd name="T7" fmla="*/ 3 h 3"/>
                <a:gd name="T8" fmla="*/ 0 w 5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1" y="2"/>
                    <a:pt x="3" y="1"/>
                    <a:pt x="4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2205"/>
            <p:cNvSpPr>
              <a:spLocks/>
            </p:cNvSpPr>
            <p:nvPr/>
          </p:nvSpPr>
          <p:spPr bwMode="auto">
            <a:xfrm>
              <a:off x="34925" y="153988"/>
              <a:ext cx="30163" cy="23812"/>
            </a:xfrm>
            <a:custGeom>
              <a:avLst/>
              <a:gdLst>
                <a:gd name="T0" fmla="*/ 0 w 5"/>
                <a:gd name="T1" fmla="*/ 2 h 4"/>
                <a:gd name="T2" fmla="*/ 2 w 5"/>
                <a:gd name="T3" fmla="*/ 1 h 4"/>
                <a:gd name="T4" fmla="*/ 4 w 5"/>
                <a:gd name="T5" fmla="*/ 1 h 4"/>
                <a:gd name="T6" fmla="*/ 0 w 5"/>
                <a:gd name="T7" fmla="*/ 4 h 4"/>
                <a:gd name="T8" fmla="*/ 1 w 5"/>
                <a:gd name="T9" fmla="*/ 4 h 4"/>
                <a:gd name="T10" fmla="*/ 4 w 5"/>
                <a:gd name="T11" fmla="*/ 0 h 4"/>
                <a:gd name="T12" fmla="*/ 4 w 5"/>
                <a:gd name="T13" fmla="*/ 0 h 4"/>
                <a:gd name="T14" fmla="*/ 0 w 5"/>
                <a:gd name="T15" fmla="*/ 2 h 4"/>
                <a:gd name="T16" fmla="*/ 0 w 5"/>
                <a:gd name="T1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1" y="2"/>
                    <a:pt x="1" y="2"/>
                    <a:pt x="2" y="1"/>
                  </a:cubicBezTo>
                  <a:cubicBezTo>
                    <a:pt x="2" y="1"/>
                    <a:pt x="4" y="1"/>
                    <a:pt x="4" y="1"/>
                  </a:cubicBezTo>
                  <a:cubicBezTo>
                    <a:pt x="3" y="2"/>
                    <a:pt x="2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3"/>
                    <a:pt x="3" y="2"/>
                    <a:pt x="4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1"/>
                    <a:pt x="2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2206"/>
            <p:cNvSpPr>
              <a:spLocks/>
            </p:cNvSpPr>
            <p:nvPr/>
          </p:nvSpPr>
          <p:spPr bwMode="auto">
            <a:xfrm>
              <a:off x="34925" y="142875"/>
              <a:ext cx="23813" cy="17462"/>
            </a:xfrm>
            <a:custGeom>
              <a:avLst/>
              <a:gdLst>
                <a:gd name="T0" fmla="*/ 4 w 4"/>
                <a:gd name="T1" fmla="*/ 0 h 3"/>
                <a:gd name="T2" fmla="*/ 0 w 4"/>
                <a:gd name="T3" fmla="*/ 3 h 3"/>
                <a:gd name="T4" fmla="*/ 0 w 4"/>
                <a:gd name="T5" fmla="*/ 3 h 3"/>
                <a:gd name="T6" fmla="*/ 4 w 4"/>
                <a:gd name="T7" fmla="*/ 0 h 3"/>
                <a:gd name="T8" fmla="*/ 4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3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3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207"/>
            <p:cNvSpPr>
              <a:spLocks/>
            </p:cNvSpPr>
            <p:nvPr/>
          </p:nvSpPr>
          <p:spPr bwMode="auto">
            <a:xfrm>
              <a:off x="30163" y="136525"/>
              <a:ext cx="28575" cy="17462"/>
            </a:xfrm>
            <a:custGeom>
              <a:avLst/>
              <a:gdLst>
                <a:gd name="T0" fmla="*/ 0 w 5"/>
                <a:gd name="T1" fmla="*/ 3 h 3"/>
                <a:gd name="T2" fmla="*/ 5 w 5"/>
                <a:gd name="T3" fmla="*/ 0 h 3"/>
                <a:gd name="T4" fmla="*/ 5 w 5"/>
                <a:gd name="T5" fmla="*/ 0 h 3"/>
                <a:gd name="T6" fmla="*/ 0 w 5"/>
                <a:gd name="T7" fmla="*/ 2 h 3"/>
                <a:gd name="T8" fmla="*/ 0 w 5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2" y="2"/>
                    <a:pt x="3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"/>
                    <a:pt x="2" y="1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208"/>
            <p:cNvSpPr>
              <a:spLocks/>
            </p:cNvSpPr>
            <p:nvPr/>
          </p:nvSpPr>
          <p:spPr bwMode="auto">
            <a:xfrm>
              <a:off x="30163" y="130175"/>
              <a:ext cx="28575" cy="17462"/>
            </a:xfrm>
            <a:custGeom>
              <a:avLst/>
              <a:gdLst>
                <a:gd name="T0" fmla="*/ 4 w 5"/>
                <a:gd name="T1" fmla="*/ 0 h 3"/>
                <a:gd name="T2" fmla="*/ 0 w 5"/>
                <a:gd name="T3" fmla="*/ 3 h 3"/>
                <a:gd name="T4" fmla="*/ 0 w 5"/>
                <a:gd name="T5" fmla="*/ 3 h 3"/>
                <a:gd name="T6" fmla="*/ 5 w 5"/>
                <a:gd name="T7" fmla="*/ 0 h 3"/>
                <a:gd name="T8" fmla="*/ 4 w 5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2"/>
                    <a:pt x="3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209"/>
            <p:cNvSpPr>
              <a:spLocks/>
            </p:cNvSpPr>
            <p:nvPr/>
          </p:nvSpPr>
          <p:spPr bwMode="auto">
            <a:xfrm>
              <a:off x="23813" y="123825"/>
              <a:ext cx="28575" cy="19050"/>
            </a:xfrm>
            <a:custGeom>
              <a:avLst/>
              <a:gdLst>
                <a:gd name="T0" fmla="*/ 1 w 5"/>
                <a:gd name="T1" fmla="*/ 2 h 3"/>
                <a:gd name="T2" fmla="*/ 5 w 5"/>
                <a:gd name="T3" fmla="*/ 0 h 3"/>
                <a:gd name="T4" fmla="*/ 5 w 5"/>
                <a:gd name="T5" fmla="*/ 0 h 3"/>
                <a:gd name="T6" fmla="*/ 1 w 5"/>
                <a:gd name="T7" fmla="*/ 2 h 3"/>
                <a:gd name="T8" fmla="*/ 1 w 5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1" y="2"/>
                  </a:moveTo>
                  <a:cubicBezTo>
                    <a:pt x="2" y="2"/>
                    <a:pt x="4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0" y="3"/>
                    <a:pt x="1" y="3"/>
                    <a:pt x="1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210"/>
            <p:cNvSpPr>
              <a:spLocks/>
            </p:cNvSpPr>
            <p:nvPr/>
          </p:nvSpPr>
          <p:spPr bwMode="auto">
            <a:xfrm>
              <a:off x="23813" y="119063"/>
              <a:ext cx="28575" cy="17462"/>
            </a:xfrm>
            <a:custGeom>
              <a:avLst/>
              <a:gdLst>
                <a:gd name="T0" fmla="*/ 5 w 5"/>
                <a:gd name="T1" fmla="*/ 0 h 3"/>
                <a:gd name="T2" fmla="*/ 1 w 5"/>
                <a:gd name="T3" fmla="*/ 3 h 3"/>
                <a:gd name="T4" fmla="*/ 1 w 5"/>
                <a:gd name="T5" fmla="*/ 3 h 3"/>
                <a:gd name="T6" fmla="*/ 5 w 5"/>
                <a:gd name="T7" fmla="*/ 0 h 3"/>
                <a:gd name="T8" fmla="*/ 5 w 5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3" y="1"/>
                    <a:pt x="2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2" y="2"/>
                    <a:pt x="4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11"/>
            <p:cNvSpPr>
              <a:spLocks/>
            </p:cNvSpPr>
            <p:nvPr/>
          </p:nvSpPr>
          <p:spPr bwMode="auto">
            <a:xfrm>
              <a:off x="23813" y="112713"/>
              <a:ext cx="28575" cy="17462"/>
            </a:xfrm>
            <a:custGeom>
              <a:avLst/>
              <a:gdLst>
                <a:gd name="T0" fmla="*/ 0 w 5"/>
                <a:gd name="T1" fmla="*/ 3 h 3"/>
                <a:gd name="T2" fmla="*/ 5 w 5"/>
                <a:gd name="T3" fmla="*/ 0 h 3"/>
                <a:gd name="T4" fmla="*/ 5 w 5"/>
                <a:gd name="T5" fmla="*/ 0 h 3"/>
                <a:gd name="T6" fmla="*/ 0 w 5"/>
                <a:gd name="T7" fmla="*/ 2 h 3"/>
                <a:gd name="T8" fmla="*/ 0 w 5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2" y="2"/>
                    <a:pt x="3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"/>
                    <a:pt x="2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212"/>
            <p:cNvSpPr>
              <a:spLocks/>
            </p:cNvSpPr>
            <p:nvPr/>
          </p:nvSpPr>
          <p:spPr bwMode="auto">
            <a:xfrm>
              <a:off x="23813" y="106363"/>
              <a:ext cx="28575" cy="17462"/>
            </a:xfrm>
            <a:custGeom>
              <a:avLst/>
              <a:gdLst>
                <a:gd name="T0" fmla="*/ 4 w 5"/>
                <a:gd name="T1" fmla="*/ 0 h 3"/>
                <a:gd name="T2" fmla="*/ 0 w 5"/>
                <a:gd name="T3" fmla="*/ 3 h 3"/>
                <a:gd name="T4" fmla="*/ 0 w 5"/>
                <a:gd name="T5" fmla="*/ 3 h 3"/>
                <a:gd name="T6" fmla="*/ 4 w 5"/>
                <a:gd name="T7" fmla="*/ 0 h 3"/>
                <a:gd name="T8" fmla="*/ 4 w 5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4" y="0"/>
                  </a:moveTo>
                  <a:cubicBezTo>
                    <a:pt x="3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5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213"/>
            <p:cNvSpPr>
              <a:spLocks/>
            </p:cNvSpPr>
            <p:nvPr/>
          </p:nvSpPr>
          <p:spPr bwMode="auto">
            <a:xfrm>
              <a:off x="17463" y="101600"/>
              <a:ext cx="34925" cy="11112"/>
            </a:xfrm>
            <a:custGeom>
              <a:avLst/>
              <a:gdLst>
                <a:gd name="T0" fmla="*/ 1 w 6"/>
                <a:gd name="T1" fmla="*/ 2 h 2"/>
                <a:gd name="T2" fmla="*/ 5 w 6"/>
                <a:gd name="T3" fmla="*/ 0 h 2"/>
                <a:gd name="T4" fmla="*/ 5 w 6"/>
                <a:gd name="T5" fmla="*/ 0 h 2"/>
                <a:gd name="T6" fmla="*/ 1 w 6"/>
                <a:gd name="T7" fmla="*/ 2 h 2"/>
                <a:gd name="T8" fmla="*/ 1 w 6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1" y="2"/>
                  </a:moveTo>
                  <a:cubicBezTo>
                    <a:pt x="2" y="2"/>
                    <a:pt x="4" y="0"/>
                    <a:pt x="5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2" y="2"/>
                    <a:pt x="1" y="2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214"/>
            <p:cNvSpPr>
              <a:spLocks/>
            </p:cNvSpPr>
            <p:nvPr/>
          </p:nvSpPr>
          <p:spPr bwMode="auto">
            <a:xfrm>
              <a:off x="17463" y="95250"/>
              <a:ext cx="30163" cy="17462"/>
            </a:xfrm>
            <a:custGeom>
              <a:avLst/>
              <a:gdLst>
                <a:gd name="T0" fmla="*/ 5 w 5"/>
                <a:gd name="T1" fmla="*/ 0 h 3"/>
                <a:gd name="T2" fmla="*/ 0 w 5"/>
                <a:gd name="T3" fmla="*/ 3 h 3"/>
                <a:gd name="T4" fmla="*/ 1 w 5"/>
                <a:gd name="T5" fmla="*/ 3 h 3"/>
                <a:gd name="T6" fmla="*/ 5 w 5"/>
                <a:gd name="T7" fmla="*/ 0 h 3"/>
                <a:gd name="T8" fmla="*/ 5 w 5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2" y="2"/>
                    <a:pt x="3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216"/>
            <p:cNvSpPr>
              <a:spLocks/>
            </p:cNvSpPr>
            <p:nvPr/>
          </p:nvSpPr>
          <p:spPr bwMode="auto">
            <a:xfrm>
              <a:off x="17463" y="82551"/>
              <a:ext cx="30163" cy="19050"/>
            </a:xfrm>
            <a:custGeom>
              <a:avLst/>
              <a:gdLst>
                <a:gd name="T0" fmla="*/ 0 w 5"/>
                <a:gd name="T1" fmla="*/ 3 h 3"/>
                <a:gd name="T2" fmla="*/ 5 w 5"/>
                <a:gd name="T3" fmla="*/ 1 h 3"/>
                <a:gd name="T4" fmla="*/ 5 w 5"/>
                <a:gd name="T5" fmla="*/ 0 h 3"/>
                <a:gd name="T6" fmla="*/ 0 w 5"/>
                <a:gd name="T7" fmla="*/ 3 h 3"/>
                <a:gd name="T8" fmla="*/ 0 w 5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2" y="2"/>
                    <a:pt x="3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"/>
                    <a:pt x="2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217"/>
            <p:cNvSpPr>
              <a:spLocks/>
            </p:cNvSpPr>
            <p:nvPr/>
          </p:nvSpPr>
          <p:spPr bwMode="auto">
            <a:xfrm>
              <a:off x="12700" y="77789"/>
              <a:ext cx="34925" cy="17463"/>
            </a:xfrm>
            <a:custGeom>
              <a:avLst/>
              <a:gdLst>
                <a:gd name="T0" fmla="*/ 5 w 6"/>
                <a:gd name="T1" fmla="*/ 0 h 3"/>
                <a:gd name="T2" fmla="*/ 1 w 6"/>
                <a:gd name="T3" fmla="*/ 3 h 3"/>
                <a:gd name="T4" fmla="*/ 1 w 6"/>
                <a:gd name="T5" fmla="*/ 3 h 3"/>
                <a:gd name="T6" fmla="*/ 5 w 6"/>
                <a:gd name="T7" fmla="*/ 0 h 3"/>
                <a:gd name="T8" fmla="*/ 5 w 6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5" y="0"/>
                  </a:moveTo>
                  <a:cubicBezTo>
                    <a:pt x="4" y="1"/>
                    <a:pt x="2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2" y="2"/>
                    <a:pt x="4" y="1"/>
                    <a:pt x="5" y="0"/>
                  </a:cubicBezTo>
                  <a:cubicBezTo>
                    <a:pt x="6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218"/>
            <p:cNvSpPr>
              <a:spLocks/>
            </p:cNvSpPr>
            <p:nvPr/>
          </p:nvSpPr>
          <p:spPr bwMode="auto">
            <a:xfrm>
              <a:off x="12700" y="71439"/>
              <a:ext cx="34925" cy="17463"/>
            </a:xfrm>
            <a:custGeom>
              <a:avLst/>
              <a:gdLst>
                <a:gd name="T0" fmla="*/ 0 w 6"/>
                <a:gd name="T1" fmla="*/ 3 h 3"/>
                <a:gd name="T2" fmla="*/ 5 w 6"/>
                <a:gd name="T3" fmla="*/ 1 h 3"/>
                <a:gd name="T4" fmla="*/ 5 w 6"/>
                <a:gd name="T5" fmla="*/ 0 h 3"/>
                <a:gd name="T6" fmla="*/ 0 w 6"/>
                <a:gd name="T7" fmla="*/ 3 h 3"/>
                <a:gd name="T8" fmla="*/ 0 w 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cubicBezTo>
                    <a:pt x="2" y="3"/>
                    <a:pt x="4" y="2"/>
                    <a:pt x="5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1"/>
                    <a:pt x="2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219"/>
            <p:cNvSpPr>
              <a:spLocks/>
            </p:cNvSpPr>
            <p:nvPr/>
          </p:nvSpPr>
          <p:spPr bwMode="auto">
            <a:xfrm>
              <a:off x="12700" y="60326"/>
              <a:ext cx="28575" cy="22225"/>
            </a:xfrm>
            <a:custGeom>
              <a:avLst/>
              <a:gdLst>
                <a:gd name="T0" fmla="*/ 4 w 5"/>
                <a:gd name="T1" fmla="*/ 0 h 4"/>
                <a:gd name="T2" fmla="*/ 0 w 5"/>
                <a:gd name="T3" fmla="*/ 4 h 4"/>
                <a:gd name="T4" fmla="*/ 0 w 5"/>
                <a:gd name="T5" fmla="*/ 4 h 4"/>
                <a:gd name="T6" fmla="*/ 5 w 5"/>
                <a:gd name="T7" fmla="*/ 1 h 4"/>
                <a:gd name="T8" fmla="*/ 4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3" y="2"/>
                    <a:pt x="1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3" y="2"/>
                    <a:pt x="5" y="1"/>
                  </a:cubicBezTo>
                  <a:cubicBezTo>
                    <a:pt x="5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220"/>
            <p:cNvSpPr>
              <a:spLocks/>
            </p:cNvSpPr>
            <p:nvPr/>
          </p:nvSpPr>
          <p:spPr bwMode="auto">
            <a:xfrm>
              <a:off x="234950" y="142876"/>
              <a:ext cx="34925" cy="17463"/>
            </a:xfrm>
            <a:custGeom>
              <a:avLst/>
              <a:gdLst>
                <a:gd name="T0" fmla="*/ 5 w 6"/>
                <a:gd name="T1" fmla="*/ 0 h 3"/>
                <a:gd name="T2" fmla="*/ 0 w 6"/>
                <a:gd name="T3" fmla="*/ 3 h 3"/>
                <a:gd name="T4" fmla="*/ 0 w 6"/>
                <a:gd name="T5" fmla="*/ 3 h 3"/>
                <a:gd name="T6" fmla="*/ 5 w 6"/>
                <a:gd name="T7" fmla="*/ 0 h 3"/>
                <a:gd name="T8" fmla="*/ 5 w 6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5" y="0"/>
                  </a:moveTo>
                  <a:cubicBezTo>
                    <a:pt x="4" y="1"/>
                    <a:pt x="2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2"/>
                    <a:pt x="4" y="1"/>
                    <a:pt x="5" y="0"/>
                  </a:cubicBezTo>
                  <a:cubicBezTo>
                    <a:pt x="6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2221"/>
            <p:cNvSpPr>
              <a:spLocks/>
            </p:cNvSpPr>
            <p:nvPr/>
          </p:nvSpPr>
          <p:spPr bwMode="auto">
            <a:xfrm>
              <a:off x="206375" y="136526"/>
              <a:ext cx="57150" cy="28575"/>
            </a:xfrm>
            <a:custGeom>
              <a:avLst/>
              <a:gdLst>
                <a:gd name="T0" fmla="*/ 0 w 10"/>
                <a:gd name="T1" fmla="*/ 5 h 5"/>
                <a:gd name="T2" fmla="*/ 10 w 10"/>
                <a:gd name="T3" fmla="*/ 0 h 5"/>
                <a:gd name="T4" fmla="*/ 10 w 10"/>
                <a:gd name="T5" fmla="*/ 0 h 5"/>
                <a:gd name="T6" fmla="*/ 0 w 10"/>
                <a:gd name="T7" fmla="*/ 5 h 5"/>
                <a:gd name="T8" fmla="*/ 0 w 10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5">
                  <a:moveTo>
                    <a:pt x="0" y="5"/>
                  </a:moveTo>
                  <a:cubicBezTo>
                    <a:pt x="3" y="3"/>
                    <a:pt x="7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1"/>
                    <a:pt x="3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2222"/>
            <p:cNvSpPr>
              <a:spLocks/>
            </p:cNvSpPr>
            <p:nvPr/>
          </p:nvSpPr>
          <p:spPr bwMode="auto">
            <a:xfrm>
              <a:off x="200025" y="123826"/>
              <a:ext cx="63500" cy="41275"/>
            </a:xfrm>
            <a:custGeom>
              <a:avLst/>
              <a:gdLst>
                <a:gd name="T0" fmla="*/ 11 w 11"/>
                <a:gd name="T1" fmla="*/ 0 h 7"/>
                <a:gd name="T2" fmla="*/ 0 w 11"/>
                <a:gd name="T3" fmla="*/ 7 h 7"/>
                <a:gd name="T4" fmla="*/ 1 w 11"/>
                <a:gd name="T5" fmla="*/ 7 h 7"/>
                <a:gd name="T6" fmla="*/ 11 w 11"/>
                <a:gd name="T7" fmla="*/ 0 h 7"/>
                <a:gd name="T8" fmla="*/ 11 w 1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11" y="0"/>
                  </a:moveTo>
                  <a:cubicBezTo>
                    <a:pt x="7" y="2"/>
                    <a:pt x="4" y="4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4" y="4"/>
                    <a:pt x="7" y="2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2223"/>
            <p:cNvSpPr>
              <a:spLocks/>
            </p:cNvSpPr>
            <p:nvPr/>
          </p:nvSpPr>
          <p:spPr bwMode="auto">
            <a:xfrm>
              <a:off x="169863" y="112714"/>
              <a:ext cx="93663" cy="47625"/>
            </a:xfrm>
            <a:custGeom>
              <a:avLst/>
              <a:gdLst>
                <a:gd name="T0" fmla="*/ 1 w 16"/>
                <a:gd name="T1" fmla="*/ 8 h 8"/>
                <a:gd name="T2" fmla="*/ 15 w 16"/>
                <a:gd name="T3" fmla="*/ 0 h 8"/>
                <a:gd name="T4" fmla="*/ 15 w 16"/>
                <a:gd name="T5" fmla="*/ 0 h 8"/>
                <a:gd name="T6" fmla="*/ 0 w 16"/>
                <a:gd name="T7" fmla="*/ 8 h 8"/>
                <a:gd name="T8" fmla="*/ 1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1" y="8"/>
                  </a:moveTo>
                  <a:cubicBezTo>
                    <a:pt x="6" y="5"/>
                    <a:pt x="10" y="2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0" y="2"/>
                    <a:pt x="5" y="5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2224"/>
            <p:cNvSpPr>
              <a:spLocks/>
            </p:cNvSpPr>
            <p:nvPr/>
          </p:nvSpPr>
          <p:spPr bwMode="auto">
            <a:xfrm>
              <a:off x="165100" y="101601"/>
              <a:ext cx="93663" cy="58738"/>
            </a:xfrm>
            <a:custGeom>
              <a:avLst/>
              <a:gdLst>
                <a:gd name="T0" fmla="*/ 16 w 16"/>
                <a:gd name="T1" fmla="*/ 0 h 10"/>
                <a:gd name="T2" fmla="*/ 0 w 16"/>
                <a:gd name="T3" fmla="*/ 10 h 10"/>
                <a:gd name="T4" fmla="*/ 0 w 16"/>
                <a:gd name="T5" fmla="*/ 10 h 10"/>
                <a:gd name="T6" fmla="*/ 16 w 16"/>
                <a:gd name="T7" fmla="*/ 0 h 10"/>
                <a:gd name="T8" fmla="*/ 16 w 16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16" y="0"/>
                  </a:moveTo>
                  <a:cubicBezTo>
                    <a:pt x="10" y="3"/>
                    <a:pt x="5" y="7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5" y="7"/>
                    <a:pt x="11" y="3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2225"/>
            <p:cNvSpPr>
              <a:spLocks/>
            </p:cNvSpPr>
            <p:nvPr/>
          </p:nvSpPr>
          <p:spPr bwMode="auto">
            <a:xfrm>
              <a:off x="93663" y="88901"/>
              <a:ext cx="165100" cy="100013"/>
            </a:xfrm>
            <a:custGeom>
              <a:avLst/>
              <a:gdLst>
                <a:gd name="T0" fmla="*/ 0 w 28"/>
                <a:gd name="T1" fmla="*/ 17 h 17"/>
                <a:gd name="T2" fmla="*/ 28 w 28"/>
                <a:gd name="T3" fmla="*/ 0 h 17"/>
                <a:gd name="T4" fmla="*/ 28 w 28"/>
                <a:gd name="T5" fmla="*/ 0 h 17"/>
                <a:gd name="T6" fmla="*/ 0 w 28"/>
                <a:gd name="T7" fmla="*/ 17 h 17"/>
                <a:gd name="T8" fmla="*/ 0 w 28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">
                  <a:moveTo>
                    <a:pt x="0" y="17"/>
                  </a:moveTo>
                  <a:cubicBezTo>
                    <a:pt x="9" y="11"/>
                    <a:pt x="18" y="5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8" y="5"/>
                    <a:pt x="9" y="11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2226"/>
            <p:cNvSpPr>
              <a:spLocks/>
            </p:cNvSpPr>
            <p:nvPr/>
          </p:nvSpPr>
          <p:spPr bwMode="auto">
            <a:xfrm>
              <a:off x="93663" y="165101"/>
              <a:ext cx="34925" cy="23813"/>
            </a:xfrm>
            <a:custGeom>
              <a:avLst/>
              <a:gdLst>
                <a:gd name="T0" fmla="*/ 0 w 6"/>
                <a:gd name="T1" fmla="*/ 4 h 4"/>
                <a:gd name="T2" fmla="*/ 5 w 6"/>
                <a:gd name="T3" fmla="*/ 1 h 4"/>
                <a:gd name="T4" fmla="*/ 5 w 6"/>
                <a:gd name="T5" fmla="*/ 0 h 4"/>
                <a:gd name="T6" fmla="*/ 0 w 6"/>
                <a:gd name="T7" fmla="*/ 4 h 4"/>
                <a:gd name="T8" fmla="*/ 0 w 6"/>
                <a:gd name="T9" fmla="*/ 4 h 4"/>
                <a:gd name="T10" fmla="*/ 4 w 6"/>
                <a:gd name="T11" fmla="*/ 1 h 4"/>
                <a:gd name="T12" fmla="*/ 0 w 6"/>
                <a:gd name="T13" fmla="*/ 4 h 4"/>
                <a:gd name="T14" fmla="*/ 0 w 6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2" y="3"/>
                    <a:pt x="4" y="2"/>
                    <a:pt x="5" y="1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3" y="1"/>
                    <a:pt x="2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3" y="2"/>
                    <a:pt x="2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2227"/>
            <p:cNvSpPr>
              <a:spLocks/>
            </p:cNvSpPr>
            <p:nvPr/>
          </p:nvSpPr>
          <p:spPr bwMode="auto">
            <a:xfrm>
              <a:off x="93663" y="71439"/>
              <a:ext cx="165100" cy="117475"/>
            </a:xfrm>
            <a:custGeom>
              <a:avLst/>
              <a:gdLst>
                <a:gd name="T0" fmla="*/ 27 w 28"/>
                <a:gd name="T1" fmla="*/ 1 h 20"/>
                <a:gd name="T2" fmla="*/ 0 w 28"/>
                <a:gd name="T3" fmla="*/ 20 h 20"/>
                <a:gd name="T4" fmla="*/ 0 w 28"/>
                <a:gd name="T5" fmla="*/ 20 h 20"/>
                <a:gd name="T6" fmla="*/ 27 w 28"/>
                <a:gd name="T7" fmla="*/ 1 h 20"/>
                <a:gd name="T8" fmla="*/ 27 w 28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0">
                  <a:moveTo>
                    <a:pt x="27" y="1"/>
                  </a:moveTo>
                  <a:cubicBezTo>
                    <a:pt x="18" y="7"/>
                    <a:pt x="9" y="13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9" y="13"/>
                    <a:pt x="19" y="7"/>
                    <a:pt x="27" y="1"/>
                  </a:cubicBezTo>
                  <a:cubicBezTo>
                    <a:pt x="28" y="0"/>
                    <a:pt x="27" y="0"/>
                    <a:pt x="27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2228"/>
            <p:cNvSpPr>
              <a:spLocks/>
            </p:cNvSpPr>
            <p:nvPr/>
          </p:nvSpPr>
          <p:spPr bwMode="auto">
            <a:xfrm>
              <a:off x="88900" y="71439"/>
              <a:ext cx="163513" cy="100013"/>
            </a:xfrm>
            <a:custGeom>
              <a:avLst/>
              <a:gdLst>
                <a:gd name="T0" fmla="*/ 0 w 28"/>
                <a:gd name="T1" fmla="*/ 17 h 17"/>
                <a:gd name="T2" fmla="*/ 28 w 28"/>
                <a:gd name="T3" fmla="*/ 0 h 17"/>
                <a:gd name="T4" fmla="*/ 28 w 28"/>
                <a:gd name="T5" fmla="*/ 0 h 17"/>
                <a:gd name="T6" fmla="*/ 0 w 28"/>
                <a:gd name="T7" fmla="*/ 16 h 17"/>
                <a:gd name="T8" fmla="*/ 0 w 28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">
                  <a:moveTo>
                    <a:pt x="0" y="17"/>
                  </a:moveTo>
                  <a:cubicBezTo>
                    <a:pt x="10" y="11"/>
                    <a:pt x="18" y="5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8" y="5"/>
                    <a:pt x="9" y="11"/>
                    <a:pt x="0" y="16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2229"/>
            <p:cNvSpPr>
              <a:spLocks/>
            </p:cNvSpPr>
            <p:nvPr/>
          </p:nvSpPr>
          <p:spPr bwMode="auto">
            <a:xfrm>
              <a:off x="88900" y="60326"/>
              <a:ext cx="163513" cy="111125"/>
            </a:xfrm>
            <a:custGeom>
              <a:avLst/>
              <a:gdLst>
                <a:gd name="T0" fmla="*/ 28 w 28"/>
                <a:gd name="T1" fmla="*/ 0 h 19"/>
                <a:gd name="T2" fmla="*/ 0 w 28"/>
                <a:gd name="T3" fmla="*/ 19 h 19"/>
                <a:gd name="T4" fmla="*/ 1 w 28"/>
                <a:gd name="T5" fmla="*/ 19 h 19"/>
                <a:gd name="T6" fmla="*/ 28 w 28"/>
                <a:gd name="T7" fmla="*/ 0 h 19"/>
                <a:gd name="T8" fmla="*/ 28 w 28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9">
                  <a:moveTo>
                    <a:pt x="28" y="0"/>
                  </a:moveTo>
                  <a:cubicBezTo>
                    <a:pt x="19" y="6"/>
                    <a:pt x="9" y="13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0" y="13"/>
                    <a:pt x="19" y="7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2230"/>
            <p:cNvSpPr>
              <a:spLocks/>
            </p:cNvSpPr>
            <p:nvPr/>
          </p:nvSpPr>
          <p:spPr bwMode="auto">
            <a:xfrm>
              <a:off x="82550" y="53976"/>
              <a:ext cx="169863" cy="100013"/>
            </a:xfrm>
            <a:custGeom>
              <a:avLst/>
              <a:gdLst>
                <a:gd name="T0" fmla="*/ 1 w 29"/>
                <a:gd name="T1" fmla="*/ 17 h 17"/>
                <a:gd name="T2" fmla="*/ 29 w 29"/>
                <a:gd name="T3" fmla="*/ 0 h 17"/>
                <a:gd name="T4" fmla="*/ 29 w 29"/>
                <a:gd name="T5" fmla="*/ 0 h 17"/>
                <a:gd name="T6" fmla="*/ 1 w 29"/>
                <a:gd name="T7" fmla="*/ 17 h 17"/>
                <a:gd name="T8" fmla="*/ 1 w 2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7">
                  <a:moveTo>
                    <a:pt x="1" y="17"/>
                  </a:moveTo>
                  <a:cubicBezTo>
                    <a:pt x="10" y="12"/>
                    <a:pt x="19" y="5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9" y="5"/>
                    <a:pt x="10" y="12"/>
                    <a:pt x="1" y="17"/>
                  </a:cubicBezTo>
                  <a:cubicBezTo>
                    <a:pt x="0" y="17"/>
                    <a:pt x="1" y="17"/>
                    <a:pt x="1" y="1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231"/>
            <p:cNvSpPr>
              <a:spLocks/>
            </p:cNvSpPr>
            <p:nvPr/>
          </p:nvSpPr>
          <p:spPr bwMode="auto">
            <a:xfrm>
              <a:off x="82550" y="36514"/>
              <a:ext cx="169863" cy="117475"/>
            </a:xfrm>
            <a:custGeom>
              <a:avLst/>
              <a:gdLst>
                <a:gd name="T0" fmla="*/ 28 w 29"/>
                <a:gd name="T1" fmla="*/ 0 h 20"/>
                <a:gd name="T2" fmla="*/ 0 w 29"/>
                <a:gd name="T3" fmla="*/ 20 h 20"/>
                <a:gd name="T4" fmla="*/ 1 w 29"/>
                <a:gd name="T5" fmla="*/ 20 h 20"/>
                <a:gd name="T6" fmla="*/ 28 w 29"/>
                <a:gd name="T7" fmla="*/ 0 h 20"/>
                <a:gd name="T8" fmla="*/ 28 w 2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0">
                  <a:moveTo>
                    <a:pt x="28" y="0"/>
                  </a:moveTo>
                  <a:cubicBezTo>
                    <a:pt x="19" y="6"/>
                    <a:pt x="9" y="12"/>
                    <a:pt x="0" y="20"/>
                  </a:cubicBezTo>
                  <a:cubicBezTo>
                    <a:pt x="0" y="20"/>
                    <a:pt x="1" y="20"/>
                    <a:pt x="1" y="20"/>
                  </a:cubicBezTo>
                  <a:cubicBezTo>
                    <a:pt x="9" y="12"/>
                    <a:pt x="19" y="7"/>
                    <a:pt x="28" y="0"/>
                  </a:cubicBezTo>
                  <a:cubicBezTo>
                    <a:pt x="29" y="0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232"/>
            <p:cNvSpPr>
              <a:spLocks/>
            </p:cNvSpPr>
            <p:nvPr/>
          </p:nvSpPr>
          <p:spPr bwMode="auto">
            <a:xfrm>
              <a:off x="65088" y="19051"/>
              <a:ext cx="180975" cy="117475"/>
            </a:xfrm>
            <a:custGeom>
              <a:avLst/>
              <a:gdLst>
                <a:gd name="T0" fmla="*/ 29 w 31"/>
                <a:gd name="T1" fmla="*/ 0 h 20"/>
                <a:gd name="T2" fmla="*/ 2 w 31"/>
                <a:gd name="T3" fmla="*/ 18 h 20"/>
                <a:gd name="T4" fmla="*/ 2 w 31"/>
                <a:gd name="T5" fmla="*/ 19 h 20"/>
                <a:gd name="T6" fmla="*/ 4 w 31"/>
                <a:gd name="T7" fmla="*/ 17 h 20"/>
                <a:gd name="T8" fmla="*/ 4 w 31"/>
                <a:gd name="T9" fmla="*/ 17 h 20"/>
                <a:gd name="T10" fmla="*/ 4 w 31"/>
                <a:gd name="T11" fmla="*/ 17 h 20"/>
                <a:gd name="T12" fmla="*/ 3 w 31"/>
                <a:gd name="T13" fmla="*/ 17 h 20"/>
                <a:gd name="T14" fmla="*/ 2 w 31"/>
                <a:gd name="T15" fmla="*/ 18 h 20"/>
                <a:gd name="T16" fmla="*/ 2 w 31"/>
                <a:gd name="T17" fmla="*/ 19 h 20"/>
                <a:gd name="T18" fmla="*/ 15 w 31"/>
                <a:gd name="T19" fmla="*/ 12 h 20"/>
                <a:gd name="T20" fmla="*/ 31 w 31"/>
                <a:gd name="T21" fmla="*/ 3 h 20"/>
                <a:gd name="T22" fmla="*/ 31 w 31"/>
                <a:gd name="T23" fmla="*/ 3 h 20"/>
                <a:gd name="T24" fmla="*/ 18 w 31"/>
                <a:gd name="T25" fmla="*/ 10 h 20"/>
                <a:gd name="T26" fmla="*/ 11 w 31"/>
                <a:gd name="T27" fmla="*/ 14 h 20"/>
                <a:gd name="T28" fmla="*/ 5 w 31"/>
                <a:gd name="T29" fmla="*/ 16 h 20"/>
                <a:gd name="T30" fmla="*/ 29 w 31"/>
                <a:gd name="T31" fmla="*/ 0 h 20"/>
                <a:gd name="T32" fmla="*/ 29 w 31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20">
                  <a:moveTo>
                    <a:pt x="29" y="0"/>
                  </a:moveTo>
                  <a:cubicBezTo>
                    <a:pt x="20" y="6"/>
                    <a:pt x="9" y="10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3" y="18"/>
                    <a:pt x="3" y="18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3" y="17"/>
                  </a:cubicBezTo>
                  <a:cubicBezTo>
                    <a:pt x="2" y="17"/>
                    <a:pt x="3" y="17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7" y="17"/>
                    <a:pt x="11" y="15"/>
                    <a:pt x="15" y="12"/>
                  </a:cubicBezTo>
                  <a:cubicBezTo>
                    <a:pt x="20" y="9"/>
                    <a:pt x="26" y="6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7" y="5"/>
                    <a:pt x="22" y="7"/>
                    <a:pt x="18" y="10"/>
                  </a:cubicBezTo>
                  <a:cubicBezTo>
                    <a:pt x="16" y="11"/>
                    <a:pt x="14" y="13"/>
                    <a:pt x="11" y="14"/>
                  </a:cubicBezTo>
                  <a:cubicBezTo>
                    <a:pt x="11" y="14"/>
                    <a:pt x="0" y="20"/>
                    <a:pt x="5" y="16"/>
                  </a:cubicBezTo>
                  <a:cubicBezTo>
                    <a:pt x="12" y="9"/>
                    <a:pt x="21" y="6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233"/>
            <p:cNvSpPr>
              <a:spLocks/>
            </p:cNvSpPr>
            <p:nvPr/>
          </p:nvSpPr>
          <p:spPr bwMode="auto">
            <a:xfrm>
              <a:off x="65088" y="19051"/>
              <a:ext cx="169863" cy="93663"/>
            </a:xfrm>
            <a:custGeom>
              <a:avLst/>
              <a:gdLst>
                <a:gd name="T0" fmla="*/ 22 w 29"/>
                <a:gd name="T1" fmla="*/ 1 h 16"/>
                <a:gd name="T2" fmla="*/ 1 w 29"/>
                <a:gd name="T3" fmla="*/ 16 h 16"/>
                <a:gd name="T4" fmla="*/ 1 w 29"/>
                <a:gd name="T5" fmla="*/ 16 h 16"/>
                <a:gd name="T6" fmla="*/ 29 w 29"/>
                <a:gd name="T7" fmla="*/ 0 h 16"/>
                <a:gd name="T8" fmla="*/ 29 w 29"/>
                <a:gd name="T9" fmla="*/ 0 h 16"/>
                <a:gd name="T10" fmla="*/ 4 w 29"/>
                <a:gd name="T11" fmla="*/ 14 h 16"/>
                <a:gd name="T12" fmla="*/ 5 w 29"/>
                <a:gd name="T13" fmla="*/ 12 h 16"/>
                <a:gd name="T14" fmla="*/ 11 w 29"/>
                <a:gd name="T15" fmla="*/ 8 h 16"/>
                <a:gd name="T16" fmla="*/ 22 w 29"/>
                <a:gd name="T17" fmla="*/ 1 h 16"/>
                <a:gd name="T18" fmla="*/ 22 w 29"/>
                <a:gd name="T1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16">
                  <a:moveTo>
                    <a:pt x="22" y="1"/>
                  </a:moveTo>
                  <a:cubicBezTo>
                    <a:pt x="15" y="5"/>
                    <a:pt x="7" y="10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1" y="12"/>
                    <a:pt x="19" y="5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0" y="4"/>
                    <a:pt x="13" y="10"/>
                    <a:pt x="4" y="14"/>
                  </a:cubicBezTo>
                  <a:cubicBezTo>
                    <a:pt x="0" y="16"/>
                    <a:pt x="5" y="13"/>
                    <a:pt x="5" y="12"/>
                  </a:cubicBezTo>
                  <a:cubicBezTo>
                    <a:pt x="7" y="11"/>
                    <a:pt x="9" y="9"/>
                    <a:pt x="11" y="8"/>
                  </a:cubicBezTo>
                  <a:cubicBezTo>
                    <a:pt x="15" y="5"/>
                    <a:pt x="19" y="3"/>
                    <a:pt x="22" y="1"/>
                  </a:cubicBezTo>
                  <a:cubicBezTo>
                    <a:pt x="23" y="1"/>
                    <a:pt x="22" y="1"/>
                    <a:pt x="2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234"/>
            <p:cNvSpPr>
              <a:spLocks/>
            </p:cNvSpPr>
            <p:nvPr/>
          </p:nvSpPr>
          <p:spPr bwMode="auto">
            <a:xfrm>
              <a:off x="65088" y="23814"/>
              <a:ext cx="128588" cy="71438"/>
            </a:xfrm>
            <a:custGeom>
              <a:avLst/>
              <a:gdLst>
                <a:gd name="T0" fmla="*/ 1 w 22"/>
                <a:gd name="T1" fmla="*/ 12 h 12"/>
                <a:gd name="T2" fmla="*/ 22 w 22"/>
                <a:gd name="T3" fmla="*/ 0 h 12"/>
                <a:gd name="T4" fmla="*/ 22 w 22"/>
                <a:gd name="T5" fmla="*/ 0 h 12"/>
                <a:gd name="T6" fmla="*/ 1 w 22"/>
                <a:gd name="T7" fmla="*/ 12 h 12"/>
                <a:gd name="T8" fmla="*/ 1 w 22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2">
                  <a:moveTo>
                    <a:pt x="1" y="12"/>
                  </a:moveTo>
                  <a:cubicBezTo>
                    <a:pt x="8" y="9"/>
                    <a:pt x="15" y="4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5" y="4"/>
                    <a:pt x="8" y="9"/>
                    <a:pt x="1" y="12"/>
                  </a:cubicBezTo>
                  <a:cubicBezTo>
                    <a:pt x="0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235"/>
            <p:cNvSpPr>
              <a:spLocks/>
            </p:cNvSpPr>
            <p:nvPr/>
          </p:nvSpPr>
          <p:spPr bwMode="auto">
            <a:xfrm>
              <a:off x="65088" y="30164"/>
              <a:ext cx="76200" cy="58738"/>
            </a:xfrm>
            <a:custGeom>
              <a:avLst/>
              <a:gdLst>
                <a:gd name="T0" fmla="*/ 12 w 13"/>
                <a:gd name="T1" fmla="*/ 0 h 10"/>
                <a:gd name="T2" fmla="*/ 0 w 13"/>
                <a:gd name="T3" fmla="*/ 10 h 10"/>
                <a:gd name="T4" fmla="*/ 0 w 13"/>
                <a:gd name="T5" fmla="*/ 10 h 10"/>
                <a:gd name="T6" fmla="*/ 13 w 13"/>
                <a:gd name="T7" fmla="*/ 1 h 10"/>
                <a:gd name="T8" fmla="*/ 12 w 13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12" y="0"/>
                  </a:moveTo>
                  <a:cubicBezTo>
                    <a:pt x="8" y="4"/>
                    <a:pt x="4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6"/>
                    <a:pt x="9" y="4"/>
                    <a:pt x="13" y="1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2236"/>
            <p:cNvSpPr>
              <a:spLocks/>
            </p:cNvSpPr>
            <p:nvPr/>
          </p:nvSpPr>
          <p:spPr bwMode="auto">
            <a:xfrm>
              <a:off x="65088" y="36514"/>
              <a:ext cx="69850" cy="46038"/>
            </a:xfrm>
            <a:custGeom>
              <a:avLst/>
              <a:gdLst>
                <a:gd name="T0" fmla="*/ 4 w 12"/>
                <a:gd name="T1" fmla="*/ 1 h 8"/>
                <a:gd name="T2" fmla="*/ 0 w 12"/>
                <a:gd name="T3" fmla="*/ 7 h 8"/>
                <a:gd name="T4" fmla="*/ 0 w 12"/>
                <a:gd name="T5" fmla="*/ 7 h 8"/>
                <a:gd name="T6" fmla="*/ 12 w 12"/>
                <a:gd name="T7" fmla="*/ 0 h 8"/>
                <a:gd name="T8" fmla="*/ 11 w 12"/>
                <a:gd name="T9" fmla="*/ 0 h 8"/>
                <a:gd name="T10" fmla="*/ 3 w 12"/>
                <a:gd name="T11" fmla="*/ 6 h 8"/>
                <a:gd name="T12" fmla="*/ 1 w 12"/>
                <a:gd name="T13" fmla="*/ 5 h 8"/>
                <a:gd name="T14" fmla="*/ 4 w 12"/>
                <a:gd name="T15" fmla="*/ 1 h 8"/>
                <a:gd name="T16" fmla="*/ 4 w 12"/>
                <a:gd name="T17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8">
                  <a:moveTo>
                    <a:pt x="4" y="1"/>
                  </a:moveTo>
                  <a:cubicBezTo>
                    <a:pt x="2" y="3"/>
                    <a:pt x="0" y="5"/>
                    <a:pt x="0" y="7"/>
                  </a:cubicBezTo>
                  <a:cubicBezTo>
                    <a:pt x="0" y="8"/>
                    <a:pt x="0" y="7"/>
                    <a:pt x="0" y="7"/>
                  </a:cubicBezTo>
                  <a:cubicBezTo>
                    <a:pt x="4" y="6"/>
                    <a:pt x="8" y="2"/>
                    <a:pt x="12" y="0"/>
                  </a:cubicBezTo>
                  <a:cubicBezTo>
                    <a:pt x="12" y="0"/>
                    <a:pt x="11" y="0"/>
                    <a:pt x="11" y="0"/>
                  </a:cubicBezTo>
                  <a:cubicBezTo>
                    <a:pt x="9" y="2"/>
                    <a:pt x="6" y="4"/>
                    <a:pt x="3" y="6"/>
                  </a:cubicBezTo>
                  <a:cubicBezTo>
                    <a:pt x="2" y="7"/>
                    <a:pt x="0" y="8"/>
                    <a:pt x="1" y="5"/>
                  </a:cubicBezTo>
                  <a:cubicBezTo>
                    <a:pt x="1" y="4"/>
                    <a:pt x="3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36054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863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 smtClean="0">
                <a:solidFill>
                  <a:schemeClr val="accent3"/>
                </a:solidFill>
              </a:rPr>
              <a:t>计划实施的内容</a:t>
            </a:r>
            <a:endParaRPr lang="zh-CN" altLang="en-US" sz="3600" dirty="0">
              <a:solidFill>
                <a:schemeClr val="accent3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6690" y="1324874"/>
            <a:ext cx="10349345" cy="4965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dirty="0" smtClean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目的，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计划的目的和</a:t>
            </a:r>
            <a:r>
              <a:rPr lang="zh-CN" altLang="en-US" sz="2000" dirty="0" smtClean="0">
                <a:solidFill>
                  <a:schemeClr val="accent3"/>
                </a:solidFill>
              </a:rPr>
              <a:t>范围。</a:t>
            </a: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参考文件，该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计划参考的文件列表。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管理，组织、任务、责任。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文档，列出所有相关的文档，如程序员手册、测试计划、配置管理计划等。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标准定义，文档标准、逻辑结构标准、代码编写标准、注释标准等。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评审</a:t>
            </a:r>
            <a:r>
              <a:rPr lang="en-US" altLang="zh-CN" sz="2000" dirty="0">
                <a:solidFill>
                  <a:schemeClr val="accent3"/>
                </a:solidFill>
              </a:rPr>
              <a:t>/</a:t>
            </a:r>
            <a:r>
              <a:rPr lang="zh-CN" altLang="en-US" sz="2000" dirty="0">
                <a:solidFill>
                  <a:schemeClr val="accent3"/>
                </a:solidFill>
              </a:rPr>
              <a:t>审核。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配置管理、配置定义、配置控制、配置评审等。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问题报告和处理。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工具、技术、方法。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代码控制。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事故</a:t>
            </a:r>
            <a:r>
              <a:rPr lang="en-US" altLang="zh-CN" sz="2000" dirty="0">
                <a:solidFill>
                  <a:schemeClr val="accent3"/>
                </a:solidFill>
              </a:rPr>
              <a:t>/</a:t>
            </a:r>
            <a:r>
              <a:rPr lang="zh-CN" altLang="en-US" sz="2000" dirty="0">
                <a:solidFill>
                  <a:schemeClr val="accent3"/>
                </a:solidFill>
              </a:rPr>
              <a:t>灾难控制，包括火灾、水灾、紧急情况、病毒等。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（根据具体情况，可以有所增减）。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1292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863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3"/>
                </a:solidFill>
              </a:rPr>
              <a:t>评审和审核</a:t>
            </a:r>
            <a:endParaRPr lang="zh-CN" altLang="en-US" sz="3600" dirty="0">
              <a:solidFill>
                <a:schemeClr val="accent3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6690" y="1324874"/>
            <a:ext cx="10543310" cy="511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dirty="0" smtClean="0">
                <a:solidFill>
                  <a:schemeClr val="accent3"/>
                </a:solidFill>
              </a:rPr>
              <a:t>自从</a:t>
            </a:r>
            <a:r>
              <a:rPr lang="zh-CN" altLang="en-US" sz="2000" dirty="0">
                <a:solidFill>
                  <a:schemeClr val="accent3"/>
                </a:solidFill>
              </a:rPr>
              <a:t>麦克</a:t>
            </a:r>
            <a:r>
              <a:rPr lang="en-US" altLang="zh-CN" sz="2000" dirty="0">
                <a:solidFill>
                  <a:schemeClr val="accent3"/>
                </a:solidFill>
              </a:rPr>
              <a:t>·</a:t>
            </a:r>
            <a:r>
              <a:rPr lang="zh-CN" altLang="en-US" sz="2000" dirty="0">
                <a:solidFill>
                  <a:schemeClr val="accent3"/>
                </a:solidFill>
              </a:rPr>
              <a:t>法根（</a:t>
            </a:r>
            <a:r>
              <a:rPr lang="en-US" altLang="zh-CN" sz="2000" dirty="0">
                <a:solidFill>
                  <a:schemeClr val="accent3"/>
                </a:solidFill>
              </a:rPr>
              <a:t>Michael Fagan)</a:t>
            </a:r>
            <a:r>
              <a:rPr lang="zh-CN" altLang="en-US" sz="2000" dirty="0">
                <a:solidFill>
                  <a:schemeClr val="accent3"/>
                </a:solidFill>
              </a:rPr>
              <a:t>的论文“设计与编码的审查过程”发表之后，审查一直被作为一种提高质量和减少花费的重要手段。审查的主要目的就是尽早地发现产品中的问题，减少后期维护成本，因此，评审和审核也成为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的主要责任之一</a:t>
            </a:r>
            <a:r>
              <a:rPr lang="zh-CN" altLang="en-US" sz="2000" dirty="0" smtClean="0">
                <a:solidFill>
                  <a:schemeClr val="accent3"/>
                </a:solidFill>
              </a:rPr>
              <a:t>。</a:t>
            </a:r>
            <a:endParaRPr lang="en-US" altLang="zh-CN" sz="2000" dirty="0" smtClean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评审（</a:t>
            </a:r>
            <a:r>
              <a:rPr lang="en-US" altLang="zh-CN" sz="2000" dirty="0">
                <a:solidFill>
                  <a:schemeClr val="accent3"/>
                </a:solidFill>
              </a:rPr>
              <a:t>review)——</a:t>
            </a:r>
            <a:r>
              <a:rPr lang="zh-CN" altLang="en-US" sz="2000" dirty="0">
                <a:solidFill>
                  <a:schemeClr val="accent3"/>
                </a:solidFill>
              </a:rPr>
              <a:t>过程进行时，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对过程的检查；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的角色在于确保当执行工程活动时各项计划所规定的过程得到遵循。评审通常通过评审会的方式进行</a:t>
            </a:r>
            <a:r>
              <a:rPr lang="zh-CN" altLang="en-US" sz="2000" dirty="0" smtClean="0">
                <a:solidFill>
                  <a:schemeClr val="accent3"/>
                </a:solidFill>
              </a:rPr>
              <a:t>。</a:t>
            </a:r>
            <a:endParaRPr lang="en-US" altLang="zh-CN" sz="2000" dirty="0" smtClean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审核（</a:t>
            </a:r>
            <a:r>
              <a:rPr lang="en-US" altLang="zh-CN" sz="2000" dirty="0">
                <a:solidFill>
                  <a:schemeClr val="accent3"/>
                </a:solidFill>
              </a:rPr>
              <a:t>audit)——</a:t>
            </a:r>
            <a:r>
              <a:rPr lang="zh-CN" altLang="en-US" sz="2000" dirty="0">
                <a:solidFill>
                  <a:schemeClr val="accent3"/>
                </a:solidFill>
              </a:rPr>
              <a:t>在软件工作产品生成时，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对工作产品进行的检查；</a:t>
            </a:r>
            <a:r>
              <a:rPr lang="en-US" altLang="zh-CN" sz="2000" dirty="0">
                <a:solidFill>
                  <a:schemeClr val="accent3"/>
                </a:solidFill>
              </a:rPr>
              <a:t>SQA</a:t>
            </a:r>
            <a:r>
              <a:rPr lang="zh-CN" altLang="en-US" sz="2000" dirty="0">
                <a:solidFill>
                  <a:schemeClr val="accent3"/>
                </a:solidFill>
              </a:rPr>
              <a:t>的角色在于确保开发工作产品中各项计划所规定的过程得到遵循；审核通常通过对工作产品的审查来执行</a:t>
            </a:r>
            <a:r>
              <a:rPr lang="zh-CN" altLang="en-US" sz="2000" dirty="0" smtClean="0">
                <a:solidFill>
                  <a:schemeClr val="accent3"/>
                </a:solidFill>
              </a:rPr>
              <a:t>。</a:t>
            </a:r>
            <a:endParaRPr lang="en-US" altLang="zh-CN" sz="2000" dirty="0" smtClean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chemeClr val="accent3"/>
                </a:solidFill>
              </a:rPr>
              <a:t>从上面的定义可以看出，评审和审核有不同的侧重点。评审是对工作流程的评审，而审核则主要侧重产品本身。</a:t>
            </a:r>
          </a:p>
          <a:p>
            <a:pPr>
              <a:lnSpc>
                <a:spcPts val="28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5510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863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3"/>
                </a:solidFill>
              </a:rPr>
              <a:t>评审和审核</a:t>
            </a:r>
            <a:endParaRPr lang="zh-CN" altLang="en-US" sz="3600" dirty="0">
              <a:solidFill>
                <a:schemeClr val="accent3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6690" y="1324874"/>
            <a:ext cx="10349345" cy="4861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accent3"/>
                </a:solidFill>
              </a:rPr>
              <a:t>1</a:t>
            </a:r>
            <a:r>
              <a:rPr lang="zh-CN" altLang="en-US" sz="2400" dirty="0">
                <a:solidFill>
                  <a:schemeClr val="accent3"/>
                </a:solidFill>
              </a:rPr>
              <a:t>）软件需求评审（</a:t>
            </a:r>
            <a:r>
              <a:rPr lang="en-US" altLang="zh-CN" sz="2400" dirty="0">
                <a:solidFill>
                  <a:schemeClr val="accent3"/>
                </a:solidFill>
              </a:rPr>
              <a:t>software requirements review</a:t>
            </a:r>
            <a:r>
              <a:rPr lang="en-US" altLang="zh-CN" sz="2400" dirty="0" smtClean="0">
                <a:solidFill>
                  <a:schemeClr val="accent3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accent3"/>
                </a:solidFill>
              </a:rPr>
              <a:t>2</a:t>
            </a:r>
            <a:r>
              <a:rPr lang="zh-CN" altLang="en-US" sz="2400" dirty="0">
                <a:solidFill>
                  <a:schemeClr val="accent3"/>
                </a:solidFill>
              </a:rPr>
              <a:t>）概要设计评审（</a:t>
            </a:r>
            <a:r>
              <a:rPr lang="en-US" altLang="zh-CN" sz="2400" dirty="0">
                <a:solidFill>
                  <a:schemeClr val="accent3"/>
                </a:solidFill>
              </a:rPr>
              <a:t>preliminary design review</a:t>
            </a:r>
            <a:r>
              <a:rPr lang="en-US" altLang="zh-CN" sz="2400" dirty="0" smtClean="0">
                <a:solidFill>
                  <a:schemeClr val="accent3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accent3"/>
                </a:solidFill>
              </a:rPr>
              <a:t>3</a:t>
            </a:r>
            <a:r>
              <a:rPr lang="zh-CN" altLang="en-US" sz="2400" dirty="0">
                <a:solidFill>
                  <a:schemeClr val="accent3"/>
                </a:solidFill>
              </a:rPr>
              <a:t>）详细设计评审（</a:t>
            </a:r>
            <a:r>
              <a:rPr lang="en-US" altLang="zh-CN" sz="2400" dirty="0">
                <a:solidFill>
                  <a:schemeClr val="accent3"/>
                </a:solidFill>
              </a:rPr>
              <a:t>detailed design review</a:t>
            </a:r>
            <a:r>
              <a:rPr lang="en-US" altLang="zh-CN" sz="2400" dirty="0" smtClean="0">
                <a:solidFill>
                  <a:schemeClr val="accent3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accent3"/>
                </a:solidFill>
              </a:rPr>
              <a:t>4</a:t>
            </a:r>
            <a:r>
              <a:rPr lang="zh-CN" altLang="en-US" sz="2400" dirty="0">
                <a:solidFill>
                  <a:schemeClr val="accent3"/>
                </a:solidFill>
              </a:rPr>
              <a:t>）软件验证与</a:t>
            </a:r>
            <a:r>
              <a:rPr lang="zh-CN" altLang="en-US" sz="2400" dirty="0" smtClean="0">
                <a:solidFill>
                  <a:schemeClr val="accent3"/>
                </a:solidFill>
              </a:rPr>
              <a:t>确认评审（</a:t>
            </a:r>
            <a:r>
              <a:rPr lang="en-US" altLang="zh-CN" sz="2400" dirty="0">
                <a:solidFill>
                  <a:schemeClr val="accent3"/>
                </a:solidFill>
              </a:rPr>
              <a:t>software verification and validation review</a:t>
            </a:r>
            <a:r>
              <a:rPr lang="en-US" altLang="zh-CN" sz="2400" dirty="0" smtClean="0">
                <a:solidFill>
                  <a:schemeClr val="accent3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accent3"/>
                </a:solidFill>
              </a:rPr>
              <a:t>5</a:t>
            </a:r>
            <a:r>
              <a:rPr lang="zh-CN" altLang="en-US" sz="2400" dirty="0">
                <a:solidFill>
                  <a:schemeClr val="accent3"/>
                </a:solidFill>
              </a:rPr>
              <a:t>）功能审核（</a:t>
            </a:r>
            <a:r>
              <a:rPr lang="en-US" altLang="zh-CN" sz="2400" dirty="0">
                <a:solidFill>
                  <a:schemeClr val="accent3"/>
                </a:solidFill>
              </a:rPr>
              <a:t>functional audit</a:t>
            </a:r>
            <a:r>
              <a:rPr lang="zh-CN" altLang="en-US" sz="2400" dirty="0" smtClean="0">
                <a:solidFill>
                  <a:schemeClr val="accent3"/>
                </a:solidFill>
              </a:rPr>
              <a:t>）</a:t>
            </a:r>
            <a:endParaRPr lang="en-US" altLang="zh-CN" sz="2400" dirty="0" smtClean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accent3"/>
                </a:solidFill>
              </a:rPr>
              <a:t>6</a:t>
            </a:r>
            <a:r>
              <a:rPr lang="zh-CN" altLang="en-US" sz="2400" dirty="0">
                <a:solidFill>
                  <a:schemeClr val="accent3"/>
                </a:solidFill>
              </a:rPr>
              <a:t>）物理审核（</a:t>
            </a:r>
            <a:r>
              <a:rPr lang="en-US" altLang="zh-CN" sz="2400" dirty="0">
                <a:solidFill>
                  <a:schemeClr val="accent3"/>
                </a:solidFill>
              </a:rPr>
              <a:t>physical audit</a:t>
            </a:r>
            <a:r>
              <a:rPr lang="en-US" altLang="zh-CN" sz="2400" dirty="0" smtClean="0">
                <a:solidFill>
                  <a:schemeClr val="accent3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accent3"/>
                </a:solidFill>
              </a:rPr>
              <a:t>7</a:t>
            </a:r>
            <a:r>
              <a:rPr lang="zh-CN" altLang="en-US" sz="2400" dirty="0">
                <a:solidFill>
                  <a:schemeClr val="accent3"/>
                </a:solidFill>
              </a:rPr>
              <a:t>）综合检查（</a:t>
            </a:r>
            <a:r>
              <a:rPr lang="en-US" altLang="zh-CN" sz="2400" dirty="0">
                <a:solidFill>
                  <a:schemeClr val="accent3"/>
                </a:solidFill>
              </a:rPr>
              <a:t>comprehensive audit</a:t>
            </a:r>
            <a:r>
              <a:rPr lang="en-US" altLang="zh-CN" sz="2400" dirty="0" smtClean="0">
                <a:solidFill>
                  <a:schemeClr val="accent3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accent3"/>
                </a:solidFill>
              </a:rPr>
              <a:t>8</a:t>
            </a:r>
            <a:r>
              <a:rPr lang="zh-CN" altLang="en-US" sz="2400" dirty="0">
                <a:solidFill>
                  <a:schemeClr val="accent3"/>
                </a:solidFill>
              </a:rPr>
              <a:t>）管理评审（</a:t>
            </a:r>
            <a:r>
              <a:rPr lang="en-US" altLang="zh-CN" sz="2400" dirty="0">
                <a:solidFill>
                  <a:schemeClr val="accent3"/>
                </a:solidFill>
              </a:rPr>
              <a:t>management reviews)</a:t>
            </a:r>
            <a:endParaRPr lang="zh-CN" altLang="en-US" sz="2400" dirty="0">
              <a:solidFill>
                <a:schemeClr val="accent3"/>
              </a:solidFill>
            </a:endParaRPr>
          </a:p>
          <a:p>
            <a:pPr>
              <a:lnSpc>
                <a:spcPts val="2800"/>
              </a:lnSpc>
            </a:pPr>
            <a:endParaRPr lang="zh-CN" altLang="en-US"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2147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863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 smtClean="0">
                <a:solidFill>
                  <a:schemeClr val="accent3"/>
                </a:solidFill>
              </a:rPr>
              <a:t>报告</a:t>
            </a:r>
            <a:endParaRPr lang="zh-CN" altLang="en-US" sz="3600" dirty="0">
              <a:solidFill>
                <a:schemeClr val="accent3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6690" y="1643529"/>
            <a:ext cx="103493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活动的一个重要内容就是报告对软件产品或软件过程评估的结果，并提出改进建议。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人员应记录工作的结果，并写入到报告之中，发布给相关的人员</a:t>
            </a:r>
            <a:r>
              <a:rPr lang="zh-CN" altLang="en-US" sz="2400" dirty="0" smtClean="0">
                <a:solidFill>
                  <a:schemeClr val="accent3"/>
                </a:solidFill>
              </a:rPr>
              <a:t>。</a:t>
            </a:r>
            <a:endParaRPr lang="en-US" altLang="zh-CN" sz="2400" dirty="0" smtClean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报告的发布应遵循</a:t>
            </a:r>
            <a:r>
              <a:rPr lang="en-US" altLang="zh-CN" sz="2400" dirty="0">
                <a:solidFill>
                  <a:schemeClr val="accent3"/>
                </a:solidFill>
              </a:rPr>
              <a:t>3</a:t>
            </a:r>
            <a:r>
              <a:rPr lang="zh-CN" altLang="en-US" sz="2400" dirty="0">
                <a:solidFill>
                  <a:schemeClr val="accent3"/>
                </a:solidFill>
              </a:rPr>
              <a:t>条基本原则：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和高级管理者之间应有直接沟通的渠道，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报告必须发布给软件工程组但不必发布给项目管理人员，在可能的情况下向关心软件质量的人</a:t>
            </a:r>
            <a:r>
              <a:rPr lang="zh-CN" altLang="en-US" sz="2400" dirty="0" smtClean="0">
                <a:solidFill>
                  <a:schemeClr val="accent3"/>
                </a:solidFill>
              </a:rPr>
              <a:t>发布</a:t>
            </a:r>
            <a:r>
              <a:rPr lang="zh-CN" altLang="en-US" sz="2400" dirty="0">
                <a:solidFill>
                  <a:schemeClr val="accent3"/>
                </a:solidFill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468" y="4800732"/>
            <a:ext cx="1213209" cy="153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872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863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>
                <a:solidFill>
                  <a:schemeClr val="accent3"/>
                </a:solidFill>
              </a:rPr>
              <a:t>度量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6690" y="1643529"/>
            <a:ext cx="103493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度量是记录花费在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活动上的时间、人力等数据。通过大量数据的积累、分析，可以使企业领导对质量管理的重要性有定量的认识，利于质量管理活动的进一步开展</a:t>
            </a:r>
            <a:r>
              <a:rPr lang="zh-CN" altLang="en-US" sz="2400" dirty="0" smtClean="0">
                <a:solidFill>
                  <a:schemeClr val="accent3"/>
                </a:solidFill>
              </a:rPr>
              <a:t>。</a:t>
            </a:r>
            <a:endParaRPr lang="en-US" altLang="zh-CN" sz="2400" dirty="0" smtClean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accent3"/>
                </a:solidFill>
              </a:rPr>
              <a:t>通常</a:t>
            </a:r>
            <a:r>
              <a:rPr lang="zh-CN" altLang="en-US" sz="2400" dirty="0">
                <a:solidFill>
                  <a:schemeClr val="accent3"/>
                </a:solidFill>
              </a:rPr>
              <a:t>，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度量涉及到如下</a:t>
            </a:r>
            <a:r>
              <a:rPr lang="en-US" altLang="zh-CN" sz="2400" dirty="0">
                <a:solidFill>
                  <a:schemeClr val="accent3"/>
                </a:solidFill>
              </a:rPr>
              <a:t>3</a:t>
            </a:r>
            <a:r>
              <a:rPr lang="zh-CN" altLang="en-US" sz="2400" dirty="0">
                <a:solidFill>
                  <a:schemeClr val="accent3"/>
                </a:solidFill>
              </a:rPr>
              <a:t>个方面：软件产品评估度量</a:t>
            </a:r>
            <a:r>
              <a:rPr lang="zh-CN" altLang="en-US" sz="2400" dirty="0" smtClean="0">
                <a:solidFill>
                  <a:schemeClr val="accent3"/>
                </a:solidFill>
              </a:rPr>
              <a:t>、软件</a:t>
            </a:r>
            <a:r>
              <a:rPr lang="zh-CN" altLang="en-US" sz="2400" dirty="0">
                <a:solidFill>
                  <a:schemeClr val="accent3"/>
                </a:solidFill>
              </a:rPr>
              <a:t>过程审核</a:t>
            </a:r>
            <a:r>
              <a:rPr lang="zh-CN" altLang="en-US" sz="2400" dirty="0" smtClean="0">
                <a:solidFill>
                  <a:schemeClr val="accent3"/>
                </a:solidFill>
              </a:rPr>
              <a:t>度量、软件产品</a:t>
            </a:r>
            <a:r>
              <a:rPr lang="zh-CN" altLang="en-US" sz="2400" dirty="0">
                <a:solidFill>
                  <a:schemeClr val="accent3"/>
                </a:solidFill>
              </a:rPr>
              <a:t>质量度量</a:t>
            </a:r>
            <a:r>
              <a:rPr lang="zh-CN" altLang="en-US" sz="2400" dirty="0" smtClean="0">
                <a:solidFill>
                  <a:schemeClr val="accent3"/>
                </a:solidFill>
              </a:rPr>
              <a:t>。</a:t>
            </a:r>
            <a:endParaRPr lang="zh-CN" altLang="en-US" sz="2400" dirty="0">
              <a:solidFill>
                <a:schemeClr val="accent3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823" y="4616688"/>
            <a:ext cx="1557268" cy="165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372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6690" y="429161"/>
            <a:ext cx="863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chemeClr val="accent3"/>
                </a:solidFill>
              </a:rPr>
              <a:t>SQA</a:t>
            </a:r>
            <a:r>
              <a:rPr lang="zh-CN" altLang="en-US" sz="3600" dirty="0">
                <a:solidFill>
                  <a:schemeClr val="accent3"/>
                </a:solidFill>
              </a:rPr>
              <a:t>度量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23999" y="2837457"/>
            <a:ext cx="10349345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accent3"/>
                </a:solidFill>
              </a:rPr>
              <a:t>软件过程</a:t>
            </a:r>
            <a:r>
              <a:rPr lang="zh-CN" altLang="en-US" sz="2400" dirty="0">
                <a:solidFill>
                  <a:schemeClr val="accent3"/>
                </a:solidFill>
              </a:rPr>
              <a:t>审核</a:t>
            </a:r>
            <a:r>
              <a:rPr lang="zh-CN" altLang="en-US" sz="2400" dirty="0" smtClean="0">
                <a:solidFill>
                  <a:schemeClr val="accent3"/>
                </a:solidFill>
              </a:rPr>
              <a:t>度量：主要</a:t>
            </a:r>
            <a:r>
              <a:rPr lang="zh-CN" altLang="en-US" sz="2400" dirty="0">
                <a:solidFill>
                  <a:schemeClr val="accent3"/>
                </a:solidFill>
              </a:rPr>
              <a:t>是记录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在过程度量方面消耗的各项资源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34000"/>
              </p:ext>
            </p:extLst>
          </p:nvPr>
        </p:nvGraphicFramePr>
        <p:xfrm>
          <a:off x="1034473" y="1825569"/>
          <a:ext cx="9578108" cy="85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527">
                  <a:extLst>
                    <a:ext uri="{9D8B030D-6E8A-4147-A177-3AD203B41FA5}">
                      <a16:colId xmlns:a16="http://schemas.microsoft.com/office/drawing/2014/main" val="1651542141"/>
                    </a:ext>
                  </a:extLst>
                </a:gridCol>
                <a:gridCol w="2394527">
                  <a:extLst>
                    <a:ext uri="{9D8B030D-6E8A-4147-A177-3AD203B41FA5}">
                      <a16:colId xmlns:a16="http://schemas.microsoft.com/office/drawing/2014/main" val="2352077343"/>
                    </a:ext>
                  </a:extLst>
                </a:gridCol>
                <a:gridCol w="2394527">
                  <a:extLst>
                    <a:ext uri="{9D8B030D-6E8A-4147-A177-3AD203B41FA5}">
                      <a16:colId xmlns:a16="http://schemas.microsoft.com/office/drawing/2014/main" val="641140712"/>
                    </a:ext>
                  </a:extLst>
                </a:gridCol>
                <a:gridCol w="2394527">
                  <a:extLst>
                    <a:ext uri="{9D8B030D-6E8A-4147-A177-3AD203B41FA5}">
                      <a16:colId xmlns:a16="http://schemas.microsoft.com/office/drawing/2014/main" val="2892730136"/>
                    </a:ext>
                  </a:extLst>
                </a:gridCol>
              </a:tblGrid>
              <a:tr h="4298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软件产品评估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页数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评估耗时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报告耗时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65998"/>
                  </a:ext>
                </a:extLst>
              </a:tr>
              <a:tr h="4298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软件需求说明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</a:t>
                      </a:r>
                      <a:r>
                        <a:rPr lang="zh-CN" altLang="en-US" dirty="0" smtClean="0"/>
                        <a:t>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小时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小时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6852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131759"/>
              </p:ext>
            </p:extLst>
          </p:nvPr>
        </p:nvGraphicFramePr>
        <p:xfrm>
          <a:off x="1034473" y="3576933"/>
          <a:ext cx="9578108" cy="85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527">
                  <a:extLst>
                    <a:ext uri="{9D8B030D-6E8A-4147-A177-3AD203B41FA5}">
                      <a16:colId xmlns:a16="http://schemas.microsoft.com/office/drawing/2014/main" val="1651542141"/>
                    </a:ext>
                  </a:extLst>
                </a:gridCol>
                <a:gridCol w="2394527">
                  <a:extLst>
                    <a:ext uri="{9D8B030D-6E8A-4147-A177-3AD203B41FA5}">
                      <a16:colId xmlns:a16="http://schemas.microsoft.com/office/drawing/2014/main" val="2352077343"/>
                    </a:ext>
                  </a:extLst>
                </a:gridCol>
                <a:gridCol w="2394527">
                  <a:extLst>
                    <a:ext uri="{9D8B030D-6E8A-4147-A177-3AD203B41FA5}">
                      <a16:colId xmlns:a16="http://schemas.microsoft.com/office/drawing/2014/main" val="641140712"/>
                    </a:ext>
                  </a:extLst>
                </a:gridCol>
                <a:gridCol w="2394527">
                  <a:extLst>
                    <a:ext uri="{9D8B030D-6E8A-4147-A177-3AD203B41FA5}">
                      <a16:colId xmlns:a16="http://schemas.microsoft.com/office/drawing/2014/main" val="2892730136"/>
                    </a:ext>
                  </a:extLst>
                </a:gridCol>
              </a:tblGrid>
              <a:tr h="4298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被审核的软件过程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审核准备耗时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评估耗时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报告耗时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65998"/>
                  </a:ext>
                </a:extLst>
              </a:tr>
              <a:tr h="4298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错误纠正过程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小时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小时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小时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68523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524000" y="1086093"/>
            <a:ext cx="10349345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accent3"/>
                </a:solidFill>
              </a:rPr>
              <a:t>软件产品</a:t>
            </a:r>
            <a:r>
              <a:rPr lang="zh-CN" altLang="en-US" sz="2400" dirty="0">
                <a:solidFill>
                  <a:schemeClr val="accent3"/>
                </a:solidFill>
              </a:rPr>
              <a:t>评估度量：该度量需要记录在产品评估阶段所涉及的各项资源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23998" y="4728132"/>
            <a:ext cx="10349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accent3"/>
                </a:solidFill>
              </a:rPr>
              <a:t>软件产品质量度量：该</a:t>
            </a:r>
            <a:r>
              <a:rPr lang="zh-CN" altLang="en-US" sz="2400" dirty="0">
                <a:solidFill>
                  <a:schemeClr val="accent3"/>
                </a:solidFill>
              </a:rPr>
              <a:t>度量需要记录的数据是在软件开发周期中发现的</a:t>
            </a:r>
            <a:r>
              <a:rPr lang="en-US" altLang="zh-CN" sz="2400" dirty="0">
                <a:solidFill>
                  <a:schemeClr val="accent3"/>
                </a:solidFill>
              </a:rPr>
              <a:t>Bug</a:t>
            </a:r>
            <a:r>
              <a:rPr lang="zh-CN" altLang="en-US" sz="2400" dirty="0">
                <a:solidFill>
                  <a:schemeClr val="accent3"/>
                </a:solidFill>
              </a:rPr>
              <a:t>的种类和数量。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需要分析这些数据，并保证产品的质量。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70" y="1146203"/>
            <a:ext cx="496022" cy="5272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70" y="2867512"/>
            <a:ext cx="496022" cy="5272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70" y="4801066"/>
            <a:ext cx="496022" cy="52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296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平行四边形 2"/>
          <p:cNvSpPr>
            <a:spLocks noChangeArrowheads="1"/>
          </p:cNvSpPr>
          <p:nvPr/>
        </p:nvSpPr>
        <p:spPr bwMode="auto">
          <a:xfrm>
            <a:off x="5021263" y="2535238"/>
            <a:ext cx="6096000" cy="1076325"/>
          </a:xfrm>
          <a:prstGeom prst="parallelogram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4400" b="1" i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4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724" name="直接连接符 15"/>
          <p:cNvCxnSpPr>
            <a:cxnSpLocks noChangeShapeType="1"/>
          </p:cNvCxnSpPr>
          <p:nvPr/>
        </p:nvCxnSpPr>
        <p:spPr bwMode="auto">
          <a:xfrm>
            <a:off x="5572412" y="3566089"/>
            <a:ext cx="2320251" cy="35495"/>
          </a:xfrm>
          <a:prstGeom prst="line">
            <a:avLst/>
          </a:prstGeom>
          <a:noFill/>
          <a:ln w="12700" cmpd="sng">
            <a:solidFill>
              <a:srgbClr val="D9D9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5" name="矩形 5"/>
          <p:cNvSpPr>
            <a:spLocks noChangeArrowheads="1"/>
          </p:cNvSpPr>
          <p:nvPr/>
        </p:nvSpPr>
        <p:spPr bwMode="auto">
          <a:xfrm>
            <a:off x="5572413" y="2782748"/>
            <a:ext cx="23202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726" name="Group 6"/>
          <p:cNvGrpSpPr>
            <a:grpSpLocks/>
          </p:cNvGrpSpPr>
          <p:nvPr/>
        </p:nvGrpSpPr>
        <p:grpSpPr bwMode="auto">
          <a:xfrm>
            <a:off x="2149475" y="2030413"/>
            <a:ext cx="2459038" cy="2413000"/>
            <a:chOff x="0" y="0"/>
            <a:chExt cx="252413" cy="247650"/>
          </a:xfrm>
        </p:grpSpPr>
        <p:sp>
          <p:nvSpPr>
            <p:cNvPr id="30727" name="Freeform 2950"/>
            <p:cNvSpPr>
              <a:spLocks noEditPoints="1"/>
            </p:cNvSpPr>
            <p:nvPr/>
          </p:nvSpPr>
          <p:spPr bwMode="auto">
            <a:xfrm>
              <a:off x="76200" y="71438"/>
              <a:ext cx="106363" cy="106362"/>
            </a:xfrm>
            <a:custGeom>
              <a:avLst/>
              <a:gdLst>
                <a:gd name="T0" fmla="*/ 17 w 18"/>
                <a:gd name="T1" fmla="*/ 13 h 18"/>
                <a:gd name="T2" fmla="*/ 18 w 18"/>
                <a:gd name="T3" fmla="*/ 9 h 18"/>
                <a:gd name="T4" fmla="*/ 17 w 18"/>
                <a:gd name="T5" fmla="*/ 4 h 18"/>
                <a:gd name="T6" fmla="*/ 14 w 18"/>
                <a:gd name="T7" fmla="*/ 1 h 18"/>
                <a:gd name="T8" fmla="*/ 8 w 18"/>
                <a:gd name="T9" fmla="*/ 0 h 18"/>
                <a:gd name="T10" fmla="*/ 8 w 18"/>
                <a:gd name="T11" fmla="*/ 0 h 18"/>
                <a:gd name="T12" fmla="*/ 8 w 18"/>
                <a:gd name="T13" fmla="*/ 0 h 18"/>
                <a:gd name="T14" fmla="*/ 7 w 18"/>
                <a:gd name="T15" fmla="*/ 0 h 18"/>
                <a:gd name="T16" fmla="*/ 7 w 18"/>
                <a:gd name="T17" fmla="*/ 0 h 18"/>
                <a:gd name="T18" fmla="*/ 7 w 18"/>
                <a:gd name="T19" fmla="*/ 0 h 18"/>
                <a:gd name="T20" fmla="*/ 7 w 18"/>
                <a:gd name="T21" fmla="*/ 0 h 18"/>
                <a:gd name="T22" fmla="*/ 4 w 18"/>
                <a:gd name="T23" fmla="*/ 2 h 18"/>
                <a:gd name="T24" fmla="*/ 2 w 18"/>
                <a:gd name="T25" fmla="*/ 3 h 18"/>
                <a:gd name="T26" fmla="*/ 1 w 18"/>
                <a:gd name="T27" fmla="*/ 6 h 18"/>
                <a:gd name="T28" fmla="*/ 1 w 18"/>
                <a:gd name="T29" fmla="*/ 5 h 18"/>
                <a:gd name="T30" fmla="*/ 1 w 18"/>
                <a:gd name="T31" fmla="*/ 5 h 18"/>
                <a:gd name="T32" fmla="*/ 0 w 18"/>
                <a:gd name="T33" fmla="*/ 5 h 18"/>
                <a:gd name="T34" fmla="*/ 1 w 18"/>
                <a:gd name="T35" fmla="*/ 5 h 18"/>
                <a:gd name="T36" fmla="*/ 0 w 18"/>
                <a:gd name="T37" fmla="*/ 6 h 18"/>
                <a:gd name="T38" fmla="*/ 0 w 18"/>
                <a:gd name="T39" fmla="*/ 7 h 18"/>
                <a:gd name="T40" fmla="*/ 0 w 18"/>
                <a:gd name="T41" fmla="*/ 9 h 18"/>
                <a:gd name="T42" fmla="*/ 0 w 18"/>
                <a:gd name="T43" fmla="*/ 9 h 18"/>
                <a:gd name="T44" fmla="*/ 0 w 18"/>
                <a:gd name="T45" fmla="*/ 9 h 18"/>
                <a:gd name="T46" fmla="*/ 0 w 18"/>
                <a:gd name="T47" fmla="*/ 10 h 18"/>
                <a:gd name="T48" fmla="*/ 1 w 18"/>
                <a:gd name="T49" fmla="*/ 12 h 18"/>
                <a:gd name="T50" fmla="*/ 1 w 18"/>
                <a:gd name="T51" fmla="*/ 13 h 18"/>
                <a:gd name="T52" fmla="*/ 3 w 18"/>
                <a:gd name="T53" fmla="*/ 14 h 18"/>
                <a:gd name="T54" fmla="*/ 3 w 18"/>
                <a:gd name="T55" fmla="*/ 14 h 18"/>
                <a:gd name="T56" fmla="*/ 3 w 18"/>
                <a:gd name="T57" fmla="*/ 15 h 18"/>
                <a:gd name="T58" fmla="*/ 3 w 18"/>
                <a:gd name="T59" fmla="*/ 15 h 18"/>
                <a:gd name="T60" fmla="*/ 3 w 18"/>
                <a:gd name="T61" fmla="*/ 15 h 18"/>
                <a:gd name="T62" fmla="*/ 8 w 18"/>
                <a:gd name="T63" fmla="*/ 17 h 18"/>
                <a:gd name="T64" fmla="*/ 10 w 18"/>
                <a:gd name="T65" fmla="*/ 17 h 18"/>
                <a:gd name="T66" fmla="*/ 11 w 18"/>
                <a:gd name="T67" fmla="*/ 17 h 18"/>
                <a:gd name="T68" fmla="*/ 13 w 18"/>
                <a:gd name="T69" fmla="*/ 16 h 18"/>
                <a:gd name="T70" fmla="*/ 13 w 18"/>
                <a:gd name="T71" fmla="*/ 16 h 18"/>
                <a:gd name="T72" fmla="*/ 17 w 18"/>
                <a:gd name="T73" fmla="*/ 13 h 18"/>
                <a:gd name="T74" fmla="*/ 8 w 18"/>
                <a:gd name="T75" fmla="*/ 1 h 18"/>
                <a:gd name="T76" fmla="*/ 8 w 18"/>
                <a:gd name="T77" fmla="*/ 1 h 18"/>
                <a:gd name="T78" fmla="*/ 4 w 18"/>
                <a:gd name="T79" fmla="*/ 14 h 18"/>
                <a:gd name="T80" fmla="*/ 4 w 18"/>
                <a:gd name="T81" fmla="*/ 14 h 18"/>
                <a:gd name="T82" fmla="*/ 2 w 18"/>
                <a:gd name="T83" fmla="*/ 13 h 18"/>
                <a:gd name="T84" fmla="*/ 1 w 18"/>
                <a:gd name="T85" fmla="*/ 9 h 18"/>
                <a:gd name="T86" fmla="*/ 1 w 18"/>
                <a:gd name="T87" fmla="*/ 8 h 18"/>
                <a:gd name="T88" fmla="*/ 1 w 18"/>
                <a:gd name="T89" fmla="*/ 8 h 18"/>
                <a:gd name="T90" fmla="*/ 1 w 18"/>
                <a:gd name="T91" fmla="*/ 7 h 18"/>
                <a:gd name="T92" fmla="*/ 2 w 18"/>
                <a:gd name="T93" fmla="*/ 4 h 18"/>
                <a:gd name="T94" fmla="*/ 3 w 18"/>
                <a:gd name="T95" fmla="*/ 4 h 18"/>
                <a:gd name="T96" fmla="*/ 5 w 18"/>
                <a:gd name="T97" fmla="*/ 2 h 18"/>
                <a:gd name="T98" fmla="*/ 4 w 18"/>
                <a:gd name="T99" fmla="*/ 2 h 18"/>
                <a:gd name="T100" fmla="*/ 6 w 18"/>
                <a:gd name="T101" fmla="*/ 2 h 18"/>
                <a:gd name="T102" fmla="*/ 10 w 18"/>
                <a:gd name="T103" fmla="*/ 1 h 18"/>
                <a:gd name="T104" fmla="*/ 14 w 18"/>
                <a:gd name="T105" fmla="*/ 3 h 18"/>
                <a:gd name="T106" fmla="*/ 16 w 18"/>
                <a:gd name="T107" fmla="*/ 7 h 18"/>
                <a:gd name="T108" fmla="*/ 14 w 18"/>
                <a:gd name="T109" fmla="*/ 14 h 18"/>
                <a:gd name="T110" fmla="*/ 4 w 18"/>
                <a:gd name="T111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" h="18">
                  <a:moveTo>
                    <a:pt x="17" y="13"/>
                  </a:moveTo>
                  <a:cubicBezTo>
                    <a:pt x="17" y="13"/>
                    <a:pt x="18" y="10"/>
                    <a:pt x="18" y="9"/>
                  </a:cubicBezTo>
                  <a:cubicBezTo>
                    <a:pt x="17" y="8"/>
                    <a:pt x="18" y="5"/>
                    <a:pt x="17" y="4"/>
                  </a:cubicBezTo>
                  <a:cubicBezTo>
                    <a:pt x="16" y="3"/>
                    <a:pt x="15" y="2"/>
                    <a:pt x="14" y="1"/>
                  </a:cubicBezTo>
                  <a:cubicBezTo>
                    <a:pt x="12" y="0"/>
                    <a:pt x="10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1"/>
                    <a:pt x="7" y="0"/>
                  </a:cubicBezTo>
                  <a:cubicBezTo>
                    <a:pt x="7" y="1"/>
                    <a:pt x="5" y="1"/>
                    <a:pt x="4" y="2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6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1" y="12"/>
                    <a:pt x="1" y="12"/>
                  </a:cubicBezTo>
                  <a:cubicBezTo>
                    <a:pt x="1" y="12"/>
                    <a:pt x="1" y="13"/>
                    <a:pt x="1" y="13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3" y="14"/>
                    <a:pt x="3" y="14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6"/>
                    <a:pt x="7" y="16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1" y="16"/>
                    <a:pt x="12" y="17"/>
                    <a:pt x="11" y="17"/>
                  </a:cubicBezTo>
                  <a:cubicBezTo>
                    <a:pt x="12" y="18"/>
                    <a:pt x="13" y="14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6" y="14"/>
                    <a:pt x="17" y="13"/>
                  </a:cubicBezTo>
                  <a:close/>
                  <a:moveTo>
                    <a:pt x="8" y="1"/>
                  </a:moveTo>
                  <a:cubicBezTo>
                    <a:pt x="8" y="1"/>
                    <a:pt x="8" y="1"/>
                    <a:pt x="8" y="1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3" y="12"/>
                    <a:pt x="2" y="13"/>
                  </a:cubicBezTo>
                  <a:cubicBezTo>
                    <a:pt x="2" y="13"/>
                    <a:pt x="2" y="11"/>
                    <a:pt x="1" y="9"/>
                  </a:cubicBezTo>
                  <a:cubicBezTo>
                    <a:pt x="1" y="9"/>
                    <a:pt x="1" y="8"/>
                    <a:pt x="1" y="8"/>
                  </a:cubicBezTo>
                  <a:cubicBezTo>
                    <a:pt x="1" y="8"/>
                    <a:pt x="2" y="8"/>
                    <a:pt x="1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5"/>
                    <a:pt x="2" y="4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4" y="3"/>
                    <a:pt x="4" y="2"/>
                    <a:pt x="5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5" y="3"/>
                    <a:pt x="6" y="2"/>
                    <a:pt x="6" y="2"/>
                  </a:cubicBezTo>
                  <a:cubicBezTo>
                    <a:pt x="6" y="2"/>
                    <a:pt x="9" y="1"/>
                    <a:pt x="10" y="1"/>
                  </a:cubicBezTo>
                  <a:cubicBezTo>
                    <a:pt x="11" y="1"/>
                    <a:pt x="13" y="2"/>
                    <a:pt x="14" y="3"/>
                  </a:cubicBezTo>
                  <a:cubicBezTo>
                    <a:pt x="16" y="5"/>
                    <a:pt x="16" y="5"/>
                    <a:pt x="16" y="7"/>
                  </a:cubicBezTo>
                  <a:cubicBezTo>
                    <a:pt x="16" y="11"/>
                    <a:pt x="16" y="12"/>
                    <a:pt x="14" y="14"/>
                  </a:cubicBezTo>
                  <a:cubicBezTo>
                    <a:pt x="11" y="17"/>
                    <a:pt x="6" y="16"/>
                    <a:pt x="4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8" name="Freeform 2951"/>
            <p:cNvSpPr>
              <a:spLocks noEditPoints="1"/>
            </p:cNvSpPr>
            <p:nvPr/>
          </p:nvSpPr>
          <p:spPr bwMode="auto">
            <a:xfrm>
              <a:off x="0" y="0"/>
              <a:ext cx="234950" cy="247650"/>
            </a:xfrm>
            <a:custGeom>
              <a:avLst/>
              <a:gdLst>
                <a:gd name="T0" fmla="*/ 34 w 40"/>
                <a:gd name="T1" fmla="*/ 36 h 42"/>
                <a:gd name="T2" fmla="*/ 30 w 40"/>
                <a:gd name="T3" fmla="*/ 35 h 42"/>
                <a:gd name="T4" fmla="*/ 27 w 40"/>
                <a:gd name="T5" fmla="*/ 32 h 42"/>
                <a:gd name="T6" fmla="*/ 27 w 40"/>
                <a:gd name="T7" fmla="*/ 33 h 42"/>
                <a:gd name="T8" fmla="*/ 27 w 40"/>
                <a:gd name="T9" fmla="*/ 36 h 42"/>
                <a:gd name="T10" fmla="*/ 26 w 40"/>
                <a:gd name="T11" fmla="*/ 39 h 42"/>
                <a:gd name="T12" fmla="*/ 25 w 40"/>
                <a:gd name="T13" fmla="*/ 40 h 42"/>
                <a:gd name="T14" fmla="*/ 22 w 40"/>
                <a:gd name="T15" fmla="*/ 40 h 42"/>
                <a:gd name="T16" fmla="*/ 18 w 40"/>
                <a:gd name="T17" fmla="*/ 40 h 42"/>
                <a:gd name="T18" fmla="*/ 19 w 40"/>
                <a:gd name="T19" fmla="*/ 40 h 42"/>
                <a:gd name="T20" fmla="*/ 16 w 40"/>
                <a:gd name="T21" fmla="*/ 33 h 42"/>
                <a:gd name="T22" fmla="*/ 9 w 40"/>
                <a:gd name="T23" fmla="*/ 36 h 42"/>
                <a:gd name="T24" fmla="*/ 5 w 40"/>
                <a:gd name="T25" fmla="*/ 31 h 42"/>
                <a:gd name="T26" fmla="*/ 9 w 40"/>
                <a:gd name="T27" fmla="*/ 26 h 42"/>
                <a:gd name="T28" fmla="*/ 2 w 40"/>
                <a:gd name="T29" fmla="*/ 21 h 42"/>
                <a:gd name="T30" fmla="*/ 3 w 40"/>
                <a:gd name="T31" fmla="*/ 19 h 42"/>
                <a:gd name="T32" fmla="*/ 6 w 40"/>
                <a:gd name="T33" fmla="*/ 9 h 42"/>
                <a:gd name="T34" fmla="*/ 12 w 40"/>
                <a:gd name="T35" fmla="*/ 5 h 42"/>
                <a:gd name="T36" fmla="*/ 17 w 40"/>
                <a:gd name="T37" fmla="*/ 8 h 42"/>
                <a:gd name="T38" fmla="*/ 27 w 40"/>
                <a:gd name="T39" fmla="*/ 2 h 42"/>
                <a:gd name="T40" fmla="*/ 27 w 40"/>
                <a:gd name="T41" fmla="*/ 4 h 42"/>
                <a:gd name="T42" fmla="*/ 27 w 40"/>
                <a:gd name="T43" fmla="*/ 9 h 42"/>
                <a:gd name="T44" fmla="*/ 29 w 40"/>
                <a:gd name="T45" fmla="*/ 7 h 42"/>
                <a:gd name="T46" fmla="*/ 37 w 40"/>
                <a:gd name="T47" fmla="*/ 7 h 42"/>
                <a:gd name="T48" fmla="*/ 34 w 40"/>
                <a:gd name="T49" fmla="*/ 15 h 42"/>
                <a:gd name="T50" fmla="*/ 38 w 40"/>
                <a:gd name="T51" fmla="*/ 14 h 42"/>
                <a:gd name="T52" fmla="*/ 37 w 40"/>
                <a:gd name="T53" fmla="*/ 14 h 42"/>
                <a:gd name="T54" fmla="*/ 40 w 40"/>
                <a:gd name="T55" fmla="*/ 10 h 42"/>
                <a:gd name="T56" fmla="*/ 39 w 40"/>
                <a:gd name="T57" fmla="*/ 8 h 42"/>
                <a:gd name="T58" fmla="*/ 37 w 40"/>
                <a:gd name="T59" fmla="*/ 5 h 42"/>
                <a:gd name="T60" fmla="*/ 32 w 40"/>
                <a:gd name="T61" fmla="*/ 3 h 42"/>
                <a:gd name="T62" fmla="*/ 31 w 40"/>
                <a:gd name="T63" fmla="*/ 4 h 42"/>
                <a:gd name="T64" fmla="*/ 28 w 40"/>
                <a:gd name="T65" fmla="*/ 6 h 42"/>
                <a:gd name="T66" fmla="*/ 28 w 40"/>
                <a:gd name="T67" fmla="*/ 2 h 42"/>
                <a:gd name="T68" fmla="*/ 28 w 40"/>
                <a:gd name="T69" fmla="*/ 2 h 42"/>
                <a:gd name="T70" fmla="*/ 28 w 40"/>
                <a:gd name="T71" fmla="*/ 1 h 42"/>
                <a:gd name="T72" fmla="*/ 27 w 40"/>
                <a:gd name="T73" fmla="*/ 1 h 42"/>
                <a:gd name="T74" fmla="*/ 27 w 40"/>
                <a:gd name="T75" fmla="*/ 1 h 42"/>
                <a:gd name="T76" fmla="*/ 17 w 40"/>
                <a:gd name="T77" fmla="*/ 0 h 42"/>
                <a:gd name="T78" fmla="*/ 14 w 40"/>
                <a:gd name="T79" fmla="*/ 5 h 42"/>
                <a:gd name="T80" fmla="*/ 11 w 40"/>
                <a:gd name="T81" fmla="*/ 3 h 42"/>
                <a:gd name="T82" fmla="*/ 5 w 40"/>
                <a:gd name="T83" fmla="*/ 7 h 42"/>
                <a:gd name="T84" fmla="*/ 5 w 40"/>
                <a:gd name="T85" fmla="*/ 14 h 42"/>
                <a:gd name="T86" fmla="*/ 2 w 40"/>
                <a:gd name="T87" fmla="*/ 26 h 42"/>
                <a:gd name="T88" fmla="*/ 5 w 40"/>
                <a:gd name="T89" fmla="*/ 29 h 42"/>
                <a:gd name="T90" fmla="*/ 15 w 40"/>
                <a:gd name="T91" fmla="*/ 36 h 42"/>
                <a:gd name="T92" fmla="*/ 17 w 40"/>
                <a:gd name="T93" fmla="*/ 40 h 42"/>
                <a:gd name="T94" fmla="*/ 18 w 40"/>
                <a:gd name="T95" fmla="*/ 41 h 42"/>
                <a:gd name="T96" fmla="*/ 22 w 40"/>
                <a:gd name="T97" fmla="*/ 41 h 42"/>
                <a:gd name="T98" fmla="*/ 28 w 40"/>
                <a:gd name="T99" fmla="*/ 36 h 42"/>
                <a:gd name="T100" fmla="*/ 31 w 40"/>
                <a:gd name="T101" fmla="*/ 37 h 42"/>
                <a:gd name="T102" fmla="*/ 33 w 40"/>
                <a:gd name="T103" fmla="*/ 38 h 42"/>
                <a:gd name="T104" fmla="*/ 36 w 40"/>
                <a:gd name="T105" fmla="*/ 35 h 42"/>
                <a:gd name="T106" fmla="*/ 27 w 40"/>
                <a:gd name="T107" fmla="*/ 3 h 42"/>
                <a:gd name="T108" fmla="*/ 27 w 40"/>
                <a:gd name="T109" fmla="*/ 3 h 42"/>
                <a:gd name="T110" fmla="*/ 19 w 40"/>
                <a:gd name="T111" fmla="*/ 40 h 42"/>
                <a:gd name="T112" fmla="*/ 19 w 40"/>
                <a:gd name="T113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0" h="42">
                  <a:moveTo>
                    <a:pt x="34" y="37"/>
                  </a:move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3" y="37"/>
                    <a:pt x="31" y="37"/>
                    <a:pt x="30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3"/>
                    <a:pt x="27" y="32"/>
                  </a:cubicBezTo>
                  <a:cubicBezTo>
                    <a:pt x="27" y="33"/>
                    <a:pt x="27" y="34"/>
                    <a:pt x="28" y="34"/>
                  </a:cubicBezTo>
                  <a:cubicBezTo>
                    <a:pt x="27" y="34"/>
                    <a:pt x="27" y="33"/>
                    <a:pt x="27" y="33"/>
                  </a:cubicBezTo>
                  <a:cubicBezTo>
                    <a:pt x="27" y="34"/>
                    <a:pt x="27" y="34"/>
                    <a:pt x="27" y="35"/>
                  </a:cubicBezTo>
                  <a:cubicBezTo>
                    <a:pt x="28" y="34"/>
                    <a:pt x="27" y="36"/>
                    <a:pt x="27" y="36"/>
                  </a:cubicBezTo>
                  <a:cubicBezTo>
                    <a:pt x="27" y="37"/>
                    <a:pt x="28" y="38"/>
                    <a:pt x="28" y="38"/>
                  </a:cubicBezTo>
                  <a:cubicBezTo>
                    <a:pt x="27" y="39"/>
                    <a:pt x="26" y="39"/>
                    <a:pt x="26" y="39"/>
                  </a:cubicBezTo>
                  <a:cubicBezTo>
                    <a:pt x="26" y="40"/>
                    <a:pt x="25" y="41"/>
                    <a:pt x="25" y="40"/>
                  </a:cubicBezTo>
                  <a:cubicBezTo>
                    <a:pt x="26" y="40"/>
                    <a:pt x="25" y="40"/>
                    <a:pt x="25" y="40"/>
                  </a:cubicBezTo>
                  <a:cubicBezTo>
                    <a:pt x="24" y="40"/>
                    <a:pt x="23" y="40"/>
                    <a:pt x="22" y="40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2" y="40"/>
                    <a:pt x="22" y="40"/>
                    <a:pt x="21" y="40"/>
                  </a:cubicBezTo>
                  <a:cubicBezTo>
                    <a:pt x="21" y="40"/>
                    <a:pt x="19" y="40"/>
                    <a:pt x="18" y="40"/>
                  </a:cubicBezTo>
                  <a:cubicBezTo>
                    <a:pt x="18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7" y="39"/>
                    <a:pt x="16" y="38"/>
                    <a:pt x="16" y="36"/>
                  </a:cubicBezTo>
                  <a:cubicBezTo>
                    <a:pt x="16" y="36"/>
                    <a:pt x="16" y="33"/>
                    <a:pt x="16" y="33"/>
                  </a:cubicBezTo>
                  <a:cubicBezTo>
                    <a:pt x="16" y="34"/>
                    <a:pt x="15" y="35"/>
                    <a:pt x="14" y="35"/>
                  </a:cubicBezTo>
                  <a:cubicBezTo>
                    <a:pt x="13" y="38"/>
                    <a:pt x="11" y="37"/>
                    <a:pt x="9" y="36"/>
                  </a:cubicBezTo>
                  <a:cubicBezTo>
                    <a:pt x="9" y="36"/>
                    <a:pt x="4" y="30"/>
                    <a:pt x="6" y="30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6" y="30"/>
                    <a:pt x="7" y="29"/>
                    <a:pt x="8" y="28"/>
                  </a:cubicBezTo>
                  <a:cubicBezTo>
                    <a:pt x="8" y="28"/>
                    <a:pt x="9" y="27"/>
                    <a:pt x="9" y="26"/>
                  </a:cubicBezTo>
                  <a:cubicBezTo>
                    <a:pt x="8" y="27"/>
                    <a:pt x="6" y="26"/>
                    <a:pt x="5" y="26"/>
                  </a:cubicBezTo>
                  <a:cubicBezTo>
                    <a:pt x="3" y="26"/>
                    <a:pt x="2" y="24"/>
                    <a:pt x="2" y="21"/>
                  </a:cubicBezTo>
                  <a:cubicBezTo>
                    <a:pt x="3" y="22"/>
                    <a:pt x="3" y="21"/>
                    <a:pt x="3" y="20"/>
                  </a:cubicBezTo>
                  <a:cubicBezTo>
                    <a:pt x="2" y="22"/>
                    <a:pt x="2" y="18"/>
                    <a:pt x="3" y="19"/>
                  </a:cubicBezTo>
                  <a:cubicBezTo>
                    <a:pt x="2" y="14"/>
                    <a:pt x="7" y="16"/>
                    <a:pt x="11" y="15"/>
                  </a:cubicBezTo>
                  <a:cubicBezTo>
                    <a:pt x="9" y="14"/>
                    <a:pt x="5" y="11"/>
                    <a:pt x="6" y="9"/>
                  </a:cubicBezTo>
                  <a:cubicBezTo>
                    <a:pt x="6" y="8"/>
                    <a:pt x="8" y="7"/>
                    <a:pt x="9" y="6"/>
                  </a:cubicBezTo>
                  <a:cubicBezTo>
                    <a:pt x="10" y="5"/>
                    <a:pt x="11" y="4"/>
                    <a:pt x="12" y="5"/>
                  </a:cubicBezTo>
                  <a:cubicBezTo>
                    <a:pt x="14" y="6"/>
                    <a:pt x="15" y="8"/>
                    <a:pt x="17" y="9"/>
                  </a:cubicBezTo>
                  <a:cubicBezTo>
                    <a:pt x="17" y="9"/>
                    <a:pt x="16" y="6"/>
                    <a:pt x="17" y="8"/>
                  </a:cubicBezTo>
                  <a:cubicBezTo>
                    <a:pt x="17" y="4"/>
                    <a:pt x="16" y="1"/>
                    <a:pt x="20" y="1"/>
                  </a:cubicBezTo>
                  <a:cubicBezTo>
                    <a:pt x="22" y="1"/>
                    <a:pt x="26" y="0"/>
                    <a:pt x="27" y="2"/>
                  </a:cubicBezTo>
                  <a:cubicBezTo>
                    <a:pt x="26" y="1"/>
                    <a:pt x="26" y="1"/>
                    <a:pt x="27" y="2"/>
                  </a:cubicBezTo>
                  <a:cubicBezTo>
                    <a:pt x="28" y="2"/>
                    <a:pt x="27" y="4"/>
                    <a:pt x="27" y="4"/>
                  </a:cubicBezTo>
                  <a:cubicBezTo>
                    <a:pt x="27" y="4"/>
                    <a:pt x="28" y="3"/>
                    <a:pt x="27" y="3"/>
                  </a:cubicBezTo>
                  <a:cubicBezTo>
                    <a:pt x="28" y="5"/>
                    <a:pt x="27" y="7"/>
                    <a:pt x="27" y="9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1" y="4"/>
                    <a:pt x="32" y="4"/>
                  </a:cubicBezTo>
                  <a:cubicBezTo>
                    <a:pt x="34" y="3"/>
                    <a:pt x="36" y="6"/>
                    <a:pt x="37" y="7"/>
                  </a:cubicBezTo>
                  <a:cubicBezTo>
                    <a:pt x="38" y="8"/>
                    <a:pt x="39" y="10"/>
                    <a:pt x="38" y="12"/>
                  </a:cubicBezTo>
                  <a:cubicBezTo>
                    <a:pt x="36" y="13"/>
                    <a:pt x="35" y="14"/>
                    <a:pt x="34" y="15"/>
                  </a:cubicBezTo>
                  <a:cubicBezTo>
                    <a:pt x="36" y="15"/>
                    <a:pt x="38" y="14"/>
                    <a:pt x="39" y="15"/>
                  </a:cubicBezTo>
                  <a:cubicBezTo>
                    <a:pt x="39" y="15"/>
                    <a:pt x="39" y="14"/>
                    <a:pt x="38" y="14"/>
                  </a:cubicBezTo>
                  <a:cubicBezTo>
                    <a:pt x="39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8" y="13"/>
                    <a:pt x="39" y="12"/>
                  </a:cubicBezTo>
                  <a:cubicBezTo>
                    <a:pt x="39" y="12"/>
                    <a:pt x="39" y="11"/>
                    <a:pt x="40" y="10"/>
                  </a:cubicBezTo>
                  <a:cubicBezTo>
                    <a:pt x="40" y="10"/>
                    <a:pt x="40" y="9"/>
                    <a:pt x="39" y="9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8" y="8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4"/>
                    <a:pt x="34" y="4"/>
                    <a:pt x="32" y="3"/>
                  </a:cubicBezTo>
                  <a:cubicBezTo>
                    <a:pt x="33" y="3"/>
                    <a:pt x="32" y="4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4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1" y="3"/>
                    <a:pt x="29" y="6"/>
                    <a:pt x="28" y="6"/>
                  </a:cubicBezTo>
                  <a:cubicBezTo>
                    <a:pt x="28" y="6"/>
                    <a:pt x="29" y="6"/>
                    <a:pt x="29" y="5"/>
                  </a:cubicBezTo>
                  <a:cubicBezTo>
                    <a:pt x="29" y="4"/>
                    <a:pt x="29" y="3"/>
                    <a:pt x="28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"/>
                    <a:pt x="28" y="1"/>
                    <a:pt x="27" y="1"/>
                  </a:cubicBezTo>
                  <a:cubicBezTo>
                    <a:pt x="27" y="1"/>
                    <a:pt x="28" y="1"/>
                    <a:pt x="28" y="1"/>
                  </a:cubicBezTo>
                  <a:cubicBezTo>
                    <a:pt x="28" y="1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0"/>
                    <a:pt x="25" y="0"/>
                    <a:pt x="24" y="0"/>
                  </a:cubicBezTo>
                  <a:cubicBezTo>
                    <a:pt x="22" y="0"/>
                    <a:pt x="19" y="0"/>
                    <a:pt x="17" y="0"/>
                  </a:cubicBezTo>
                  <a:cubicBezTo>
                    <a:pt x="15" y="1"/>
                    <a:pt x="15" y="4"/>
                    <a:pt x="15" y="5"/>
                  </a:cubicBezTo>
                  <a:cubicBezTo>
                    <a:pt x="15" y="5"/>
                    <a:pt x="14" y="5"/>
                    <a:pt x="14" y="5"/>
                  </a:cubicBezTo>
                  <a:cubicBezTo>
                    <a:pt x="14" y="4"/>
                    <a:pt x="13" y="3"/>
                    <a:pt x="12" y="3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8" y="3"/>
                    <a:pt x="7" y="5"/>
                    <a:pt x="5" y="7"/>
                  </a:cubicBezTo>
                  <a:cubicBezTo>
                    <a:pt x="6" y="6"/>
                    <a:pt x="5" y="8"/>
                    <a:pt x="5" y="7"/>
                  </a:cubicBezTo>
                  <a:cubicBezTo>
                    <a:pt x="3" y="10"/>
                    <a:pt x="5" y="12"/>
                    <a:pt x="7" y="14"/>
                  </a:cubicBezTo>
                  <a:cubicBezTo>
                    <a:pt x="7" y="14"/>
                    <a:pt x="5" y="13"/>
                    <a:pt x="5" y="14"/>
                  </a:cubicBezTo>
                  <a:cubicBezTo>
                    <a:pt x="0" y="14"/>
                    <a:pt x="2" y="17"/>
                    <a:pt x="2" y="21"/>
                  </a:cubicBezTo>
                  <a:cubicBezTo>
                    <a:pt x="2" y="23"/>
                    <a:pt x="1" y="24"/>
                    <a:pt x="2" y="26"/>
                  </a:cubicBezTo>
                  <a:cubicBezTo>
                    <a:pt x="3" y="28"/>
                    <a:pt x="5" y="26"/>
                    <a:pt x="7" y="27"/>
                  </a:cubicBezTo>
                  <a:cubicBezTo>
                    <a:pt x="6" y="28"/>
                    <a:pt x="6" y="28"/>
                    <a:pt x="5" y="29"/>
                  </a:cubicBezTo>
                  <a:cubicBezTo>
                    <a:pt x="5" y="29"/>
                    <a:pt x="4" y="31"/>
                    <a:pt x="4" y="30"/>
                  </a:cubicBezTo>
                  <a:cubicBezTo>
                    <a:pt x="3" y="34"/>
                    <a:pt x="12" y="42"/>
                    <a:pt x="15" y="36"/>
                  </a:cubicBezTo>
                  <a:cubicBezTo>
                    <a:pt x="15" y="37"/>
                    <a:pt x="15" y="35"/>
                    <a:pt x="15" y="35"/>
                  </a:cubicBezTo>
                  <a:cubicBezTo>
                    <a:pt x="15" y="37"/>
                    <a:pt x="15" y="39"/>
                    <a:pt x="17" y="40"/>
                  </a:cubicBezTo>
                  <a:cubicBezTo>
                    <a:pt x="17" y="40"/>
                    <a:pt x="17" y="40"/>
                    <a:pt x="16" y="40"/>
                  </a:cubicBezTo>
                  <a:cubicBezTo>
                    <a:pt x="17" y="41"/>
                    <a:pt x="17" y="41"/>
                    <a:pt x="18" y="41"/>
                  </a:cubicBezTo>
                  <a:cubicBezTo>
                    <a:pt x="18" y="41"/>
                    <a:pt x="20" y="41"/>
                    <a:pt x="18" y="41"/>
                  </a:cubicBezTo>
                  <a:cubicBezTo>
                    <a:pt x="19" y="41"/>
                    <a:pt x="22" y="41"/>
                    <a:pt x="22" y="41"/>
                  </a:cubicBezTo>
                  <a:cubicBezTo>
                    <a:pt x="24" y="41"/>
                    <a:pt x="26" y="41"/>
                    <a:pt x="27" y="40"/>
                  </a:cubicBezTo>
                  <a:cubicBezTo>
                    <a:pt x="28" y="40"/>
                    <a:pt x="29" y="36"/>
                    <a:pt x="28" y="36"/>
                  </a:cubicBezTo>
                  <a:cubicBezTo>
                    <a:pt x="28" y="35"/>
                    <a:pt x="28" y="35"/>
                    <a:pt x="28" y="34"/>
                  </a:cubicBezTo>
                  <a:cubicBezTo>
                    <a:pt x="29" y="35"/>
                    <a:pt x="30" y="37"/>
                    <a:pt x="31" y="37"/>
                  </a:cubicBezTo>
                  <a:cubicBezTo>
                    <a:pt x="31" y="38"/>
                    <a:pt x="32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5" y="36"/>
                    <a:pt x="36" y="36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6"/>
                    <a:pt x="35" y="36"/>
                    <a:pt x="34" y="37"/>
                  </a:cubicBezTo>
                  <a:close/>
                  <a:moveTo>
                    <a:pt x="27" y="3"/>
                  </a:moveTo>
                  <a:cubicBezTo>
                    <a:pt x="27" y="3"/>
                    <a:pt x="27" y="4"/>
                    <a:pt x="27" y="4"/>
                  </a:cubicBezTo>
                  <a:cubicBezTo>
                    <a:pt x="27" y="3"/>
                    <a:pt x="27" y="3"/>
                    <a:pt x="27" y="3"/>
                  </a:cubicBezTo>
                  <a:close/>
                  <a:moveTo>
                    <a:pt x="19" y="40"/>
                  </a:move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9" name="Freeform 2952"/>
            <p:cNvSpPr>
              <a:spLocks/>
            </p:cNvSpPr>
            <p:nvPr/>
          </p:nvSpPr>
          <p:spPr bwMode="auto">
            <a:xfrm>
              <a:off x="200025" y="95250"/>
              <a:ext cx="52388" cy="100012"/>
            </a:xfrm>
            <a:custGeom>
              <a:avLst/>
              <a:gdLst>
                <a:gd name="T0" fmla="*/ 8 w 9"/>
                <a:gd name="T1" fmla="*/ 1 h 17"/>
                <a:gd name="T2" fmla="*/ 8 w 9"/>
                <a:gd name="T3" fmla="*/ 0 h 17"/>
                <a:gd name="T4" fmla="*/ 8 w 9"/>
                <a:gd name="T5" fmla="*/ 3 h 17"/>
                <a:gd name="T6" fmla="*/ 8 w 9"/>
                <a:gd name="T7" fmla="*/ 7 h 17"/>
                <a:gd name="T8" fmla="*/ 6 w 9"/>
                <a:gd name="T9" fmla="*/ 10 h 17"/>
                <a:gd name="T10" fmla="*/ 0 w 9"/>
                <a:gd name="T11" fmla="*/ 10 h 17"/>
                <a:gd name="T12" fmla="*/ 3 w 9"/>
                <a:gd name="T13" fmla="*/ 12 h 17"/>
                <a:gd name="T14" fmla="*/ 2 w 9"/>
                <a:gd name="T15" fmla="*/ 12 h 17"/>
                <a:gd name="T16" fmla="*/ 3 w 9"/>
                <a:gd name="T17" fmla="*/ 12 h 17"/>
                <a:gd name="T18" fmla="*/ 3 w 9"/>
                <a:gd name="T19" fmla="*/ 12 h 17"/>
                <a:gd name="T20" fmla="*/ 5 w 9"/>
                <a:gd name="T21" fmla="*/ 15 h 17"/>
                <a:gd name="T22" fmla="*/ 4 w 9"/>
                <a:gd name="T23" fmla="*/ 17 h 17"/>
                <a:gd name="T24" fmla="*/ 5 w 9"/>
                <a:gd name="T25" fmla="*/ 15 h 17"/>
                <a:gd name="T26" fmla="*/ 2 w 9"/>
                <a:gd name="T27" fmla="*/ 11 h 17"/>
                <a:gd name="T28" fmla="*/ 5 w 9"/>
                <a:gd name="T29" fmla="*/ 10 h 17"/>
                <a:gd name="T30" fmla="*/ 6 w 9"/>
                <a:gd name="T31" fmla="*/ 11 h 17"/>
                <a:gd name="T32" fmla="*/ 8 w 9"/>
                <a:gd name="T33" fmla="*/ 9 h 17"/>
                <a:gd name="T34" fmla="*/ 9 w 9"/>
                <a:gd name="T35" fmla="*/ 7 h 17"/>
                <a:gd name="T36" fmla="*/ 8 w 9"/>
                <a:gd name="T37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" h="17">
                  <a:moveTo>
                    <a:pt x="8" y="1"/>
                  </a:moveTo>
                  <a:cubicBezTo>
                    <a:pt x="8" y="1"/>
                    <a:pt x="8" y="1"/>
                    <a:pt x="8" y="0"/>
                  </a:cubicBezTo>
                  <a:cubicBezTo>
                    <a:pt x="8" y="0"/>
                    <a:pt x="8" y="2"/>
                    <a:pt x="8" y="3"/>
                  </a:cubicBezTo>
                  <a:cubicBezTo>
                    <a:pt x="8" y="4"/>
                    <a:pt x="9" y="7"/>
                    <a:pt x="8" y="7"/>
                  </a:cubicBezTo>
                  <a:cubicBezTo>
                    <a:pt x="9" y="7"/>
                    <a:pt x="6" y="10"/>
                    <a:pt x="6" y="10"/>
                  </a:cubicBezTo>
                  <a:cubicBezTo>
                    <a:pt x="4" y="11"/>
                    <a:pt x="2" y="10"/>
                    <a:pt x="0" y="10"/>
                  </a:cubicBezTo>
                  <a:cubicBezTo>
                    <a:pt x="0" y="10"/>
                    <a:pt x="2" y="12"/>
                    <a:pt x="3" y="12"/>
                  </a:cubicBezTo>
                  <a:cubicBezTo>
                    <a:pt x="3" y="12"/>
                    <a:pt x="3" y="12"/>
                    <a:pt x="2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3"/>
                    <a:pt x="4" y="14"/>
                    <a:pt x="5" y="15"/>
                  </a:cubicBezTo>
                  <a:cubicBezTo>
                    <a:pt x="5" y="16"/>
                    <a:pt x="4" y="17"/>
                    <a:pt x="4" y="17"/>
                  </a:cubicBezTo>
                  <a:cubicBezTo>
                    <a:pt x="5" y="17"/>
                    <a:pt x="5" y="16"/>
                    <a:pt x="5" y="15"/>
                  </a:cubicBezTo>
                  <a:cubicBezTo>
                    <a:pt x="5" y="14"/>
                    <a:pt x="3" y="12"/>
                    <a:pt x="2" y="11"/>
                  </a:cubicBezTo>
                  <a:cubicBezTo>
                    <a:pt x="3" y="11"/>
                    <a:pt x="5" y="10"/>
                    <a:pt x="5" y="10"/>
                  </a:cubicBezTo>
                  <a:cubicBezTo>
                    <a:pt x="4" y="11"/>
                    <a:pt x="5" y="10"/>
                    <a:pt x="6" y="11"/>
                  </a:cubicBezTo>
                  <a:cubicBezTo>
                    <a:pt x="6" y="11"/>
                    <a:pt x="8" y="10"/>
                    <a:pt x="8" y="9"/>
                  </a:cubicBezTo>
                  <a:cubicBezTo>
                    <a:pt x="7" y="10"/>
                    <a:pt x="8" y="7"/>
                    <a:pt x="9" y="7"/>
                  </a:cubicBezTo>
                  <a:cubicBezTo>
                    <a:pt x="9" y="7"/>
                    <a:pt x="8" y="3"/>
                    <a:pt x="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" name="Freeform 2953"/>
            <p:cNvSpPr>
              <a:spLocks/>
            </p:cNvSpPr>
            <p:nvPr/>
          </p:nvSpPr>
          <p:spPr bwMode="auto">
            <a:xfrm>
              <a:off x="187325" y="182563"/>
              <a:ext cx="41275" cy="36512"/>
            </a:xfrm>
            <a:custGeom>
              <a:avLst/>
              <a:gdLst>
                <a:gd name="T0" fmla="*/ 7 w 7"/>
                <a:gd name="T1" fmla="*/ 0 h 6"/>
                <a:gd name="T2" fmla="*/ 0 w 7"/>
                <a:gd name="T3" fmla="*/ 6 h 6"/>
                <a:gd name="T4" fmla="*/ 0 w 7"/>
                <a:gd name="T5" fmla="*/ 6 h 6"/>
                <a:gd name="T6" fmla="*/ 7 w 7"/>
                <a:gd name="T7" fmla="*/ 0 h 6"/>
                <a:gd name="T8" fmla="*/ 7 w 7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0"/>
                  </a:moveTo>
                  <a:cubicBezTo>
                    <a:pt x="5" y="3"/>
                    <a:pt x="3" y="5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5"/>
                    <a:pt x="6" y="3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1" name="Freeform 2954"/>
            <p:cNvSpPr>
              <a:spLocks/>
            </p:cNvSpPr>
            <p:nvPr/>
          </p:nvSpPr>
          <p:spPr bwMode="auto">
            <a:xfrm>
              <a:off x="217488" y="177800"/>
              <a:ext cx="11113" cy="111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2 w 2"/>
                <a:gd name="T5" fmla="*/ 0 h 2"/>
                <a:gd name="T6" fmla="*/ 2 w 2"/>
                <a:gd name="T7" fmla="*/ 1 h 2"/>
                <a:gd name="T8" fmla="*/ 2 w 2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0" y="1"/>
                    <a:pt x="1" y="2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Freeform 2955"/>
            <p:cNvSpPr>
              <a:spLocks/>
            </p:cNvSpPr>
            <p:nvPr/>
          </p:nvSpPr>
          <p:spPr bwMode="auto">
            <a:xfrm>
              <a:off x="169863" y="182563"/>
              <a:ext cx="58738" cy="23812"/>
            </a:xfrm>
            <a:custGeom>
              <a:avLst/>
              <a:gdLst>
                <a:gd name="T0" fmla="*/ 1 w 10"/>
                <a:gd name="T1" fmla="*/ 4 h 4"/>
                <a:gd name="T2" fmla="*/ 10 w 10"/>
                <a:gd name="T3" fmla="*/ 0 h 4"/>
                <a:gd name="T4" fmla="*/ 10 w 10"/>
                <a:gd name="T5" fmla="*/ 0 h 4"/>
                <a:gd name="T6" fmla="*/ 1 w 10"/>
                <a:gd name="T7" fmla="*/ 4 h 4"/>
                <a:gd name="T8" fmla="*/ 1 w 10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4">
                  <a:moveTo>
                    <a:pt x="1" y="4"/>
                  </a:moveTo>
                  <a:cubicBezTo>
                    <a:pt x="4" y="2"/>
                    <a:pt x="6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0"/>
                    <a:pt x="3" y="2"/>
                    <a:pt x="1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Freeform 2956"/>
            <p:cNvSpPr>
              <a:spLocks/>
            </p:cNvSpPr>
            <p:nvPr/>
          </p:nvSpPr>
          <p:spPr bwMode="auto">
            <a:xfrm>
              <a:off x="123825" y="219075"/>
              <a:ext cx="39688" cy="22225"/>
            </a:xfrm>
            <a:custGeom>
              <a:avLst/>
              <a:gdLst>
                <a:gd name="T0" fmla="*/ 0 w 7"/>
                <a:gd name="T1" fmla="*/ 4 h 4"/>
                <a:gd name="T2" fmla="*/ 7 w 7"/>
                <a:gd name="T3" fmla="*/ 0 h 4"/>
                <a:gd name="T4" fmla="*/ 6 w 7"/>
                <a:gd name="T5" fmla="*/ 0 h 4"/>
                <a:gd name="T6" fmla="*/ 0 w 7"/>
                <a:gd name="T7" fmla="*/ 3 h 4"/>
                <a:gd name="T8" fmla="*/ 0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0" y="4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4" y="1"/>
                    <a:pt x="2" y="2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4" name="Freeform 2957"/>
            <p:cNvSpPr>
              <a:spLocks/>
            </p:cNvSpPr>
            <p:nvPr/>
          </p:nvSpPr>
          <p:spPr bwMode="auto">
            <a:xfrm>
              <a:off x="123825" y="212725"/>
              <a:ext cx="34925" cy="23812"/>
            </a:xfrm>
            <a:custGeom>
              <a:avLst/>
              <a:gdLst>
                <a:gd name="T0" fmla="*/ 6 w 6"/>
                <a:gd name="T1" fmla="*/ 0 h 4"/>
                <a:gd name="T2" fmla="*/ 0 w 6"/>
                <a:gd name="T3" fmla="*/ 4 h 4"/>
                <a:gd name="T4" fmla="*/ 0 w 6"/>
                <a:gd name="T5" fmla="*/ 4 h 4"/>
                <a:gd name="T6" fmla="*/ 6 w 6"/>
                <a:gd name="T7" fmla="*/ 0 h 4"/>
                <a:gd name="T8" fmla="*/ 6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0"/>
                  </a:moveTo>
                  <a:cubicBezTo>
                    <a:pt x="4" y="2"/>
                    <a:pt x="2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4" y="2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Freeform 2958"/>
            <p:cNvSpPr>
              <a:spLocks/>
            </p:cNvSpPr>
            <p:nvPr/>
          </p:nvSpPr>
          <p:spPr bwMode="auto">
            <a:xfrm>
              <a:off x="176213" y="171450"/>
              <a:ext cx="46038" cy="34925"/>
            </a:xfrm>
            <a:custGeom>
              <a:avLst/>
              <a:gdLst>
                <a:gd name="T0" fmla="*/ 8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8 w 8"/>
                <a:gd name="T7" fmla="*/ 1 h 6"/>
                <a:gd name="T8" fmla="*/ 8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8" y="0"/>
                  </a:moveTo>
                  <a:cubicBezTo>
                    <a:pt x="5" y="2"/>
                    <a:pt x="2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4"/>
                    <a:pt x="5" y="2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Freeform 2959"/>
            <p:cNvSpPr>
              <a:spLocks/>
            </p:cNvSpPr>
            <p:nvPr/>
          </p:nvSpPr>
          <p:spPr bwMode="auto">
            <a:xfrm>
              <a:off x="163513" y="171450"/>
              <a:ext cx="58738" cy="28575"/>
            </a:xfrm>
            <a:custGeom>
              <a:avLst/>
              <a:gdLst>
                <a:gd name="T0" fmla="*/ 1 w 10"/>
                <a:gd name="T1" fmla="*/ 5 h 5"/>
                <a:gd name="T2" fmla="*/ 9 w 10"/>
                <a:gd name="T3" fmla="*/ 0 h 5"/>
                <a:gd name="T4" fmla="*/ 9 w 10"/>
                <a:gd name="T5" fmla="*/ 0 h 5"/>
                <a:gd name="T6" fmla="*/ 1 w 10"/>
                <a:gd name="T7" fmla="*/ 5 h 5"/>
                <a:gd name="T8" fmla="*/ 1 w 10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5">
                  <a:moveTo>
                    <a:pt x="1" y="5"/>
                  </a:moveTo>
                  <a:cubicBezTo>
                    <a:pt x="4" y="3"/>
                    <a:pt x="6" y="1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1"/>
                    <a:pt x="3" y="3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Freeform 2960"/>
            <p:cNvSpPr>
              <a:spLocks/>
            </p:cNvSpPr>
            <p:nvPr/>
          </p:nvSpPr>
          <p:spPr bwMode="auto">
            <a:xfrm>
              <a:off x="111125" y="206375"/>
              <a:ext cx="47625" cy="30162"/>
            </a:xfrm>
            <a:custGeom>
              <a:avLst/>
              <a:gdLst>
                <a:gd name="T0" fmla="*/ 1 w 8"/>
                <a:gd name="T1" fmla="*/ 5 h 5"/>
                <a:gd name="T2" fmla="*/ 8 w 8"/>
                <a:gd name="T3" fmla="*/ 0 h 5"/>
                <a:gd name="T4" fmla="*/ 8 w 8"/>
                <a:gd name="T5" fmla="*/ 0 h 5"/>
                <a:gd name="T6" fmla="*/ 0 w 8"/>
                <a:gd name="T7" fmla="*/ 5 h 5"/>
                <a:gd name="T8" fmla="*/ 1 w 8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1" y="5"/>
                  </a:moveTo>
                  <a:cubicBezTo>
                    <a:pt x="3" y="4"/>
                    <a:pt x="6" y="2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4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Freeform 2961"/>
            <p:cNvSpPr>
              <a:spLocks/>
            </p:cNvSpPr>
            <p:nvPr/>
          </p:nvSpPr>
          <p:spPr bwMode="auto">
            <a:xfrm>
              <a:off x="106363" y="158750"/>
              <a:ext cx="104775" cy="77787"/>
            </a:xfrm>
            <a:custGeom>
              <a:avLst/>
              <a:gdLst>
                <a:gd name="T0" fmla="*/ 18 w 18"/>
                <a:gd name="T1" fmla="*/ 1 h 13"/>
                <a:gd name="T2" fmla="*/ 0 w 18"/>
                <a:gd name="T3" fmla="*/ 13 h 13"/>
                <a:gd name="T4" fmla="*/ 1 w 18"/>
                <a:gd name="T5" fmla="*/ 13 h 13"/>
                <a:gd name="T6" fmla="*/ 18 w 18"/>
                <a:gd name="T7" fmla="*/ 1 h 13"/>
                <a:gd name="T8" fmla="*/ 18 w 18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18" y="1"/>
                  </a:moveTo>
                  <a:cubicBezTo>
                    <a:pt x="12" y="5"/>
                    <a:pt x="6" y="9"/>
                    <a:pt x="0" y="13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6" y="9"/>
                    <a:pt x="12" y="5"/>
                    <a:pt x="18" y="1"/>
                  </a:cubicBezTo>
                  <a:cubicBezTo>
                    <a:pt x="18" y="1"/>
                    <a:pt x="18" y="0"/>
                    <a:pt x="1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Freeform 2962"/>
            <p:cNvSpPr>
              <a:spLocks/>
            </p:cNvSpPr>
            <p:nvPr/>
          </p:nvSpPr>
          <p:spPr bwMode="auto">
            <a:xfrm>
              <a:off x="222250" y="136525"/>
              <a:ext cx="23813" cy="17462"/>
            </a:xfrm>
            <a:custGeom>
              <a:avLst/>
              <a:gdLst>
                <a:gd name="T0" fmla="*/ 4 w 4"/>
                <a:gd name="T1" fmla="*/ 0 h 3"/>
                <a:gd name="T2" fmla="*/ 0 w 4"/>
                <a:gd name="T3" fmla="*/ 3 h 3"/>
                <a:gd name="T4" fmla="*/ 0 w 4"/>
                <a:gd name="T5" fmla="*/ 3 h 3"/>
                <a:gd name="T6" fmla="*/ 4 w 4"/>
                <a:gd name="T7" fmla="*/ 0 h 3"/>
                <a:gd name="T8" fmla="*/ 4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3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Freeform 2963"/>
            <p:cNvSpPr>
              <a:spLocks/>
            </p:cNvSpPr>
            <p:nvPr/>
          </p:nvSpPr>
          <p:spPr bwMode="auto">
            <a:xfrm>
              <a:off x="228600" y="136525"/>
              <a:ext cx="17463" cy="17462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2 h 3"/>
                <a:gd name="T4" fmla="*/ 3 w 3"/>
                <a:gd name="T5" fmla="*/ 0 h 3"/>
                <a:gd name="T6" fmla="*/ 3 w 3"/>
                <a:gd name="T7" fmla="*/ 0 h 3"/>
                <a:gd name="T8" fmla="*/ 0 w 3"/>
                <a:gd name="T9" fmla="*/ 3 h 3"/>
                <a:gd name="T10" fmla="*/ 0 w 3"/>
                <a:gd name="T11" fmla="*/ 3 h 3"/>
                <a:gd name="T12" fmla="*/ 3 w 3"/>
                <a:gd name="T13" fmla="*/ 1 h 3"/>
                <a:gd name="T14" fmla="*/ 3 w 3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2"/>
                    <a:pt x="2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2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Freeform 2964"/>
            <p:cNvSpPr>
              <a:spLocks/>
            </p:cNvSpPr>
            <p:nvPr/>
          </p:nvSpPr>
          <p:spPr bwMode="auto">
            <a:xfrm>
              <a:off x="93663" y="136525"/>
              <a:ext cx="152400" cy="82550"/>
            </a:xfrm>
            <a:custGeom>
              <a:avLst/>
              <a:gdLst>
                <a:gd name="T0" fmla="*/ 0 w 26"/>
                <a:gd name="T1" fmla="*/ 14 h 14"/>
                <a:gd name="T2" fmla="*/ 12 w 26"/>
                <a:gd name="T3" fmla="*/ 8 h 14"/>
                <a:gd name="T4" fmla="*/ 26 w 26"/>
                <a:gd name="T5" fmla="*/ 0 h 14"/>
                <a:gd name="T6" fmla="*/ 26 w 26"/>
                <a:gd name="T7" fmla="*/ 0 h 14"/>
                <a:gd name="T8" fmla="*/ 17 w 26"/>
                <a:gd name="T9" fmla="*/ 4 h 14"/>
                <a:gd name="T10" fmla="*/ 0 w 26"/>
                <a:gd name="T11" fmla="*/ 14 h 14"/>
                <a:gd name="T12" fmla="*/ 0 w 26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4">
                  <a:moveTo>
                    <a:pt x="0" y="14"/>
                  </a:moveTo>
                  <a:cubicBezTo>
                    <a:pt x="4" y="12"/>
                    <a:pt x="8" y="10"/>
                    <a:pt x="12" y="8"/>
                  </a:cubicBezTo>
                  <a:cubicBezTo>
                    <a:pt x="16" y="5"/>
                    <a:pt x="20" y="1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20" y="2"/>
                    <a:pt x="17" y="4"/>
                  </a:cubicBezTo>
                  <a:cubicBezTo>
                    <a:pt x="12" y="8"/>
                    <a:pt x="6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Freeform 2965"/>
            <p:cNvSpPr>
              <a:spLocks/>
            </p:cNvSpPr>
            <p:nvPr/>
          </p:nvSpPr>
          <p:spPr bwMode="auto">
            <a:xfrm>
              <a:off x="87313" y="112713"/>
              <a:ext cx="158750" cy="106362"/>
            </a:xfrm>
            <a:custGeom>
              <a:avLst/>
              <a:gdLst>
                <a:gd name="T0" fmla="*/ 27 w 27"/>
                <a:gd name="T1" fmla="*/ 0 h 18"/>
                <a:gd name="T2" fmla="*/ 0 w 27"/>
                <a:gd name="T3" fmla="*/ 18 h 18"/>
                <a:gd name="T4" fmla="*/ 0 w 27"/>
                <a:gd name="T5" fmla="*/ 18 h 18"/>
                <a:gd name="T6" fmla="*/ 27 w 27"/>
                <a:gd name="T7" fmla="*/ 0 h 18"/>
                <a:gd name="T8" fmla="*/ 27 w 27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8">
                  <a:moveTo>
                    <a:pt x="27" y="0"/>
                  </a:moveTo>
                  <a:cubicBezTo>
                    <a:pt x="18" y="6"/>
                    <a:pt x="9" y="12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2"/>
                    <a:pt x="19" y="6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Freeform 2966"/>
            <p:cNvSpPr>
              <a:spLocks/>
            </p:cNvSpPr>
            <p:nvPr/>
          </p:nvSpPr>
          <p:spPr bwMode="auto">
            <a:xfrm>
              <a:off x="234950" y="106363"/>
              <a:ext cx="11113" cy="17462"/>
            </a:xfrm>
            <a:custGeom>
              <a:avLst/>
              <a:gdLst>
                <a:gd name="T0" fmla="*/ 2 w 2"/>
                <a:gd name="T1" fmla="*/ 1 h 3"/>
                <a:gd name="T2" fmla="*/ 2 w 2"/>
                <a:gd name="T3" fmla="*/ 0 h 3"/>
                <a:gd name="T4" fmla="*/ 2 w 2"/>
                <a:gd name="T5" fmla="*/ 0 h 3"/>
                <a:gd name="T6" fmla="*/ 2 w 2"/>
                <a:gd name="T7" fmla="*/ 1 h 3"/>
                <a:gd name="T8" fmla="*/ 2 w 2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3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Freeform 2967"/>
            <p:cNvSpPr>
              <a:spLocks/>
            </p:cNvSpPr>
            <p:nvPr/>
          </p:nvSpPr>
          <p:spPr bwMode="auto">
            <a:xfrm>
              <a:off x="158750" y="106363"/>
              <a:ext cx="87313" cy="47625"/>
            </a:xfrm>
            <a:custGeom>
              <a:avLst/>
              <a:gdLst>
                <a:gd name="T0" fmla="*/ 1 w 15"/>
                <a:gd name="T1" fmla="*/ 8 h 8"/>
                <a:gd name="T2" fmla="*/ 15 w 15"/>
                <a:gd name="T3" fmla="*/ 1 h 8"/>
                <a:gd name="T4" fmla="*/ 15 w 15"/>
                <a:gd name="T5" fmla="*/ 0 h 8"/>
                <a:gd name="T6" fmla="*/ 0 w 15"/>
                <a:gd name="T7" fmla="*/ 8 h 8"/>
                <a:gd name="T8" fmla="*/ 1 w 1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" y="8"/>
                  </a:moveTo>
                  <a:cubicBezTo>
                    <a:pt x="5" y="5"/>
                    <a:pt x="10" y="3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3"/>
                    <a:pt x="5" y="5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Freeform 2968"/>
            <p:cNvSpPr>
              <a:spLocks/>
            </p:cNvSpPr>
            <p:nvPr/>
          </p:nvSpPr>
          <p:spPr bwMode="auto">
            <a:xfrm>
              <a:off x="58738" y="165100"/>
              <a:ext cx="87313" cy="53975"/>
            </a:xfrm>
            <a:custGeom>
              <a:avLst/>
              <a:gdLst>
                <a:gd name="T0" fmla="*/ 0 w 15"/>
                <a:gd name="T1" fmla="*/ 9 h 9"/>
                <a:gd name="T2" fmla="*/ 14 w 15"/>
                <a:gd name="T3" fmla="*/ 0 h 9"/>
                <a:gd name="T4" fmla="*/ 14 w 15"/>
                <a:gd name="T5" fmla="*/ 0 h 9"/>
                <a:gd name="T6" fmla="*/ 0 w 15"/>
                <a:gd name="T7" fmla="*/ 9 h 9"/>
                <a:gd name="T8" fmla="*/ 0 w 1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0" y="9"/>
                  </a:moveTo>
                  <a:cubicBezTo>
                    <a:pt x="5" y="6"/>
                    <a:pt x="10" y="3"/>
                    <a:pt x="14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9" y="3"/>
                    <a:pt x="5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Freeform 2969"/>
            <p:cNvSpPr>
              <a:spLocks/>
            </p:cNvSpPr>
            <p:nvPr/>
          </p:nvSpPr>
          <p:spPr bwMode="auto">
            <a:xfrm>
              <a:off x="58738" y="165100"/>
              <a:ext cx="69850" cy="53975"/>
            </a:xfrm>
            <a:custGeom>
              <a:avLst/>
              <a:gdLst>
                <a:gd name="T0" fmla="*/ 12 w 12"/>
                <a:gd name="T1" fmla="*/ 0 h 9"/>
                <a:gd name="T2" fmla="*/ 0 w 12"/>
                <a:gd name="T3" fmla="*/ 9 h 9"/>
                <a:gd name="T4" fmla="*/ 0 w 12"/>
                <a:gd name="T5" fmla="*/ 9 h 9"/>
                <a:gd name="T6" fmla="*/ 12 w 12"/>
                <a:gd name="T7" fmla="*/ 0 h 9"/>
                <a:gd name="T8" fmla="*/ 12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12" y="0"/>
                  </a:moveTo>
                  <a:cubicBezTo>
                    <a:pt x="8" y="3"/>
                    <a:pt x="4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6"/>
                    <a:pt x="8" y="3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Freeform 2970"/>
            <p:cNvSpPr>
              <a:spLocks/>
            </p:cNvSpPr>
            <p:nvPr/>
          </p:nvSpPr>
          <p:spPr bwMode="auto">
            <a:xfrm>
              <a:off x="169863" y="100013"/>
              <a:ext cx="76200" cy="41275"/>
            </a:xfrm>
            <a:custGeom>
              <a:avLst/>
              <a:gdLst>
                <a:gd name="T0" fmla="*/ 13 w 13"/>
                <a:gd name="T1" fmla="*/ 0 h 7"/>
                <a:gd name="T2" fmla="*/ 0 w 13"/>
                <a:gd name="T3" fmla="*/ 7 h 7"/>
                <a:gd name="T4" fmla="*/ 0 w 13"/>
                <a:gd name="T5" fmla="*/ 7 h 7"/>
                <a:gd name="T6" fmla="*/ 13 w 13"/>
                <a:gd name="T7" fmla="*/ 0 h 7"/>
                <a:gd name="T8" fmla="*/ 13 w 1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3" y="0"/>
                  </a:moveTo>
                  <a:cubicBezTo>
                    <a:pt x="8" y="2"/>
                    <a:pt x="4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9" y="2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Freeform 2971"/>
            <p:cNvSpPr>
              <a:spLocks/>
            </p:cNvSpPr>
            <p:nvPr/>
          </p:nvSpPr>
          <p:spPr bwMode="auto">
            <a:xfrm>
              <a:off x="176213" y="88900"/>
              <a:ext cx="69850" cy="34925"/>
            </a:xfrm>
            <a:custGeom>
              <a:avLst/>
              <a:gdLst>
                <a:gd name="T0" fmla="*/ 0 w 12"/>
                <a:gd name="T1" fmla="*/ 6 h 6"/>
                <a:gd name="T2" fmla="*/ 12 w 12"/>
                <a:gd name="T3" fmla="*/ 0 h 6"/>
                <a:gd name="T4" fmla="*/ 12 w 12"/>
                <a:gd name="T5" fmla="*/ 0 h 6"/>
                <a:gd name="T6" fmla="*/ 0 w 12"/>
                <a:gd name="T7" fmla="*/ 6 h 6"/>
                <a:gd name="T8" fmla="*/ 0 w 1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0" y="6"/>
                  </a:moveTo>
                  <a:cubicBezTo>
                    <a:pt x="4" y="4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Freeform 2972"/>
            <p:cNvSpPr>
              <a:spLocks/>
            </p:cNvSpPr>
            <p:nvPr/>
          </p:nvSpPr>
          <p:spPr bwMode="auto">
            <a:xfrm>
              <a:off x="41275" y="165100"/>
              <a:ext cx="69850" cy="41275"/>
            </a:xfrm>
            <a:custGeom>
              <a:avLst/>
              <a:gdLst>
                <a:gd name="T0" fmla="*/ 1 w 12"/>
                <a:gd name="T1" fmla="*/ 7 h 7"/>
                <a:gd name="T2" fmla="*/ 12 w 12"/>
                <a:gd name="T3" fmla="*/ 0 h 7"/>
                <a:gd name="T4" fmla="*/ 12 w 12"/>
                <a:gd name="T5" fmla="*/ 0 h 7"/>
                <a:gd name="T6" fmla="*/ 1 w 12"/>
                <a:gd name="T7" fmla="*/ 7 h 7"/>
                <a:gd name="T8" fmla="*/ 1 w 1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" y="7"/>
                  </a:moveTo>
                  <a:cubicBezTo>
                    <a:pt x="5" y="4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2"/>
                    <a:pt x="4" y="4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Freeform 2973"/>
            <p:cNvSpPr>
              <a:spLocks/>
            </p:cNvSpPr>
            <p:nvPr/>
          </p:nvSpPr>
          <p:spPr bwMode="auto">
            <a:xfrm>
              <a:off x="41275" y="165100"/>
              <a:ext cx="69850" cy="41275"/>
            </a:xfrm>
            <a:custGeom>
              <a:avLst/>
              <a:gdLst>
                <a:gd name="T0" fmla="*/ 12 w 12"/>
                <a:gd name="T1" fmla="*/ 0 h 7"/>
                <a:gd name="T2" fmla="*/ 0 w 12"/>
                <a:gd name="T3" fmla="*/ 7 h 7"/>
                <a:gd name="T4" fmla="*/ 1 w 12"/>
                <a:gd name="T5" fmla="*/ 7 h 7"/>
                <a:gd name="T6" fmla="*/ 12 w 12"/>
                <a:gd name="T7" fmla="*/ 0 h 7"/>
                <a:gd name="T8" fmla="*/ 12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2" y="0"/>
                  </a:moveTo>
                  <a:cubicBezTo>
                    <a:pt x="8" y="2"/>
                    <a:pt x="4" y="5"/>
                    <a:pt x="0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4" y="5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Freeform 2974"/>
            <p:cNvSpPr>
              <a:spLocks/>
            </p:cNvSpPr>
            <p:nvPr/>
          </p:nvSpPr>
          <p:spPr bwMode="auto">
            <a:xfrm>
              <a:off x="176213" y="88900"/>
              <a:ext cx="58738" cy="34925"/>
            </a:xfrm>
            <a:custGeom>
              <a:avLst/>
              <a:gdLst>
                <a:gd name="T0" fmla="*/ 9 w 10"/>
                <a:gd name="T1" fmla="*/ 0 h 6"/>
                <a:gd name="T2" fmla="*/ 0 w 10"/>
                <a:gd name="T3" fmla="*/ 5 h 6"/>
                <a:gd name="T4" fmla="*/ 1 w 10"/>
                <a:gd name="T5" fmla="*/ 5 h 6"/>
                <a:gd name="T6" fmla="*/ 9 w 10"/>
                <a:gd name="T7" fmla="*/ 0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2"/>
                    <a:pt x="3" y="4"/>
                    <a:pt x="0" y="5"/>
                  </a:cubicBezTo>
                  <a:cubicBezTo>
                    <a:pt x="0" y="5"/>
                    <a:pt x="0" y="6"/>
                    <a:pt x="1" y="5"/>
                  </a:cubicBezTo>
                  <a:cubicBezTo>
                    <a:pt x="3" y="4"/>
                    <a:pt x="6" y="2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2" name="Freeform 2975"/>
            <p:cNvSpPr>
              <a:spLocks/>
            </p:cNvSpPr>
            <p:nvPr/>
          </p:nvSpPr>
          <p:spPr bwMode="auto">
            <a:xfrm>
              <a:off x="176213" y="82550"/>
              <a:ext cx="52388" cy="30162"/>
            </a:xfrm>
            <a:custGeom>
              <a:avLst/>
              <a:gdLst>
                <a:gd name="T0" fmla="*/ 0 w 9"/>
                <a:gd name="T1" fmla="*/ 5 h 5"/>
                <a:gd name="T2" fmla="*/ 8 w 9"/>
                <a:gd name="T3" fmla="*/ 1 h 5"/>
                <a:gd name="T4" fmla="*/ 8 w 9"/>
                <a:gd name="T5" fmla="*/ 0 h 5"/>
                <a:gd name="T6" fmla="*/ 0 w 9"/>
                <a:gd name="T7" fmla="*/ 5 h 5"/>
                <a:gd name="T8" fmla="*/ 0 w 9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cubicBezTo>
                    <a:pt x="3" y="4"/>
                    <a:pt x="6" y="2"/>
                    <a:pt x="8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6" y="2"/>
                    <a:pt x="3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Freeform 2976"/>
            <p:cNvSpPr>
              <a:spLocks/>
            </p:cNvSpPr>
            <p:nvPr/>
          </p:nvSpPr>
          <p:spPr bwMode="auto">
            <a:xfrm>
              <a:off x="34925" y="153988"/>
              <a:ext cx="65088" cy="41275"/>
            </a:xfrm>
            <a:custGeom>
              <a:avLst/>
              <a:gdLst>
                <a:gd name="T0" fmla="*/ 9 w 11"/>
                <a:gd name="T1" fmla="*/ 0 h 7"/>
                <a:gd name="T2" fmla="*/ 0 w 11"/>
                <a:gd name="T3" fmla="*/ 7 h 7"/>
                <a:gd name="T4" fmla="*/ 0 w 11"/>
                <a:gd name="T5" fmla="*/ 7 h 7"/>
                <a:gd name="T6" fmla="*/ 2 w 11"/>
                <a:gd name="T7" fmla="*/ 6 h 7"/>
                <a:gd name="T8" fmla="*/ 0 w 11"/>
                <a:gd name="T9" fmla="*/ 7 h 7"/>
                <a:gd name="T10" fmla="*/ 0 w 11"/>
                <a:gd name="T11" fmla="*/ 7 h 7"/>
                <a:gd name="T12" fmla="*/ 11 w 11"/>
                <a:gd name="T13" fmla="*/ 1 h 7"/>
                <a:gd name="T14" fmla="*/ 11 w 11"/>
                <a:gd name="T15" fmla="*/ 1 h 7"/>
                <a:gd name="T16" fmla="*/ 4 w 11"/>
                <a:gd name="T17" fmla="*/ 5 h 7"/>
                <a:gd name="T18" fmla="*/ 1 w 11"/>
                <a:gd name="T19" fmla="*/ 6 h 7"/>
                <a:gd name="T20" fmla="*/ 0 w 11"/>
                <a:gd name="T21" fmla="*/ 7 h 7"/>
                <a:gd name="T22" fmla="*/ 1 w 11"/>
                <a:gd name="T23" fmla="*/ 6 h 7"/>
                <a:gd name="T24" fmla="*/ 1 w 11"/>
                <a:gd name="T25" fmla="*/ 7 h 7"/>
                <a:gd name="T26" fmla="*/ 1 w 11"/>
                <a:gd name="T27" fmla="*/ 7 h 7"/>
                <a:gd name="T28" fmla="*/ 4 w 11"/>
                <a:gd name="T29" fmla="*/ 4 h 7"/>
                <a:gd name="T30" fmla="*/ 9 w 11"/>
                <a:gd name="T31" fmla="*/ 0 h 7"/>
                <a:gd name="T32" fmla="*/ 9 w 11"/>
                <a:gd name="T3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7">
                  <a:moveTo>
                    <a:pt x="9" y="0"/>
                  </a:moveTo>
                  <a:cubicBezTo>
                    <a:pt x="6" y="2"/>
                    <a:pt x="3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3" y="7"/>
                    <a:pt x="2" y="6"/>
                  </a:cubicBezTo>
                  <a:cubicBezTo>
                    <a:pt x="2" y="5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7" y="3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9" y="2"/>
                    <a:pt x="7" y="4"/>
                    <a:pt x="4" y="5"/>
                  </a:cubicBezTo>
                  <a:cubicBezTo>
                    <a:pt x="3" y="5"/>
                    <a:pt x="2" y="6"/>
                    <a:pt x="1" y="6"/>
                  </a:cubicBezTo>
                  <a:cubicBezTo>
                    <a:pt x="1" y="6"/>
                    <a:pt x="1" y="7"/>
                    <a:pt x="0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2" y="6"/>
                    <a:pt x="3" y="5"/>
                    <a:pt x="4" y="4"/>
                  </a:cubicBezTo>
                  <a:cubicBezTo>
                    <a:pt x="5" y="3"/>
                    <a:pt x="7" y="1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Freeform 2977"/>
            <p:cNvSpPr>
              <a:spLocks/>
            </p:cNvSpPr>
            <p:nvPr/>
          </p:nvSpPr>
          <p:spPr bwMode="auto">
            <a:xfrm>
              <a:off x="169863" y="65088"/>
              <a:ext cx="58738" cy="34925"/>
            </a:xfrm>
            <a:custGeom>
              <a:avLst/>
              <a:gdLst>
                <a:gd name="T0" fmla="*/ 10 w 10"/>
                <a:gd name="T1" fmla="*/ 0 h 6"/>
                <a:gd name="T2" fmla="*/ 1 w 10"/>
                <a:gd name="T3" fmla="*/ 6 h 6"/>
                <a:gd name="T4" fmla="*/ 1 w 10"/>
                <a:gd name="T5" fmla="*/ 6 h 6"/>
                <a:gd name="T6" fmla="*/ 10 w 10"/>
                <a:gd name="T7" fmla="*/ 0 h 6"/>
                <a:gd name="T8" fmla="*/ 10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0"/>
                  </a:moveTo>
                  <a:cubicBezTo>
                    <a:pt x="7" y="2"/>
                    <a:pt x="4" y="4"/>
                    <a:pt x="1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4" y="4"/>
                    <a:pt x="7" y="2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Freeform 2978"/>
            <p:cNvSpPr>
              <a:spLocks/>
            </p:cNvSpPr>
            <p:nvPr/>
          </p:nvSpPr>
          <p:spPr bwMode="auto">
            <a:xfrm>
              <a:off x="163513" y="58738"/>
              <a:ext cx="65088" cy="30162"/>
            </a:xfrm>
            <a:custGeom>
              <a:avLst/>
              <a:gdLst>
                <a:gd name="T0" fmla="*/ 1 w 11"/>
                <a:gd name="T1" fmla="*/ 5 h 5"/>
                <a:gd name="T2" fmla="*/ 11 w 11"/>
                <a:gd name="T3" fmla="*/ 0 h 5"/>
                <a:gd name="T4" fmla="*/ 11 w 11"/>
                <a:gd name="T5" fmla="*/ 0 h 5"/>
                <a:gd name="T6" fmla="*/ 0 w 11"/>
                <a:gd name="T7" fmla="*/ 5 h 5"/>
                <a:gd name="T8" fmla="*/ 1 w 11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" y="5"/>
                  </a:moveTo>
                  <a:cubicBezTo>
                    <a:pt x="4" y="3"/>
                    <a:pt x="7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1"/>
                    <a:pt x="4" y="3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Freeform 2979"/>
            <p:cNvSpPr>
              <a:spLocks/>
            </p:cNvSpPr>
            <p:nvPr/>
          </p:nvSpPr>
          <p:spPr bwMode="auto">
            <a:xfrm>
              <a:off x="41275" y="136525"/>
              <a:ext cx="34925" cy="22225"/>
            </a:xfrm>
            <a:custGeom>
              <a:avLst/>
              <a:gdLst>
                <a:gd name="T0" fmla="*/ 0 w 6"/>
                <a:gd name="T1" fmla="*/ 4 h 4"/>
                <a:gd name="T2" fmla="*/ 6 w 6"/>
                <a:gd name="T3" fmla="*/ 0 h 4"/>
                <a:gd name="T4" fmla="*/ 6 w 6"/>
                <a:gd name="T5" fmla="*/ 0 h 4"/>
                <a:gd name="T6" fmla="*/ 0 w 6"/>
                <a:gd name="T7" fmla="*/ 4 h 4"/>
                <a:gd name="T8" fmla="*/ 0 w 6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2" y="3"/>
                    <a:pt x="4" y="2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2"/>
                    <a:pt x="2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7" name="Freeform 2980"/>
            <p:cNvSpPr>
              <a:spLocks/>
            </p:cNvSpPr>
            <p:nvPr/>
          </p:nvSpPr>
          <p:spPr bwMode="auto">
            <a:xfrm>
              <a:off x="34925" y="136525"/>
              <a:ext cx="41275" cy="22225"/>
            </a:xfrm>
            <a:custGeom>
              <a:avLst/>
              <a:gdLst>
                <a:gd name="T0" fmla="*/ 7 w 7"/>
                <a:gd name="T1" fmla="*/ 0 h 4"/>
                <a:gd name="T2" fmla="*/ 0 w 7"/>
                <a:gd name="T3" fmla="*/ 4 h 4"/>
                <a:gd name="T4" fmla="*/ 0 w 7"/>
                <a:gd name="T5" fmla="*/ 4 h 4"/>
                <a:gd name="T6" fmla="*/ 7 w 7"/>
                <a:gd name="T7" fmla="*/ 0 h 4"/>
                <a:gd name="T8" fmla="*/ 7 w 7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5" y="1"/>
                    <a:pt x="2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3"/>
                    <a:pt x="5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8" name="Freeform 2981"/>
            <p:cNvSpPr>
              <a:spLocks/>
            </p:cNvSpPr>
            <p:nvPr/>
          </p:nvSpPr>
          <p:spPr bwMode="auto">
            <a:xfrm>
              <a:off x="158750" y="47625"/>
              <a:ext cx="63500" cy="34925"/>
            </a:xfrm>
            <a:custGeom>
              <a:avLst/>
              <a:gdLst>
                <a:gd name="T0" fmla="*/ 11 w 11"/>
                <a:gd name="T1" fmla="*/ 0 h 6"/>
                <a:gd name="T2" fmla="*/ 0 w 11"/>
                <a:gd name="T3" fmla="*/ 6 h 6"/>
                <a:gd name="T4" fmla="*/ 0 w 11"/>
                <a:gd name="T5" fmla="*/ 6 h 6"/>
                <a:gd name="T6" fmla="*/ 11 w 11"/>
                <a:gd name="T7" fmla="*/ 0 h 6"/>
                <a:gd name="T8" fmla="*/ 11 w 1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11" y="0"/>
                  </a:moveTo>
                  <a:cubicBezTo>
                    <a:pt x="7" y="2"/>
                    <a:pt x="4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7" y="2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9" name="Freeform 2982"/>
            <p:cNvSpPr>
              <a:spLocks/>
            </p:cNvSpPr>
            <p:nvPr/>
          </p:nvSpPr>
          <p:spPr bwMode="auto">
            <a:xfrm>
              <a:off x="141288" y="41275"/>
              <a:ext cx="76200" cy="34925"/>
            </a:xfrm>
            <a:custGeom>
              <a:avLst/>
              <a:gdLst>
                <a:gd name="T0" fmla="*/ 0 w 13"/>
                <a:gd name="T1" fmla="*/ 6 h 6"/>
                <a:gd name="T2" fmla="*/ 13 w 13"/>
                <a:gd name="T3" fmla="*/ 0 h 6"/>
                <a:gd name="T4" fmla="*/ 13 w 13"/>
                <a:gd name="T5" fmla="*/ 0 h 6"/>
                <a:gd name="T6" fmla="*/ 0 w 13"/>
                <a:gd name="T7" fmla="*/ 6 h 6"/>
                <a:gd name="T8" fmla="*/ 0 w 13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6">
                  <a:moveTo>
                    <a:pt x="0" y="6"/>
                  </a:moveTo>
                  <a:cubicBezTo>
                    <a:pt x="4" y="4"/>
                    <a:pt x="9" y="2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Freeform 2983"/>
            <p:cNvSpPr>
              <a:spLocks/>
            </p:cNvSpPr>
            <p:nvPr/>
          </p:nvSpPr>
          <p:spPr bwMode="auto">
            <a:xfrm>
              <a:off x="11113" y="112713"/>
              <a:ext cx="71438" cy="34925"/>
            </a:xfrm>
            <a:custGeom>
              <a:avLst/>
              <a:gdLst>
                <a:gd name="T0" fmla="*/ 1 w 12"/>
                <a:gd name="T1" fmla="*/ 6 h 6"/>
                <a:gd name="T2" fmla="*/ 12 w 12"/>
                <a:gd name="T3" fmla="*/ 0 h 6"/>
                <a:gd name="T4" fmla="*/ 12 w 12"/>
                <a:gd name="T5" fmla="*/ 0 h 6"/>
                <a:gd name="T6" fmla="*/ 0 w 12"/>
                <a:gd name="T7" fmla="*/ 6 h 6"/>
                <a:gd name="T8" fmla="*/ 1 w 1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1" y="6"/>
                  </a:moveTo>
                  <a:cubicBezTo>
                    <a:pt x="4" y="4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Freeform 2984"/>
            <p:cNvSpPr>
              <a:spLocks/>
            </p:cNvSpPr>
            <p:nvPr/>
          </p:nvSpPr>
          <p:spPr bwMode="auto">
            <a:xfrm>
              <a:off x="11113" y="106363"/>
              <a:ext cx="71438" cy="41275"/>
            </a:xfrm>
            <a:custGeom>
              <a:avLst/>
              <a:gdLst>
                <a:gd name="T0" fmla="*/ 12 w 12"/>
                <a:gd name="T1" fmla="*/ 0 h 7"/>
                <a:gd name="T2" fmla="*/ 0 w 12"/>
                <a:gd name="T3" fmla="*/ 7 h 7"/>
                <a:gd name="T4" fmla="*/ 0 w 12"/>
                <a:gd name="T5" fmla="*/ 7 h 7"/>
                <a:gd name="T6" fmla="*/ 12 w 12"/>
                <a:gd name="T7" fmla="*/ 0 h 7"/>
                <a:gd name="T8" fmla="*/ 12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2" y="0"/>
                  </a:moveTo>
                  <a:cubicBezTo>
                    <a:pt x="8" y="2"/>
                    <a:pt x="4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4"/>
                    <a:pt x="8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2" name="Freeform 2985"/>
            <p:cNvSpPr>
              <a:spLocks/>
            </p:cNvSpPr>
            <p:nvPr/>
          </p:nvSpPr>
          <p:spPr bwMode="auto">
            <a:xfrm>
              <a:off x="128588" y="30163"/>
              <a:ext cx="76200" cy="46037"/>
            </a:xfrm>
            <a:custGeom>
              <a:avLst/>
              <a:gdLst>
                <a:gd name="T0" fmla="*/ 13 w 13"/>
                <a:gd name="T1" fmla="*/ 0 h 8"/>
                <a:gd name="T2" fmla="*/ 0 w 13"/>
                <a:gd name="T3" fmla="*/ 8 h 8"/>
                <a:gd name="T4" fmla="*/ 0 w 13"/>
                <a:gd name="T5" fmla="*/ 8 h 8"/>
                <a:gd name="T6" fmla="*/ 13 w 13"/>
                <a:gd name="T7" fmla="*/ 0 h 8"/>
                <a:gd name="T8" fmla="*/ 13 w 1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8">
                  <a:moveTo>
                    <a:pt x="13" y="0"/>
                  </a:moveTo>
                  <a:cubicBezTo>
                    <a:pt x="9" y="3"/>
                    <a:pt x="4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6"/>
                    <a:pt x="9" y="3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Freeform 2986"/>
            <p:cNvSpPr>
              <a:spLocks/>
            </p:cNvSpPr>
            <p:nvPr/>
          </p:nvSpPr>
          <p:spPr bwMode="auto">
            <a:xfrm>
              <a:off x="11113" y="23813"/>
              <a:ext cx="188913" cy="100012"/>
            </a:xfrm>
            <a:custGeom>
              <a:avLst/>
              <a:gdLst>
                <a:gd name="T0" fmla="*/ 0 w 32"/>
                <a:gd name="T1" fmla="*/ 17 h 17"/>
                <a:gd name="T2" fmla="*/ 32 w 32"/>
                <a:gd name="T3" fmla="*/ 0 h 17"/>
                <a:gd name="T4" fmla="*/ 32 w 32"/>
                <a:gd name="T5" fmla="*/ 0 h 17"/>
                <a:gd name="T6" fmla="*/ 0 w 32"/>
                <a:gd name="T7" fmla="*/ 17 h 17"/>
                <a:gd name="T8" fmla="*/ 0 w 32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7">
                  <a:moveTo>
                    <a:pt x="0" y="17"/>
                  </a:moveTo>
                  <a:cubicBezTo>
                    <a:pt x="11" y="11"/>
                    <a:pt x="21" y="5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1" y="5"/>
                    <a:pt x="11" y="11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4" name="Freeform 2987"/>
            <p:cNvSpPr>
              <a:spLocks/>
            </p:cNvSpPr>
            <p:nvPr/>
          </p:nvSpPr>
          <p:spPr bwMode="auto">
            <a:xfrm>
              <a:off x="11113" y="17463"/>
              <a:ext cx="152400" cy="100012"/>
            </a:xfrm>
            <a:custGeom>
              <a:avLst/>
              <a:gdLst>
                <a:gd name="T0" fmla="*/ 26 w 26"/>
                <a:gd name="T1" fmla="*/ 0 h 17"/>
                <a:gd name="T2" fmla="*/ 0 w 26"/>
                <a:gd name="T3" fmla="*/ 16 h 17"/>
                <a:gd name="T4" fmla="*/ 0 w 26"/>
                <a:gd name="T5" fmla="*/ 17 h 17"/>
                <a:gd name="T6" fmla="*/ 26 w 26"/>
                <a:gd name="T7" fmla="*/ 1 h 17"/>
                <a:gd name="T8" fmla="*/ 26 w 26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">
                  <a:moveTo>
                    <a:pt x="26" y="0"/>
                  </a:moveTo>
                  <a:cubicBezTo>
                    <a:pt x="17" y="6"/>
                    <a:pt x="8" y="11"/>
                    <a:pt x="0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8" y="11"/>
                    <a:pt x="17" y="6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5" name="Freeform 2988"/>
            <p:cNvSpPr>
              <a:spLocks/>
            </p:cNvSpPr>
            <p:nvPr/>
          </p:nvSpPr>
          <p:spPr bwMode="auto">
            <a:xfrm>
              <a:off x="152400" y="17463"/>
              <a:ext cx="11113" cy="6350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0 w 2"/>
                <a:gd name="T7" fmla="*/ 1 h 1"/>
                <a:gd name="T8" fmla="*/ 2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6" name="Freeform 2989"/>
            <p:cNvSpPr>
              <a:spLocks/>
            </p:cNvSpPr>
            <p:nvPr/>
          </p:nvSpPr>
          <p:spPr bwMode="auto">
            <a:xfrm>
              <a:off x="34925" y="17463"/>
              <a:ext cx="128588" cy="65087"/>
            </a:xfrm>
            <a:custGeom>
              <a:avLst/>
              <a:gdLst>
                <a:gd name="T0" fmla="*/ 1 w 22"/>
                <a:gd name="T1" fmla="*/ 11 h 11"/>
                <a:gd name="T2" fmla="*/ 22 w 22"/>
                <a:gd name="T3" fmla="*/ 0 h 11"/>
                <a:gd name="T4" fmla="*/ 22 w 22"/>
                <a:gd name="T5" fmla="*/ 0 h 11"/>
                <a:gd name="T6" fmla="*/ 1 w 22"/>
                <a:gd name="T7" fmla="*/ 11 h 11"/>
                <a:gd name="T8" fmla="*/ 1 w 22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1">
                  <a:moveTo>
                    <a:pt x="1" y="11"/>
                  </a:moveTo>
                  <a:cubicBezTo>
                    <a:pt x="8" y="7"/>
                    <a:pt x="14" y="3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4" y="3"/>
                    <a:pt x="8" y="7"/>
                    <a:pt x="1" y="11"/>
                  </a:cubicBezTo>
                  <a:cubicBezTo>
                    <a:pt x="0" y="11"/>
                    <a:pt x="1" y="11"/>
                    <a:pt x="1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Freeform 2990"/>
            <p:cNvSpPr>
              <a:spLocks/>
            </p:cNvSpPr>
            <p:nvPr/>
          </p:nvSpPr>
          <p:spPr bwMode="auto">
            <a:xfrm>
              <a:off x="17463" y="88900"/>
              <a:ext cx="17463" cy="6350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0 h 1"/>
                <a:gd name="T4" fmla="*/ 2 w 3"/>
                <a:gd name="T5" fmla="*/ 0 h 1"/>
                <a:gd name="T6" fmla="*/ 0 w 3"/>
                <a:gd name="T7" fmla="*/ 1 h 1"/>
                <a:gd name="T8" fmla="*/ 0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8" name="Freeform 2991"/>
            <p:cNvSpPr>
              <a:spLocks/>
            </p:cNvSpPr>
            <p:nvPr/>
          </p:nvSpPr>
          <p:spPr bwMode="auto">
            <a:xfrm>
              <a:off x="34925" y="6350"/>
              <a:ext cx="117475" cy="69850"/>
            </a:xfrm>
            <a:custGeom>
              <a:avLst/>
              <a:gdLst>
                <a:gd name="T0" fmla="*/ 0 w 20"/>
                <a:gd name="T1" fmla="*/ 10 h 12"/>
                <a:gd name="T2" fmla="*/ 18 w 20"/>
                <a:gd name="T3" fmla="*/ 0 h 12"/>
                <a:gd name="T4" fmla="*/ 15 w 20"/>
                <a:gd name="T5" fmla="*/ 3 h 12"/>
                <a:gd name="T6" fmla="*/ 10 w 20"/>
                <a:gd name="T7" fmla="*/ 6 h 12"/>
                <a:gd name="T8" fmla="*/ 1 w 20"/>
                <a:gd name="T9" fmla="*/ 11 h 12"/>
                <a:gd name="T10" fmla="*/ 1 w 20"/>
                <a:gd name="T11" fmla="*/ 12 h 12"/>
                <a:gd name="T12" fmla="*/ 20 w 20"/>
                <a:gd name="T13" fmla="*/ 0 h 12"/>
                <a:gd name="T14" fmla="*/ 20 w 20"/>
                <a:gd name="T15" fmla="*/ 0 h 12"/>
                <a:gd name="T16" fmla="*/ 0 w 20"/>
                <a:gd name="T17" fmla="*/ 10 h 12"/>
                <a:gd name="T18" fmla="*/ 0 w 20"/>
                <a:gd name="T19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12">
                  <a:moveTo>
                    <a:pt x="0" y="10"/>
                  </a:moveTo>
                  <a:cubicBezTo>
                    <a:pt x="6" y="7"/>
                    <a:pt x="12" y="2"/>
                    <a:pt x="18" y="0"/>
                  </a:cubicBezTo>
                  <a:cubicBezTo>
                    <a:pt x="18" y="0"/>
                    <a:pt x="16" y="2"/>
                    <a:pt x="15" y="3"/>
                  </a:cubicBezTo>
                  <a:cubicBezTo>
                    <a:pt x="13" y="4"/>
                    <a:pt x="12" y="5"/>
                    <a:pt x="10" y="6"/>
                  </a:cubicBezTo>
                  <a:cubicBezTo>
                    <a:pt x="7" y="8"/>
                    <a:pt x="4" y="9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7"/>
                    <a:pt x="14" y="4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1"/>
                    <a:pt x="6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9" name="Freeform 2992"/>
            <p:cNvSpPr>
              <a:spLocks/>
            </p:cNvSpPr>
            <p:nvPr/>
          </p:nvSpPr>
          <p:spPr bwMode="auto">
            <a:xfrm>
              <a:off x="30163" y="23813"/>
              <a:ext cx="46038" cy="34925"/>
            </a:xfrm>
            <a:custGeom>
              <a:avLst/>
              <a:gdLst>
                <a:gd name="T0" fmla="*/ 8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8 w 8"/>
                <a:gd name="T7" fmla="*/ 0 h 6"/>
                <a:gd name="T8" fmla="*/ 8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8" y="0"/>
                  </a:moveTo>
                  <a:cubicBezTo>
                    <a:pt x="5" y="2"/>
                    <a:pt x="2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4"/>
                    <a:pt x="5" y="2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702388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59381" y="1980870"/>
            <a:ext cx="863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accent3"/>
                </a:solidFill>
              </a:rPr>
              <a:t>两种</a:t>
            </a:r>
            <a:r>
              <a:rPr lang="en-US" altLang="zh-CN" sz="4000" dirty="0" smtClean="0">
                <a:solidFill>
                  <a:schemeClr val="accent3"/>
                </a:solidFill>
              </a:rPr>
              <a:t>SQA</a:t>
            </a:r>
            <a:r>
              <a:rPr lang="zh-CN" altLang="en-US" sz="4000" dirty="0" smtClean="0">
                <a:solidFill>
                  <a:schemeClr val="accent3"/>
                </a:solidFill>
              </a:rPr>
              <a:t>角色</a:t>
            </a:r>
            <a:endParaRPr lang="zh-CN" altLang="en-US" sz="4000" dirty="0">
              <a:solidFill>
                <a:schemeClr val="accent3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9491" y="3458475"/>
            <a:ext cx="10349345" cy="752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accent3"/>
                </a:solidFill>
              </a:rPr>
              <a:t>非全职的</a:t>
            </a:r>
            <a:r>
              <a:rPr lang="en-US" altLang="zh-CN" sz="3200" dirty="0">
                <a:solidFill>
                  <a:schemeClr val="accent3"/>
                </a:solidFill>
              </a:rPr>
              <a:t>SQA</a:t>
            </a:r>
            <a:r>
              <a:rPr lang="zh-CN" altLang="en-US" sz="3200" dirty="0">
                <a:solidFill>
                  <a:schemeClr val="accent3"/>
                </a:solidFill>
              </a:rPr>
              <a:t>和全职的</a:t>
            </a:r>
            <a:r>
              <a:rPr lang="en-US" altLang="zh-CN" sz="3200" dirty="0">
                <a:solidFill>
                  <a:schemeClr val="accent3"/>
                </a:solidFill>
              </a:rPr>
              <a:t>SQA</a:t>
            </a:r>
            <a:endParaRPr lang="zh-CN" altLang="en-US" sz="3200" dirty="0">
              <a:solidFill>
                <a:schemeClr val="accent3"/>
              </a:solidFill>
            </a:endParaRPr>
          </a:p>
        </p:txBody>
      </p:sp>
      <p:grpSp>
        <p:nvGrpSpPr>
          <p:cNvPr id="44" name="Group 93"/>
          <p:cNvGrpSpPr>
            <a:grpSpLocks/>
          </p:cNvGrpSpPr>
          <p:nvPr/>
        </p:nvGrpSpPr>
        <p:grpSpPr bwMode="auto">
          <a:xfrm>
            <a:off x="9196100" y="4432314"/>
            <a:ext cx="1582736" cy="1663686"/>
            <a:chOff x="0" y="0"/>
            <a:chExt cx="398463" cy="465138"/>
          </a:xfrm>
        </p:grpSpPr>
        <p:sp>
          <p:nvSpPr>
            <p:cNvPr id="45" name="Freeform 95"/>
            <p:cNvSpPr>
              <a:spLocks noEditPoints="1"/>
            </p:cNvSpPr>
            <p:nvPr/>
          </p:nvSpPr>
          <p:spPr bwMode="auto">
            <a:xfrm>
              <a:off x="106363" y="0"/>
              <a:ext cx="211138" cy="265113"/>
            </a:xfrm>
            <a:custGeom>
              <a:avLst/>
              <a:gdLst>
                <a:gd name="T0" fmla="*/ 1 w 36"/>
                <a:gd name="T1" fmla="*/ 31 h 45"/>
                <a:gd name="T2" fmla="*/ 4 w 36"/>
                <a:gd name="T3" fmla="*/ 36 h 45"/>
                <a:gd name="T4" fmla="*/ 5 w 36"/>
                <a:gd name="T5" fmla="*/ 36 h 45"/>
                <a:gd name="T6" fmla="*/ 4 w 36"/>
                <a:gd name="T7" fmla="*/ 37 h 45"/>
                <a:gd name="T8" fmla="*/ 10 w 36"/>
                <a:gd name="T9" fmla="*/ 42 h 45"/>
                <a:gd name="T10" fmla="*/ 14 w 36"/>
                <a:gd name="T11" fmla="*/ 44 h 45"/>
                <a:gd name="T12" fmla="*/ 14 w 36"/>
                <a:gd name="T13" fmla="*/ 44 h 45"/>
                <a:gd name="T14" fmla="*/ 14 w 36"/>
                <a:gd name="T15" fmla="*/ 44 h 45"/>
                <a:gd name="T16" fmla="*/ 17 w 36"/>
                <a:gd name="T17" fmla="*/ 45 h 45"/>
                <a:gd name="T18" fmla="*/ 19 w 36"/>
                <a:gd name="T19" fmla="*/ 45 h 45"/>
                <a:gd name="T20" fmla="*/ 21 w 36"/>
                <a:gd name="T21" fmla="*/ 44 h 45"/>
                <a:gd name="T22" fmla="*/ 21 w 36"/>
                <a:gd name="T23" fmla="*/ 44 h 45"/>
                <a:gd name="T24" fmla="*/ 23 w 36"/>
                <a:gd name="T25" fmla="*/ 44 h 45"/>
                <a:gd name="T26" fmla="*/ 23 w 36"/>
                <a:gd name="T27" fmla="*/ 44 h 45"/>
                <a:gd name="T28" fmla="*/ 24 w 36"/>
                <a:gd name="T29" fmla="*/ 45 h 45"/>
                <a:gd name="T30" fmla="*/ 24 w 36"/>
                <a:gd name="T31" fmla="*/ 44 h 45"/>
                <a:gd name="T32" fmla="*/ 24 w 36"/>
                <a:gd name="T33" fmla="*/ 44 h 45"/>
                <a:gd name="T34" fmla="*/ 24 w 36"/>
                <a:gd name="T35" fmla="*/ 44 h 45"/>
                <a:gd name="T36" fmla="*/ 23 w 36"/>
                <a:gd name="T37" fmla="*/ 43 h 45"/>
                <a:gd name="T38" fmla="*/ 27 w 36"/>
                <a:gd name="T39" fmla="*/ 41 h 45"/>
                <a:gd name="T40" fmla="*/ 28 w 36"/>
                <a:gd name="T41" fmla="*/ 40 h 45"/>
                <a:gd name="T42" fmla="*/ 31 w 36"/>
                <a:gd name="T43" fmla="*/ 34 h 45"/>
                <a:gd name="T44" fmla="*/ 30 w 36"/>
                <a:gd name="T45" fmla="*/ 35 h 45"/>
                <a:gd name="T46" fmla="*/ 32 w 36"/>
                <a:gd name="T47" fmla="*/ 32 h 45"/>
                <a:gd name="T48" fmla="*/ 32 w 36"/>
                <a:gd name="T49" fmla="*/ 30 h 45"/>
                <a:gd name="T50" fmla="*/ 31 w 36"/>
                <a:gd name="T51" fmla="*/ 9 h 45"/>
                <a:gd name="T52" fmla="*/ 21 w 36"/>
                <a:gd name="T53" fmla="*/ 1 h 45"/>
                <a:gd name="T54" fmla="*/ 4 w 36"/>
                <a:gd name="T55" fmla="*/ 8 h 45"/>
                <a:gd name="T56" fmla="*/ 0 w 36"/>
                <a:gd name="T57" fmla="*/ 17 h 45"/>
                <a:gd name="T58" fmla="*/ 0 w 36"/>
                <a:gd name="T59" fmla="*/ 25 h 45"/>
                <a:gd name="T60" fmla="*/ 1 w 36"/>
                <a:gd name="T61" fmla="*/ 31 h 45"/>
                <a:gd name="T62" fmla="*/ 33 w 36"/>
                <a:gd name="T63" fmla="*/ 26 h 45"/>
                <a:gd name="T64" fmla="*/ 33 w 36"/>
                <a:gd name="T65" fmla="*/ 26 h 45"/>
                <a:gd name="T66" fmla="*/ 2 w 36"/>
                <a:gd name="T67" fmla="*/ 14 h 45"/>
                <a:gd name="T68" fmla="*/ 4 w 36"/>
                <a:gd name="T69" fmla="*/ 9 h 45"/>
                <a:gd name="T70" fmla="*/ 5 w 36"/>
                <a:gd name="T71" fmla="*/ 8 h 45"/>
                <a:gd name="T72" fmla="*/ 11 w 36"/>
                <a:gd name="T73" fmla="*/ 4 h 45"/>
                <a:gd name="T74" fmla="*/ 18 w 36"/>
                <a:gd name="T75" fmla="*/ 3 h 45"/>
                <a:gd name="T76" fmla="*/ 26 w 36"/>
                <a:gd name="T77" fmla="*/ 7 h 45"/>
                <a:gd name="T78" fmla="*/ 31 w 36"/>
                <a:gd name="T79" fmla="*/ 26 h 45"/>
                <a:gd name="T80" fmla="*/ 31 w 36"/>
                <a:gd name="T81" fmla="*/ 28 h 45"/>
                <a:gd name="T82" fmla="*/ 31 w 36"/>
                <a:gd name="T83" fmla="*/ 27 h 45"/>
                <a:gd name="T84" fmla="*/ 24 w 36"/>
                <a:gd name="T85" fmla="*/ 41 h 45"/>
                <a:gd name="T86" fmla="*/ 17 w 36"/>
                <a:gd name="T87" fmla="*/ 43 h 45"/>
                <a:gd name="T88" fmla="*/ 17 w 36"/>
                <a:gd name="T89" fmla="*/ 43 h 45"/>
                <a:gd name="T90" fmla="*/ 10 w 36"/>
                <a:gd name="T91" fmla="*/ 41 h 45"/>
                <a:gd name="T92" fmla="*/ 11 w 36"/>
                <a:gd name="T93" fmla="*/ 41 h 45"/>
                <a:gd name="T94" fmla="*/ 7 w 36"/>
                <a:gd name="T95" fmla="*/ 37 h 45"/>
                <a:gd name="T96" fmla="*/ 4 w 36"/>
                <a:gd name="T97" fmla="*/ 35 h 45"/>
                <a:gd name="T98" fmla="*/ 4 w 36"/>
                <a:gd name="T99" fmla="*/ 33 h 45"/>
                <a:gd name="T100" fmla="*/ 4 w 36"/>
                <a:gd name="T101" fmla="*/ 32 h 45"/>
                <a:gd name="T102" fmla="*/ 3 w 36"/>
                <a:gd name="T103" fmla="*/ 30 h 45"/>
                <a:gd name="T104" fmla="*/ 2 w 36"/>
                <a:gd name="T105" fmla="*/ 25 h 45"/>
                <a:gd name="T106" fmla="*/ 2 w 36"/>
                <a:gd name="T107" fmla="*/ 14 h 45"/>
                <a:gd name="T108" fmla="*/ 31 w 36"/>
                <a:gd name="T109" fmla="*/ 28 h 45"/>
                <a:gd name="T110" fmla="*/ 31 w 36"/>
                <a:gd name="T111" fmla="*/ 28 h 45"/>
                <a:gd name="T112" fmla="*/ 31 w 36"/>
                <a:gd name="T113" fmla="*/ 2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6" h="45">
                  <a:moveTo>
                    <a:pt x="1" y="31"/>
                  </a:moveTo>
                  <a:cubicBezTo>
                    <a:pt x="1" y="31"/>
                    <a:pt x="3" y="36"/>
                    <a:pt x="4" y="36"/>
                  </a:cubicBezTo>
                  <a:cubicBezTo>
                    <a:pt x="4" y="36"/>
                    <a:pt x="5" y="36"/>
                    <a:pt x="5" y="36"/>
                  </a:cubicBezTo>
                  <a:cubicBezTo>
                    <a:pt x="4" y="36"/>
                    <a:pt x="5" y="37"/>
                    <a:pt x="4" y="37"/>
                  </a:cubicBezTo>
                  <a:cubicBezTo>
                    <a:pt x="6" y="39"/>
                    <a:pt x="8" y="41"/>
                    <a:pt x="10" y="42"/>
                  </a:cubicBezTo>
                  <a:cubicBezTo>
                    <a:pt x="10" y="42"/>
                    <a:pt x="12" y="43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5" y="45"/>
                    <a:pt x="16" y="45"/>
                    <a:pt x="17" y="45"/>
                  </a:cubicBezTo>
                  <a:cubicBezTo>
                    <a:pt x="18" y="45"/>
                    <a:pt x="19" y="45"/>
                    <a:pt x="19" y="45"/>
                  </a:cubicBezTo>
                  <a:cubicBezTo>
                    <a:pt x="19" y="45"/>
                    <a:pt x="20" y="45"/>
                    <a:pt x="21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2" y="44"/>
                    <a:pt x="22" y="45"/>
                    <a:pt x="23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2" y="45"/>
                    <a:pt x="23" y="44"/>
                    <a:pt x="24" y="45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4"/>
                    <a:pt x="23" y="43"/>
                    <a:pt x="23" y="43"/>
                  </a:cubicBezTo>
                  <a:cubicBezTo>
                    <a:pt x="25" y="42"/>
                    <a:pt x="27" y="41"/>
                    <a:pt x="27" y="41"/>
                  </a:cubicBezTo>
                  <a:cubicBezTo>
                    <a:pt x="26" y="40"/>
                    <a:pt x="29" y="40"/>
                    <a:pt x="28" y="40"/>
                  </a:cubicBezTo>
                  <a:cubicBezTo>
                    <a:pt x="30" y="38"/>
                    <a:pt x="29" y="36"/>
                    <a:pt x="31" y="34"/>
                  </a:cubicBezTo>
                  <a:cubicBezTo>
                    <a:pt x="31" y="35"/>
                    <a:pt x="31" y="35"/>
                    <a:pt x="30" y="35"/>
                  </a:cubicBezTo>
                  <a:cubicBezTo>
                    <a:pt x="32" y="36"/>
                    <a:pt x="32" y="33"/>
                    <a:pt x="32" y="32"/>
                  </a:cubicBezTo>
                  <a:cubicBezTo>
                    <a:pt x="32" y="32"/>
                    <a:pt x="33" y="29"/>
                    <a:pt x="32" y="30"/>
                  </a:cubicBezTo>
                  <a:cubicBezTo>
                    <a:pt x="36" y="27"/>
                    <a:pt x="33" y="13"/>
                    <a:pt x="31" y="9"/>
                  </a:cubicBezTo>
                  <a:cubicBezTo>
                    <a:pt x="29" y="5"/>
                    <a:pt x="25" y="2"/>
                    <a:pt x="21" y="1"/>
                  </a:cubicBezTo>
                  <a:cubicBezTo>
                    <a:pt x="14" y="0"/>
                    <a:pt x="7" y="1"/>
                    <a:pt x="4" y="8"/>
                  </a:cubicBezTo>
                  <a:cubicBezTo>
                    <a:pt x="2" y="11"/>
                    <a:pt x="1" y="13"/>
                    <a:pt x="0" y="17"/>
                  </a:cubicBezTo>
                  <a:cubicBezTo>
                    <a:pt x="0" y="20"/>
                    <a:pt x="0" y="22"/>
                    <a:pt x="0" y="25"/>
                  </a:cubicBezTo>
                  <a:cubicBezTo>
                    <a:pt x="0" y="27"/>
                    <a:pt x="3" y="33"/>
                    <a:pt x="1" y="31"/>
                  </a:cubicBezTo>
                  <a:close/>
                  <a:moveTo>
                    <a:pt x="33" y="26"/>
                  </a:moveTo>
                  <a:cubicBezTo>
                    <a:pt x="33" y="27"/>
                    <a:pt x="33" y="26"/>
                    <a:pt x="33" y="26"/>
                  </a:cubicBezTo>
                  <a:close/>
                  <a:moveTo>
                    <a:pt x="2" y="14"/>
                  </a:moveTo>
                  <a:cubicBezTo>
                    <a:pt x="3" y="14"/>
                    <a:pt x="4" y="10"/>
                    <a:pt x="4" y="9"/>
                  </a:cubicBezTo>
                  <a:cubicBezTo>
                    <a:pt x="4" y="12"/>
                    <a:pt x="4" y="9"/>
                    <a:pt x="5" y="8"/>
                  </a:cubicBezTo>
                  <a:cubicBezTo>
                    <a:pt x="6" y="6"/>
                    <a:pt x="9" y="4"/>
                    <a:pt x="11" y="4"/>
                  </a:cubicBezTo>
                  <a:cubicBezTo>
                    <a:pt x="11" y="4"/>
                    <a:pt x="16" y="2"/>
                    <a:pt x="18" y="3"/>
                  </a:cubicBezTo>
                  <a:cubicBezTo>
                    <a:pt x="21" y="3"/>
                    <a:pt x="24" y="5"/>
                    <a:pt x="26" y="7"/>
                  </a:cubicBezTo>
                  <a:cubicBezTo>
                    <a:pt x="30" y="9"/>
                    <a:pt x="34" y="23"/>
                    <a:pt x="31" y="26"/>
                  </a:cubicBezTo>
                  <a:cubicBezTo>
                    <a:pt x="32" y="23"/>
                    <a:pt x="30" y="28"/>
                    <a:pt x="31" y="28"/>
                  </a:cubicBezTo>
                  <a:cubicBezTo>
                    <a:pt x="31" y="28"/>
                    <a:pt x="31" y="28"/>
                    <a:pt x="31" y="27"/>
                  </a:cubicBezTo>
                  <a:cubicBezTo>
                    <a:pt x="33" y="31"/>
                    <a:pt x="26" y="39"/>
                    <a:pt x="24" y="41"/>
                  </a:cubicBezTo>
                  <a:cubicBezTo>
                    <a:pt x="23" y="42"/>
                    <a:pt x="19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5" y="42"/>
                    <a:pt x="10" y="41"/>
                    <a:pt x="10" y="41"/>
                  </a:cubicBezTo>
                  <a:cubicBezTo>
                    <a:pt x="10" y="41"/>
                    <a:pt x="10" y="41"/>
                    <a:pt x="11" y="41"/>
                  </a:cubicBezTo>
                  <a:cubicBezTo>
                    <a:pt x="9" y="40"/>
                    <a:pt x="6" y="37"/>
                    <a:pt x="7" y="37"/>
                  </a:cubicBezTo>
                  <a:cubicBezTo>
                    <a:pt x="6" y="36"/>
                    <a:pt x="5" y="35"/>
                    <a:pt x="4" y="35"/>
                  </a:cubicBezTo>
                  <a:cubicBezTo>
                    <a:pt x="6" y="34"/>
                    <a:pt x="3" y="30"/>
                    <a:pt x="4" y="33"/>
                  </a:cubicBezTo>
                  <a:cubicBezTo>
                    <a:pt x="4" y="33"/>
                    <a:pt x="4" y="32"/>
                    <a:pt x="4" y="32"/>
                  </a:cubicBezTo>
                  <a:cubicBezTo>
                    <a:pt x="3" y="31"/>
                    <a:pt x="3" y="30"/>
                    <a:pt x="3" y="30"/>
                  </a:cubicBezTo>
                  <a:cubicBezTo>
                    <a:pt x="2" y="27"/>
                    <a:pt x="2" y="26"/>
                    <a:pt x="2" y="25"/>
                  </a:cubicBezTo>
                  <a:cubicBezTo>
                    <a:pt x="1" y="21"/>
                    <a:pt x="3" y="17"/>
                    <a:pt x="2" y="14"/>
                  </a:cubicBezTo>
                  <a:close/>
                  <a:moveTo>
                    <a:pt x="31" y="28"/>
                  </a:moveTo>
                  <a:cubicBezTo>
                    <a:pt x="31" y="28"/>
                    <a:pt x="31" y="28"/>
                    <a:pt x="31" y="28"/>
                  </a:cubicBezTo>
                  <a:cubicBezTo>
                    <a:pt x="31" y="27"/>
                    <a:pt x="31" y="28"/>
                    <a:pt x="31" y="2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96"/>
            <p:cNvSpPr>
              <a:spLocks noEditPoints="1"/>
            </p:cNvSpPr>
            <p:nvPr/>
          </p:nvSpPr>
          <p:spPr bwMode="auto">
            <a:xfrm>
              <a:off x="0" y="171450"/>
              <a:ext cx="398463" cy="293688"/>
            </a:xfrm>
            <a:custGeom>
              <a:avLst/>
              <a:gdLst>
                <a:gd name="T0" fmla="*/ 66 w 68"/>
                <a:gd name="T1" fmla="*/ 25 h 50"/>
                <a:gd name="T2" fmla="*/ 63 w 68"/>
                <a:gd name="T3" fmla="*/ 19 h 50"/>
                <a:gd name="T4" fmla="*/ 52 w 68"/>
                <a:gd name="T5" fmla="*/ 11 h 50"/>
                <a:gd name="T6" fmla="*/ 52 w 68"/>
                <a:gd name="T7" fmla="*/ 11 h 50"/>
                <a:gd name="T8" fmla="*/ 50 w 68"/>
                <a:gd name="T9" fmla="*/ 10 h 50"/>
                <a:gd name="T10" fmla="*/ 49 w 68"/>
                <a:gd name="T11" fmla="*/ 11 h 50"/>
                <a:gd name="T12" fmla="*/ 48 w 68"/>
                <a:gd name="T13" fmla="*/ 12 h 50"/>
                <a:gd name="T14" fmla="*/ 39 w 68"/>
                <a:gd name="T15" fmla="*/ 18 h 50"/>
                <a:gd name="T16" fmla="*/ 37 w 68"/>
                <a:gd name="T17" fmla="*/ 18 h 50"/>
                <a:gd name="T18" fmla="*/ 29 w 68"/>
                <a:gd name="T19" fmla="*/ 18 h 50"/>
                <a:gd name="T20" fmla="*/ 24 w 68"/>
                <a:gd name="T21" fmla="*/ 16 h 50"/>
                <a:gd name="T22" fmla="*/ 2 w 68"/>
                <a:gd name="T23" fmla="*/ 36 h 50"/>
                <a:gd name="T24" fmla="*/ 31 w 68"/>
                <a:gd name="T25" fmla="*/ 47 h 50"/>
                <a:gd name="T26" fmla="*/ 64 w 68"/>
                <a:gd name="T27" fmla="*/ 41 h 50"/>
                <a:gd name="T28" fmla="*/ 66 w 68"/>
                <a:gd name="T29" fmla="*/ 40 h 50"/>
                <a:gd name="T30" fmla="*/ 53 w 68"/>
                <a:gd name="T31" fmla="*/ 12 h 50"/>
                <a:gd name="T32" fmla="*/ 53 w 68"/>
                <a:gd name="T33" fmla="*/ 12 h 50"/>
                <a:gd name="T34" fmla="*/ 50 w 68"/>
                <a:gd name="T35" fmla="*/ 12 h 50"/>
                <a:gd name="T36" fmla="*/ 51 w 68"/>
                <a:gd name="T37" fmla="*/ 12 h 50"/>
                <a:gd name="T38" fmla="*/ 51 w 68"/>
                <a:gd name="T39" fmla="*/ 13 h 50"/>
                <a:gd name="T40" fmla="*/ 54 w 68"/>
                <a:gd name="T41" fmla="*/ 13 h 50"/>
                <a:gd name="T42" fmla="*/ 54 w 68"/>
                <a:gd name="T43" fmla="*/ 12 h 50"/>
                <a:gd name="T44" fmla="*/ 54 w 68"/>
                <a:gd name="T45" fmla="*/ 13 h 50"/>
                <a:gd name="T46" fmla="*/ 54 w 68"/>
                <a:gd name="T47" fmla="*/ 14 h 50"/>
                <a:gd name="T48" fmla="*/ 50 w 68"/>
                <a:gd name="T49" fmla="*/ 13 h 50"/>
                <a:gd name="T50" fmla="*/ 20 w 68"/>
                <a:gd name="T51" fmla="*/ 12 h 50"/>
                <a:gd name="T52" fmla="*/ 21 w 68"/>
                <a:gd name="T53" fmla="*/ 15 h 50"/>
                <a:gd name="T54" fmla="*/ 21 w 68"/>
                <a:gd name="T55" fmla="*/ 15 h 50"/>
                <a:gd name="T56" fmla="*/ 64 w 68"/>
                <a:gd name="T57" fmla="*/ 38 h 50"/>
                <a:gd name="T58" fmla="*/ 64 w 68"/>
                <a:gd name="T59" fmla="*/ 39 h 50"/>
                <a:gd name="T60" fmla="*/ 63 w 68"/>
                <a:gd name="T61" fmla="*/ 39 h 50"/>
                <a:gd name="T62" fmla="*/ 60 w 68"/>
                <a:gd name="T63" fmla="*/ 43 h 50"/>
                <a:gd name="T64" fmla="*/ 40 w 68"/>
                <a:gd name="T65" fmla="*/ 45 h 50"/>
                <a:gd name="T66" fmla="*/ 34 w 68"/>
                <a:gd name="T67" fmla="*/ 44 h 50"/>
                <a:gd name="T68" fmla="*/ 17 w 68"/>
                <a:gd name="T69" fmla="*/ 44 h 50"/>
                <a:gd name="T70" fmla="*/ 4 w 68"/>
                <a:gd name="T71" fmla="*/ 31 h 50"/>
                <a:gd name="T72" fmla="*/ 10 w 68"/>
                <a:gd name="T73" fmla="*/ 18 h 50"/>
                <a:gd name="T74" fmla="*/ 19 w 68"/>
                <a:gd name="T75" fmla="*/ 12 h 50"/>
                <a:gd name="T76" fmla="*/ 21 w 68"/>
                <a:gd name="T77" fmla="*/ 15 h 50"/>
                <a:gd name="T78" fmla="*/ 39 w 68"/>
                <a:gd name="T79" fmla="*/ 21 h 50"/>
                <a:gd name="T80" fmla="*/ 48 w 68"/>
                <a:gd name="T81" fmla="*/ 15 h 50"/>
                <a:gd name="T82" fmla="*/ 55 w 68"/>
                <a:gd name="T83" fmla="*/ 13 h 50"/>
                <a:gd name="T84" fmla="*/ 59 w 68"/>
                <a:gd name="T85" fmla="*/ 16 h 50"/>
                <a:gd name="T86" fmla="*/ 62 w 68"/>
                <a:gd name="T87" fmla="*/ 21 h 50"/>
                <a:gd name="T88" fmla="*/ 64 w 68"/>
                <a:gd name="T89" fmla="*/ 24 h 50"/>
                <a:gd name="T90" fmla="*/ 65 w 68"/>
                <a:gd name="T91" fmla="*/ 32 h 50"/>
                <a:gd name="T92" fmla="*/ 65 w 68"/>
                <a:gd name="T93" fmla="*/ 3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8" h="50">
                  <a:moveTo>
                    <a:pt x="65" y="24"/>
                  </a:moveTo>
                  <a:cubicBezTo>
                    <a:pt x="66" y="24"/>
                    <a:pt x="66" y="24"/>
                    <a:pt x="66" y="25"/>
                  </a:cubicBezTo>
                  <a:cubicBezTo>
                    <a:pt x="66" y="24"/>
                    <a:pt x="65" y="24"/>
                    <a:pt x="65" y="23"/>
                  </a:cubicBezTo>
                  <a:cubicBezTo>
                    <a:pt x="66" y="25"/>
                    <a:pt x="63" y="18"/>
                    <a:pt x="63" y="19"/>
                  </a:cubicBezTo>
                  <a:cubicBezTo>
                    <a:pt x="62" y="18"/>
                    <a:pt x="60" y="16"/>
                    <a:pt x="61" y="16"/>
                  </a:cubicBezTo>
                  <a:cubicBezTo>
                    <a:pt x="59" y="14"/>
                    <a:pt x="56" y="12"/>
                    <a:pt x="52" y="11"/>
                  </a:cubicBezTo>
                  <a:cubicBezTo>
                    <a:pt x="53" y="11"/>
                    <a:pt x="52" y="11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2" y="11"/>
                    <a:pt x="52" y="10"/>
                  </a:cubicBezTo>
                  <a:cubicBezTo>
                    <a:pt x="51" y="10"/>
                    <a:pt x="51" y="10"/>
                    <a:pt x="50" y="10"/>
                  </a:cubicBezTo>
                  <a:cubicBezTo>
                    <a:pt x="50" y="10"/>
                    <a:pt x="49" y="10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8" y="11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5"/>
                    <a:pt x="44" y="16"/>
                  </a:cubicBezTo>
                  <a:cubicBezTo>
                    <a:pt x="44" y="17"/>
                    <a:pt x="40" y="19"/>
                    <a:pt x="39" y="18"/>
                  </a:cubicBezTo>
                  <a:cubicBezTo>
                    <a:pt x="39" y="19"/>
                    <a:pt x="36" y="18"/>
                    <a:pt x="37" y="18"/>
                  </a:cubicBezTo>
                  <a:cubicBezTo>
                    <a:pt x="36" y="18"/>
                    <a:pt x="36" y="18"/>
                    <a:pt x="37" y="18"/>
                  </a:cubicBezTo>
                  <a:cubicBezTo>
                    <a:pt x="36" y="18"/>
                    <a:pt x="32" y="19"/>
                    <a:pt x="31" y="19"/>
                  </a:cubicBezTo>
                  <a:cubicBezTo>
                    <a:pt x="31" y="19"/>
                    <a:pt x="30" y="19"/>
                    <a:pt x="29" y="18"/>
                  </a:cubicBezTo>
                  <a:cubicBezTo>
                    <a:pt x="29" y="18"/>
                    <a:pt x="31" y="18"/>
                    <a:pt x="31" y="18"/>
                  </a:cubicBezTo>
                  <a:cubicBezTo>
                    <a:pt x="29" y="18"/>
                    <a:pt x="25" y="17"/>
                    <a:pt x="24" y="16"/>
                  </a:cubicBezTo>
                  <a:cubicBezTo>
                    <a:pt x="24" y="16"/>
                    <a:pt x="24" y="16"/>
                    <a:pt x="25" y="16"/>
                  </a:cubicBezTo>
                  <a:cubicBezTo>
                    <a:pt x="15" y="0"/>
                    <a:pt x="0" y="25"/>
                    <a:pt x="2" y="36"/>
                  </a:cubicBezTo>
                  <a:cubicBezTo>
                    <a:pt x="2" y="45"/>
                    <a:pt x="13" y="47"/>
                    <a:pt x="20" y="46"/>
                  </a:cubicBezTo>
                  <a:cubicBezTo>
                    <a:pt x="24" y="46"/>
                    <a:pt x="28" y="47"/>
                    <a:pt x="31" y="47"/>
                  </a:cubicBezTo>
                  <a:cubicBezTo>
                    <a:pt x="33" y="47"/>
                    <a:pt x="40" y="46"/>
                    <a:pt x="39" y="47"/>
                  </a:cubicBezTo>
                  <a:cubicBezTo>
                    <a:pt x="47" y="45"/>
                    <a:pt x="59" y="50"/>
                    <a:pt x="64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5" y="40"/>
                    <a:pt x="66" y="39"/>
                    <a:pt x="66" y="40"/>
                  </a:cubicBezTo>
                  <a:cubicBezTo>
                    <a:pt x="68" y="34"/>
                    <a:pt x="66" y="30"/>
                    <a:pt x="65" y="24"/>
                  </a:cubicBezTo>
                  <a:close/>
                  <a:moveTo>
                    <a:pt x="53" y="12"/>
                  </a:moveTo>
                  <a:cubicBezTo>
                    <a:pt x="53" y="12"/>
                    <a:pt x="53" y="12"/>
                    <a:pt x="54" y="12"/>
                  </a:cubicBezTo>
                  <a:cubicBezTo>
                    <a:pt x="53" y="12"/>
                    <a:pt x="53" y="12"/>
                    <a:pt x="53" y="12"/>
                  </a:cubicBezTo>
                  <a:close/>
                  <a:moveTo>
                    <a:pt x="50" y="13"/>
                  </a:move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2" y="13"/>
                    <a:pt x="53" y="13"/>
                  </a:cubicBezTo>
                  <a:cubicBezTo>
                    <a:pt x="53" y="13"/>
                    <a:pt x="53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4" y="12"/>
                    <a:pt x="54" y="12"/>
                  </a:cubicBezTo>
                  <a:cubicBezTo>
                    <a:pt x="54" y="12"/>
                    <a:pt x="54" y="13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3" y="13"/>
                    <a:pt x="54" y="13"/>
                    <a:pt x="54" y="13"/>
                  </a:cubicBezTo>
                  <a:cubicBezTo>
                    <a:pt x="54" y="13"/>
                    <a:pt x="54" y="14"/>
                    <a:pt x="54" y="14"/>
                  </a:cubicBezTo>
                  <a:cubicBezTo>
                    <a:pt x="54" y="14"/>
                    <a:pt x="52" y="16"/>
                    <a:pt x="51" y="17"/>
                  </a:cubicBezTo>
                  <a:cubicBezTo>
                    <a:pt x="49" y="13"/>
                    <a:pt x="49" y="13"/>
                    <a:pt x="50" y="13"/>
                  </a:cubicBezTo>
                  <a:close/>
                  <a:moveTo>
                    <a:pt x="20" y="12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1" y="12"/>
                    <a:pt x="20" y="12"/>
                    <a:pt x="20" y="12"/>
                  </a:cubicBezTo>
                  <a:close/>
                  <a:moveTo>
                    <a:pt x="21" y="15"/>
                  </a:moveTo>
                  <a:cubicBezTo>
                    <a:pt x="20" y="15"/>
                    <a:pt x="20" y="15"/>
                    <a:pt x="21" y="15"/>
                  </a:cubicBezTo>
                  <a:cubicBezTo>
                    <a:pt x="20" y="15"/>
                    <a:pt x="21" y="16"/>
                    <a:pt x="21" y="15"/>
                  </a:cubicBezTo>
                  <a:close/>
                  <a:moveTo>
                    <a:pt x="64" y="39"/>
                  </a:move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9"/>
                  </a:cubicBezTo>
                  <a:close/>
                  <a:moveTo>
                    <a:pt x="65" y="36"/>
                  </a:moveTo>
                  <a:cubicBezTo>
                    <a:pt x="65" y="36"/>
                    <a:pt x="63" y="38"/>
                    <a:pt x="63" y="39"/>
                  </a:cubicBezTo>
                  <a:cubicBezTo>
                    <a:pt x="63" y="39"/>
                    <a:pt x="64" y="38"/>
                    <a:pt x="64" y="39"/>
                  </a:cubicBezTo>
                  <a:cubicBezTo>
                    <a:pt x="62" y="40"/>
                    <a:pt x="61" y="42"/>
                    <a:pt x="60" y="43"/>
                  </a:cubicBezTo>
                  <a:cubicBezTo>
                    <a:pt x="57" y="45"/>
                    <a:pt x="55" y="45"/>
                    <a:pt x="51" y="45"/>
                  </a:cubicBezTo>
                  <a:cubicBezTo>
                    <a:pt x="48" y="46"/>
                    <a:pt x="43" y="43"/>
                    <a:pt x="40" y="45"/>
                  </a:cubicBezTo>
                  <a:cubicBezTo>
                    <a:pt x="40" y="45"/>
                    <a:pt x="34" y="45"/>
                    <a:pt x="33" y="45"/>
                  </a:cubicBezTo>
                  <a:cubicBezTo>
                    <a:pt x="37" y="43"/>
                    <a:pt x="33" y="44"/>
                    <a:pt x="34" y="44"/>
                  </a:cubicBezTo>
                  <a:cubicBezTo>
                    <a:pt x="31" y="46"/>
                    <a:pt x="22" y="44"/>
                    <a:pt x="20" y="44"/>
                  </a:cubicBezTo>
                  <a:cubicBezTo>
                    <a:pt x="22" y="44"/>
                    <a:pt x="17" y="44"/>
                    <a:pt x="17" y="44"/>
                  </a:cubicBezTo>
                  <a:cubicBezTo>
                    <a:pt x="13" y="44"/>
                    <a:pt x="9" y="43"/>
                    <a:pt x="7" y="41"/>
                  </a:cubicBezTo>
                  <a:cubicBezTo>
                    <a:pt x="4" y="37"/>
                    <a:pt x="5" y="34"/>
                    <a:pt x="4" y="31"/>
                  </a:cubicBezTo>
                  <a:cubicBezTo>
                    <a:pt x="5" y="30"/>
                    <a:pt x="5" y="25"/>
                    <a:pt x="6" y="24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1" y="17"/>
                    <a:pt x="18" y="8"/>
                    <a:pt x="20" y="13"/>
                  </a:cubicBezTo>
                  <a:cubicBezTo>
                    <a:pt x="19" y="13"/>
                    <a:pt x="19" y="13"/>
                    <a:pt x="19" y="12"/>
                  </a:cubicBezTo>
                  <a:cubicBezTo>
                    <a:pt x="19" y="13"/>
                    <a:pt x="20" y="16"/>
                    <a:pt x="22" y="16"/>
                  </a:cubicBezTo>
                  <a:cubicBezTo>
                    <a:pt x="21" y="16"/>
                    <a:pt x="21" y="15"/>
                    <a:pt x="21" y="15"/>
                  </a:cubicBezTo>
                  <a:cubicBezTo>
                    <a:pt x="22" y="15"/>
                    <a:pt x="25" y="19"/>
                    <a:pt x="26" y="19"/>
                  </a:cubicBezTo>
                  <a:cubicBezTo>
                    <a:pt x="30" y="20"/>
                    <a:pt x="34" y="21"/>
                    <a:pt x="39" y="21"/>
                  </a:cubicBezTo>
                  <a:cubicBezTo>
                    <a:pt x="42" y="21"/>
                    <a:pt x="45" y="18"/>
                    <a:pt x="48" y="16"/>
                  </a:cubicBezTo>
                  <a:cubicBezTo>
                    <a:pt x="48" y="16"/>
                    <a:pt x="48" y="16"/>
                    <a:pt x="48" y="15"/>
                  </a:cubicBezTo>
                  <a:cubicBezTo>
                    <a:pt x="48" y="16"/>
                    <a:pt x="49" y="17"/>
                    <a:pt x="50" y="17"/>
                  </a:cubicBezTo>
                  <a:cubicBezTo>
                    <a:pt x="51" y="17"/>
                    <a:pt x="56" y="15"/>
                    <a:pt x="55" y="13"/>
                  </a:cubicBezTo>
                  <a:cubicBezTo>
                    <a:pt x="55" y="13"/>
                    <a:pt x="55" y="13"/>
                    <a:pt x="54" y="12"/>
                  </a:cubicBezTo>
                  <a:cubicBezTo>
                    <a:pt x="56" y="13"/>
                    <a:pt x="58" y="14"/>
                    <a:pt x="59" y="16"/>
                  </a:cubicBezTo>
                  <a:cubicBezTo>
                    <a:pt x="58" y="16"/>
                    <a:pt x="59" y="17"/>
                    <a:pt x="60" y="17"/>
                  </a:cubicBezTo>
                  <a:cubicBezTo>
                    <a:pt x="61" y="18"/>
                    <a:pt x="62" y="20"/>
                    <a:pt x="62" y="21"/>
                  </a:cubicBezTo>
                  <a:cubicBezTo>
                    <a:pt x="63" y="19"/>
                    <a:pt x="64" y="24"/>
                    <a:pt x="64" y="24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24"/>
                    <a:pt x="64" y="25"/>
                    <a:pt x="64" y="25"/>
                  </a:cubicBezTo>
                  <a:cubicBezTo>
                    <a:pt x="64" y="26"/>
                    <a:pt x="65" y="30"/>
                    <a:pt x="65" y="32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5" y="33"/>
                    <a:pt x="65" y="35"/>
                    <a:pt x="65" y="3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97"/>
            <p:cNvSpPr>
              <a:spLocks/>
            </p:cNvSpPr>
            <p:nvPr/>
          </p:nvSpPr>
          <p:spPr bwMode="auto">
            <a:xfrm>
              <a:off x="223838" y="236537"/>
              <a:ext cx="39688" cy="17463"/>
            </a:xfrm>
            <a:custGeom>
              <a:avLst/>
              <a:gdLst>
                <a:gd name="T0" fmla="*/ 0 w 7"/>
                <a:gd name="T1" fmla="*/ 3 h 3"/>
                <a:gd name="T2" fmla="*/ 6 w 7"/>
                <a:gd name="T3" fmla="*/ 0 h 3"/>
                <a:gd name="T4" fmla="*/ 6 w 7"/>
                <a:gd name="T5" fmla="*/ 0 h 3"/>
                <a:gd name="T6" fmla="*/ 0 w 7"/>
                <a:gd name="T7" fmla="*/ 2 h 3"/>
                <a:gd name="T8" fmla="*/ 0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cubicBezTo>
                    <a:pt x="2" y="2"/>
                    <a:pt x="4" y="1"/>
                    <a:pt x="6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98"/>
            <p:cNvSpPr>
              <a:spLocks/>
            </p:cNvSpPr>
            <p:nvPr/>
          </p:nvSpPr>
          <p:spPr bwMode="auto">
            <a:xfrm>
              <a:off x="193675" y="219075"/>
              <a:ext cx="76200" cy="34925"/>
            </a:xfrm>
            <a:custGeom>
              <a:avLst/>
              <a:gdLst>
                <a:gd name="T0" fmla="*/ 1 w 13"/>
                <a:gd name="T1" fmla="*/ 5 h 6"/>
                <a:gd name="T2" fmla="*/ 10 w 13"/>
                <a:gd name="T3" fmla="*/ 1 h 6"/>
                <a:gd name="T4" fmla="*/ 11 w 13"/>
                <a:gd name="T5" fmla="*/ 1 h 6"/>
                <a:gd name="T6" fmla="*/ 9 w 13"/>
                <a:gd name="T7" fmla="*/ 3 h 6"/>
                <a:gd name="T8" fmla="*/ 5 w 13"/>
                <a:gd name="T9" fmla="*/ 5 h 6"/>
                <a:gd name="T10" fmla="*/ 5 w 13"/>
                <a:gd name="T11" fmla="*/ 6 h 6"/>
                <a:gd name="T12" fmla="*/ 13 w 13"/>
                <a:gd name="T13" fmla="*/ 0 h 6"/>
                <a:gd name="T14" fmla="*/ 13 w 13"/>
                <a:gd name="T15" fmla="*/ 0 h 6"/>
                <a:gd name="T16" fmla="*/ 0 w 13"/>
                <a:gd name="T17" fmla="*/ 5 h 6"/>
                <a:gd name="T18" fmla="*/ 1 w 13"/>
                <a:gd name="T1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6">
                  <a:moveTo>
                    <a:pt x="1" y="5"/>
                  </a:moveTo>
                  <a:cubicBezTo>
                    <a:pt x="4" y="3"/>
                    <a:pt x="7" y="2"/>
                    <a:pt x="10" y="1"/>
                  </a:cubicBezTo>
                  <a:cubicBezTo>
                    <a:pt x="11" y="0"/>
                    <a:pt x="13" y="0"/>
                    <a:pt x="11" y="1"/>
                  </a:cubicBezTo>
                  <a:cubicBezTo>
                    <a:pt x="11" y="2"/>
                    <a:pt x="10" y="3"/>
                    <a:pt x="9" y="3"/>
                  </a:cubicBezTo>
                  <a:cubicBezTo>
                    <a:pt x="8" y="4"/>
                    <a:pt x="6" y="5"/>
                    <a:pt x="5" y="5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8" y="4"/>
                    <a:pt x="11" y="3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8" y="0"/>
                    <a:pt x="4" y="3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99"/>
            <p:cNvSpPr>
              <a:spLocks/>
            </p:cNvSpPr>
            <p:nvPr/>
          </p:nvSpPr>
          <p:spPr bwMode="auto">
            <a:xfrm>
              <a:off x="193675" y="200025"/>
              <a:ext cx="93663" cy="47625"/>
            </a:xfrm>
            <a:custGeom>
              <a:avLst/>
              <a:gdLst>
                <a:gd name="T0" fmla="*/ 15 w 16"/>
                <a:gd name="T1" fmla="*/ 0 h 8"/>
                <a:gd name="T2" fmla="*/ 0 w 16"/>
                <a:gd name="T3" fmla="*/ 7 h 8"/>
                <a:gd name="T4" fmla="*/ 0 w 16"/>
                <a:gd name="T5" fmla="*/ 7 h 8"/>
                <a:gd name="T6" fmla="*/ 15 w 16"/>
                <a:gd name="T7" fmla="*/ 0 h 8"/>
                <a:gd name="T8" fmla="*/ 15 w 1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15" y="0"/>
                  </a:moveTo>
                  <a:cubicBezTo>
                    <a:pt x="10" y="3"/>
                    <a:pt x="5" y="5"/>
                    <a:pt x="0" y="7"/>
                  </a:cubicBezTo>
                  <a:cubicBezTo>
                    <a:pt x="0" y="8"/>
                    <a:pt x="0" y="8"/>
                    <a:pt x="0" y="7"/>
                  </a:cubicBezTo>
                  <a:cubicBezTo>
                    <a:pt x="5" y="5"/>
                    <a:pt x="11" y="3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100"/>
            <p:cNvSpPr>
              <a:spLocks/>
            </p:cNvSpPr>
            <p:nvPr/>
          </p:nvSpPr>
          <p:spPr bwMode="auto">
            <a:xfrm>
              <a:off x="158750" y="182562"/>
              <a:ext cx="134938" cy="53975"/>
            </a:xfrm>
            <a:custGeom>
              <a:avLst/>
              <a:gdLst>
                <a:gd name="T0" fmla="*/ 1 w 23"/>
                <a:gd name="T1" fmla="*/ 9 h 9"/>
                <a:gd name="T2" fmla="*/ 22 w 23"/>
                <a:gd name="T3" fmla="*/ 0 h 9"/>
                <a:gd name="T4" fmla="*/ 22 w 23"/>
                <a:gd name="T5" fmla="*/ 0 h 9"/>
                <a:gd name="T6" fmla="*/ 1 w 23"/>
                <a:gd name="T7" fmla="*/ 9 h 9"/>
                <a:gd name="T8" fmla="*/ 1 w 23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9">
                  <a:moveTo>
                    <a:pt x="1" y="9"/>
                  </a:moveTo>
                  <a:cubicBezTo>
                    <a:pt x="8" y="7"/>
                    <a:pt x="15" y="2"/>
                    <a:pt x="22" y="0"/>
                  </a:cubicBezTo>
                  <a:cubicBezTo>
                    <a:pt x="23" y="0"/>
                    <a:pt x="22" y="0"/>
                    <a:pt x="22" y="0"/>
                  </a:cubicBezTo>
                  <a:cubicBezTo>
                    <a:pt x="15" y="2"/>
                    <a:pt x="8" y="7"/>
                    <a:pt x="1" y="9"/>
                  </a:cubicBezTo>
                  <a:cubicBezTo>
                    <a:pt x="0" y="9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1"/>
            <p:cNvSpPr>
              <a:spLocks/>
            </p:cNvSpPr>
            <p:nvPr/>
          </p:nvSpPr>
          <p:spPr bwMode="auto">
            <a:xfrm>
              <a:off x="158750" y="165100"/>
              <a:ext cx="134938" cy="71438"/>
            </a:xfrm>
            <a:custGeom>
              <a:avLst/>
              <a:gdLst>
                <a:gd name="T0" fmla="*/ 23 w 23"/>
                <a:gd name="T1" fmla="*/ 0 h 12"/>
                <a:gd name="T2" fmla="*/ 0 w 23"/>
                <a:gd name="T3" fmla="*/ 12 h 12"/>
                <a:gd name="T4" fmla="*/ 0 w 23"/>
                <a:gd name="T5" fmla="*/ 12 h 12"/>
                <a:gd name="T6" fmla="*/ 23 w 23"/>
                <a:gd name="T7" fmla="*/ 0 h 12"/>
                <a:gd name="T8" fmla="*/ 23 w 23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2">
                  <a:moveTo>
                    <a:pt x="23" y="0"/>
                  </a:moveTo>
                  <a:cubicBezTo>
                    <a:pt x="15" y="4"/>
                    <a:pt x="7" y="7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" y="7"/>
                    <a:pt x="16" y="4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02"/>
            <p:cNvSpPr>
              <a:spLocks/>
            </p:cNvSpPr>
            <p:nvPr/>
          </p:nvSpPr>
          <p:spPr bwMode="auto">
            <a:xfrm>
              <a:off x="134938" y="153987"/>
              <a:ext cx="158750" cy="65088"/>
            </a:xfrm>
            <a:custGeom>
              <a:avLst/>
              <a:gdLst>
                <a:gd name="T0" fmla="*/ 1 w 27"/>
                <a:gd name="T1" fmla="*/ 11 h 11"/>
                <a:gd name="T2" fmla="*/ 27 w 27"/>
                <a:gd name="T3" fmla="*/ 0 h 11"/>
                <a:gd name="T4" fmla="*/ 27 w 27"/>
                <a:gd name="T5" fmla="*/ 0 h 11"/>
                <a:gd name="T6" fmla="*/ 1 w 27"/>
                <a:gd name="T7" fmla="*/ 11 h 11"/>
                <a:gd name="T8" fmla="*/ 1 w 2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1">
                  <a:moveTo>
                    <a:pt x="1" y="11"/>
                  </a:moveTo>
                  <a:cubicBezTo>
                    <a:pt x="10" y="7"/>
                    <a:pt x="18" y="3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8" y="3"/>
                    <a:pt x="9" y="7"/>
                    <a:pt x="1" y="11"/>
                  </a:cubicBezTo>
                  <a:cubicBezTo>
                    <a:pt x="0" y="11"/>
                    <a:pt x="1" y="11"/>
                    <a:pt x="1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03"/>
            <p:cNvSpPr>
              <a:spLocks/>
            </p:cNvSpPr>
            <p:nvPr/>
          </p:nvSpPr>
          <p:spPr bwMode="auto">
            <a:xfrm>
              <a:off x="134938" y="141287"/>
              <a:ext cx="158750" cy="77788"/>
            </a:xfrm>
            <a:custGeom>
              <a:avLst/>
              <a:gdLst>
                <a:gd name="T0" fmla="*/ 27 w 27"/>
                <a:gd name="T1" fmla="*/ 0 h 13"/>
                <a:gd name="T2" fmla="*/ 0 w 27"/>
                <a:gd name="T3" fmla="*/ 13 h 13"/>
                <a:gd name="T4" fmla="*/ 1 w 27"/>
                <a:gd name="T5" fmla="*/ 13 h 13"/>
                <a:gd name="T6" fmla="*/ 27 w 27"/>
                <a:gd name="T7" fmla="*/ 1 h 13"/>
                <a:gd name="T8" fmla="*/ 27 w 27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3">
                  <a:moveTo>
                    <a:pt x="27" y="0"/>
                  </a:moveTo>
                  <a:cubicBezTo>
                    <a:pt x="18" y="5"/>
                    <a:pt x="9" y="9"/>
                    <a:pt x="0" y="13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9" y="9"/>
                    <a:pt x="18" y="5"/>
                    <a:pt x="27" y="1"/>
                  </a:cubicBezTo>
                  <a:cubicBezTo>
                    <a:pt x="27" y="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04"/>
            <p:cNvSpPr>
              <a:spLocks/>
            </p:cNvSpPr>
            <p:nvPr/>
          </p:nvSpPr>
          <p:spPr bwMode="auto">
            <a:xfrm>
              <a:off x="117475" y="112712"/>
              <a:ext cx="176213" cy="87313"/>
            </a:xfrm>
            <a:custGeom>
              <a:avLst/>
              <a:gdLst>
                <a:gd name="T0" fmla="*/ 30 w 30"/>
                <a:gd name="T1" fmla="*/ 0 h 15"/>
                <a:gd name="T2" fmla="*/ 1 w 30"/>
                <a:gd name="T3" fmla="*/ 14 h 15"/>
                <a:gd name="T4" fmla="*/ 2 w 30"/>
                <a:gd name="T5" fmla="*/ 15 h 15"/>
                <a:gd name="T6" fmla="*/ 30 w 30"/>
                <a:gd name="T7" fmla="*/ 4 h 15"/>
                <a:gd name="T8" fmla="*/ 30 w 30"/>
                <a:gd name="T9" fmla="*/ 3 h 15"/>
                <a:gd name="T10" fmla="*/ 5 w 30"/>
                <a:gd name="T11" fmla="*/ 14 h 15"/>
                <a:gd name="T12" fmla="*/ 8 w 30"/>
                <a:gd name="T13" fmla="*/ 11 h 15"/>
                <a:gd name="T14" fmla="*/ 16 w 30"/>
                <a:gd name="T15" fmla="*/ 7 h 15"/>
                <a:gd name="T16" fmla="*/ 30 w 30"/>
                <a:gd name="T17" fmla="*/ 1 h 15"/>
                <a:gd name="T18" fmla="*/ 30 w 30"/>
                <a:gd name="T1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15">
                  <a:moveTo>
                    <a:pt x="30" y="0"/>
                  </a:moveTo>
                  <a:cubicBezTo>
                    <a:pt x="20" y="5"/>
                    <a:pt x="10" y="9"/>
                    <a:pt x="1" y="14"/>
                  </a:cubicBezTo>
                  <a:cubicBezTo>
                    <a:pt x="1" y="15"/>
                    <a:pt x="1" y="15"/>
                    <a:pt x="2" y="15"/>
                  </a:cubicBezTo>
                  <a:cubicBezTo>
                    <a:pt x="12" y="13"/>
                    <a:pt x="21" y="7"/>
                    <a:pt x="30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1" y="6"/>
                    <a:pt x="14" y="11"/>
                    <a:pt x="5" y="14"/>
                  </a:cubicBezTo>
                  <a:cubicBezTo>
                    <a:pt x="0" y="15"/>
                    <a:pt x="7" y="11"/>
                    <a:pt x="8" y="11"/>
                  </a:cubicBezTo>
                  <a:cubicBezTo>
                    <a:pt x="11" y="9"/>
                    <a:pt x="13" y="8"/>
                    <a:pt x="16" y="7"/>
                  </a:cubicBezTo>
                  <a:cubicBezTo>
                    <a:pt x="20" y="5"/>
                    <a:pt x="25" y="3"/>
                    <a:pt x="30" y="1"/>
                  </a:cubicBezTo>
                  <a:cubicBezTo>
                    <a:pt x="30" y="1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05"/>
            <p:cNvSpPr>
              <a:spLocks/>
            </p:cNvSpPr>
            <p:nvPr/>
          </p:nvSpPr>
          <p:spPr bwMode="auto">
            <a:xfrm>
              <a:off x="111125" y="95250"/>
              <a:ext cx="182563" cy="82550"/>
            </a:xfrm>
            <a:custGeom>
              <a:avLst/>
              <a:gdLst>
                <a:gd name="T0" fmla="*/ 0 w 31"/>
                <a:gd name="T1" fmla="*/ 12 h 14"/>
                <a:gd name="T2" fmla="*/ 10 w 31"/>
                <a:gd name="T3" fmla="*/ 8 h 14"/>
                <a:gd name="T4" fmla="*/ 28 w 31"/>
                <a:gd name="T5" fmla="*/ 0 h 14"/>
                <a:gd name="T6" fmla="*/ 14 w 31"/>
                <a:gd name="T7" fmla="*/ 7 h 14"/>
                <a:gd name="T8" fmla="*/ 1 w 31"/>
                <a:gd name="T9" fmla="*/ 14 h 14"/>
                <a:gd name="T10" fmla="*/ 1 w 31"/>
                <a:gd name="T11" fmla="*/ 14 h 14"/>
                <a:gd name="T12" fmla="*/ 31 w 31"/>
                <a:gd name="T13" fmla="*/ 2 h 14"/>
                <a:gd name="T14" fmla="*/ 30 w 31"/>
                <a:gd name="T15" fmla="*/ 2 h 14"/>
                <a:gd name="T16" fmla="*/ 3 w 31"/>
                <a:gd name="T17" fmla="*/ 13 h 14"/>
                <a:gd name="T18" fmla="*/ 8 w 31"/>
                <a:gd name="T19" fmla="*/ 10 h 14"/>
                <a:gd name="T20" fmla="*/ 16 w 31"/>
                <a:gd name="T21" fmla="*/ 6 h 14"/>
                <a:gd name="T22" fmla="*/ 30 w 31"/>
                <a:gd name="T23" fmla="*/ 0 h 14"/>
                <a:gd name="T24" fmla="*/ 30 w 31"/>
                <a:gd name="T25" fmla="*/ 0 h 14"/>
                <a:gd name="T26" fmla="*/ 17 w 31"/>
                <a:gd name="T27" fmla="*/ 4 h 14"/>
                <a:gd name="T28" fmla="*/ 0 w 31"/>
                <a:gd name="T29" fmla="*/ 12 h 14"/>
                <a:gd name="T30" fmla="*/ 0 w 31"/>
                <a:gd name="T31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14">
                  <a:moveTo>
                    <a:pt x="0" y="12"/>
                  </a:moveTo>
                  <a:cubicBezTo>
                    <a:pt x="4" y="11"/>
                    <a:pt x="7" y="10"/>
                    <a:pt x="10" y="8"/>
                  </a:cubicBezTo>
                  <a:cubicBezTo>
                    <a:pt x="15" y="5"/>
                    <a:pt x="22" y="3"/>
                    <a:pt x="28" y="0"/>
                  </a:cubicBezTo>
                  <a:cubicBezTo>
                    <a:pt x="23" y="2"/>
                    <a:pt x="18" y="5"/>
                    <a:pt x="14" y="7"/>
                  </a:cubicBezTo>
                  <a:cubicBezTo>
                    <a:pt x="9" y="9"/>
                    <a:pt x="5" y="11"/>
                    <a:pt x="1" y="14"/>
                  </a:cubicBezTo>
                  <a:cubicBezTo>
                    <a:pt x="0" y="14"/>
                    <a:pt x="1" y="14"/>
                    <a:pt x="1" y="14"/>
                  </a:cubicBezTo>
                  <a:cubicBezTo>
                    <a:pt x="11" y="11"/>
                    <a:pt x="21" y="6"/>
                    <a:pt x="31" y="2"/>
                  </a:cubicBezTo>
                  <a:cubicBezTo>
                    <a:pt x="31" y="2"/>
                    <a:pt x="31" y="2"/>
                    <a:pt x="30" y="2"/>
                  </a:cubicBezTo>
                  <a:cubicBezTo>
                    <a:pt x="21" y="5"/>
                    <a:pt x="12" y="10"/>
                    <a:pt x="3" y="13"/>
                  </a:cubicBezTo>
                  <a:cubicBezTo>
                    <a:pt x="3" y="13"/>
                    <a:pt x="7" y="11"/>
                    <a:pt x="8" y="10"/>
                  </a:cubicBezTo>
                  <a:cubicBezTo>
                    <a:pt x="11" y="9"/>
                    <a:pt x="14" y="7"/>
                    <a:pt x="16" y="6"/>
                  </a:cubicBezTo>
                  <a:cubicBezTo>
                    <a:pt x="21" y="4"/>
                    <a:pt x="25" y="2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1"/>
                    <a:pt x="21" y="3"/>
                    <a:pt x="17" y="4"/>
                  </a:cubicBezTo>
                  <a:cubicBezTo>
                    <a:pt x="11" y="7"/>
                    <a:pt x="6" y="1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106"/>
            <p:cNvSpPr>
              <a:spLocks/>
            </p:cNvSpPr>
            <p:nvPr/>
          </p:nvSpPr>
          <p:spPr bwMode="auto">
            <a:xfrm>
              <a:off x="111125" y="71437"/>
              <a:ext cx="176213" cy="87313"/>
            </a:xfrm>
            <a:custGeom>
              <a:avLst/>
              <a:gdLst>
                <a:gd name="T0" fmla="*/ 29 w 30"/>
                <a:gd name="T1" fmla="*/ 1 h 15"/>
                <a:gd name="T2" fmla="*/ 0 w 30"/>
                <a:gd name="T3" fmla="*/ 15 h 15"/>
                <a:gd name="T4" fmla="*/ 0 w 30"/>
                <a:gd name="T5" fmla="*/ 15 h 15"/>
                <a:gd name="T6" fmla="*/ 30 w 30"/>
                <a:gd name="T7" fmla="*/ 1 h 15"/>
                <a:gd name="T8" fmla="*/ 29 w 30"/>
                <a:gd name="T9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5">
                  <a:moveTo>
                    <a:pt x="29" y="1"/>
                  </a:moveTo>
                  <a:cubicBezTo>
                    <a:pt x="19" y="6"/>
                    <a:pt x="9" y="9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0" y="9"/>
                    <a:pt x="20" y="6"/>
                    <a:pt x="30" y="1"/>
                  </a:cubicBezTo>
                  <a:cubicBezTo>
                    <a:pt x="30" y="0"/>
                    <a:pt x="29" y="0"/>
                    <a:pt x="29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107"/>
            <p:cNvSpPr>
              <a:spLocks/>
            </p:cNvSpPr>
            <p:nvPr/>
          </p:nvSpPr>
          <p:spPr bwMode="auto">
            <a:xfrm>
              <a:off x="106363" y="71437"/>
              <a:ext cx="180975" cy="76200"/>
            </a:xfrm>
            <a:custGeom>
              <a:avLst/>
              <a:gdLst>
                <a:gd name="T0" fmla="*/ 1 w 31"/>
                <a:gd name="T1" fmla="*/ 13 h 13"/>
                <a:gd name="T2" fmla="*/ 30 w 31"/>
                <a:gd name="T3" fmla="*/ 0 h 13"/>
                <a:gd name="T4" fmla="*/ 30 w 31"/>
                <a:gd name="T5" fmla="*/ 0 h 13"/>
                <a:gd name="T6" fmla="*/ 1 w 31"/>
                <a:gd name="T7" fmla="*/ 12 h 13"/>
                <a:gd name="T8" fmla="*/ 1 w 31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1" y="13"/>
                  </a:moveTo>
                  <a:cubicBezTo>
                    <a:pt x="11" y="10"/>
                    <a:pt x="20" y="4"/>
                    <a:pt x="30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20" y="4"/>
                    <a:pt x="11" y="10"/>
                    <a:pt x="1" y="12"/>
                  </a:cubicBezTo>
                  <a:cubicBezTo>
                    <a:pt x="0" y="12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108"/>
            <p:cNvSpPr>
              <a:spLocks/>
            </p:cNvSpPr>
            <p:nvPr/>
          </p:nvSpPr>
          <p:spPr bwMode="auto">
            <a:xfrm>
              <a:off x="106363" y="53975"/>
              <a:ext cx="174625" cy="87313"/>
            </a:xfrm>
            <a:custGeom>
              <a:avLst/>
              <a:gdLst>
                <a:gd name="T0" fmla="*/ 29 w 30"/>
                <a:gd name="T1" fmla="*/ 0 h 15"/>
                <a:gd name="T2" fmla="*/ 0 w 30"/>
                <a:gd name="T3" fmla="*/ 15 h 15"/>
                <a:gd name="T4" fmla="*/ 1 w 30"/>
                <a:gd name="T5" fmla="*/ 15 h 15"/>
                <a:gd name="T6" fmla="*/ 29 w 30"/>
                <a:gd name="T7" fmla="*/ 1 h 15"/>
                <a:gd name="T8" fmla="*/ 29 w 3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5">
                  <a:moveTo>
                    <a:pt x="29" y="0"/>
                  </a:moveTo>
                  <a:cubicBezTo>
                    <a:pt x="20" y="5"/>
                    <a:pt x="9" y="9"/>
                    <a:pt x="0" y="15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0" y="9"/>
                    <a:pt x="20" y="6"/>
                    <a:pt x="29" y="1"/>
                  </a:cubicBezTo>
                  <a:cubicBezTo>
                    <a:pt x="30" y="1"/>
                    <a:pt x="29" y="0"/>
                    <a:pt x="2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09"/>
            <p:cNvSpPr>
              <a:spLocks/>
            </p:cNvSpPr>
            <p:nvPr/>
          </p:nvSpPr>
          <p:spPr bwMode="auto">
            <a:xfrm>
              <a:off x="106363" y="53975"/>
              <a:ext cx="174625" cy="76200"/>
            </a:xfrm>
            <a:custGeom>
              <a:avLst/>
              <a:gdLst>
                <a:gd name="T0" fmla="*/ 1 w 30"/>
                <a:gd name="T1" fmla="*/ 13 h 13"/>
                <a:gd name="T2" fmla="*/ 29 w 30"/>
                <a:gd name="T3" fmla="*/ 0 h 13"/>
                <a:gd name="T4" fmla="*/ 29 w 30"/>
                <a:gd name="T5" fmla="*/ 0 h 13"/>
                <a:gd name="T6" fmla="*/ 1 w 30"/>
                <a:gd name="T7" fmla="*/ 12 h 13"/>
                <a:gd name="T8" fmla="*/ 1 w 30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3">
                  <a:moveTo>
                    <a:pt x="1" y="13"/>
                  </a:moveTo>
                  <a:cubicBezTo>
                    <a:pt x="10" y="8"/>
                    <a:pt x="20" y="5"/>
                    <a:pt x="29" y="0"/>
                  </a:cubicBezTo>
                  <a:cubicBezTo>
                    <a:pt x="30" y="0"/>
                    <a:pt x="29" y="0"/>
                    <a:pt x="29" y="0"/>
                  </a:cubicBezTo>
                  <a:cubicBezTo>
                    <a:pt x="20" y="5"/>
                    <a:pt x="10" y="8"/>
                    <a:pt x="1" y="12"/>
                  </a:cubicBezTo>
                  <a:cubicBezTo>
                    <a:pt x="0" y="12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10"/>
            <p:cNvSpPr>
              <a:spLocks/>
            </p:cNvSpPr>
            <p:nvPr/>
          </p:nvSpPr>
          <p:spPr bwMode="auto">
            <a:xfrm>
              <a:off x="106363" y="36512"/>
              <a:ext cx="157163" cy="87313"/>
            </a:xfrm>
            <a:custGeom>
              <a:avLst/>
              <a:gdLst>
                <a:gd name="T0" fmla="*/ 27 w 27"/>
                <a:gd name="T1" fmla="*/ 0 h 15"/>
                <a:gd name="T2" fmla="*/ 0 w 27"/>
                <a:gd name="T3" fmla="*/ 15 h 15"/>
                <a:gd name="T4" fmla="*/ 1 w 27"/>
                <a:gd name="T5" fmla="*/ 15 h 15"/>
                <a:gd name="T6" fmla="*/ 27 w 27"/>
                <a:gd name="T7" fmla="*/ 0 h 15"/>
                <a:gd name="T8" fmla="*/ 27 w 27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5">
                  <a:moveTo>
                    <a:pt x="27" y="0"/>
                  </a:moveTo>
                  <a:cubicBezTo>
                    <a:pt x="18" y="5"/>
                    <a:pt x="8" y="8"/>
                    <a:pt x="0" y="15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9" y="8"/>
                    <a:pt x="19" y="5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11"/>
            <p:cNvSpPr>
              <a:spLocks/>
            </p:cNvSpPr>
            <p:nvPr/>
          </p:nvSpPr>
          <p:spPr bwMode="auto">
            <a:xfrm>
              <a:off x="111125" y="30162"/>
              <a:ext cx="152400" cy="69850"/>
            </a:xfrm>
            <a:custGeom>
              <a:avLst/>
              <a:gdLst>
                <a:gd name="T0" fmla="*/ 0 w 26"/>
                <a:gd name="T1" fmla="*/ 12 h 12"/>
                <a:gd name="T2" fmla="*/ 26 w 26"/>
                <a:gd name="T3" fmla="*/ 1 h 12"/>
                <a:gd name="T4" fmla="*/ 26 w 26"/>
                <a:gd name="T5" fmla="*/ 1 h 12"/>
                <a:gd name="T6" fmla="*/ 0 w 26"/>
                <a:gd name="T7" fmla="*/ 12 h 12"/>
                <a:gd name="T8" fmla="*/ 0 w 26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2">
                  <a:moveTo>
                    <a:pt x="0" y="12"/>
                  </a:moveTo>
                  <a:cubicBezTo>
                    <a:pt x="9" y="10"/>
                    <a:pt x="17" y="5"/>
                    <a:pt x="26" y="1"/>
                  </a:cubicBezTo>
                  <a:cubicBezTo>
                    <a:pt x="26" y="1"/>
                    <a:pt x="26" y="0"/>
                    <a:pt x="26" y="1"/>
                  </a:cubicBezTo>
                  <a:cubicBezTo>
                    <a:pt x="17" y="4"/>
                    <a:pt x="9" y="10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12"/>
            <p:cNvSpPr>
              <a:spLocks/>
            </p:cNvSpPr>
            <p:nvPr/>
          </p:nvSpPr>
          <p:spPr bwMode="auto">
            <a:xfrm>
              <a:off x="111125" y="12700"/>
              <a:ext cx="141288" cy="82550"/>
            </a:xfrm>
            <a:custGeom>
              <a:avLst/>
              <a:gdLst>
                <a:gd name="T0" fmla="*/ 2 w 24"/>
                <a:gd name="T1" fmla="*/ 10 h 14"/>
                <a:gd name="T2" fmla="*/ 10 w 24"/>
                <a:gd name="T3" fmla="*/ 7 h 14"/>
                <a:gd name="T4" fmla="*/ 17 w 24"/>
                <a:gd name="T5" fmla="*/ 4 h 14"/>
                <a:gd name="T6" fmla="*/ 19 w 24"/>
                <a:gd name="T7" fmla="*/ 3 h 14"/>
                <a:gd name="T8" fmla="*/ 20 w 24"/>
                <a:gd name="T9" fmla="*/ 2 h 14"/>
                <a:gd name="T10" fmla="*/ 0 w 24"/>
                <a:gd name="T11" fmla="*/ 14 h 14"/>
                <a:gd name="T12" fmla="*/ 1 w 24"/>
                <a:gd name="T13" fmla="*/ 14 h 14"/>
                <a:gd name="T14" fmla="*/ 23 w 24"/>
                <a:gd name="T15" fmla="*/ 1 h 14"/>
                <a:gd name="T16" fmla="*/ 23 w 24"/>
                <a:gd name="T17" fmla="*/ 1 h 14"/>
                <a:gd name="T18" fmla="*/ 2 w 24"/>
                <a:gd name="T19" fmla="*/ 10 h 14"/>
                <a:gd name="T20" fmla="*/ 2 w 24"/>
                <a:gd name="T2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4">
                  <a:moveTo>
                    <a:pt x="2" y="10"/>
                  </a:moveTo>
                  <a:cubicBezTo>
                    <a:pt x="5" y="10"/>
                    <a:pt x="7" y="9"/>
                    <a:pt x="10" y="7"/>
                  </a:cubicBezTo>
                  <a:cubicBezTo>
                    <a:pt x="12" y="6"/>
                    <a:pt x="14" y="5"/>
                    <a:pt x="17" y="4"/>
                  </a:cubicBezTo>
                  <a:cubicBezTo>
                    <a:pt x="17" y="4"/>
                    <a:pt x="18" y="3"/>
                    <a:pt x="19" y="3"/>
                  </a:cubicBezTo>
                  <a:cubicBezTo>
                    <a:pt x="20" y="3"/>
                    <a:pt x="24" y="0"/>
                    <a:pt x="20" y="2"/>
                  </a:cubicBezTo>
                  <a:cubicBezTo>
                    <a:pt x="13" y="6"/>
                    <a:pt x="6" y="9"/>
                    <a:pt x="0" y="14"/>
                  </a:cubicBezTo>
                  <a:cubicBezTo>
                    <a:pt x="0" y="14"/>
                    <a:pt x="0" y="14"/>
                    <a:pt x="1" y="14"/>
                  </a:cubicBezTo>
                  <a:cubicBezTo>
                    <a:pt x="7" y="8"/>
                    <a:pt x="15" y="5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16" y="4"/>
                    <a:pt x="9" y="9"/>
                    <a:pt x="2" y="10"/>
                  </a:cubicBezTo>
                  <a:cubicBezTo>
                    <a:pt x="2" y="10"/>
                    <a:pt x="1" y="10"/>
                    <a:pt x="2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113"/>
            <p:cNvSpPr>
              <a:spLocks/>
            </p:cNvSpPr>
            <p:nvPr/>
          </p:nvSpPr>
          <p:spPr bwMode="auto">
            <a:xfrm>
              <a:off x="123825" y="17462"/>
              <a:ext cx="76200" cy="41275"/>
            </a:xfrm>
            <a:custGeom>
              <a:avLst/>
              <a:gdLst>
                <a:gd name="T0" fmla="*/ 13 w 13"/>
                <a:gd name="T1" fmla="*/ 0 h 7"/>
                <a:gd name="T2" fmla="*/ 0 w 13"/>
                <a:gd name="T3" fmla="*/ 7 h 7"/>
                <a:gd name="T4" fmla="*/ 1 w 13"/>
                <a:gd name="T5" fmla="*/ 7 h 7"/>
                <a:gd name="T6" fmla="*/ 13 w 13"/>
                <a:gd name="T7" fmla="*/ 0 h 7"/>
                <a:gd name="T8" fmla="*/ 13 w 13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7">
                  <a:moveTo>
                    <a:pt x="13" y="0"/>
                  </a:moveTo>
                  <a:cubicBezTo>
                    <a:pt x="8" y="1"/>
                    <a:pt x="4" y="4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4" y="4"/>
                    <a:pt x="8" y="1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114"/>
            <p:cNvSpPr>
              <a:spLocks/>
            </p:cNvSpPr>
            <p:nvPr/>
          </p:nvSpPr>
          <p:spPr bwMode="auto">
            <a:xfrm>
              <a:off x="322263" y="412750"/>
              <a:ext cx="53975" cy="30163"/>
            </a:xfrm>
            <a:custGeom>
              <a:avLst/>
              <a:gdLst>
                <a:gd name="T0" fmla="*/ 1 w 9"/>
                <a:gd name="T1" fmla="*/ 5 h 5"/>
                <a:gd name="T2" fmla="*/ 8 w 9"/>
                <a:gd name="T3" fmla="*/ 1 h 5"/>
                <a:gd name="T4" fmla="*/ 8 w 9"/>
                <a:gd name="T5" fmla="*/ 0 h 5"/>
                <a:gd name="T6" fmla="*/ 1 w 9"/>
                <a:gd name="T7" fmla="*/ 4 h 5"/>
                <a:gd name="T8" fmla="*/ 1 w 9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1" y="5"/>
                  </a:moveTo>
                  <a:cubicBezTo>
                    <a:pt x="3" y="3"/>
                    <a:pt x="6" y="1"/>
                    <a:pt x="8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5" y="1"/>
                    <a:pt x="3" y="3"/>
                    <a:pt x="1" y="4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115"/>
            <p:cNvSpPr>
              <a:spLocks/>
            </p:cNvSpPr>
            <p:nvPr/>
          </p:nvSpPr>
          <p:spPr bwMode="auto">
            <a:xfrm>
              <a:off x="328613" y="412750"/>
              <a:ext cx="47625" cy="30163"/>
            </a:xfrm>
            <a:custGeom>
              <a:avLst/>
              <a:gdLst>
                <a:gd name="T0" fmla="*/ 8 w 8"/>
                <a:gd name="T1" fmla="*/ 0 h 5"/>
                <a:gd name="T2" fmla="*/ 0 w 8"/>
                <a:gd name="T3" fmla="*/ 4 h 5"/>
                <a:gd name="T4" fmla="*/ 1 w 8"/>
                <a:gd name="T5" fmla="*/ 4 h 5"/>
                <a:gd name="T6" fmla="*/ 8 w 8"/>
                <a:gd name="T7" fmla="*/ 0 h 5"/>
                <a:gd name="T8" fmla="*/ 8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5" y="1"/>
                    <a:pt x="3" y="3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  <a:cubicBezTo>
                    <a:pt x="3" y="3"/>
                    <a:pt x="6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116"/>
            <p:cNvSpPr>
              <a:spLocks/>
            </p:cNvSpPr>
            <p:nvPr/>
          </p:nvSpPr>
          <p:spPr bwMode="auto">
            <a:xfrm>
              <a:off x="300038" y="388937"/>
              <a:ext cx="93663" cy="47625"/>
            </a:xfrm>
            <a:custGeom>
              <a:avLst/>
              <a:gdLst>
                <a:gd name="T0" fmla="*/ 1 w 16"/>
                <a:gd name="T1" fmla="*/ 8 h 8"/>
                <a:gd name="T2" fmla="*/ 15 w 16"/>
                <a:gd name="T3" fmla="*/ 0 h 8"/>
                <a:gd name="T4" fmla="*/ 15 w 16"/>
                <a:gd name="T5" fmla="*/ 0 h 8"/>
                <a:gd name="T6" fmla="*/ 0 w 16"/>
                <a:gd name="T7" fmla="*/ 8 h 8"/>
                <a:gd name="T8" fmla="*/ 1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1" y="8"/>
                  </a:moveTo>
                  <a:cubicBezTo>
                    <a:pt x="5" y="5"/>
                    <a:pt x="10" y="2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0" y="2"/>
                    <a:pt x="5" y="5"/>
                    <a:pt x="0" y="8"/>
                  </a:cubicBezTo>
                  <a:cubicBezTo>
                    <a:pt x="0" y="8"/>
                    <a:pt x="0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117"/>
            <p:cNvSpPr>
              <a:spLocks/>
            </p:cNvSpPr>
            <p:nvPr/>
          </p:nvSpPr>
          <p:spPr bwMode="auto">
            <a:xfrm>
              <a:off x="287338" y="371475"/>
              <a:ext cx="106363" cy="65088"/>
            </a:xfrm>
            <a:custGeom>
              <a:avLst/>
              <a:gdLst>
                <a:gd name="T0" fmla="*/ 18 w 18"/>
                <a:gd name="T1" fmla="*/ 0 h 11"/>
                <a:gd name="T2" fmla="*/ 0 w 18"/>
                <a:gd name="T3" fmla="*/ 11 h 11"/>
                <a:gd name="T4" fmla="*/ 0 w 18"/>
                <a:gd name="T5" fmla="*/ 11 h 11"/>
                <a:gd name="T6" fmla="*/ 18 w 18"/>
                <a:gd name="T7" fmla="*/ 0 h 11"/>
                <a:gd name="T8" fmla="*/ 18 w 18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8" y="0"/>
                  </a:moveTo>
                  <a:cubicBezTo>
                    <a:pt x="12" y="4"/>
                    <a:pt x="6" y="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7"/>
                    <a:pt x="12" y="4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118"/>
            <p:cNvSpPr>
              <a:spLocks/>
            </p:cNvSpPr>
            <p:nvPr/>
          </p:nvSpPr>
          <p:spPr bwMode="auto">
            <a:xfrm>
              <a:off x="246063" y="354012"/>
              <a:ext cx="147638" cy="76200"/>
            </a:xfrm>
            <a:custGeom>
              <a:avLst/>
              <a:gdLst>
                <a:gd name="T0" fmla="*/ 1 w 25"/>
                <a:gd name="T1" fmla="*/ 13 h 13"/>
                <a:gd name="T2" fmla="*/ 25 w 25"/>
                <a:gd name="T3" fmla="*/ 1 h 13"/>
                <a:gd name="T4" fmla="*/ 25 w 25"/>
                <a:gd name="T5" fmla="*/ 1 h 13"/>
                <a:gd name="T6" fmla="*/ 1 w 25"/>
                <a:gd name="T7" fmla="*/ 13 h 13"/>
                <a:gd name="T8" fmla="*/ 1 w 25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3">
                  <a:moveTo>
                    <a:pt x="1" y="13"/>
                  </a:moveTo>
                  <a:cubicBezTo>
                    <a:pt x="9" y="9"/>
                    <a:pt x="17" y="4"/>
                    <a:pt x="25" y="1"/>
                  </a:cubicBezTo>
                  <a:cubicBezTo>
                    <a:pt x="25" y="1"/>
                    <a:pt x="25" y="0"/>
                    <a:pt x="25" y="1"/>
                  </a:cubicBezTo>
                  <a:cubicBezTo>
                    <a:pt x="16" y="4"/>
                    <a:pt x="8" y="9"/>
                    <a:pt x="1" y="13"/>
                  </a:cubicBezTo>
                  <a:cubicBezTo>
                    <a:pt x="0" y="13"/>
                    <a:pt x="1" y="13"/>
                    <a:pt x="1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119"/>
            <p:cNvSpPr>
              <a:spLocks/>
            </p:cNvSpPr>
            <p:nvPr/>
          </p:nvSpPr>
          <p:spPr bwMode="auto">
            <a:xfrm>
              <a:off x="200025" y="336550"/>
              <a:ext cx="187325" cy="100013"/>
            </a:xfrm>
            <a:custGeom>
              <a:avLst/>
              <a:gdLst>
                <a:gd name="T0" fmla="*/ 0 w 32"/>
                <a:gd name="T1" fmla="*/ 17 h 17"/>
                <a:gd name="T2" fmla="*/ 13 w 32"/>
                <a:gd name="T3" fmla="*/ 9 h 17"/>
                <a:gd name="T4" fmla="*/ 19 w 32"/>
                <a:gd name="T5" fmla="*/ 7 h 17"/>
                <a:gd name="T6" fmla="*/ 29 w 32"/>
                <a:gd name="T7" fmla="*/ 3 h 17"/>
                <a:gd name="T8" fmla="*/ 26 w 32"/>
                <a:gd name="T9" fmla="*/ 5 h 17"/>
                <a:gd name="T10" fmla="*/ 19 w 32"/>
                <a:gd name="T11" fmla="*/ 9 h 17"/>
                <a:gd name="T12" fmla="*/ 8 w 32"/>
                <a:gd name="T13" fmla="*/ 16 h 17"/>
                <a:gd name="T14" fmla="*/ 8 w 32"/>
                <a:gd name="T15" fmla="*/ 16 h 17"/>
                <a:gd name="T16" fmla="*/ 29 w 32"/>
                <a:gd name="T17" fmla="*/ 2 h 17"/>
                <a:gd name="T18" fmla="*/ 29 w 32"/>
                <a:gd name="T19" fmla="*/ 2 h 17"/>
                <a:gd name="T20" fmla="*/ 25 w 32"/>
                <a:gd name="T21" fmla="*/ 4 h 17"/>
                <a:gd name="T22" fmla="*/ 25 w 32"/>
                <a:gd name="T23" fmla="*/ 4 h 17"/>
                <a:gd name="T24" fmla="*/ 29 w 32"/>
                <a:gd name="T25" fmla="*/ 2 h 17"/>
                <a:gd name="T26" fmla="*/ 29 w 32"/>
                <a:gd name="T27" fmla="*/ 2 h 17"/>
                <a:gd name="T28" fmla="*/ 0 w 32"/>
                <a:gd name="T29" fmla="*/ 17 h 17"/>
                <a:gd name="T30" fmla="*/ 0 w 32"/>
                <a:gd name="T3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" h="17">
                  <a:moveTo>
                    <a:pt x="0" y="17"/>
                  </a:moveTo>
                  <a:cubicBezTo>
                    <a:pt x="5" y="14"/>
                    <a:pt x="9" y="12"/>
                    <a:pt x="13" y="9"/>
                  </a:cubicBezTo>
                  <a:cubicBezTo>
                    <a:pt x="15" y="8"/>
                    <a:pt x="17" y="7"/>
                    <a:pt x="19" y="7"/>
                  </a:cubicBezTo>
                  <a:cubicBezTo>
                    <a:pt x="22" y="5"/>
                    <a:pt x="27" y="5"/>
                    <a:pt x="29" y="3"/>
                  </a:cubicBezTo>
                  <a:cubicBezTo>
                    <a:pt x="25" y="7"/>
                    <a:pt x="32" y="0"/>
                    <a:pt x="26" y="5"/>
                  </a:cubicBezTo>
                  <a:cubicBezTo>
                    <a:pt x="24" y="6"/>
                    <a:pt x="22" y="8"/>
                    <a:pt x="19" y="9"/>
                  </a:cubicBezTo>
                  <a:cubicBezTo>
                    <a:pt x="16" y="12"/>
                    <a:pt x="12" y="14"/>
                    <a:pt x="8" y="16"/>
                  </a:cubicBezTo>
                  <a:cubicBezTo>
                    <a:pt x="7" y="16"/>
                    <a:pt x="8" y="16"/>
                    <a:pt x="8" y="16"/>
                  </a:cubicBezTo>
                  <a:cubicBezTo>
                    <a:pt x="15" y="12"/>
                    <a:pt x="23" y="8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5" y="3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7" y="5"/>
                    <a:pt x="28" y="3"/>
                    <a:pt x="29" y="2"/>
                  </a:cubicBezTo>
                  <a:cubicBezTo>
                    <a:pt x="30" y="2"/>
                    <a:pt x="29" y="2"/>
                    <a:pt x="29" y="2"/>
                  </a:cubicBezTo>
                  <a:cubicBezTo>
                    <a:pt x="19" y="6"/>
                    <a:pt x="9" y="11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120"/>
            <p:cNvSpPr>
              <a:spLocks/>
            </p:cNvSpPr>
            <p:nvPr/>
          </p:nvSpPr>
          <p:spPr bwMode="auto">
            <a:xfrm>
              <a:off x="158750" y="323850"/>
              <a:ext cx="217488" cy="112713"/>
            </a:xfrm>
            <a:custGeom>
              <a:avLst/>
              <a:gdLst>
                <a:gd name="T0" fmla="*/ 1 w 37"/>
                <a:gd name="T1" fmla="*/ 19 h 19"/>
                <a:gd name="T2" fmla="*/ 32 w 37"/>
                <a:gd name="T3" fmla="*/ 2 h 19"/>
                <a:gd name="T4" fmla="*/ 32 w 37"/>
                <a:gd name="T5" fmla="*/ 3 h 19"/>
                <a:gd name="T6" fmla="*/ 24 w 37"/>
                <a:gd name="T7" fmla="*/ 8 h 19"/>
                <a:gd name="T8" fmla="*/ 9 w 37"/>
                <a:gd name="T9" fmla="*/ 18 h 19"/>
                <a:gd name="T10" fmla="*/ 9 w 37"/>
                <a:gd name="T11" fmla="*/ 18 h 19"/>
                <a:gd name="T12" fmla="*/ 37 w 37"/>
                <a:gd name="T13" fmla="*/ 0 h 19"/>
                <a:gd name="T14" fmla="*/ 36 w 37"/>
                <a:gd name="T15" fmla="*/ 0 h 19"/>
                <a:gd name="T16" fmla="*/ 1 w 37"/>
                <a:gd name="T17" fmla="*/ 19 h 19"/>
                <a:gd name="T18" fmla="*/ 1 w 37"/>
                <a:gd name="T1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19">
                  <a:moveTo>
                    <a:pt x="1" y="19"/>
                  </a:moveTo>
                  <a:cubicBezTo>
                    <a:pt x="11" y="13"/>
                    <a:pt x="21" y="7"/>
                    <a:pt x="32" y="2"/>
                  </a:cubicBezTo>
                  <a:cubicBezTo>
                    <a:pt x="36" y="0"/>
                    <a:pt x="34" y="1"/>
                    <a:pt x="32" y="3"/>
                  </a:cubicBezTo>
                  <a:cubicBezTo>
                    <a:pt x="29" y="4"/>
                    <a:pt x="26" y="6"/>
                    <a:pt x="24" y="8"/>
                  </a:cubicBezTo>
                  <a:cubicBezTo>
                    <a:pt x="19" y="12"/>
                    <a:pt x="14" y="15"/>
                    <a:pt x="9" y="18"/>
                  </a:cubicBezTo>
                  <a:cubicBezTo>
                    <a:pt x="8" y="18"/>
                    <a:pt x="9" y="19"/>
                    <a:pt x="9" y="18"/>
                  </a:cubicBezTo>
                  <a:cubicBezTo>
                    <a:pt x="18" y="12"/>
                    <a:pt x="27" y="6"/>
                    <a:pt x="37" y="0"/>
                  </a:cubicBezTo>
                  <a:cubicBezTo>
                    <a:pt x="37" y="0"/>
                    <a:pt x="37" y="0"/>
                    <a:pt x="36" y="0"/>
                  </a:cubicBezTo>
                  <a:cubicBezTo>
                    <a:pt x="24" y="5"/>
                    <a:pt x="12" y="11"/>
                    <a:pt x="1" y="19"/>
                  </a:cubicBezTo>
                  <a:cubicBezTo>
                    <a:pt x="0" y="19"/>
                    <a:pt x="1" y="19"/>
                    <a:pt x="1" y="1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121"/>
            <p:cNvSpPr>
              <a:spLocks/>
            </p:cNvSpPr>
            <p:nvPr/>
          </p:nvSpPr>
          <p:spPr bwMode="auto">
            <a:xfrm>
              <a:off x="158750" y="301625"/>
              <a:ext cx="217488" cy="134938"/>
            </a:xfrm>
            <a:custGeom>
              <a:avLst/>
              <a:gdLst>
                <a:gd name="T0" fmla="*/ 36 w 37"/>
                <a:gd name="T1" fmla="*/ 0 h 23"/>
                <a:gd name="T2" fmla="*/ 0 w 37"/>
                <a:gd name="T3" fmla="*/ 23 h 23"/>
                <a:gd name="T4" fmla="*/ 0 w 37"/>
                <a:gd name="T5" fmla="*/ 23 h 23"/>
                <a:gd name="T6" fmla="*/ 37 w 37"/>
                <a:gd name="T7" fmla="*/ 0 h 23"/>
                <a:gd name="T8" fmla="*/ 36 w 37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3">
                  <a:moveTo>
                    <a:pt x="36" y="0"/>
                  </a:moveTo>
                  <a:cubicBezTo>
                    <a:pt x="24" y="7"/>
                    <a:pt x="12" y="14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2" y="15"/>
                    <a:pt x="24" y="7"/>
                    <a:pt x="37" y="0"/>
                  </a:cubicBezTo>
                  <a:cubicBezTo>
                    <a:pt x="37" y="0"/>
                    <a:pt x="37" y="0"/>
                    <a:pt x="3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122"/>
            <p:cNvSpPr>
              <a:spLocks/>
            </p:cNvSpPr>
            <p:nvPr/>
          </p:nvSpPr>
          <p:spPr bwMode="auto">
            <a:xfrm>
              <a:off x="117475" y="295275"/>
              <a:ext cx="258763" cy="134938"/>
            </a:xfrm>
            <a:custGeom>
              <a:avLst/>
              <a:gdLst>
                <a:gd name="T0" fmla="*/ 0 w 44"/>
                <a:gd name="T1" fmla="*/ 23 h 23"/>
                <a:gd name="T2" fmla="*/ 43 w 44"/>
                <a:gd name="T3" fmla="*/ 0 h 23"/>
                <a:gd name="T4" fmla="*/ 43 w 44"/>
                <a:gd name="T5" fmla="*/ 0 h 23"/>
                <a:gd name="T6" fmla="*/ 0 w 44"/>
                <a:gd name="T7" fmla="*/ 23 h 23"/>
                <a:gd name="T8" fmla="*/ 0 w 44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23">
                  <a:moveTo>
                    <a:pt x="0" y="23"/>
                  </a:moveTo>
                  <a:cubicBezTo>
                    <a:pt x="14" y="15"/>
                    <a:pt x="28" y="6"/>
                    <a:pt x="43" y="0"/>
                  </a:cubicBezTo>
                  <a:cubicBezTo>
                    <a:pt x="44" y="0"/>
                    <a:pt x="43" y="0"/>
                    <a:pt x="43" y="0"/>
                  </a:cubicBezTo>
                  <a:cubicBezTo>
                    <a:pt x="28" y="6"/>
                    <a:pt x="14" y="15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123"/>
            <p:cNvSpPr>
              <a:spLocks/>
            </p:cNvSpPr>
            <p:nvPr/>
          </p:nvSpPr>
          <p:spPr bwMode="auto">
            <a:xfrm>
              <a:off x="111125" y="277812"/>
              <a:ext cx="252413" cy="152400"/>
            </a:xfrm>
            <a:custGeom>
              <a:avLst/>
              <a:gdLst>
                <a:gd name="T0" fmla="*/ 42 w 43"/>
                <a:gd name="T1" fmla="*/ 0 h 26"/>
                <a:gd name="T2" fmla="*/ 1 w 43"/>
                <a:gd name="T3" fmla="*/ 26 h 26"/>
                <a:gd name="T4" fmla="*/ 1 w 43"/>
                <a:gd name="T5" fmla="*/ 26 h 26"/>
                <a:gd name="T6" fmla="*/ 43 w 43"/>
                <a:gd name="T7" fmla="*/ 0 h 26"/>
                <a:gd name="T8" fmla="*/ 42 w 43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26">
                  <a:moveTo>
                    <a:pt x="42" y="0"/>
                  </a:moveTo>
                  <a:cubicBezTo>
                    <a:pt x="28" y="8"/>
                    <a:pt x="14" y="17"/>
                    <a:pt x="1" y="26"/>
                  </a:cubicBezTo>
                  <a:cubicBezTo>
                    <a:pt x="0" y="26"/>
                    <a:pt x="1" y="26"/>
                    <a:pt x="1" y="26"/>
                  </a:cubicBezTo>
                  <a:cubicBezTo>
                    <a:pt x="15" y="17"/>
                    <a:pt x="29" y="8"/>
                    <a:pt x="43" y="0"/>
                  </a:cubicBezTo>
                  <a:cubicBezTo>
                    <a:pt x="43" y="0"/>
                    <a:pt x="43" y="0"/>
                    <a:pt x="4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124"/>
            <p:cNvSpPr>
              <a:spLocks/>
            </p:cNvSpPr>
            <p:nvPr/>
          </p:nvSpPr>
          <p:spPr bwMode="auto">
            <a:xfrm>
              <a:off x="82550" y="271462"/>
              <a:ext cx="274638" cy="158750"/>
            </a:xfrm>
            <a:custGeom>
              <a:avLst/>
              <a:gdLst>
                <a:gd name="T0" fmla="*/ 0 w 47"/>
                <a:gd name="T1" fmla="*/ 26 h 27"/>
                <a:gd name="T2" fmla="*/ 47 w 47"/>
                <a:gd name="T3" fmla="*/ 1 h 27"/>
                <a:gd name="T4" fmla="*/ 47 w 47"/>
                <a:gd name="T5" fmla="*/ 1 h 27"/>
                <a:gd name="T6" fmla="*/ 0 w 47"/>
                <a:gd name="T7" fmla="*/ 26 h 27"/>
                <a:gd name="T8" fmla="*/ 0 w 47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7">
                  <a:moveTo>
                    <a:pt x="0" y="26"/>
                  </a:moveTo>
                  <a:cubicBezTo>
                    <a:pt x="16" y="17"/>
                    <a:pt x="30" y="7"/>
                    <a:pt x="47" y="1"/>
                  </a:cubicBezTo>
                  <a:cubicBezTo>
                    <a:pt x="47" y="1"/>
                    <a:pt x="47" y="0"/>
                    <a:pt x="47" y="1"/>
                  </a:cubicBezTo>
                  <a:cubicBezTo>
                    <a:pt x="30" y="7"/>
                    <a:pt x="16" y="17"/>
                    <a:pt x="0" y="26"/>
                  </a:cubicBezTo>
                  <a:cubicBezTo>
                    <a:pt x="0" y="26"/>
                    <a:pt x="0" y="27"/>
                    <a:pt x="0" y="2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125"/>
            <p:cNvSpPr>
              <a:spLocks/>
            </p:cNvSpPr>
            <p:nvPr/>
          </p:nvSpPr>
          <p:spPr bwMode="auto">
            <a:xfrm>
              <a:off x="76200" y="254000"/>
              <a:ext cx="263525" cy="169863"/>
            </a:xfrm>
            <a:custGeom>
              <a:avLst/>
              <a:gdLst>
                <a:gd name="T0" fmla="*/ 44 w 45"/>
                <a:gd name="T1" fmla="*/ 0 h 29"/>
                <a:gd name="T2" fmla="*/ 0 w 45"/>
                <a:gd name="T3" fmla="*/ 29 h 29"/>
                <a:gd name="T4" fmla="*/ 0 w 45"/>
                <a:gd name="T5" fmla="*/ 29 h 29"/>
                <a:gd name="T6" fmla="*/ 44 w 45"/>
                <a:gd name="T7" fmla="*/ 0 h 29"/>
                <a:gd name="T8" fmla="*/ 44 w 45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9">
                  <a:moveTo>
                    <a:pt x="44" y="0"/>
                  </a:moveTo>
                  <a:cubicBezTo>
                    <a:pt x="29" y="9"/>
                    <a:pt x="14" y="18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4" y="18"/>
                    <a:pt x="29" y="9"/>
                    <a:pt x="44" y="0"/>
                  </a:cubicBezTo>
                  <a:cubicBezTo>
                    <a:pt x="45" y="0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126"/>
            <p:cNvSpPr>
              <a:spLocks/>
            </p:cNvSpPr>
            <p:nvPr/>
          </p:nvSpPr>
          <p:spPr bwMode="auto">
            <a:xfrm>
              <a:off x="41275" y="247650"/>
              <a:ext cx="298450" cy="171450"/>
            </a:xfrm>
            <a:custGeom>
              <a:avLst/>
              <a:gdLst>
                <a:gd name="T0" fmla="*/ 1 w 51"/>
                <a:gd name="T1" fmla="*/ 29 h 29"/>
                <a:gd name="T2" fmla="*/ 50 w 51"/>
                <a:gd name="T3" fmla="*/ 1 h 29"/>
                <a:gd name="T4" fmla="*/ 50 w 51"/>
                <a:gd name="T5" fmla="*/ 1 h 29"/>
                <a:gd name="T6" fmla="*/ 0 w 51"/>
                <a:gd name="T7" fmla="*/ 28 h 29"/>
                <a:gd name="T8" fmla="*/ 1 w 51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9">
                  <a:moveTo>
                    <a:pt x="1" y="29"/>
                  </a:moveTo>
                  <a:cubicBezTo>
                    <a:pt x="17" y="19"/>
                    <a:pt x="33" y="9"/>
                    <a:pt x="50" y="1"/>
                  </a:cubicBezTo>
                  <a:cubicBezTo>
                    <a:pt x="51" y="1"/>
                    <a:pt x="50" y="0"/>
                    <a:pt x="50" y="1"/>
                  </a:cubicBezTo>
                  <a:cubicBezTo>
                    <a:pt x="33" y="8"/>
                    <a:pt x="17" y="19"/>
                    <a:pt x="0" y="28"/>
                  </a:cubicBezTo>
                  <a:cubicBezTo>
                    <a:pt x="0" y="29"/>
                    <a:pt x="1" y="29"/>
                    <a:pt x="1" y="2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127"/>
            <p:cNvSpPr>
              <a:spLocks/>
            </p:cNvSpPr>
            <p:nvPr/>
          </p:nvSpPr>
          <p:spPr bwMode="auto">
            <a:xfrm>
              <a:off x="41275" y="282575"/>
              <a:ext cx="193675" cy="130175"/>
            </a:xfrm>
            <a:custGeom>
              <a:avLst/>
              <a:gdLst>
                <a:gd name="T0" fmla="*/ 32 w 33"/>
                <a:gd name="T1" fmla="*/ 0 h 22"/>
                <a:gd name="T2" fmla="*/ 0 w 33"/>
                <a:gd name="T3" fmla="*/ 22 h 22"/>
                <a:gd name="T4" fmla="*/ 0 w 33"/>
                <a:gd name="T5" fmla="*/ 22 h 22"/>
                <a:gd name="T6" fmla="*/ 33 w 33"/>
                <a:gd name="T7" fmla="*/ 0 h 22"/>
                <a:gd name="T8" fmla="*/ 32 w 33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2">
                  <a:moveTo>
                    <a:pt x="32" y="0"/>
                  </a:moveTo>
                  <a:cubicBezTo>
                    <a:pt x="22" y="8"/>
                    <a:pt x="11" y="14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1" y="14"/>
                    <a:pt x="22" y="8"/>
                    <a:pt x="33" y="0"/>
                  </a:cubicBezTo>
                  <a:cubicBezTo>
                    <a:pt x="33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128"/>
            <p:cNvSpPr>
              <a:spLocks/>
            </p:cNvSpPr>
            <p:nvPr/>
          </p:nvSpPr>
          <p:spPr bwMode="auto">
            <a:xfrm>
              <a:off x="23813" y="282575"/>
              <a:ext cx="187325" cy="119063"/>
            </a:xfrm>
            <a:custGeom>
              <a:avLst/>
              <a:gdLst>
                <a:gd name="T0" fmla="*/ 0 w 32"/>
                <a:gd name="T1" fmla="*/ 20 h 20"/>
                <a:gd name="T2" fmla="*/ 31 w 32"/>
                <a:gd name="T3" fmla="*/ 0 h 20"/>
                <a:gd name="T4" fmla="*/ 31 w 32"/>
                <a:gd name="T5" fmla="*/ 0 h 20"/>
                <a:gd name="T6" fmla="*/ 0 w 32"/>
                <a:gd name="T7" fmla="*/ 20 h 20"/>
                <a:gd name="T8" fmla="*/ 0 w 32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0">
                  <a:moveTo>
                    <a:pt x="0" y="20"/>
                  </a:moveTo>
                  <a:cubicBezTo>
                    <a:pt x="11" y="14"/>
                    <a:pt x="21" y="6"/>
                    <a:pt x="31" y="0"/>
                  </a:cubicBezTo>
                  <a:cubicBezTo>
                    <a:pt x="32" y="0"/>
                    <a:pt x="31" y="0"/>
                    <a:pt x="31" y="0"/>
                  </a:cubicBezTo>
                  <a:cubicBezTo>
                    <a:pt x="20" y="6"/>
                    <a:pt x="11" y="14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29"/>
            <p:cNvSpPr>
              <a:spLocks/>
            </p:cNvSpPr>
            <p:nvPr/>
          </p:nvSpPr>
          <p:spPr bwMode="auto">
            <a:xfrm>
              <a:off x="23813" y="282575"/>
              <a:ext cx="158750" cy="112713"/>
            </a:xfrm>
            <a:custGeom>
              <a:avLst/>
              <a:gdLst>
                <a:gd name="T0" fmla="*/ 26 w 27"/>
                <a:gd name="T1" fmla="*/ 0 h 19"/>
                <a:gd name="T2" fmla="*/ 0 w 27"/>
                <a:gd name="T3" fmla="*/ 18 h 19"/>
                <a:gd name="T4" fmla="*/ 0 w 27"/>
                <a:gd name="T5" fmla="*/ 19 h 19"/>
                <a:gd name="T6" fmla="*/ 27 w 27"/>
                <a:gd name="T7" fmla="*/ 1 h 19"/>
                <a:gd name="T8" fmla="*/ 26 w 27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9">
                  <a:moveTo>
                    <a:pt x="26" y="0"/>
                  </a:moveTo>
                  <a:cubicBezTo>
                    <a:pt x="18" y="6"/>
                    <a:pt x="8" y="12"/>
                    <a:pt x="0" y="1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9" y="12"/>
                    <a:pt x="18" y="7"/>
                    <a:pt x="27" y="1"/>
                  </a:cubicBezTo>
                  <a:cubicBezTo>
                    <a:pt x="27" y="0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30"/>
            <p:cNvSpPr>
              <a:spLocks/>
            </p:cNvSpPr>
            <p:nvPr/>
          </p:nvSpPr>
          <p:spPr bwMode="auto">
            <a:xfrm>
              <a:off x="17463" y="282575"/>
              <a:ext cx="158750" cy="95250"/>
            </a:xfrm>
            <a:custGeom>
              <a:avLst/>
              <a:gdLst>
                <a:gd name="T0" fmla="*/ 0 w 27"/>
                <a:gd name="T1" fmla="*/ 16 h 16"/>
                <a:gd name="T2" fmla="*/ 8 w 27"/>
                <a:gd name="T3" fmla="*/ 11 h 16"/>
                <a:gd name="T4" fmla="*/ 26 w 27"/>
                <a:gd name="T5" fmla="*/ 0 h 16"/>
                <a:gd name="T6" fmla="*/ 26 w 27"/>
                <a:gd name="T7" fmla="*/ 0 h 16"/>
                <a:gd name="T8" fmla="*/ 13 w 27"/>
                <a:gd name="T9" fmla="*/ 8 h 16"/>
                <a:gd name="T10" fmla="*/ 0 w 27"/>
                <a:gd name="T11" fmla="*/ 16 h 16"/>
                <a:gd name="T12" fmla="*/ 0 w 27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16">
                  <a:moveTo>
                    <a:pt x="0" y="16"/>
                  </a:moveTo>
                  <a:cubicBezTo>
                    <a:pt x="3" y="15"/>
                    <a:pt x="6" y="13"/>
                    <a:pt x="8" y="11"/>
                  </a:cubicBezTo>
                  <a:cubicBezTo>
                    <a:pt x="14" y="7"/>
                    <a:pt x="20" y="4"/>
                    <a:pt x="26" y="0"/>
                  </a:cubicBezTo>
                  <a:cubicBezTo>
                    <a:pt x="27" y="0"/>
                    <a:pt x="26" y="0"/>
                    <a:pt x="26" y="0"/>
                  </a:cubicBezTo>
                  <a:cubicBezTo>
                    <a:pt x="22" y="3"/>
                    <a:pt x="17" y="5"/>
                    <a:pt x="13" y="8"/>
                  </a:cubicBezTo>
                  <a:cubicBezTo>
                    <a:pt x="9" y="10"/>
                    <a:pt x="5" y="14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131"/>
            <p:cNvSpPr>
              <a:spLocks/>
            </p:cNvSpPr>
            <p:nvPr/>
          </p:nvSpPr>
          <p:spPr bwMode="auto">
            <a:xfrm>
              <a:off x="17463" y="254000"/>
              <a:ext cx="134938" cy="111125"/>
            </a:xfrm>
            <a:custGeom>
              <a:avLst/>
              <a:gdLst>
                <a:gd name="T0" fmla="*/ 3 w 23"/>
                <a:gd name="T1" fmla="*/ 9 h 19"/>
                <a:gd name="T2" fmla="*/ 12 w 23"/>
                <a:gd name="T3" fmla="*/ 4 h 19"/>
                <a:gd name="T4" fmla="*/ 16 w 23"/>
                <a:gd name="T5" fmla="*/ 1 h 19"/>
                <a:gd name="T6" fmla="*/ 12 w 23"/>
                <a:gd name="T7" fmla="*/ 3 h 19"/>
                <a:gd name="T8" fmla="*/ 3 w 23"/>
                <a:gd name="T9" fmla="*/ 13 h 19"/>
                <a:gd name="T10" fmla="*/ 3 w 23"/>
                <a:gd name="T11" fmla="*/ 13 h 19"/>
                <a:gd name="T12" fmla="*/ 21 w 23"/>
                <a:gd name="T13" fmla="*/ 3 h 19"/>
                <a:gd name="T14" fmla="*/ 0 w 23"/>
                <a:gd name="T15" fmla="*/ 19 h 19"/>
                <a:gd name="T16" fmla="*/ 0 w 23"/>
                <a:gd name="T17" fmla="*/ 19 h 19"/>
                <a:gd name="T18" fmla="*/ 23 w 23"/>
                <a:gd name="T19" fmla="*/ 2 h 19"/>
                <a:gd name="T20" fmla="*/ 22 w 23"/>
                <a:gd name="T21" fmla="*/ 2 h 19"/>
                <a:gd name="T22" fmla="*/ 16 w 23"/>
                <a:gd name="T23" fmla="*/ 6 h 19"/>
                <a:gd name="T24" fmla="*/ 4 w 23"/>
                <a:gd name="T25" fmla="*/ 11 h 19"/>
                <a:gd name="T26" fmla="*/ 18 w 23"/>
                <a:gd name="T27" fmla="*/ 0 h 19"/>
                <a:gd name="T28" fmla="*/ 17 w 23"/>
                <a:gd name="T29" fmla="*/ 0 h 19"/>
                <a:gd name="T30" fmla="*/ 3 w 23"/>
                <a:gd name="T31" fmla="*/ 9 h 19"/>
                <a:gd name="T32" fmla="*/ 3 w 23"/>
                <a:gd name="T3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19">
                  <a:moveTo>
                    <a:pt x="3" y="9"/>
                  </a:moveTo>
                  <a:cubicBezTo>
                    <a:pt x="6" y="8"/>
                    <a:pt x="9" y="6"/>
                    <a:pt x="12" y="4"/>
                  </a:cubicBezTo>
                  <a:cubicBezTo>
                    <a:pt x="13" y="3"/>
                    <a:pt x="15" y="2"/>
                    <a:pt x="16" y="1"/>
                  </a:cubicBezTo>
                  <a:cubicBezTo>
                    <a:pt x="15" y="2"/>
                    <a:pt x="14" y="2"/>
                    <a:pt x="12" y="3"/>
                  </a:cubicBezTo>
                  <a:cubicBezTo>
                    <a:pt x="8" y="5"/>
                    <a:pt x="4" y="8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0" y="12"/>
                    <a:pt x="15" y="6"/>
                    <a:pt x="21" y="3"/>
                  </a:cubicBezTo>
                  <a:cubicBezTo>
                    <a:pt x="14" y="7"/>
                    <a:pt x="6" y="13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7" y="12"/>
                    <a:pt x="15" y="8"/>
                    <a:pt x="23" y="2"/>
                  </a:cubicBezTo>
                  <a:cubicBezTo>
                    <a:pt x="23" y="2"/>
                    <a:pt x="22" y="2"/>
                    <a:pt x="22" y="2"/>
                  </a:cubicBezTo>
                  <a:cubicBezTo>
                    <a:pt x="20" y="3"/>
                    <a:pt x="18" y="5"/>
                    <a:pt x="16" y="6"/>
                  </a:cubicBezTo>
                  <a:cubicBezTo>
                    <a:pt x="15" y="7"/>
                    <a:pt x="3" y="15"/>
                    <a:pt x="4" y="11"/>
                  </a:cubicBezTo>
                  <a:cubicBezTo>
                    <a:pt x="6" y="5"/>
                    <a:pt x="13" y="3"/>
                    <a:pt x="18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2" y="3"/>
                    <a:pt x="8" y="7"/>
                    <a:pt x="3" y="9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132"/>
            <p:cNvSpPr>
              <a:spLocks/>
            </p:cNvSpPr>
            <p:nvPr/>
          </p:nvSpPr>
          <p:spPr bwMode="auto">
            <a:xfrm>
              <a:off x="34925" y="241300"/>
              <a:ext cx="71438" cy="60325"/>
            </a:xfrm>
            <a:custGeom>
              <a:avLst/>
              <a:gdLst>
                <a:gd name="T0" fmla="*/ 11 w 12"/>
                <a:gd name="T1" fmla="*/ 0 h 10"/>
                <a:gd name="T2" fmla="*/ 0 w 12"/>
                <a:gd name="T3" fmla="*/ 10 h 10"/>
                <a:gd name="T4" fmla="*/ 1 w 12"/>
                <a:gd name="T5" fmla="*/ 10 h 10"/>
                <a:gd name="T6" fmla="*/ 12 w 12"/>
                <a:gd name="T7" fmla="*/ 0 h 10"/>
                <a:gd name="T8" fmla="*/ 11 w 12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0">
                  <a:moveTo>
                    <a:pt x="11" y="0"/>
                  </a:moveTo>
                  <a:cubicBezTo>
                    <a:pt x="6" y="2"/>
                    <a:pt x="3" y="6"/>
                    <a:pt x="0" y="10"/>
                  </a:cubicBezTo>
                  <a:cubicBezTo>
                    <a:pt x="0" y="10"/>
                    <a:pt x="0" y="10"/>
                    <a:pt x="1" y="10"/>
                  </a:cubicBezTo>
                  <a:cubicBezTo>
                    <a:pt x="4" y="6"/>
                    <a:pt x="7" y="2"/>
                    <a:pt x="12" y="0"/>
                  </a:cubicBezTo>
                  <a:cubicBezTo>
                    <a:pt x="12" y="0"/>
                    <a:pt x="12" y="0"/>
                    <a:pt x="1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9077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16"/>
          <p:cNvSpPr>
            <a:spLocks noChangeShapeType="1"/>
          </p:cNvSpPr>
          <p:nvPr/>
        </p:nvSpPr>
        <p:spPr bwMode="auto">
          <a:xfrm>
            <a:off x="2411413" y="1733550"/>
            <a:ext cx="1800225" cy="0"/>
          </a:xfrm>
          <a:prstGeom prst="line">
            <a:avLst/>
          </a:prstGeom>
          <a:noFill/>
          <a:ln w="19050" cmpd="sng">
            <a:solidFill>
              <a:srgbClr val="D9D9D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9" name="Line 17"/>
          <p:cNvSpPr>
            <a:spLocks noChangeShapeType="1"/>
          </p:cNvSpPr>
          <p:nvPr/>
        </p:nvSpPr>
        <p:spPr bwMode="auto">
          <a:xfrm flipH="1">
            <a:off x="5327650" y="5602288"/>
            <a:ext cx="1800225" cy="0"/>
          </a:xfrm>
          <a:prstGeom prst="line">
            <a:avLst/>
          </a:prstGeom>
          <a:noFill/>
          <a:ln w="19050" cmpd="sng">
            <a:solidFill>
              <a:srgbClr val="7F7F7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Line 18"/>
          <p:cNvSpPr>
            <a:spLocks noChangeShapeType="1"/>
          </p:cNvSpPr>
          <p:nvPr/>
        </p:nvSpPr>
        <p:spPr bwMode="auto">
          <a:xfrm flipH="1">
            <a:off x="8016875" y="1733550"/>
            <a:ext cx="1800225" cy="0"/>
          </a:xfrm>
          <a:prstGeom prst="line">
            <a:avLst/>
          </a:prstGeom>
          <a:noFill/>
          <a:ln w="19050" cmpd="sng">
            <a:solidFill>
              <a:srgbClr val="D9D9D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2" name="Text Box 22"/>
          <p:cNvSpPr txBox="1">
            <a:spLocks noChangeArrowheads="1"/>
          </p:cNvSpPr>
          <p:nvPr/>
        </p:nvSpPr>
        <p:spPr bwMode="auto">
          <a:xfrm>
            <a:off x="1866900" y="1266825"/>
            <a:ext cx="20748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项目经理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3" name="Rectangle 23"/>
          <p:cNvSpPr>
            <a:spLocks noChangeArrowheads="1"/>
          </p:cNvSpPr>
          <p:nvPr/>
        </p:nvSpPr>
        <p:spPr bwMode="auto">
          <a:xfrm>
            <a:off x="581892" y="1798638"/>
            <a:ext cx="3417022" cy="3283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3525" indent="-263525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任何可能会影响项目正常进行的风险。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协助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SQA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人员将一些与项目相关的报告标准化，如每周项目状态报告等。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质量保证系统制定的相关标准和规定，估算项目成本等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4" name="Text Box 22"/>
          <p:cNvSpPr txBox="1">
            <a:spLocks noChangeArrowheads="1"/>
          </p:cNvSpPr>
          <p:nvPr/>
        </p:nvSpPr>
        <p:spPr bwMode="auto">
          <a:xfrm>
            <a:off x="8185150" y="1266825"/>
            <a:ext cx="20748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工程师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5" name="Rectangle 23"/>
          <p:cNvSpPr>
            <a:spLocks noChangeArrowheads="1"/>
          </p:cNvSpPr>
          <p:nvPr/>
        </p:nvSpPr>
        <p:spPr bwMode="auto">
          <a:xfrm>
            <a:off x="8180387" y="1798638"/>
            <a:ext cx="3789939" cy="293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3525" indent="-263525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测试数据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，测试输出等数据被存储于某个项目数据库中，当需要重新测试时，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文件可以很容易调出。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测试计划完成测试，保证人员、硬件、环城等按照要求接时准备好。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6" name="Text Box 22"/>
          <p:cNvSpPr txBox="1">
            <a:spLocks noChangeArrowheads="1"/>
          </p:cNvSpPr>
          <p:nvPr/>
        </p:nvSpPr>
        <p:spPr bwMode="auto">
          <a:xfrm>
            <a:off x="5189538" y="5184775"/>
            <a:ext cx="2074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开发工程师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7" name="Rectangle 23"/>
          <p:cNvSpPr>
            <a:spLocks noChangeArrowheads="1"/>
          </p:cNvSpPr>
          <p:nvPr/>
        </p:nvSpPr>
        <p:spPr bwMode="auto">
          <a:xfrm>
            <a:off x="1579712" y="5633715"/>
            <a:ext cx="90131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3525" indent="-263525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根据代码编写规范，编写出结构清晰，易于测试和调试的代码。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质量保证体系的规定，组织整理好需求文档、源代码、测试数据等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708" name="Group 12"/>
          <p:cNvGrpSpPr>
            <a:grpSpLocks/>
          </p:cNvGrpSpPr>
          <p:nvPr/>
        </p:nvGrpSpPr>
        <p:grpSpPr bwMode="auto">
          <a:xfrm>
            <a:off x="6880225" y="1773238"/>
            <a:ext cx="1230313" cy="1892300"/>
            <a:chOff x="0" y="0"/>
            <a:chExt cx="775" cy="1192"/>
          </a:xfrm>
        </p:grpSpPr>
        <p:sp>
          <p:nvSpPr>
            <p:cNvPr id="29709" name="AutoShape 20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775" cy="1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Freeform 22"/>
            <p:cNvSpPr>
              <a:spLocks noEditPoints="1"/>
            </p:cNvSpPr>
            <p:nvPr/>
          </p:nvSpPr>
          <p:spPr bwMode="auto">
            <a:xfrm>
              <a:off x="23" y="66"/>
              <a:ext cx="744" cy="1134"/>
            </a:xfrm>
            <a:custGeom>
              <a:avLst/>
              <a:gdLst>
                <a:gd name="T0" fmla="*/ 100 w 190"/>
                <a:gd name="T1" fmla="*/ 0 h 291"/>
                <a:gd name="T2" fmla="*/ 95 w 190"/>
                <a:gd name="T3" fmla="*/ 4 h 291"/>
                <a:gd name="T4" fmla="*/ 66 w 190"/>
                <a:gd name="T5" fmla="*/ 12 h 291"/>
                <a:gd name="T6" fmla="*/ 38 w 190"/>
                <a:gd name="T7" fmla="*/ 20 h 291"/>
                <a:gd name="T8" fmla="*/ 1 w 190"/>
                <a:gd name="T9" fmla="*/ 34 h 291"/>
                <a:gd name="T10" fmla="*/ 38 w 190"/>
                <a:gd name="T11" fmla="*/ 103 h 291"/>
                <a:gd name="T12" fmla="*/ 43 w 190"/>
                <a:gd name="T13" fmla="*/ 132 h 291"/>
                <a:gd name="T14" fmla="*/ 72 w 190"/>
                <a:gd name="T15" fmla="*/ 70 h 291"/>
                <a:gd name="T16" fmla="*/ 86 w 190"/>
                <a:gd name="T17" fmla="*/ 81 h 291"/>
                <a:gd name="T18" fmla="*/ 161 w 190"/>
                <a:gd name="T19" fmla="*/ 204 h 291"/>
                <a:gd name="T20" fmla="*/ 182 w 190"/>
                <a:gd name="T21" fmla="*/ 287 h 291"/>
                <a:gd name="T22" fmla="*/ 182 w 190"/>
                <a:gd name="T23" fmla="*/ 284 h 291"/>
                <a:gd name="T24" fmla="*/ 180 w 190"/>
                <a:gd name="T25" fmla="*/ 162 h 291"/>
                <a:gd name="T26" fmla="*/ 86 w 190"/>
                <a:gd name="T27" fmla="*/ 39 h 291"/>
                <a:gd name="T28" fmla="*/ 101 w 190"/>
                <a:gd name="T29" fmla="*/ 4 h 291"/>
                <a:gd name="T30" fmla="*/ 88 w 190"/>
                <a:gd name="T31" fmla="*/ 45 h 291"/>
                <a:gd name="T32" fmla="*/ 152 w 190"/>
                <a:gd name="T33" fmla="*/ 111 h 291"/>
                <a:gd name="T34" fmla="*/ 185 w 190"/>
                <a:gd name="T35" fmla="*/ 226 h 291"/>
                <a:gd name="T36" fmla="*/ 185 w 190"/>
                <a:gd name="T37" fmla="*/ 226 h 291"/>
                <a:gd name="T38" fmla="*/ 185 w 190"/>
                <a:gd name="T39" fmla="*/ 226 h 291"/>
                <a:gd name="T40" fmla="*/ 180 w 190"/>
                <a:gd name="T41" fmla="*/ 275 h 291"/>
                <a:gd name="T42" fmla="*/ 135 w 190"/>
                <a:gd name="T43" fmla="*/ 134 h 291"/>
                <a:gd name="T44" fmla="*/ 71 w 190"/>
                <a:gd name="T45" fmla="*/ 65 h 291"/>
                <a:gd name="T46" fmla="*/ 47 w 190"/>
                <a:gd name="T47" fmla="*/ 122 h 291"/>
                <a:gd name="T48" fmla="*/ 29 w 190"/>
                <a:gd name="T49" fmla="*/ 28 h 291"/>
                <a:gd name="T50" fmla="*/ 51 w 190"/>
                <a:gd name="T51" fmla="*/ 21 h 291"/>
                <a:gd name="T52" fmla="*/ 93 w 190"/>
                <a:gd name="T53" fmla="*/ 9 h 291"/>
                <a:gd name="T54" fmla="*/ 82 w 190"/>
                <a:gd name="T55" fmla="*/ 42 h 291"/>
                <a:gd name="T56" fmla="*/ 86 w 190"/>
                <a:gd name="T57" fmla="*/ 81 h 291"/>
                <a:gd name="T58" fmla="*/ 17 w 190"/>
                <a:gd name="T59" fmla="*/ 58 h 291"/>
                <a:gd name="T60" fmla="*/ 17 w 190"/>
                <a:gd name="T61" fmla="*/ 58 h 291"/>
                <a:gd name="T62" fmla="*/ 128 w 190"/>
                <a:gd name="T63" fmla="*/ 129 h 291"/>
                <a:gd name="T64" fmla="*/ 128 w 190"/>
                <a:gd name="T65" fmla="*/ 129 h 291"/>
                <a:gd name="T66" fmla="*/ 128 w 190"/>
                <a:gd name="T67" fmla="*/ 129 h 291"/>
                <a:gd name="T68" fmla="*/ 38 w 190"/>
                <a:gd name="T69" fmla="*/ 103 h 291"/>
                <a:gd name="T70" fmla="*/ 43 w 190"/>
                <a:gd name="T71" fmla="*/ 131 h 291"/>
                <a:gd name="T72" fmla="*/ 43 w 190"/>
                <a:gd name="T73" fmla="*/ 131 h 291"/>
                <a:gd name="T74" fmla="*/ 161 w 190"/>
                <a:gd name="T75" fmla="*/ 205 h 291"/>
                <a:gd name="T76" fmla="*/ 185 w 190"/>
                <a:gd name="T77" fmla="*/ 226 h 291"/>
                <a:gd name="T78" fmla="*/ 185 w 190"/>
                <a:gd name="T79" fmla="*/ 226 h 291"/>
                <a:gd name="T80" fmla="*/ 51 w 190"/>
                <a:gd name="T81" fmla="*/ 21 h 291"/>
                <a:gd name="T82" fmla="*/ 51 w 190"/>
                <a:gd name="T83" fmla="*/ 2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0" h="291">
                  <a:moveTo>
                    <a:pt x="101" y="4"/>
                  </a:moveTo>
                  <a:cubicBezTo>
                    <a:pt x="102" y="2"/>
                    <a:pt x="101" y="1"/>
                    <a:pt x="100" y="0"/>
                  </a:cubicBezTo>
                  <a:cubicBezTo>
                    <a:pt x="100" y="0"/>
                    <a:pt x="99" y="0"/>
                    <a:pt x="98" y="1"/>
                  </a:cubicBezTo>
                  <a:cubicBezTo>
                    <a:pt x="97" y="2"/>
                    <a:pt x="96" y="3"/>
                    <a:pt x="95" y="4"/>
                  </a:cubicBezTo>
                  <a:cubicBezTo>
                    <a:pt x="92" y="5"/>
                    <a:pt x="89" y="6"/>
                    <a:pt x="86" y="7"/>
                  </a:cubicBezTo>
                  <a:cubicBezTo>
                    <a:pt x="79" y="9"/>
                    <a:pt x="72" y="10"/>
                    <a:pt x="66" y="12"/>
                  </a:cubicBezTo>
                  <a:cubicBezTo>
                    <a:pt x="56" y="15"/>
                    <a:pt x="47" y="18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26" y="24"/>
                    <a:pt x="14" y="27"/>
                    <a:pt x="2" y="31"/>
                  </a:cubicBezTo>
                  <a:cubicBezTo>
                    <a:pt x="0" y="31"/>
                    <a:pt x="0" y="33"/>
                    <a:pt x="1" y="34"/>
                  </a:cubicBezTo>
                  <a:cubicBezTo>
                    <a:pt x="7" y="42"/>
                    <a:pt x="12" y="50"/>
                    <a:pt x="17" y="58"/>
                  </a:cubicBezTo>
                  <a:cubicBezTo>
                    <a:pt x="26" y="72"/>
                    <a:pt x="34" y="87"/>
                    <a:pt x="38" y="103"/>
                  </a:cubicBezTo>
                  <a:cubicBezTo>
                    <a:pt x="41" y="112"/>
                    <a:pt x="43" y="121"/>
                    <a:pt x="43" y="131"/>
                  </a:cubicBezTo>
                  <a:cubicBezTo>
                    <a:pt x="43" y="131"/>
                    <a:pt x="43" y="132"/>
                    <a:pt x="43" y="132"/>
                  </a:cubicBezTo>
                  <a:cubicBezTo>
                    <a:pt x="44" y="134"/>
                    <a:pt x="47" y="135"/>
                    <a:pt x="48" y="133"/>
                  </a:cubicBezTo>
                  <a:cubicBezTo>
                    <a:pt x="56" y="112"/>
                    <a:pt x="64" y="91"/>
                    <a:pt x="72" y="70"/>
                  </a:cubicBezTo>
                  <a:cubicBezTo>
                    <a:pt x="72" y="70"/>
                    <a:pt x="73" y="70"/>
                    <a:pt x="73" y="70"/>
                  </a:cubicBezTo>
                  <a:cubicBezTo>
                    <a:pt x="78" y="73"/>
                    <a:pt x="82" y="77"/>
                    <a:pt x="86" y="81"/>
                  </a:cubicBezTo>
                  <a:cubicBezTo>
                    <a:pt x="102" y="96"/>
                    <a:pt x="116" y="111"/>
                    <a:pt x="128" y="129"/>
                  </a:cubicBezTo>
                  <a:cubicBezTo>
                    <a:pt x="142" y="153"/>
                    <a:pt x="153" y="178"/>
                    <a:pt x="161" y="204"/>
                  </a:cubicBezTo>
                  <a:cubicBezTo>
                    <a:pt x="169" y="231"/>
                    <a:pt x="174" y="260"/>
                    <a:pt x="177" y="288"/>
                  </a:cubicBezTo>
                  <a:cubicBezTo>
                    <a:pt x="178" y="291"/>
                    <a:pt x="182" y="290"/>
                    <a:pt x="182" y="287"/>
                  </a:cubicBezTo>
                  <a:cubicBezTo>
                    <a:pt x="182" y="286"/>
                    <a:pt x="182" y="286"/>
                    <a:pt x="182" y="285"/>
                  </a:cubicBezTo>
                  <a:cubicBezTo>
                    <a:pt x="182" y="285"/>
                    <a:pt x="182" y="285"/>
                    <a:pt x="182" y="284"/>
                  </a:cubicBezTo>
                  <a:cubicBezTo>
                    <a:pt x="190" y="262"/>
                    <a:pt x="190" y="237"/>
                    <a:pt x="188" y="214"/>
                  </a:cubicBezTo>
                  <a:cubicBezTo>
                    <a:pt x="187" y="196"/>
                    <a:pt x="185" y="179"/>
                    <a:pt x="180" y="162"/>
                  </a:cubicBezTo>
                  <a:cubicBezTo>
                    <a:pt x="175" y="145"/>
                    <a:pt x="168" y="129"/>
                    <a:pt x="159" y="114"/>
                  </a:cubicBezTo>
                  <a:cubicBezTo>
                    <a:pt x="142" y="84"/>
                    <a:pt x="118" y="54"/>
                    <a:pt x="86" y="39"/>
                  </a:cubicBezTo>
                  <a:cubicBezTo>
                    <a:pt x="89" y="29"/>
                    <a:pt x="93" y="19"/>
                    <a:pt x="98" y="10"/>
                  </a:cubicBezTo>
                  <a:cubicBezTo>
                    <a:pt x="99" y="8"/>
                    <a:pt x="100" y="6"/>
                    <a:pt x="101" y="4"/>
                  </a:cubicBezTo>
                  <a:moveTo>
                    <a:pt x="82" y="42"/>
                  </a:moveTo>
                  <a:cubicBezTo>
                    <a:pt x="84" y="43"/>
                    <a:pt x="86" y="44"/>
                    <a:pt x="88" y="45"/>
                  </a:cubicBezTo>
                  <a:cubicBezTo>
                    <a:pt x="98" y="51"/>
                    <a:pt x="107" y="57"/>
                    <a:pt x="115" y="65"/>
                  </a:cubicBezTo>
                  <a:cubicBezTo>
                    <a:pt x="130" y="79"/>
                    <a:pt x="142" y="94"/>
                    <a:pt x="152" y="111"/>
                  </a:cubicBezTo>
                  <a:cubicBezTo>
                    <a:pt x="162" y="126"/>
                    <a:pt x="169" y="143"/>
                    <a:pt x="175" y="160"/>
                  </a:cubicBezTo>
                  <a:cubicBezTo>
                    <a:pt x="181" y="181"/>
                    <a:pt x="184" y="204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7"/>
                  </a:cubicBezTo>
                  <a:cubicBezTo>
                    <a:pt x="185" y="227"/>
                    <a:pt x="185" y="226"/>
                    <a:pt x="185" y="226"/>
                  </a:cubicBezTo>
                  <a:cubicBezTo>
                    <a:pt x="185" y="241"/>
                    <a:pt x="185" y="256"/>
                    <a:pt x="181" y="270"/>
                  </a:cubicBezTo>
                  <a:cubicBezTo>
                    <a:pt x="181" y="272"/>
                    <a:pt x="181" y="273"/>
                    <a:pt x="180" y="275"/>
                  </a:cubicBezTo>
                  <a:cubicBezTo>
                    <a:pt x="178" y="262"/>
                    <a:pt x="176" y="249"/>
                    <a:pt x="174" y="236"/>
                  </a:cubicBezTo>
                  <a:cubicBezTo>
                    <a:pt x="166" y="200"/>
                    <a:pt x="154" y="165"/>
                    <a:pt x="135" y="134"/>
                  </a:cubicBezTo>
                  <a:cubicBezTo>
                    <a:pt x="127" y="118"/>
                    <a:pt x="116" y="105"/>
                    <a:pt x="104" y="92"/>
                  </a:cubicBezTo>
                  <a:cubicBezTo>
                    <a:pt x="94" y="83"/>
                    <a:pt x="84" y="70"/>
                    <a:pt x="71" y="65"/>
                  </a:cubicBezTo>
                  <a:cubicBezTo>
                    <a:pt x="70" y="64"/>
                    <a:pt x="69" y="65"/>
                    <a:pt x="69" y="66"/>
                  </a:cubicBezTo>
                  <a:cubicBezTo>
                    <a:pt x="61" y="85"/>
                    <a:pt x="54" y="104"/>
                    <a:pt x="47" y="122"/>
                  </a:cubicBezTo>
                  <a:cubicBezTo>
                    <a:pt x="43" y="90"/>
                    <a:pt x="25" y="60"/>
                    <a:pt x="6" y="34"/>
                  </a:cubicBezTo>
                  <a:cubicBezTo>
                    <a:pt x="14" y="32"/>
                    <a:pt x="21" y="30"/>
                    <a:pt x="29" y="28"/>
                  </a:cubicBezTo>
                  <a:cubicBezTo>
                    <a:pt x="36" y="26"/>
                    <a:pt x="44" y="23"/>
                    <a:pt x="51" y="21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60" y="18"/>
                    <a:pt x="70" y="16"/>
                    <a:pt x="79" y="14"/>
                  </a:cubicBezTo>
                  <a:cubicBezTo>
                    <a:pt x="84" y="13"/>
                    <a:pt x="89" y="11"/>
                    <a:pt x="93" y="9"/>
                  </a:cubicBezTo>
                  <a:cubicBezTo>
                    <a:pt x="88" y="19"/>
                    <a:pt x="85" y="29"/>
                    <a:pt x="81" y="39"/>
                  </a:cubicBezTo>
                  <a:cubicBezTo>
                    <a:pt x="81" y="40"/>
                    <a:pt x="81" y="42"/>
                    <a:pt x="82" y="42"/>
                  </a:cubicBezTo>
                  <a:moveTo>
                    <a:pt x="86" y="80"/>
                  </a:moveTo>
                  <a:cubicBezTo>
                    <a:pt x="86" y="80"/>
                    <a:pt x="86" y="81"/>
                    <a:pt x="86" y="81"/>
                  </a:cubicBezTo>
                  <a:cubicBezTo>
                    <a:pt x="86" y="81"/>
                    <a:pt x="86" y="80"/>
                    <a:pt x="86" y="80"/>
                  </a:cubicBezTo>
                  <a:moveTo>
                    <a:pt x="17" y="58"/>
                  </a:moveTo>
                  <a:cubicBezTo>
                    <a:pt x="17" y="58"/>
                    <a:pt x="17" y="58"/>
                    <a:pt x="17" y="58"/>
                  </a:cubicBezTo>
                  <a:cubicBezTo>
                    <a:pt x="17" y="58"/>
                    <a:pt x="17" y="58"/>
                    <a:pt x="17" y="58"/>
                  </a:cubicBezTo>
                  <a:moveTo>
                    <a:pt x="127" y="129"/>
                  </a:moveTo>
                  <a:cubicBezTo>
                    <a:pt x="127" y="129"/>
                    <a:pt x="128" y="129"/>
                    <a:pt x="128" y="129"/>
                  </a:cubicBezTo>
                  <a:cubicBezTo>
                    <a:pt x="128" y="129"/>
                    <a:pt x="127" y="129"/>
                    <a:pt x="127" y="129"/>
                  </a:cubicBezTo>
                  <a:moveTo>
                    <a:pt x="128" y="129"/>
                  </a:moveTo>
                  <a:cubicBezTo>
                    <a:pt x="128" y="129"/>
                    <a:pt x="128" y="129"/>
                    <a:pt x="128" y="130"/>
                  </a:cubicBezTo>
                  <a:cubicBezTo>
                    <a:pt x="128" y="129"/>
                    <a:pt x="128" y="129"/>
                    <a:pt x="128" y="129"/>
                  </a:cubicBezTo>
                  <a:moveTo>
                    <a:pt x="38" y="103"/>
                  </a:moveTo>
                  <a:cubicBezTo>
                    <a:pt x="38" y="103"/>
                    <a:pt x="38" y="103"/>
                    <a:pt x="38" y="103"/>
                  </a:cubicBezTo>
                  <a:cubicBezTo>
                    <a:pt x="38" y="103"/>
                    <a:pt x="38" y="103"/>
                    <a:pt x="38" y="103"/>
                  </a:cubicBezTo>
                  <a:moveTo>
                    <a:pt x="43" y="131"/>
                  </a:moveTo>
                  <a:cubicBezTo>
                    <a:pt x="43" y="131"/>
                    <a:pt x="43" y="131"/>
                    <a:pt x="43" y="131"/>
                  </a:cubicBezTo>
                  <a:cubicBezTo>
                    <a:pt x="43" y="131"/>
                    <a:pt x="43" y="131"/>
                    <a:pt x="43" y="131"/>
                  </a:cubicBezTo>
                  <a:moveTo>
                    <a:pt x="161" y="204"/>
                  </a:moveTo>
                  <a:cubicBezTo>
                    <a:pt x="161" y="205"/>
                    <a:pt x="161" y="205"/>
                    <a:pt x="161" y="205"/>
                  </a:cubicBezTo>
                  <a:cubicBezTo>
                    <a:pt x="161" y="205"/>
                    <a:pt x="161" y="205"/>
                    <a:pt x="161" y="204"/>
                  </a:cubicBezTo>
                  <a:moveTo>
                    <a:pt x="185" y="226"/>
                  </a:move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moveTo>
                    <a:pt x="51" y="21"/>
                  </a:moveTo>
                  <a:cubicBezTo>
                    <a:pt x="51" y="21"/>
                    <a:pt x="52" y="21"/>
                    <a:pt x="52" y="21"/>
                  </a:cubicBezTo>
                  <a:cubicBezTo>
                    <a:pt x="52" y="21"/>
                    <a:pt x="51" y="21"/>
                    <a:pt x="51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Freeform 23"/>
            <p:cNvSpPr>
              <a:spLocks noEditPoints="1"/>
            </p:cNvSpPr>
            <p:nvPr/>
          </p:nvSpPr>
          <p:spPr bwMode="auto">
            <a:xfrm>
              <a:off x="356" y="152"/>
              <a:ext cx="427" cy="872"/>
            </a:xfrm>
            <a:custGeom>
              <a:avLst/>
              <a:gdLst>
                <a:gd name="T0" fmla="*/ 4 w 109"/>
                <a:gd name="T1" fmla="*/ 1 h 224"/>
                <a:gd name="T2" fmla="*/ 4 w 109"/>
                <a:gd name="T3" fmla="*/ 1 h 224"/>
                <a:gd name="T4" fmla="*/ 2 w 109"/>
                <a:gd name="T5" fmla="*/ 5 h 224"/>
                <a:gd name="T6" fmla="*/ 7 w 109"/>
                <a:gd name="T7" fmla="*/ 7 h 224"/>
                <a:gd name="T8" fmla="*/ 33 w 109"/>
                <a:gd name="T9" fmla="*/ 27 h 224"/>
                <a:gd name="T10" fmla="*/ 70 w 109"/>
                <a:gd name="T11" fmla="*/ 73 h 224"/>
                <a:gd name="T12" fmla="*/ 90 w 109"/>
                <a:gd name="T13" fmla="*/ 117 h 224"/>
                <a:gd name="T14" fmla="*/ 104 w 109"/>
                <a:gd name="T15" fmla="*/ 195 h 224"/>
                <a:gd name="T16" fmla="*/ 102 w 109"/>
                <a:gd name="T17" fmla="*/ 221 h 224"/>
                <a:gd name="T18" fmla="*/ 106 w 109"/>
                <a:gd name="T19" fmla="*/ 221 h 224"/>
                <a:gd name="T20" fmla="*/ 107 w 109"/>
                <a:gd name="T21" fmla="*/ 180 h 224"/>
                <a:gd name="T22" fmla="*/ 77 w 109"/>
                <a:gd name="T23" fmla="*/ 77 h 224"/>
                <a:gd name="T24" fmla="*/ 46 w 109"/>
                <a:gd name="T25" fmla="*/ 34 h 224"/>
                <a:gd name="T26" fmla="*/ 4 w 109"/>
                <a:gd name="T27" fmla="*/ 1 h 224"/>
                <a:gd name="T28" fmla="*/ 33 w 109"/>
                <a:gd name="T29" fmla="*/ 27 h 224"/>
                <a:gd name="T30" fmla="*/ 33 w 109"/>
                <a:gd name="T31" fmla="*/ 27 h 224"/>
                <a:gd name="T32" fmla="*/ 33 w 109"/>
                <a:gd name="T33" fmla="*/ 27 h 224"/>
                <a:gd name="T34" fmla="*/ 90 w 109"/>
                <a:gd name="T35" fmla="*/ 117 h 224"/>
                <a:gd name="T36" fmla="*/ 90 w 109"/>
                <a:gd name="T37" fmla="*/ 118 h 224"/>
                <a:gd name="T38" fmla="*/ 90 w 109"/>
                <a:gd name="T39" fmla="*/ 117 h 224"/>
                <a:gd name="T40" fmla="*/ 104 w 109"/>
                <a:gd name="T41" fmla="*/ 195 h 224"/>
                <a:gd name="T42" fmla="*/ 104 w 109"/>
                <a:gd name="T43" fmla="*/ 195 h 224"/>
                <a:gd name="T44" fmla="*/ 104 w 109"/>
                <a:gd name="T45" fmla="*/ 195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9" h="224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1" y="0"/>
                    <a:pt x="0" y="4"/>
                    <a:pt x="2" y="5"/>
                  </a:cubicBezTo>
                  <a:cubicBezTo>
                    <a:pt x="4" y="6"/>
                    <a:pt x="5" y="6"/>
                    <a:pt x="7" y="7"/>
                  </a:cubicBezTo>
                  <a:cubicBezTo>
                    <a:pt x="16" y="12"/>
                    <a:pt x="25" y="19"/>
                    <a:pt x="33" y="27"/>
                  </a:cubicBezTo>
                  <a:cubicBezTo>
                    <a:pt x="47" y="41"/>
                    <a:pt x="60" y="56"/>
                    <a:pt x="70" y="73"/>
                  </a:cubicBezTo>
                  <a:cubicBezTo>
                    <a:pt x="79" y="87"/>
                    <a:pt x="85" y="102"/>
                    <a:pt x="90" y="117"/>
                  </a:cubicBezTo>
                  <a:cubicBezTo>
                    <a:pt x="97" y="142"/>
                    <a:pt x="102" y="169"/>
                    <a:pt x="104" y="195"/>
                  </a:cubicBezTo>
                  <a:cubicBezTo>
                    <a:pt x="104" y="204"/>
                    <a:pt x="103" y="212"/>
                    <a:pt x="102" y="221"/>
                  </a:cubicBezTo>
                  <a:cubicBezTo>
                    <a:pt x="101" y="223"/>
                    <a:pt x="106" y="224"/>
                    <a:pt x="106" y="221"/>
                  </a:cubicBezTo>
                  <a:cubicBezTo>
                    <a:pt x="109" y="208"/>
                    <a:pt x="108" y="194"/>
                    <a:pt x="107" y="180"/>
                  </a:cubicBezTo>
                  <a:cubicBezTo>
                    <a:pt x="103" y="145"/>
                    <a:pt x="95" y="108"/>
                    <a:pt x="77" y="77"/>
                  </a:cubicBezTo>
                  <a:cubicBezTo>
                    <a:pt x="69" y="61"/>
                    <a:pt x="58" y="47"/>
                    <a:pt x="46" y="34"/>
                  </a:cubicBezTo>
                  <a:cubicBezTo>
                    <a:pt x="34" y="20"/>
                    <a:pt x="20" y="8"/>
                    <a:pt x="4" y="1"/>
                  </a:cubicBezTo>
                  <a:moveTo>
                    <a:pt x="33" y="27"/>
                  </a:move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moveTo>
                    <a:pt x="90" y="117"/>
                  </a:moveTo>
                  <a:cubicBezTo>
                    <a:pt x="90" y="118"/>
                    <a:pt x="90" y="118"/>
                    <a:pt x="90" y="118"/>
                  </a:cubicBezTo>
                  <a:cubicBezTo>
                    <a:pt x="90" y="118"/>
                    <a:pt x="90" y="118"/>
                    <a:pt x="90" y="117"/>
                  </a:cubicBezTo>
                  <a:moveTo>
                    <a:pt x="104" y="195"/>
                  </a:moveTo>
                  <a:cubicBezTo>
                    <a:pt x="104" y="195"/>
                    <a:pt x="104" y="195"/>
                    <a:pt x="104" y="195"/>
                  </a:cubicBezTo>
                  <a:cubicBezTo>
                    <a:pt x="104" y="195"/>
                    <a:pt x="104" y="195"/>
                    <a:pt x="104" y="1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Freeform 24"/>
            <p:cNvSpPr>
              <a:spLocks/>
            </p:cNvSpPr>
            <p:nvPr/>
          </p:nvSpPr>
          <p:spPr bwMode="auto">
            <a:xfrm>
              <a:off x="352" y="0"/>
              <a:ext cx="75" cy="78"/>
            </a:xfrm>
            <a:custGeom>
              <a:avLst/>
              <a:gdLst>
                <a:gd name="T0" fmla="*/ 5 w 19"/>
                <a:gd name="T1" fmla="*/ 2 h 20"/>
                <a:gd name="T2" fmla="*/ 17 w 19"/>
                <a:gd name="T3" fmla="*/ 15 h 20"/>
                <a:gd name="T4" fmla="*/ 13 w 19"/>
                <a:gd name="T5" fmla="*/ 18 h 20"/>
                <a:gd name="T6" fmla="*/ 1 w 19"/>
                <a:gd name="T7" fmla="*/ 4 h 20"/>
                <a:gd name="T8" fmla="*/ 4 w 19"/>
                <a:gd name="T9" fmla="*/ 1 h 20"/>
                <a:gd name="T10" fmla="*/ 5 w 19"/>
                <a:gd name="T11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5" y="2"/>
                  </a:moveTo>
                  <a:cubicBezTo>
                    <a:pt x="9" y="6"/>
                    <a:pt x="13" y="11"/>
                    <a:pt x="17" y="15"/>
                  </a:cubicBezTo>
                  <a:cubicBezTo>
                    <a:pt x="19" y="18"/>
                    <a:pt x="15" y="20"/>
                    <a:pt x="13" y="18"/>
                  </a:cubicBezTo>
                  <a:cubicBezTo>
                    <a:pt x="9" y="14"/>
                    <a:pt x="5" y="9"/>
                    <a:pt x="1" y="4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5" y="1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Freeform 25"/>
            <p:cNvSpPr>
              <a:spLocks/>
            </p:cNvSpPr>
            <p:nvPr/>
          </p:nvSpPr>
          <p:spPr bwMode="auto">
            <a:xfrm>
              <a:off x="4" y="-4"/>
              <a:ext cx="376" cy="168"/>
            </a:xfrm>
            <a:custGeom>
              <a:avLst/>
              <a:gdLst>
                <a:gd name="T0" fmla="*/ 94 w 96"/>
                <a:gd name="T1" fmla="*/ 4 h 43"/>
                <a:gd name="T2" fmla="*/ 49 w 96"/>
                <a:gd name="T3" fmla="*/ 22 h 43"/>
                <a:gd name="T4" fmla="*/ 26 w 96"/>
                <a:gd name="T5" fmla="*/ 31 h 43"/>
                <a:gd name="T6" fmla="*/ 6 w 96"/>
                <a:gd name="T7" fmla="*/ 40 h 43"/>
                <a:gd name="T8" fmla="*/ 4 w 96"/>
                <a:gd name="T9" fmla="*/ 41 h 43"/>
                <a:gd name="T10" fmla="*/ 1 w 96"/>
                <a:gd name="T11" fmla="*/ 38 h 43"/>
                <a:gd name="T12" fmla="*/ 3 w 96"/>
                <a:gd name="T13" fmla="*/ 37 h 43"/>
                <a:gd name="T14" fmla="*/ 3 w 96"/>
                <a:gd name="T15" fmla="*/ 37 h 43"/>
                <a:gd name="T16" fmla="*/ 20 w 96"/>
                <a:gd name="T17" fmla="*/ 29 h 43"/>
                <a:gd name="T18" fmla="*/ 44 w 96"/>
                <a:gd name="T19" fmla="*/ 19 h 43"/>
                <a:gd name="T20" fmla="*/ 92 w 96"/>
                <a:gd name="T21" fmla="*/ 0 h 43"/>
                <a:gd name="T22" fmla="*/ 94 w 96"/>
                <a:gd name="T23" fmla="*/ 0 h 43"/>
                <a:gd name="T24" fmla="*/ 94 w 96"/>
                <a:gd name="T25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43">
                  <a:moveTo>
                    <a:pt x="94" y="4"/>
                  </a:moveTo>
                  <a:cubicBezTo>
                    <a:pt x="79" y="11"/>
                    <a:pt x="64" y="16"/>
                    <a:pt x="49" y="22"/>
                  </a:cubicBezTo>
                  <a:cubicBezTo>
                    <a:pt x="41" y="25"/>
                    <a:pt x="33" y="28"/>
                    <a:pt x="26" y="31"/>
                  </a:cubicBezTo>
                  <a:cubicBezTo>
                    <a:pt x="19" y="34"/>
                    <a:pt x="12" y="36"/>
                    <a:pt x="6" y="40"/>
                  </a:cubicBezTo>
                  <a:cubicBezTo>
                    <a:pt x="6" y="40"/>
                    <a:pt x="5" y="41"/>
                    <a:pt x="4" y="41"/>
                  </a:cubicBezTo>
                  <a:cubicBezTo>
                    <a:pt x="2" y="43"/>
                    <a:pt x="0" y="40"/>
                    <a:pt x="1" y="38"/>
                  </a:cubicBezTo>
                  <a:cubicBezTo>
                    <a:pt x="2" y="38"/>
                    <a:pt x="2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8" y="33"/>
                    <a:pt x="14" y="31"/>
                    <a:pt x="20" y="29"/>
                  </a:cubicBezTo>
                  <a:cubicBezTo>
                    <a:pt x="28" y="26"/>
                    <a:pt x="36" y="22"/>
                    <a:pt x="44" y="19"/>
                  </a:cubicBezTo>
                  <a:cubicBezTo>
                    <a:pt x="60" y="13"/>
                    <a:pt x="76" y="8"/>
                    <a:pt x="92" y="0"/>
                  </a:cubicBezTo>
                  <a:cubicBezTo>
                    <a:pt x="93" y="0"/>
                    <a:pt x="93" y="0"/>
                    <a:pt x="94" y="0"/>
                  </a:cubicBezTo>
                  <a:cubicBezTo>
                    <a:pt x="95" y="1"/>
                    <a:pt x="96" y="4"/>
                    <a:pt x="9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Freeform 26"/>
            <p:cNvSpPr>
              <a:spLocks/>
            </p:cNvSpPr>
            <p:nvPr/>
          </p:nvSpPr>
          <p:spPr bwMode="auto">
            <a:xfrm>
              <a:off x="0" y="140"/>
              <a:ext cx="43" cy="59"/>
            </a:xfrm>
            <a:custGeom>
              <a:avLst/>
              <a:gdLst>
                <a:gd name="T0" fmla="*/ 4 w 11"/>
                <a:gd name="T1" fmla="*/ 0 h 15"/>
                <a:gd name="T2" fmla="*/ 9 w 11"/>
                <a:gd name="T3" fmla="*/ 10 h 15"/>
                <a:gd name="T4" fmla="*/ 5 w 11"/>
                <a:gd name="T5" fmla="*/ 12 h 15"/>
                <a:gd name="T6" fmla="*/ 2 w 11"/>
                <a:gd name="T7" fmla="*/ 6 h 15"/>
                <a:gd name="T8" fmla="*/ 0 w 11"/>
                <a:gd name="T9" fmla="*/ 3 h 15"/>
                <a:gd name="T10" fmla="*/ 0 w 11"/>
                <a:gd name="T11" fmla="*/ 3 h 15"/>
                <a:gd name="T12" fmla="*/ 3 w 11"/>
                <a:gd name="T13" fmla="*/ 0 h 15"/>
                <a:gd name="T14" fmla="*/ 4 w 11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5">
                  <a:moveTo>
                    <a:pt x="4" y="0"/>
                  </a:moveTo>
                  <a:cubicBezTo>
                    <a:pt x="6" y="3"/>
                    <a:pt x="8" y="7"/>
                    <a:pt x="9" y="10"/>
                  </a:cubicBezTo>
                  <a:cubicBezTo>
                    <a:pt x="11" y="13"/>
                    <a:pt x="7" y="15"/>
                    <a:pt x="5" y="12"/>
                  </a:cubicBezTo>
                  <a:cubicBezTo>
                    <a:pt x="4" y="10"/>
                    <a:pt x="3" y="8"/>
                    <a:pt x="2" y="6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2" y="1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Freeform 27"/>
            <p:cNvSpPr>
              <a:spLocks/>
            </p:cNvSpPr>
            <p:nvPr/>
          </p:nvSpPr>
          <p:spPr bwMode="auto">
            <a:xfrm>
              <a:off x="317" y="16"/>
              <a:ext cx="82" cy="82"/>
            </a:xfrm>
            <a:custGeom>
              <a:avLst/>
              <a:gdLst>
                <a:gd name="T0" fmla="*/ 5 w 21"/>
                <a:gd name="T1" fmla="*/ 1 h 21"/>
                <a:gd name="T2" fmla="*/ 11 w 21"/>
                <a:gd name="T3" fmla="*/ 8 h 21"/>
                <a:gd name="T4" fmla="*/ 19 w 21"/>
                <a:gd name="T5" fmla="*/ 15 h 21"/>
                <a:gd name="T6" fmla="*/ 16 w 21"/>
                <a:gd name="T7" fmla="*/ 19 h 21"/>
                <a:gd name="T8" fmla="*/ 1 w 21"/>
                <a:gd name="T9" fmla="*/ 4 h 21"/>
                <a:gd name="T10" fmla="*/ 4 w 21"/>
                <a:gd name="T11" fmla="*/ 1 h 21"/>
                <a:gd name="T12" fmla="*/ 5 w 21"/>
                <a:gd name="T1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1">
                  <a:moveTo>
                    <a:pt x="5" y="1"/>
                  </a:moveTo>
                  <a:cubicBezTo>
                    <a:pt x="6" y="4"/>
                    <a:pt x="8" y="6"/>
                    <a:pt x="11" y="8"/>
                  </a:cubicBezTo>
                  <a:cubicBezTo>
                    <a:pt x="13" y="11"/>
                    <a:pt x="16" y="13"/>
                    <a:pt x="19" y="15"/>
                  </a:cubicBezTo>
                  <a:cubicBezTo>
                    <a:pt x="21" y="17"/>
                    <a:pt x="18" y="21"/>
                    <a:pt x="16" y="19"/>
                  </a:cubicBezTo>
                  <a:cubicBezTo>
                    <a:pt x="11" y="14"/>
                    <a:pt x="5" y="10"/>
                    <a:pt x="1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4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Freeform 28"/>
            <p:cNvSpPr>
              <a:spLocks/>
            </p:cNvSpPr>
            <p:nvPr/>
          </p:nvSpPr>
          <p:spPr bwMode="auto">
            <a:xfrm>
              <a:off x="278" y="24"/>
              <a:ext cx="82" cy="81"/>
            </a:xfrm>
            <a:custGeom>
              <a:avLst/>
              <a:gdLst>
                <a:gd name="T0" fmla="*/ 5 w 21"/>
                <a:gd name="T1" fmla="*/ 1 h 21"/>
                <a:gd name="T2" fmla="*/ 19 w 21"/>
                <a:gd name="T3" fmla="*/ 16 h 21"/>
                <a:gd name="T4" fmla="*/ 16 w 21"/>
                <a:gd name="T5" fmla="*/ 19 h 21"/>
                <a:gd name="T6" fmla="*/ 4 w 21"/>
                <a:gd name="T7" fmla="*/ 6 h 21"/>
                <a:gd name="T8" fmla="*/ 2 w 21"/>
                <a:gd name="T9" fmla="*/ 4 h 21"/>
                <a:gd name="T10" fmla="*/ 4 w 21"/>
                <a:gd name="T11" fmla="*/ 0 h 21"/>
                <a:gd name="T12" fmla="*/ 5 w 21"/>
                <a:gd name="T1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1">
                  <a:moveTo>
                    <a:pt x="5" y="1"/>
                  </a:moveTo>
                  <a:cubicBezTo>
                    <a:pt x="10" y="5"/>
                    <a:pt x="14" y="11"/>
                    <a:pt x="19" y="16"/>
                  </a:cubicBezTo>
                  <a:cubicBezTo>
                    <a:pt x="21" y="18"/>
                    <a:pt x="17" y="21"/>
                    <a:pt x="16" y="19"/>
                  </a:cubicBezTo>
                  <a:cubicBezTo>
                    <a:pt x="12" y="15"/>
                    <a:pt x="8" y="10"/>
                    <a:pt x="4" y="6"/>
                  </a:cubicBezTo>
                  <a:cubicBezTo>
                    <a:pt x="3" y="5"/>
                    <a:pt x="3" y="5"/>
                    <a:pt x="2" y="4"/>
                  </a:cubicBezTo>
                  <a:cubicBezTo>
                    <a:pt x="0" y="3"/>
                    <a:pt x="2" y="0"/>
                    <a:pt x="4" y="0"/>
                  </a:cubicBezTo>
                  <a:cubicBezTo>
                    <a:pt x="4" y="0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Freeform 29"/>
            <p:cNvSpPr>
              <a:spLocks/>
            </p:cNvSpPr>
            <p:nvPr/>
          </p:nvSpPr>
          <p:spPr bwMode="auto">
            <a:xfrm>
              <a:off x="235" y="43"/>
              <a:ext cx="78" cy="78"/>
            </a:xfrm>
            <a:custGeom>
              <a:avLst/>
              <a:gdLst>
                <a:gd name="T0" fmla="*/ 5 w 20"/>
                <a:gd name="T1" fmla="*/ 1 h 20"/>
                <a:gd name="T2" fmla="*/ 10 w 20"/>
                <a:gd name="T3" fmla="*/ 7 h 20"/>
                <a:gd name="T4" fmla="*/ 18 w 20"/>
                <a:gd name="T5" fmla="*/ 15 h 20"/>
                <a:gd name="T6" fmla="*/ 15 w 20"/>
                <a:gd name="T7" fmla="*/ 18 h 20"/>
                <a:gd name="T8" fmla="*/ 13 w 20"/>
                <a:gd name="T9" fmla="*/ 16 h 20"/>
                <a:gd name="T10" fmla="*/ 14 w 20"/>
                <a:gd name="T11" fmla="*/ 17 h 20"/>
                <a:gd name="T12" fmla="*/ 2 w 20"/>
                <a:gd name="T13" fmla="*/ 4 h 20"/>
                <a:gd name="T14" fmla="*/ 4 w 20"/>
                <a:gd name="T15" fmla="*/ 1 h 20"/>
                <a:gd name="T16" fmla="*/ 5 w 20"/>
                <a:gd name="T17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20">
                  <a:moveTo>
                    <a:pt x="5" y="1"/>
                  </a:moveTo>
                  <a:cubicBezTo>
                    <a:pt x="7" y="4"/>
                    <a:pt x="9" y="6"/>
                    <a:pt x="10" y="7"/>
                  </a:cubicBezTo>
                  <a:cubicBezTo>
                    <a:pt x="13" y="10"/>
                    <a:pt x="16" y="12"/>
                    <a:pt x="18" y="15"/>
                  </a:cubicBezTo>
                  <a:cubicBezTo>
                    <a:pt x="20" y="17"/>
                    <a:pt x="17" y="20"/>
                    <a:pt x="15" y="18"/>
                  </a:cubicBezTo>
                  <a:cubicBezTo>
                    <a:pt x="14" y="17"/>
                    <a:pt x="14" y="17"/>
                    <a:pt x="13" y="16"/>
                  </a:cubicBezTo>
                  <a:cubicBezTo>
                    <a:pt x="14" y="16"/>
                    <a:pt x="14" y="16"/>
                    <a:pt x="14" y="17"/>
                  </a:cubicBezTo>
                  <a:cubicBezTo>
                    <a:pt x="10" y="13"/>
                    <a:pt x="5" y="9"/>
                    <a:pt x="2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Freeform 30"/>
            <p:cNvSpPr>
              <a:spLocks/>
            </p:cNvSpPr>
            <p:nvPr/>
          </p:nvSpPr>
          <p:spPr bwMode="auto">
            <a:xfrm>
              <a:off x="188" y="59"/>
              <a:ext cx="78" cy="70"/>
            </a:xfrm>
            <a:custGeom>
              <a:avLst/>
              <a:gdLst>
                <a:gd name="T0" fmla="*/ 5 w 20"/>
                <a:gd name="T1" fmla="*/ 1 h 18"/>
                <a:gd name="T2" fmla="*/ 8 w 20"/>
                <a:gd name="T3" fmla="*/ 4 h 18"/>
                <a:gd name="T4" fmla="*/ 18 w 20"/>
                <a:gd name="T5" fmla="*/ 13 h 18"/>
                <a:gd name="T6" fmla="*/ 15 w 20"/>
                <a:gd name="T7" fmla="*/ 16 h 18"/>
                <a:gd name="T8" fmla="*/ 2 w 20"/>
                <a:gd name="T9" fmla="*/ 4 h 18"/>
                <a:gd name="T10" fmla="*/ 4 w 20"/>
                <a:gd name="T11" fmla="*/ 1 h 18"/>
                <a:gd name="T12" fmla="*/ 5 w 20"/>
                <a:gd name="T13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8">
                  <a:moveTo>
                    <a:pt x="5" y="1"/>
                  </a:moveTo>
                  <a:cubicBezTo>
                    <a:pt x="6" y="2"/>
                    <a:pt x="7" y="3"/>
                    <a:pt x="8" y="4"/>
                  </a:cubicBezTo>
                  <a:cubicBezTo>
                    <a:pt x="11" y="7"/>
                    <a:pt x="14" y="10"/>
                    <a:pt x="18" y="13"/>
                  </a:cubicBezTo>
                  <a:cubicBezTo>
                    <a:pt x="20" y="15"/>
                    <a:pt x="17" y="18"/>
                    <a:pt x="15" y="16"/>
                  </a:cubicBezTo>
                  <a:cubicBezTo>
                    <a:pt x="10" y="12"/>
                    <a:pt x="6" y="8"/>
                    <a:pt x="2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Freeform 31"/>
            <p:cNvSpPr>
              <a:spLocks noEditPoints="1"/>
            </p:cNvSpPr>
            <p:nvPr/>
          </p:nvSpPr>
          <p:spPr bwMode="auto">
            <a:xfrm>
              <a:off x="157" y="74"/>
              <a:ext cx="78" cy="74"/>
            </a:xfrm>
            <a:custGeom>
              <a:avLst/>
              <a:gdLst>
                <a:gd name="T0" fmla="*/ 5 w 20"/>
                <a:gd name="T1" fmla="*/ 1 h 19"/>
                <a:gd name="T2" fmla="*/ 4 w 20"/>
                <a:gd name="T3" fmla="*/ 0 h 19"/>
                <a:gd name="T4" fmla="*/ 2 w 20"/>
                <a:gd name="T5" fmla="*/ 4 h 19"/>
                <a:gd name="T6" fmla="*/ 4 w 20"/>
                <a:gd name="T7" fmla="*/ 5 h 19"/>
                <a:gd name="T8" fmla="*/ 15 w 20"/>
                <a:gd name="T9" fmla="*/ 17 h 19"/>
                <a:gd name="T10" fmla="*/ 17 w 20"/>
                <a:gd name="T11" fmla="*/ 14 h 19"/>
                <a:gd name="T12" fmla="*/ 16 w 20"/>
                <a:gd name="T13" fmla="*/ 13 h 19"/>
                <a:gd name="T14" fmla="*/ 5 w 20"/>
                <a:gd name="T15" fmla="*/ 1 h 19"/>
                <a:gd name="T16" fmla="*/ 4 w 20"/>
                <a:gd name="T17" fmla="*/ 6 h 19"/>
                <a:gd name="T18" fmla="*/ 4 w 20"/>
                <a:gd name="T19" fmla="*/ 6 h 19"/>
                <a:gd name="T20" fmla="*/ 4 w 20"/>
                <a:gd name="T21" fmla="*/ 6 h 19"/>
                <a:gd name="T22" fmla="*/ 16 w 20"/>
                <a:gd name="T23" fmla="*/ 12 h 19"/>
                <a:gd name="T24" fmla="*/ 16 w 20"/>
                <a:gd name="T25" fmla="*/ 13 h 19"/>
                <a:gd name="T26" fmla="*/ 16 w 20"/>
                <a:gd name="T27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9">
                  <a:moveTo>
                    <a:pt x="5" y="1"/>
                  </a:moveTo>
                  <a:cubicBezTo>
                    <a:pt x="5" y="1"/>
                    <a:pt x="4" y="0"/>
                    <a:pt x="4" y="0"/>
                  </a:cubicBezTo>
                  <a:cubicBezTo>
                    <a:pt x="2" y="0"/>
                    <a:pt x="0" y="3"/>
                    <a:pt x="2" y="4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7" y="9"/>
                    <a:pt x="11" y="14"/>
                    <a:pt x="15" y="17"/>
                  </a:cubicBezTo>
                  <a:cubicBezTo>
                    <a:pt x="17" y="19"/>
                    <a:pt x="20" y="16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2" y="9"/>
                    <a:pt x="9" y="4"/>
                    <a:pt x="5" y="1"/>
                  </a:cubicBezTo>
                  <a:moveTo>
                    <a:pt x="4" y="6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moveTo>
                    <a:pt x="16" y="12"/>
                  </a:moveTo>
                  <a:cubicBezTo>
                    <a:pt x="16" y="12"/>
                    <a:pt x="16" y="13"/>
                    <a:pt x="16" y="13"/>
                  </a:cubicBezTo>
                  <a:cubicBezTo>
                    <a:pt x="16" y="13"/>
                    <a:pt x="16" y="12"/>
                    <a:pt x="16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Freeform 32"/>
            <p:cNvSpPr>
              <a:spLocks/>
            </p:cNvSpPr>
            <p:nvPr/>
          </p:nvSpPr>
          <p:spPr bwMode="auto">
            <a:xfrm>
              <a:off x="113" y="86"/>
              <a:ext cx="79" cy="82"/>
            </a:xfrm>
            <a:custGeom>
              <a:avLst/>
              <a:gdLst>
                <a:gd name="T0" fmla="*/ 5 w 20"/>
                <a:gd name="T1" fmla="*/ 1 h 21"/>
                <a:gd name="T2" fmla="*/ 17 w 20"/>
                <a:gd name="T3" fmla="*/ 15 h 21"/>
                <a:gd name="T4" fmla="*/ 18 w 20"/>
                <a:gd name="T5" fmla="*/ 15 h 21"/>
                <a:gd name="T6" fmla="*/ 15 w 20"/>
                <a:gd name="T7" fmla="*/ 19 h 21"/>
                <a:gd name="T8" fmla="*/ 2 w 20"/>
                <a:gd name="T9" fmla="*/ 5 h 21"/>
                <a:gd name="T10" fmla="*/ 2 w 20"/>
                <a:gd name="T11" fmla="*/ 5 h 21"/>
                <a:gd name="T12" fmla="*/ 4 w 20"/>
                <a:gd name="T13" fmla="*/ 1 h 21"/>
                <a:gd name="T14" fmla="*/ 5 w 20"/>
                <a:gd name="T15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21">
                  <a:moveTo>
                    <a:pt x="5" y="1"/>
                  </a:moveTo>
                  <a:cubicBezTo>
                    <a:pt x="9" y="5"/>
                    <a:pt x="13" y="10"/>
                    <a:pt x="17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0" y="17"/>
                    <a:pt x="17" y="21"/>
                    <a:pt x="15" y="19"/>
                  </a:cubicBezTo>
                  <a:cubicBezTo>
                    <a:pt x="11" y="14"/>
                    <a:pt x="7" y="9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Freeform 33"/>
            <p:cNvSpPr>
              <a:spLocks/>
            </p:cNvSpPr>
            <p:nvPr/>
          </p:nvSpPr>
          <p:spPr bwMode="auto">
            <a:xfrm>
              <a:off x="78" y="105"/>
              <a:ext cx="71" cy="74"/>
            </a:xfrm>
            <a:custGeom>
              <a:avLst/>
              <a:gdLst>
                <a:gd name="T0" fmla="*/ 5 w 18"/>
                <a:gd name="T1" fmla="*/ 2 h 19"/>
                <a:gd name="T2" fmla="*/ 16 w 18"/>
                <a:gd name="T3" fmla="*/ 14 h 19"/>
                <a:gd name="T4" fmla="*/ 12 w 18"/>
                <a:gd name="T5" fmla="*/ 17 h 19"/>
                <a:gd name="T6" fmla="*/ 1 w 18"/>
                <a:gd name="T7" fmla="*/ 4 h 19"/>
                <a:gd name="T8" fmla="*/ 4 w 18"/>
                <a:gd name="T9" fmla="*/ 1 h 19"/>
                <a:gd name="T10" fmla="*/ 5 w 18"/>
                <a:gd name="T11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9">
                  <a:moveTo>
                    <a:pt x="5" y="2"/>
                  </a:moveTo>
                  <a:cubicBezTo>
                    <a:pt x="9" y="5"/>
                    <a:pt x="12" y="10"/>
                    <a:pt x="16" y="14"/>
                  </a:cubicBezTo>
                  <a:cubicBezTo>
                    <a:pt x="18" y="16"/>
                    <a:pt x="14" y="19"/>
                    <a:pt x="12" y="17"/>
                  </a:cubicBezTo>
                  <a:cubicBezTo>
                    <a:pt x="8" y="13"/>
                    <a:pt x="5" y="8"/>
                    <a:pt x="1" y="4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5" y="1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Freeform 34"/>
            <p:cNvSpPr>
              <a:spLocks/>
            </p:cNvSpPr>
            <p:nvPr/>
          </p:nvSpPr>
          <p:spPr bwMode="auto">
            <a:xfrm>
              <a:off x="43" y="121"/>
              <a:ext cx="63" cy="66"/>
            </a:xfrm>
            <a:custGeom>
              <a:avLst/>
              <a:gdLst>
                <a:gd name="T0" fmla="*/ 5 w 16"/>
                <a:gd name="T1" fmla="*/ 1 h 17"/>
                <a:gd name="T2" fmla="*/ 14 w 16"/>
                <a:gd name="T3" fmla="*/ 12 h 17"/>
                <a:gd name="T4" fmla="*/ 10 w 16"/>
                <a:gd name="T5" fmla="*/ 15 h 17"/>
                <a:gd name="T6" fmla="*/ 1 w 16"/>
                <a:gd name="T7" fmla="*/ 4 h 17"/>
                <a:gd name="T8" fmla="*/ 4 w 16"/>
                <a:gd name="T9" fmla="*/ 1 h 17"/>
                <a:gd name="T10" fmla="*/ 5 w 16"/>
                <a:gd name="T1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7">
                  <a:moveTo>
                    <a:pt x="5" y="1"/>
                  </a:moveTo>
                  <a:cubicBezTo>
                    <a:pt x="8" y="5"/>
                    <a:pt x="11" y="9"/>
                    <a:pt x="14" y="12"/>
                  </a:cubicBezTo>
                  <a:cubicBezTo>
                    <a:pt x="16" y="14"/>
                    <a:pt x="12" y="17"/>
                    <a:pt x="10" y="15"/>
                  </a:cubicBezTo>
                  <a:cubicBezTo>
                    <a:pt x="7" y="12"/>
                    <a:pt x="5" y="8"/>
                    <a:pt x="1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4" y="1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3" name="Freeform 35"/>
            <p:cNvSpPr>
              <a:spLocks/>
            </p:cNvSpPr>
            <p:nvPr/>
          </p:nvSpPr>
          <p:spPr bwMode="auto">
            <a:xfrm>
              <a:off x="368" y="172"/>
              <a:ext cx="47" cy="70"/>
            </a:xfrm>
            <a:custGeom>
              <a:avLst/>
              <a:gdLst>
                <a:gd name="T0" fmla="*/ 11 w 12"/>
                <a:gd name="T1" fmla="*/ 3 h 18"/>
                <a:gd name="T2" fmla="*/ 5 w 12"/>
                <a:gd name="T3" fmla="*/ 15 h 18"/>
                <a:gd name="T4" fmla="*/ 1 w 12"/>
                <a:gd name="T5" fmla="*/ 14 h 18"/>
                <a:gd name="T6" fmla="*/ 7 w 12"/>
                <a:gd name="T7" fmla="*/ 1 h 18"/>
                <a:gd name="T8" fmla="*/ 10 w 12"/>
                <a:gd name="T9" fmla="*/ 0 h 18"/>
                <a:gd name="T10" fmla="*/ 11 w 12"/>
                <a:gd name="T11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8">
                  <a:moveTo>
                    <a:pt x="11" y="3"/>
                  </a:moveTo>
                  <a:cubicBezTo>
                    <a:pt x="9" y="7"/>
                    <a:pt x="7" y="11"/>
                    <a:pt x="5" y="15"/>
                  </a:cubicBezTo>
                  <a:cubicBezTo>
                    <a:pt x="4" y="18"/>
                    <a:pt x="0" y="16"/>
                    <a:pt x="1" y="14"/>
                  </a:cubicBezTo>
                  <a:cubicBezTo>
                    <a:pt x="3" y="10"/>
                    <a:pt x="5" y="5"/>
                    <a:pt x="7" y="1"/>
                  </a:cubicBezTo>
                  <a:cubicBezTo>
                    <a:pt x="8" y="0"/>
                    <a:pt x="9" y="0"/>
                    <a:pt x="10" y="0"/>
                  </a:cubicBezTo>
                  <a:cubicBezTo>
                    <a:pt x="11" y="0"/>
                    <a:pt x="12" y="1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Freeform 36"/>
            <p:cNvSpPr>
              <a:spLocks noEditPoints="1"/>
            </p:cNvSpPr>
            <p:nvPr/>
          </p:nvSpPr>
          <p:spPr bwMode="auto">
            <a:xfrm>
              <a:off x="399" y="203"/>
              <a:ext cx="47" cy="62"/>
            </a:xfrm>
            <a:custGeom>
              <a:avLst/>
              <a:gdLst>
                <a:gd name="T0" fmla="*/ 11 w 12"/>
                <a:gd name="T1" fmla="*/ 3 h 16"/>
                <a:gd name="T2" fmla="*/ 10 w 12"/>
                <a:gd name="T3" fmla="*/ 1 h 16"/>
                <a:gd name="T4" fmla="*/ 7 w 12"/>
                <a:gd name="T5" fmla="*/ 2 h 16"/>
                <a:gd name="T6" fmla="*/ 5 w 12"/>
                <a:gd name="T7" fmla="*/ 6 h 16"/>
                <a:gd name="T8" fmla="*/ 2 w 12"/>
                <a:gd name="T9" fmla="*/ 11 h 16"/>
                <a:gd name="T10" fmla="*/ 5 w 12"/>
                <a:gd name="T11" fmla="*/ 14 h 16"/>
                <a:gd name="T12" fmla="*/ 11 w 12"/>
                <a:gd name="T13" fmla="*/ 3 h 16"/>
                <a:gd name="T14" fmla="*/ 5 w 12"/>
                <a:gd name="T15" fmla="*/ 6 h 16"/>
                <a:gd name="T16" fmla="*/ 5 w 12"/>
                <a:gd name="T17" fmla="*/ 6 h 16"/>
                <a:gd name="T18" fmla="*/ 5 w 12"/>
                <a:gd name="T19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6">
                  <a:moveTo>
                    <a:pt x="11" y="3"/>
                  </a:moveTo>
                  <a:cubicBezTo>
                    <a:pt x="12" y="2"/>
                    <a:pt x="11" y="1"/>
                    <a:pt x="10" y="1"/>
                  </a:cubicBezTo>
                  <a:cubicBezTo>
                    <a:pt x="9" y="0"/>
                    <a:pt x="8" y="0"/>
                    <a:pt x="7" y="2"/>
                  </a:cubicBezTo>
                  <a:cubicBezTo>
                    <a:pt x="6" y="3"/>
                    <a:pt x="6" y="4"/>
                    <a:pt x="5" y="6"/>
                  </a:cubicBezTo>
                  <a:cubicBezTo>
                    <a:pt x="4" y="7"/>
                    <a:pt x="3" y="9"/>
                    <a:pt x="2" y="11"/>
                  </a:cubicBezTo>
                  <a:cubicBezTo>
                    <a:pt x="0" y="13"/>
                    <a:pt x="4" y="16"/>
                    <a:pt x="5" y="14"/>
                  </a:cubicBezTo>
                  <a:cubicBezTo>
                    <a:pt x="8" y="10"/>
                    <a:pt x="9" y="7"/>
                    <a:pt x="11" y="3"/>
                  </a:cubicBezTo>
                  <a:moveTo>
                    <a:pt x="5" y="6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Freeform 37"/>
            <p:cNvSpPr>
              <a:spLocks noEditPoints="1"/>
            </p:cNvSpPr>
            <p:nvPr/>
          </p:nvSpPr>
          <p:spPr bwMode="auto">
            <a:xfrm>
              <a:off x="434" y="230"/>
              <a:ext cx="43" cy="58"/>
            </a:xfrm>
            <a:custGeom>
              <a:avLst/>
              <a:gdLst>
                <a:gd name="T0" fmla="*/ 10 w 11"/>
                <a:gd name="T1" fmla="*/ 4 h 15"/>
                <a:gd name="T2" fmla="*/ 9 w 11"/>
                <a:gd name="T3" fmla="*/ 0 h 15"/>
                <a:gd name="T4" fmla="*/ 7 w 11"/>
                <a:gd name="T5" fmla="*/ 1 h 15"/>
                <a:gd name="T6" fmla="*/ 1 w 11"/>
                <a:gd name="T7" fmla="*/ 11 h 15"/>
                <a:gd name="T8" fmla="*/ 5 w 11"/>
                <a:gd name="T9" fmla="*/ 12 h 15"/>
                <a:gd name="T10" fmla="*/ 7 w 11"/>
                <a:gd name="T11" fmla="*/ 9 h 15"/>
                <a:gd name="T12" fmla="*/ 10 w 11"/>
                <a:gd name="T13" fmla="*/ 4 h 15"/>
                <a:gd name="T14" fmla="*/ 7 w 11"/>
                <a:gd name="T15" fmla="*/ 9 h 15"/>
                <a:gd name="T16" fmla="*/ 7 w 11"/>
                <a:gd name="T17" fmla="*/ 10 h 15"/>
                <a:gd name="T18" fmla="*/ 7 w 11"/>
                <a:gd name="T19" fmla="*/ 9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5">
                  <a:moveTo>
                    <a:pt x="10" y="4"/>
                  </a:moveTo>
                  <a:cubicBezTo>
                    <a:pt x="11" y="2"/>
                    <a:pt x="10" y="1"/>
                    <a:pt x="9" y="0"/>
                  </a:cubicBezTo>
                  <a:cubicBezTo>
                    <a:pt x="8" y="0"/>
                    <a:pt x="7" y="0"/>
                    <a:pt x="7" y="1"/>
                  </a:cubicBezTo>
                  <a:cubicBezTo>
                    <a:pt x="5" y="4"/>
                    <a:pt x="3" y="7"/>
                    <a:pt x="1" y="11"/>
                  </a:cubicBezTo>
                  <a:cubicBezTo>
                    <a:pt x="0" y="14"/>
                    <a:pt x="4" y="15"/>
                    <a:pt x="5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8" y="7"/>
                    <a:pt x="9" y="6"/>
                    <a:pt x="10" y="4"/>
                  </a:cubicBezTo>
                  <a:moveTo>
                    <a:pt x="7" y="9"/>
                  </a:move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Freeform 38"/>
            <p:cNvSpPr>
              <a:spLocks/>
            </p:cNvSpPr>
            <p:nvPr/>
          </p:nvSpPr>
          <p:spPr bwMode="auto">
            <a:xfrm>
              <a:off x="470" y="261"/>
              <a:ext cx="47" cy="59"/>
            </a:xfrm>
            <a:custGeom>
              <a:avLst/>
              <a:gdLst>
                <a:gd name="T0" fmla="*/ 11 w 12"/>
                <a:gd name="T1" fmla="*/ 4 h 15"/>
                <a:gd name="T2" fmla="*/ 5 w 12"/>
                <a:gd name="T3" fmla="*/ 12 h 15"/>
                <a:gd name="T4" fmla="*/ 2 w 12"/>
                <a:gd name="T5" fmla="*/ 10 h 15"/>
                <a:gd name="T6" fmla="*/ 7 w 12"/>
                <a:gd name="T7" fmla="*/ 1 h 15"/>
                <a:gd name="T8" fmla="*/ 10 w 12"/>
                <a:gd name="T9" fmla="*/ 1 h 15"/>
                <a:gd name="T10" fmla="*/ 11 w 12"/>
                <a:gd name="T11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5">
                  <a:moveTo>
                    <a:pt x="11" y="4"/>
                  </a:moveTo>
                  <a:cubicBezTo>
                    <a:pt x="9" y="7"/>
                    <a:pt x="7" y="10"/>
                    <a:pt x="5" y="12"/>
                  </a:cubicBezTo>
                  <a:cubicBezTo>
                    <a:pt x="4" y="15"/>
                    <a:pt x="0" y="12"/>
                    <a:pt x="2" y="10"/>
                  </a:cubicBezTo>
                  <a:cubicBezTo>
                    <a:pt x="4" y="7"/>
                    <a:pt x="5" y="4"/>
                    <a:pt x="7" y="1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1"/>
                    <a:pt x="12" y="3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Freeform 39"/>
            <p:cNvSpPr>
              <a:spLocks/>
            </p:cNvSpPr>
            <p:nvPr/>
          </p:nvSpPr>
          <p:spPr bwMode="auto">
            <a:xfrm>
              <a:off x="493" y="288"/>
              <a:ext cx="47" cy="59"/>
            </a:xfrm>
            <a:custGeom>
              <a:avLst/>
              <a:gdLst>
                <a:gd name="T0" fmla="*/ 11 w 12"/>
                <a:gd name="T1" fmla="*/ 4 h 15"/>
                <a:gd name="T2" fmla="*/ 6 w 12"/>
                <a:gd name="T3" fmla="*/ 11 h 15"/>
                <a:gd name="T4" fmla="*/ 6 w 12"/>
                <a:gd name="T5" fmla="*/ 11 h 15"/>
                <a:gd name="T6" fmla="*/ 6 w 12"/>
                <a:gd name="T7" fmla="*/ 12 h 15"/>
                <a:gd name="T8" fmla="*/ 2 w 12"/>
                <a:gd name="T9" fmla="*/ 11 h 15"/>
                <a:gd name="T10" fmla="*/ 8 w 12"/>
                <a:gd name="T11" fmla="*/ 1 h 15"/>
                <a:gd name="T12" fmla="*/ 10 w 12"/>
                <a:gd name="T13" fmla="*/ 0 h 15"/>
                <a:gd name="T14" fmla="*/ 11 w 12"/>
                <a:gd name="T15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5">
                  <a:moveTo>
                    <a:pt x="11" y="4"/>
                  </a:moveTo>
                  <a:cubicBezTo>
                    <a:pt x="10" y="6"/>
                    <a:pt x="8" y="9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2"/>
                    <a:pt x="6" y="12"/>
                  </a:cubicBezTo>
                  <a:cubicBezTo>
                    <a:pt x="4" y="15"/>
                    <a:pt x="0" y="13"/>
                    <a:pt x="2" y="11"/>
                  </a:cubicBezTo>
                  <a:cubicBezTo>
                    <a:pt x="3" y="7"/>
                    <a:pt x="6" y="4"/>
                    <a:pt x="8" y="1"/>
                  </a:cubicBezTo>
                  <a:cubicBezTo>
                    <a:pt x="8" y="0"/>
                    <a:pt x="9" y="0"/>
                    <a:pt x="10" y="0"/>
                  </a:cubicBezTo>
                  <a:cubicBezTo>
                    <a:pt x="12" y="1"/>
                    <a:pt x="12" y="2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Freeform 40"/>
            <p:cNvSpPr>
              <a:spLocks/>
            </p:cNvSpPr>
            <p:nvPr/>
          </p:nvSpPr>
          <p:spPr bwMode="auto">
            <a:xfrm>
              <a:off x="524" y="327"/>
              <a:ext cx="51" cy="51"/>
            </a:xfrm>
            <a:custGeom>
              <a:avLst/>
              <a:gdLst>
                <a:gd name="T0" fmla="*/ 12 w 13"/>
                <a:gd name="T1" fmla="*/ 3 h 13"/>
                <a:gd name="T2" fmla="*/ 6 w 13"/>
                <a:gd name="T3" fmla="*/ 11 h 13"/>
                <a:gd name="T4" fmla="*/ 2 w 13"/>
                <a:gd name="T5" fmla="*/ 8 h 13"/>
                <a:gd name="T6" fmla="*/ 8 w 13"/>
                <a:gd name="T7" fmla="*/ 1 h 13"/>
                <a:gd name="T8" fmla="*/ 11 w 13"/>
                <a:gd name="T9" fmla="*/ 0 h 13"/>
                <a:gd name="T10" fmla="*/ 12 w 13"/>
                <a:gd name="T11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3">
                  <a:moveTo>
                    <a:pt x="12" y="3"/>
                  </a:moveTo>
                  <a:cubicBezTo>
                    <a:pt x="10" y="6"/>
                    <a:pt x="8" y="8"/>
                    <a:pt x="6" y="11"/>
                  </a:cubicBezTo>
                  <a:cubicBezTo>
                    <a:pt x="4" y="13"/>
                    <a:pt x="0" y="11"/>
                    <a:pt x="2" y="8"/>
                  </a:cubicBezTo>
                  <a:cubicBezTo>
                    <a:pt x="4" y="6"/>
                    <a:pt x="6" y="3"/>
                    <a:pt x="8" y="1"/>
                  </a:cubicBezTo>
                  <a:cubicBezTo>
                    <a:pt x="9" y="0"/>
                    <a:pt x="10" y="0"/>
                    <a:pt x="11" y="0"/>
                  </a:cubicBezTo>
                  <a:cubicBezTo>
                    <a:pt x="12" y="0"/>
                    <a:pt x="13" y="2"/>
                    <a:pt x="1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Freeform 41"/>
            <p:cNvSpPr>
              <a:spLocks/>
            </p:cNvSpPr>
            <p:nvPr/>
          </p:nvSpPr>
          <p:spPr bwMode="auto">
            <a:xfrm>
              <a:off x="552" y="362"/>
              <a:ext cx="51" cy="51"/>
            </a:xfrm>
            <a:custGeom>
              <a:avLst/>
              <a:gdLst>
                <a:gd name="T0" fmla="*/ 12 w 13"/>
                <a:gd name="T1" fmla="*/ 4 h 13"/>
                <a:gd name="T2" fmla="*/ 11 w 13"/>
                <a:gd name="T3" fmla="*/ 4 h 13"/>
                <a:gd name="T4" fmla="*/ 6 w 13"/>
                <a:gd name="T5" fmla="*/ 11 h 13"/>
                <a:gd name="T6" fmla="*/ 2 w 13"/>
                <a:gd name="T7" fmla="*/ 9 h 13"/>
                <a:gd name="T8" fmla="*/ 9 w 13"/>
                <a:gd name="T9" fmla="*/ 0 h 13"/>
                <a:gd name="T10" fmla="*/ 11 w 13"/>
                <a:gd name="T11" fmla="*/ 0 h 13"/>
                <a:gd name="T12" fmla="*/ 12 w 13"/>
                <a:gd name="T1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12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9" y="6"/>
                    <a:pt x="8" y="9"/>
                    <a:pt x="6" y="11"/>
                  </a:cubicBezTo>
                  <a:cubicBezTo>
                    <a:pt x="4" y="13"/>
                    <a:pt x="0" y="11"/>
                    <a:pt x="2" y="9"/>
                  </a:cubicBezTo>
                  <a:cubicBezTo>
                    <a:pt x="4" y="6"/>
                    <a:pt x="6" y="3"/>
                    <a:pt x="9" y="0"/>
                  </a:cubicBezTo>
                  <a:cubicBezTo>
                    <a:pt x="9" y="0"/>
                    <a:pt x="10" y="0"/>
                    <a:pt x="11" y="0"/>
                  </a:cubicBezTo>
                  <a:cubicBezTo>
                    <a:pt x="12" y="0"/>
                    <a:pt x="13" y="2"/>
                    <a:pt x="1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Freeform 42"/>
            <p:cNvSpPr>
              <a:spLocks/>
            </p:cNvSpPr>
            <p:nvPr/>
          </p:nvSpPr>
          <p:spPr bwMode="auto">
            <a:xfrm>
              <a:off x="583" y="409"/>
              <a:ext cx="43" cy="51"/>
            </a:xfrm>
            <a:custGeom>
              <a:avLst/>
              <a:gdLst>
                <a:gd name="T0" fmla="*/ 10 w 11"/>
                <a:gd name="T1" fmla="*/ 4 h 13"/>
                <a:gd name="T2" fmla="*/ 6 w 11"/>
                <a:gd name="T3" fmla="*/ 10 h 13"/>
                <a:gd name="T4" fmla="*/ 2 w 11"/>
                <a:gd name="T5" fmla="*/ 8 h 13"/>
                <a:gd name="T6" fmla="*/ 7 w 11"/>
                <a:gd name="T7" fmla="*/ 1 h 13"/>
                <a:gd name="T8" fmla="*/ 9 w 11"/>
                <a:gd name="T9" fmla="*/ 0 h 13"/>
                <a:gd name="T10" fmla="*/ 10 w 11"/>
                <a:gd name="T1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3">
                  <a:moveTo>
                    <a:pt x="10" y="4"/>
                  </a:moveTo>
                  <a:cubicBezTo>
                    <a:pt x="9" y="6"/>
                    <a:pt x="7" y="8"/>
                    <a:pt x="6" y="10"/>
                  </a:cubicBezTo>
                  <a:cubicBezTo>
                    <a:pt x="4" y="13"/>
                    <a:pt x="0" y="10"/>
                    <a:pt x="2" y="8"/>
                  </a:cubicBezTo>
                  <a:cubicBezTo>
                    <a:pt x="4" y="6"/>
                    <a:pt x="5" y="3"/>
                    <a:pt x="7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1"/>
                    <a:pt x="11" y="2"/>
                    <a:pt x="1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Freeform 43"/>
            <p:cNvSpPr>
              <a:spLocks/>
            </p:cNvSpPr>
            <p:nvPr/>
          </p:nvSpPr>
          <p:spPr bwMode="auto">
            <a:xfrm>
              <a:off x="607" y="440"/>
              <a:ext cx="47" cy="51"/>
            </a:xfrm>
            <a:custGeom>
              <a:avLst/>
              <a:gdLst>
                <a:gd name="T0" fmla="*/ 11 w 12"/>
                <a:gd name="T1" fmla="*/ 4 h 13"/>
                <a:gd name="T2" fmla="*/ 8 w 12"/>
                <a:gd name="T3" fmla="*/ 7 h 13"/>
                <a:gd name="T4" fmla="*/ 6 w 12"/>
                <a:gd name="T5" fmla="*/ 10 h 13"/>
                <a:gd name="T6" fmla="*/ 6 w 12"/>
                <a:gd name="T7" fmla="*/ 10 h 13"/>
                <a:gd name="T8" fmla="*/ 1 w 12"/>
                <a:gd name="T9" fmla="*/ 9 h 13"/>
                <a:gd name="T10" fmla="*/ 7 w 12"/>
                <a:gd name="T11" fmla="*/ 2 h 13"/>
                <a:gd name="T12" fmla="*/ 7 w 12"/>
                <a:gd name="T13" fmla="*/ 1 h 13"/>
                <a:gd name="T14" fmla="*/ 10 w 12"/>
                <a:gd name="T15" fmla="*/ 1 h 13"/>
                <a:gd name="T16" fmla="*/ 11 w 12"/>
                <a:gd name="T1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3">
                  <a:moveTo>
                    <a:pt x="11" y="4"/>
                  </a:moveTo>
                  <a:cubicBezTo>
                    <a:pt x="10" y="5"/>
                    <a:pt x="9" y="6"/>
                    <a:pt x="8" y="7"/>
                  </a:cubicBezTo>
                  <a:cubicBezTo>
                    <a:pt x="7" y="8"/>
                    <a:pt x="6" y="9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13"/>
                    <a:pt x="0" y="11"/>
                    <a:pt x="1" y="9"/>
                  </a:cubicBezTo>
                  <a:cubicBezTo>
                    <a:pt x="3" y="6"/>
                    <a:pt x="5" y="4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8" y="1"/>
                    <a:pt x="9" y="0"/>
                    <a:pt x="10" y="1"/>
                  </a:cubicBezTo>
                  <a:cubicBezTo>
                    <a:pt x="11" y="1"/>
                    <a:pt x="12" y="3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Freeform 44"/>
            <p:cNvSpPr>
              <a:spLocks/>
            </p:cNvSpPr>
            <p:nvPr/>
          </p:nvSpPr>
          <p:spPr bwMode="auto">
            <a:xfrm>
              <a:off x="634" y="483"/>
              <a:ext cx="43" cy="47"/>
            </a:xfrm>
            <a:custGeom>
              <a:avLst/>
              <a:gdLst>
                <a:gd name="T0" fmla="*/ 10 w 11"/>
                <a:gd name="T1" fmla="*/ 3 h 12"/>
                <a:gd name="T2" fmla="*/ 5 w 11"/>
                <a:gd name="T3" fmla="*/ 10 h 12"/>
                <a:gd name="T4" fmla="*/ 2 w 11"/>
                <a:gd name="T5" fmla="*/ 7 h 12"/>
                <a:gd name="T6" fmla="*/ 6 w 11"/>
                <a:gd name="T7" fmla="*/ 1 h 12"/>
                <a:gd name="T8" fmla="*/ 9 w 11"/>
                <a:gd name="T9" fmla="*/ 0 h 12"/>
                <a:gd name="T10" fmla="*/ 10 w 11"/>
                <a:gd name="T11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2">
                  <a:moveTo>
                    <a:pt x="10" y="3"/>
                  </a:moveTo>
                  <a:cubicBezTo>
                    <a:pt x="8" y="5"/>
                    <a:pt x="7" y="8"/>
                    <a:pt x="5" y="10"/>
                  </a:cubicBezTo>
                  <a:cubicBezTo>
                    <a:pt x="4" y="12"/>
                    <a:pt x="0" y="10"/>
                    <a:pt x="2" y="7"/>
                  </a:cubicBezTo>
                  <a:cubicBezTo>
                    <a:pt x="3" y="5"/>
                    <a:pt x="5" y="3"/>
                    <a:pt x="6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0"/>
                    <a:pt x="11" y="2"/>
                    <a:pt x="1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Freeform 45"/>
            <p:cNvSpPr>
              <a:spLocks/>
            </p:cNvSpPr>
            <p:nvPr/>
          </p:nvSpPr>
          <p:spPr bwMode="auto">
            <a:xfrm>
              <a:off x="650" y="514"/>
              <a:ext cx="43" cy="51"/>
            </a:xfrm>
            <a:custGeom>
              <a:avLst/>
              <a:gdLst>
                <a:gd name="T0" fmla="*/ 10 w 11"/>
                <a:gd name="T1" fmla="*/ 4 h 13"/>
                <a:gd name="T2" fmla="*/ 6 w 11"/>
                <a:gd name="T3" fmla="*/ 9 h 13"/>
                <a:gd name="T4" fmla="*/ 6 w 11"/>
                <a:gd name="T5" fmla="*/ 10 h 13"/>
                <a:gd name="T6" fmla="*/ 1 w 11"/>
                <a:gd name="T7" fmla="*/ 8 h 13"/>
                <a:gd name="T8" fmla="*/ 6 w 11"/>
                <a:gd name="T9" fmla="*/ 1 h 13"/>
                <a:gd name="T10" fmla="*/ 9 w 11"/>
                <a:gd name="T11" fmla="*/ 0 h 13"/>
                <a:gd name="T12" fmla="*/ 10 w 11"/>
                <a:gd name="T1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3">
                  <a:moveTo>
                    <a:pt x="10" y="4"/>
                  </a:moveTo>
                  <a:cubicBezTo>
                    <a:pt x="8" y="5"/>
                    <a:pt x="7" y="7"/>
                    <a:pt x="6" y="9"/>
                  </a:cubicBezTo>
                  <a:cubicBezTo>
                    <a:pt x="6" y="9"/>
                    <a:pt x="6" y="10"/>
                    <a:pt x="6" y="10"/>
                  </a:cubicBezTo>
                  <a:cubicBezTo>
                    <a:pt x="4" y="13"/>
                    <a:pt x="0" y="11"/>
                    <a:pt x="1" y="8"/>
                  </a:cubicBezTo>
                  <a:cubicBezTo>
                    <a:pt x="3" y="6"/>
                    <a:pt x="4" y="3"/>
                    <a:pt x="6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1"/>
                    <a:pt x="11" y="2"/>
                    <a:pt x="1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Freeform 46"/>
            <p:cNvSpPr>
              <a:spLocks/>
            </p:cNvSpPr>
            <p:nvPr/>
          </p:nvSpPr>
          <p:spPr bwMode="auto">
            <a:xfrm>
              <a:off x="669" y="553"/>
              <a:ext cx="39" cy="47"/>
            </a:xfrm>
            <a:custGeom>
              <a:avLst/>
              <a:gdLst>
                <a:gd name="T0" fmla="*/ 9 w 10"/>
                <a:gd name="T1" fmla="*/ 4 h 12"/>
                <a:gd name="T2" fmla="*/ 5 w 10"/>
                <a:gd name="T3" fmla="*/ 9 h 12"/>
                <a:gd name="T4" fmla="*/ 1 w 10"/>
                <a:gd name="T5" fmla="*/ 7 h 12"/>
                <a:gd name="T6" fmla="*/ 5 w 10"/>
                <a:gd name="T7" fmla="*/ 1 h 12"/>
                <a:gd name="T8" fmla="*/ 8 w 10"/>
                <a:gd name="T9" fmla="*/ 1 h 12"/>
                <a:gd name="T10" fmla="*/ 9 w 10"/>
                <a:gd name="T1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2">
                  <a:moveTo>
                    <a:pt x="9" y="4"/>
                  </a:moveTo>
                  <a:cubicBezTo>
                    <a:pt x="7" y="6"/>
                    <a:pt x="6" y="7"/>
                    <a:pt x="5" y="9"/>
                  </a:cubicBezTo>
                  <a:cubicBezTo>
                    <a:pt x="3" y="12"/>
                    <a:pt x="0" y="9"/>
                    <a:pt x="1" y="7"/>
                  </a:cubicBezTo>
                  <a:cubicBezTo>
                    <a:pt x="2" y="5"/>
                    <a:pt x="4" y="3"/>
                    <a:pt x="5" y="1"/>
                  </a:cubicBezTo>
                  <a:cubicBezTo>
                    <a:pt x="6" y="1"/>
                    <a:pt x="7" y="0"/>
                    <a:pt x="8" y="1"/>
                  </a:cubicBezTo>
                  <a:cubicBezTo>
                    <a:pt x="9" y="1"/>
                    <a:pt x="10" y="3"/>
                    <a:pt x="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Freeform 47"/>
            <p:cNvSpPr>
              <a:spLocks/>
            </p:cNvSpPr>
            <p:nvPr/>
          </p:nvSpPr>
          <p:spPr bwMode="auto">
            <a:xfrm>
              <a:off x="689" y="592"/>
              <a:ext cx="31" cy="39"/>
            </a:xfrm>
            <a:custGeom>
              <a:avLst/>
              <a:gdLst>
                <a:gd name="T0" fmla="*/ 7 w 8"/>
                <a:gd name="T1" fmla="*/ 4 h 10"/>
                <a:gd name="T2" fmla="*/ 5 w 8"/>
                <a:gd name="T3" fmla="*/ 7 h 10"/>
                <a:gd name="T4" fmla="*/ 2 w 8"/>
                <a:gd name="T5" fmla="*/ 5 h 10"/>
                <a:gd name="T6" fmla="*/ 4 w 8"/>
                <a:gd name="T7" fmla="*/ 1 h 10"/>
                <a:gd name="T8" fmla="*/ 6 w 8"/>
                <a:gd name="T9" fmla="*/ 1 h 10"/>
                <a:gd name="T10" fmla="*/ 7 w 8"/>
                <a:gd name="T11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7" y="4"/>
                  </a:moveTo>
                  <a:cubicBezTo>
                    <a:pt x="7" y="5"/>
                    <a:pt x="6" y="6"/>
                    <a:pt x="5" y="7"/>
                  </a:cubicBezTo>
                  <a:cubicBezTo>
                    <a:pt x="4" y="10"/>
                    <a:pt x="0" y="7"/>
                    <a:pt x="2" y="5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4" y="0"/>
                    <a:pt x="5" y="0"/>
                    <a:pt x="6" y="1"/>
                  </a:cubicBezTo>
                  <a:cubicBezTo>
                    <a:pt x="7" y="1"/>
                    <a:pt x="8" y="3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Freeform 48"/>
            <p:cNvSpPr>
              <a:spLocks/>
            </p:cNvSpPr>
            <p:nvPr/>
          </p:nvSpPr>
          <p:spPr bwMode="auto">
            <a:xfrm>
              <a:off x="700" y="627"/>
              <a:ext cx="32" cy="27"/>
            </a:xfrm>
            <a:custGeom>
              <a:avLst/>
              <a:gdLst>
                <a:gd name="T0" fmla="*/ 7 w 8"/>
                <a:gd name="T1" fmla="*/ 3 h 7"/>
                <a:gd name="T2" fmla="*/ 5 w 8"/>
                <a:gd name="T3" fmla="*/ 5 h 7"/>
                <a:gd name="T4" fmla="*/ 2 w 8"/>
                <a:gd name="T5" fmla="*/ 3 h 7"/>
                <a:gd name="T6" fmla="*/ 4 w 8"/>
                <a:gd name="T7" fmla="*/ 1 h 7"/>
                <a:gd name="T8" fmla="*/ 6 w 8"/>
                <a:gd name="T9" fmla="*/ 0 h 7"/>
                <a:gd name="T10" fmla="*/ 7 w 8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7" y="3"/>
                  </a:moveTo>
                  <a:cubicBezTo>
                    <a:pt x="7" y="4"/>
                    <a:pt x="6" y="5"/>
                    <a:pt x="5" y="5"/>
                  </a:cubicBezTo>
                  <a:cubicBezTo>
                    <a:pt x="3" y="7"/>
                    <a:pt x="0" y="5"/>
                    <a:pt x="2" y="3"/>
                  </a:cubicBezTo>
                  <a:cubicBezTo>
                    <a:pt x="2" y="2"/>
                    <a:pt x="3" y="1"/>
                    <a:pt x="4" y="1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1"/>
                    <a:pt x="8" y="2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Freeform 49"/>
            <p:cNvSpPr>
              <a:spLocks/>
            </p:cNvSpPr>
            <p:nvPr/>
          </p:nvSpPr>
          <p:spPr bwMode="auto">
            <a:xfrm>
              <a:off x="720" y="923"/>
              <a:ext cx="59" cy="277"/>
            </a:xfrm>
            <a:custGeom>
              <a:avLst/>
              <a:gdLst>
                <a:gd name="T0" fmla="*/ 15 w 15"/>
                <a:gd name="T1" fmla="*/ 2 h 71"/>
                <a:gd name="T2" fmla="*/ 11 w 15"/>
                <a:gd name="T3" fmla="*/ 34 h 71"/>
                <a:gd name="T4" fmla="*/ 5 w 15"/>
                <a:gd name="T5" fmla="*/ 65 h 71"/>
                <a:gd name="T6" fmla="*/ 5 w 15"/>
                <a:gd name="T7" fmla="*/ 68 h 71"/>
                <a:gd name="T8" fmla="*/ 0 w 15"/>
                <a:gd name="T9" fmla="*/ 67 h 71"/>
                <a:gd name="T10" fmla="*/ 2 w 15"/>
                <a:gd name="T11" fmla="*/ 58 h 71"/>
                <a:gd name="T12" fmla="*/ 7 w 15"/>
                <a:gd name="T13" fmla="*/ 30 h 71"/>
                <a:gd name="T14" fmla="*/ 10 w 15"/>
                <a:gd name="T15" fmla="*/ 2 h 71"/>
                <a:gd name="T16" fmla="*/ 13 w 15"/>
                <a:gd name="T17" fmla="*/ 0 h 71"/>
                <a:gd name="T18" fmla="*/ 15 w 15"/>
                <a:gd name="T19" fmla="*/ 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71">
                  <a:moveTo>
                    <a:pt x="15" y="2"/>
                  </a:moveTo>
                  <a:cubicBezTo>
                    <a:pt x="15" y="13"/>
                    <a:pt x="13" y="24"/>
                    <a:pt x="11" y="34"/>
                  </a:cubicBezTo>
                  <a:cubicBezTo>
                    <a:pt x="10" y="45"/>
                    <a:pt x="8" y="55"/>
                    <a:pt x="5" y="65"/>
                  </a:cubicBezTo>
                  <a:cubicBezTo>
                    <a:pt x="5" y="66"/>
                    <a:pt x="5" y="67"/>
                    <a:pt x="5" y="68"/>
                  </a:cubicBezTo>
                  <a:cubicBezTo>
                    <a:pt x="4" y="71"/>
                    <a:pt x="0" y="70"/>
                    <a:pt x="0" y="67"/>
                  </a:cubicBezTo>
                  <a:cubicBezTo>
                    <a:pt x="1" y="64"/>
                    <a:pt x="2" y="61"/>
                    <a:pt x="2" y="58"/>
                  </a:cubicBezTo>
                  <a:cubicBezTo>
                    <a:pt x="4" y="49"/>
                    <a:pt x="6" y="39"/>
                    <a:pt x="7" y="30"/>
                  </a:cubicBezTo>
                  <a:cubicBezTo>
                    <a:pt x="9" y="21"/>
                    <a:pt x="10" y="11"/>
                    <a:pt x="10" y="2"/>
                  </a:cubicBezTo>
                  <a:cubicBezTo>
                    <a:pt x="10" y="0"/>
                    <a:pt x="12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8" name="Freeform 50"/>
            <p:cNvSpPr>
              <a:spLocks/>
            </p:cNvSpPr>
            <p:nvPr/>
          </p:nvSpPr>
          <p:spPr bwMode="auto">
            <a:xfrm>
              <a:off x="700" y="658"/>
              <a:ext cx="36" cy="32"/>
            </a:xfrm>
            <a:custGeom>
              <a:avLst/>
              <a:gdLst>
                <a:gd name="T0" fmla="*/ 8 w 9"/>
                <a:gd name="T1" fmla="*/ 4 h 8"/>
                <a:gd name="T2" fmla="*/ 5 w 9"/>
                <a:gd name="T3" fmla="*/ 6 h 8"/>
                <a:gd name="T4" fmla="*/ 2 w 9"/>
                <a:gd name="T5" fmla="*/ 3 h 8"/>
                <a:gd name="T6" fmla="*/ 5 w 9"/>
                <a:gd name="T7" fmla="*/ 1 h 8"/>
                <a:gd name="T8" fmla="*/ 7 w 9"/>
                <a:gd name="T9" fmla="*/ 1 h 8"/>
                <a:gd name="T10" fmla="*/ 8 w 9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8">
                  <a:moveTo>
                    <a:pt x="8" y="4"/>
                  </a:moveTo>
                  <a:cubicBezTo>
                    <a:pt x="7" y="5"/>
                    <a:pt x="6" y="6"/>
                    <a:pt x="5" y="6"/>
                  </a:cubicBezTo>
                  <a:cubicBezTo>
                    <a:pt x="3" y="8"/>
                    <a:pt x="0" y="4"/>
                    <a:pt x="2" y="3"/>
                  </a:cubicBezTo>
                  <a:cubicBezTo>
                    <a:pt x="3" y="2"/>
                    <a:pt x="4" y="2"/>
                    <a:pt x="5" y="1"/>
                  </a:cubicBezTo>
                  <a:cubicBezTo>
                    <a:pt x="6" y="0"/>
                    <a:pt x="7" y="0"/>
                    <a:pt x="7" y="1"/>
                  </a:cubicBezTo>
                  <a:cubicBezTo>
                    <a:pt x="9" y="1"/>
                    <a:pt x="9" y="3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9" name="Freeform 51"/>
            <p:cNvSpPr>
              <a:spLocks/>
            </p:cNvSpPr>
            <p:nvPr/>
          </p:nvSpPr>
          <p:spPr bwMode="auto">
            <a:xfrm>
              <a:off x="720" y="690"/>
              <a:ext cx="27" cy="27"/>
            </a:xfrm>
            <a:custGeom>
              <a:avLst/>
              <a:gdLst>
                <a:gd name="T0" fmla="*/ 3 w 7"/>
                <a:gd name="T1" fmla="*/ 6 h 7"/>
                <a:gd name="T2" fmla="*/ 4 w 7"/>
                <a:gd name="T3" fmla="*/ 2 h 7"/>
                <a:gd name="T4" fmla="*/ 3 w 7"/>
                <a:gd name="T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7">
                  <a:moveTo>
                    <a:pt x="3" y="6"/>
                  </a:moveTo>
                  <a:cubicBezTo>
                    <a:pt x="0" y="5"/>
                    <a:pt x="2" y="0"/>
                    <a:pt x="4" y="2"/>
                  </a:cubicBezTo>
                  <a:cubicBezTo>
                    <a:pt x="7" y="3"/>
                    <a:pt x="6" y="7"/>
                    <a:pt x="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Freeform 52"/>
            <p:cNvSpPr>
              <a:spLocks noEditPoints="1"/>
            </p:cNvSpPr>
            <p:nvPr/>
          </p:nvSpPr>
          <p:spPr bwMode="auto">
            <a:xfrm>
              <a:off x="716" y="728"/>
              <a:ext cx="39" cy="28"/>
            </a:xfrm>
            <a:custGeom>
              <a:avLst/>
              <a:gdLst>
                <a:gd name="T0" fmla="*/ 8 w 10"/>
                <a:gd name="T1" fmla="*/ 5 h 7"/>
                <a:gd name="T2" fmla="*/ 8 w 10"/>
                <a:gd name="T3" fmla="*/ 0 h 7"/>
                <a:gd name="T4" fmla="*/ 7 w 10"/>
                <a:gd name="T5" fmla="*/ 0 h 7"/>
                <a:gd name="T6" fmla="*/ 3 w 10"/>
                <a:gd name="T7" fmla="*/ 2 h 7"/>
                <a:gd name="T8" fmla="*/ 6 w 10"/>
                <a:gd name="T9" fmla="*/ 6 h 7"/>
                <a:gd name="T10" fmla="*/ 5 w 10"/>
                <a:gd name="T11" fmla="*/ 6 h 7"/>
                <a:gd name="T12" fmla="*/ 8 w 10"/>
                <a:gd name="T13" fmla="*/ 5 h 7"/>
                <a:gd name="T14" fmla="*/ 8 w 10"/>
                <a:gd name="T15" fmla="*/ 5 h 7"/>
                <a:gd name="T16" fmla="*/ 8 w 10"/>
                <a:gd name="T17" fmla="*/ 5 h 7"/>
                <a:gd name="T18" fmla="*/ 8 w 10"/>
                <a:gd name="T19" fmla="*/ 5 h 7"/>
                <a:gd name="T20" fmla="*/ 8 w 10"/>
                <a:gd name="T21" fmla="*/ 5 h 7"/>
                <a:gd name="T22" fmla="*/ 7 w 10"/>
                <a:gd name="T23" fmla="*/ 5 h 7"/>
                <a:gd name="T24" fmla="*/ 7 w 10"/>
                <a:gd name="T25" fmla="*/ 5 h 7"/>
                <a:gd name="T26" fmla="*/ 7 w 10"/>
                <a:gd name="T27" fmla="*/ 5 h 7"/>
                <a:gd name="T28" fmla="*/ 8 w 10"/>
                <a:gd name="T29" fmla="*/ 5 h 7"/>
                <a:gd name="T30" fmla="*/ 8 w 10"/>
                <a:gd name="T31" fmla="*/ 5 h 7"/>
                <a:gd name="T32" fmla="*/ 8 w 10"/>
                <a:gd name="T33" fmla="*/ 5 h 7"/>
                <a:gd name="T34" fmla="*/ 8 w 10"/>
                <a:gd name="T3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7">
                  <a:moveTo>
                    <a:pt x="8" y="5"/>
                  </a:moveTo>
                  <a:cubicBezTo>
                    <a:pt x="10" y="4"/>
                    <a:pt x="10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5" y="1"/>
                    <a:pt x="4" y="1"/>
                    <a:pt x="3" y="2"/>
                  </a:cubicBezTo>
                  <a:cubicBezTo>
                    <a:pt x="0" y="4"/>
                    <a:pt x="3" y="7"/>
                    <a:pt x="6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moveTo>
                    <a:pt x="7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1" name="Freeform 53"/>
            <p:cNvSpPr>
              <a:spLocks noEditPoints="1"/>
            </p:cNvSpPr>
            <p:nvPr/>
          </p:nvSpPr>
          <p:spPr bwMode="auto">
            <a:xfrm>
              <a:off x="724" y="764"/>
              <a:ext cx="39" cy="31"/>
            </a:xfrm>
            <a:custGeom>
              <a:avLst/>
              <a:gdLst>
                <a:gd name="T0" fmla="*/ 8 w 10"/>
                <a:gd name="T1" fmla="*/ 4 h 8"/>
                <a:gd name="T2" fmla="*/ 8 w 10"/>
                <a:gd name="T3" fmla="*/ 0 h 8"/>
                <a:gd name="T4" fmla="*/ 6 w 10"/>
                <a:gd name="T5" fmla="*/ 0 h 8"/>
                <a:gd name="T6" fmla="*/ 2 w 10"/>
                <a:gd name="T7" fmla="*/ 3 h 8"/>
                <a:gd name="T8" fmla="*/ 5 w 10"/>
                <a:gd name="T9" fmla="*/ 6 h 8"/>
                <a:gd name="T10" fmla="*/ 5 w 10"/>
                <a:gd name="T11" fmla="*/ 6 h 8"/>
                <a:gd name="T12" fmla="*/ 8 w 10"/>
                <a:gd name="T13" fmla="*/ 4 h 8"/>
                <a:gd name="T14" fmla="*/ 6 w 10"/>
                <a:gd name="T15" fmla="*/ 6 h 8"/>
                <a:gd name="T16" fmla="*/ 6 w 10"/>
                <a:gd name="T17" fmla="*/ 6 h 8"/>
                <a:gd name="T18" fmla="*/ 6 w 10"/>
                <a:gd name="T1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8">
                  <a:moveTo>
                    <a:pt x="8" y="4"/>
                  </a:moveTo>
                  <a:cubicBezTo>
                    <a:pt x="10" y="3"/>
                    <a:pt x="9" y="1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5" y="1"/>
                    <a:pt x="3" y="2"/>
                    <a:pt x="2" y="3"/>
                  </a:cubicBezTo>
                  <a:cubicBezTo>
                    <a:pt x="0" y="4"/>
                    <a:pt x="3" y="8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5"/>
                    <a:pt x="8" y="4"/>
                  </a:cubicBezTo>
                  <a:moveTo>
                    <a:pt x="6" y="6"/>
                  </a:move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2" name="Freeform 54"/>
            <p:cNvSpPr>
              <a:spLocks/>
            </p:cNvSpPr>
            <p:nvPr/>
          </p:nvSpPr>
          <p:spPr bwMode="auto">
            <a:xfrm>
              <a:off x="728" y="799"/>
              <a:ext cx="43" cy="31"/>
            </a:xfrm>
            <a:custGeom>
              <a:avLst/>
              <a:gdLst>
                <a:gd name="T0" fmla="*/ 9 w 11"/>
                <a:gd name="T1" fmla="*/ 4 h 8"/>
                <a:gd name="T2" fmla="*/ 5 w 11"/>
                <a:gd name="T3" fmla="*/ 6 h 8"/>
                <a:gd name="T4" fmla="*/ 3 w 11"/>
                <a:gd name="T5" fmla="*/ 2 h 8"/>
                <a:gd name="T6" fmla="*/ 7 w 11"/>
                <a:gd name="T7" fmla="*/ 0 h 8"/>
                <a:gd name="T8" fmla="*/ 8 w 11"/>
                <a:gd name="T9" fmla="*/ 0 h 8"/>
                <a:gd name="T10" fmla="*/ 9 w 11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8">
                  <a:moveTo>
                    <a:pt x="9" y="4"/>
                  </a:moveTo>
                  <a:cubicBezTo>
                    <a:pt x="7" y="5"/>
                    <a:pt x="6" y="5"/>
                    <a:pt x="5" y="6"/>
                  </a:cubicBezTo>
                  <a:cubicBezTo>
                    <a:pt x="2" y="8"/>
                    <a:pt x="0" y="4"/>
                    <a:pt x="3" y="2"/>
                  </a:cubicBezTo>
                  <a:cubicBezTo>
                    <a:pt x="4" y="1"/>
                    <a:pt x="5" y="1"/>
                    <a:pt x="7" y="0"/>
                  </a:cubicBezTo>
                  <a:cubicBezTo>
                    <a:pt x="7" y="0"/>
                    <a:pt x="8" y="0"/>
                    <a:pt x="8" y="0"/>
                  </a:cubicBezTo>
                  <a:cubicBezTo>
                    <a:pt x="10" y="0"/>
                    <a:pt x="11" y="3"/>
                    <a:pt x="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Freeform 55"/>
            <p:cNvSpPr>
              <a:spLocks/>
            </p:cNvSpPr>
            <p:nvPr/>
          </p:nvSpPr>
          <p:spPr bwMode="auto">
            <a:xfrm>
              <a:off x="747" y="838"/>
              <a:ext cx="28" cy="23"/>
            </a:xfrm>
            <a:custGeom>
              <a:avLst/>
              <a:gdLst>
                <a:gd name="T0" fmla="*/ 3 w 7"/>
                <a:gd name="T1" fmla="*/ 5 h 6"/>
                <a:gd name="T2" fmla="*/ 5 w 7"/>
                <a:gd name="T3" fmla="*/ 1 h 6"/>
                <a:gd name="T4" fmla="*/ 3 w 7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6">
                  <a:moveTo>
                    <a:pt x="3" y="5"/>
                  </a:moveTo>
                  <a:cubicBezTo>
                    <a:pt x="0" y="4"/>
                    <a:pt x="2" y="0"/>
                    <a:pt x="5" y="1"/>
                  </a:cubicBezTo>
                  <a:cubicBezTo>
                    <a:pt x="7" y="2"/>
                    <a:pt x="6" y="6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4" name="Freeform 56"/>
            <p:cNvSpPr>
              <a:spLocks/>
            </p:cNvSpPr>
            <p:nvPr/>
          </p:nvSpPr>
          <p:spPr bwMode="auto">
            <a:xfrm>
              <a:off x="744" y="869"/>
              <a:ext cx="31" cy="27"/>
            </a:xfrm>
            <a:custGeom>
              <a:avLst/>
              <a:gdLst>
                <a:gd name="T0" fmla="*/ 6 w 8"/>
                <a:gd name="T1" fmla="*/ 4 h 7"/>
                <a:gd name="T2" fmla="*/ 4 w 8"/>
                <a:gd name="T3" fmla="*/ 5 h 7"/>
                <a:gd name="T4" fmla="*/ 2 w 8"/>
                <a:gd name="T5" fmla="*/ 1 h 7"/>
                <a:gd name="T6" fmla="*/ 5 w 8"/>
                <a:gd name="T7" fmla="*/ 0 h 7"/>
                <a:gd name="T8" fmla="*/ 6 w 8"/>
                <a:gd name="T9" fmla="*/ 0 h 7"/>
                <a:gd name="T10" fmla="*/ 6 w 8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6" y="4"/>
                  </a:moveTo>
                  <a:cubicBezTo>
                    <a:pt x="6" y="4"/>
                    <a:pt x="5" y="5"/>
                    <a:pt x="4" y="5"/>
                  </a:cubicBezTo>
                  <a:cubicBezTo>
                    <a:pt x="2" y="7"/>
                    <a:pt x="0" y="3"/>
                    <a:pt x="2" y="1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8" y="0"/>
                    <a:pt x="8" y="3"/>
                    <a:pt x="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745" name="Group 49"/>
          <p:cNvGrpSpPr>
            <a:grpSpLocks/>
          </p:cNvGrpSpPr>
          <p:nvPr/>
        </p:nvGrpSpPr>
        <p:grpSpPr bwMode="auto">
          <a:xfrm rot="7805852">
            <a:off x="5774531" y="3469482"/>
            <a:ext cx="1230313" cy="1892300"/>
            <a:chOff x="0" y="0"/>
            <a:chExt cx="775" cy="1192"/>
          </a:xfrm>
        </p:grpSpPr>
        <p:sp>
          <p:nvSpPr>
            <p:cNvPr id="29746" name="AutoShape 20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775" cy="1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7" name="Freeform 22"/>
            <p:cNvSpPr>
              <a:spLocks noEditPoints="1"/>
            </p:cNvSpPr>
            <p:nvPr/>
          </p:nvSpPr>
          <p:spPr bwMode="auto">
            <a:xfrm>
              <a:off x="23" y="66"/>
              <a:ext cx="744" cy="1134"/>
            </a:xfrm>
            <a:custGeom>
              <a:avLst/>
              <a:gdLst>
                <a:gd name="T0" fmla="*/ 100 w 190"/>
                <a:gd name="T1" fmla="*/ 0 h 291"/>
                <a:gd name="T2" fmla="*/ 95 w 190"/>
                <a:gd name="T3" fmla="*/ 4 h 291"/>
                <a:gd name="T4" fmla="*/ 66 w 190"/>
                <a:gd name="T5" fmla="*/ 12 h 291"/>
                <a:gd name="T6" fmla="*/ 38 w 190"/>
                <a:gd name="T7" fmla="*/ 20 h 291"/>
                <a:gd name="T8" fmla="*/ 1 w 190"/>
                <a:gd name="T9" fmla="*/ 34 h 291"/>
                <a:gd name="T10" fmla="*/ 38 w 190"/>
                <a:gd name="T11" fmla="*/ 103 h 291"/>
                <a:gd name="T12" fmla="*/ 43 w 190"/>
                <a:gd name="T13" fmla="*/ 132 h 291"/>
                <a:gd name="T14" fmla="*/ 72 w 190"/>
                <a:gd name="T15" fmla="*/ 70 h 291"/>
                <a:gd name="T16" fmla="*/ 86 w 190"/>
                <a:gd name="T17" fmla="*/ 81 h 291"/>
                <a:gd name="T18" fmla="*/ 161 w 190"/>
                <a:gd name="T19" fmla="*/ 204 h 291"/>
                <a:gd name="T20" fmla="*/ 182 w 190"/>
                <a:gd name="T21" fmla="*/ 287 h 291"/>
                <a:gd name="T22" fmla="*/ 182 w 190"/>
                <a:gd name="T23" fmla="*/ 284 h 291"/>
                <a:gd name="T24" fmla="*/ 180 w 190"/>
                <a:gd name="T25" fmla="*/ 162 h 291"/>
                <a:gd name="T26" fmla="*/ 86 w 190"/>
                <a:gd name="T27" fmla="*/ 39 h 291"/>
                <a:gd name="T28" fmla="*/ 101 w 190"/>
                <a:gd name="T29" fmla="*/ 4 h 291"/>
                <a:gd name="T30" fmla="*/ 88 w 190"/>
                <a:gd name="T31" fmla="*/ 45 h 291"/>
                <a:gd name="T32" fmla="*/ 152 w 190"/>
                <a:gd name="T33" fmla="*/ 111 h 291"/>
                <a:gd name="T34" fmla="*/ 185 w 190"/>
                <a:gd name="T35" fmla="*/ 226 h 291"/>
                <a:gd name="T36" fmla="*/ 185 w 190"/>
                <a:gd name="T37" fmla="*/ 226 h 291"/>
                <a:gd name="T38" fmla="*/ 185 w 190"/>
                <a:gd name="T39" fmla="*/ 226 h 291"/>
                <a:gd name="T40" fmla="*/ 180 w 190"/>
                <a:gd name="T41" fmla="*/ 275 h 291"/>
                <a:gd name="T42" fmla="*/ 135 w 190"/>
                <a:gd name="T43" fmla="*/ 134 h 291"/>
                <a:gd name="T44" fmla="*/ 71 w 190"/>
                <a:gd name="T45" fmla="*/ 65 h 291"/>
                <a:gd name="T46" fmla="*/ 47 w 190"/>
                <a:gd name="T47" fmla="*/ 122 h 291"/>
                <a:gd name="T48" fmla="*/ 29 w 190"/>
                <a:gd name="T49" fmla="*/ 28 h 291"/>
                <a:gd name="T50" fmla="*/ 51 w 190"/>
                <a:gd name="T51" fmla="*/ 21 h 291"/>
                <a:gd name="T52" fmla="*/ 93 w 190"/>
                <a:gd name="T53" fmla="*/ 9 h 291"/>
                <a:gd name="T54" fmla="*/ 82 w 190"/>
                <a:gd name="T55" fmla="*/ 42 h 291"/>
                <a:gd name="T56" fmla="*/ 86 w 190"/>
                <a:gd name="T57" fmla="*/ 81 h 291"/>
                <a:gd name="T58" fmla="*/ 17 w 190"/>
                <a:gd name="T59" fmla="*/ 58 h 291"/>
                <a:gd name="T60" fmla="*/ 17 w 190"/>
                <a:gd name="T61" fmla="*/ 58 h 291"/>
                <a:gd name="T62" fmla="*/ 128 w 190"/>
                <a:gd name="T63" fmla="*/ 129 h 291"/>
                <a:gd name="T64" fmla="*/ 128 w 190"/>
                <a:gd name="T65" fmla="*/ 129 h 291"/>
                <a:gd name="T66" fmla="*/ 128 w 190"/>
                <a:gd name="T67" fmla="*/ 129 h 291"/>
                <a:gd name="T68" fmla="*/ 38 w 190"/>
                <a:gd name="T69" fmla="*/ 103 h 291"/>
                <a:gd name="T70" fmla="*/ 43 w 190"/>
                <a:gd name="T71" fmla="*/ 131 h 291"/>
                <a:gd name="T72" fmla="*/ 43 w 190"/>
                <a:gd name="T73" fmla="*/ 131 h 291"/>
                <a:gd name="T74" fmla="*/ 161 w 190"/>
                <a:gd name="T75" fmla="*/ 205 h 291"/>
                <a:gd name="T76" fmla="*/ 185 w 190"/>
                <a:gd name="T77" fmla="*/ 226 h 291"/>
                <a:gd name="T78" fmla="*/ 185 w 190"/>
                <a:gd name="T79" fmla="*/ 226 h 291"/>
                <a:gd name="T80" fmla="*/ 51 w 190"/>
                <a:gd name="T81" fmla="*/ 21 h 291"/>
                <a:gd name="T82" fmla="*/ 51 w 190"/>
                <a:gd name="T83" fmla="*/ 2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0" h="291">
                  <a:moveTo>
                    <a:pt x="101" y="4"/>
                  </a:moveTo>
                  <a:cubicBezTo>
                    <a:pt x="102" y="2"/>
                    <a:pt x="101" y="1"/>
                    <a:pt x="100" y="0"/>
                  </a:cubicBezTo>
                  <a:cubicBezTo>
                    <a:pt x="100" y="0"/>
                    <a:pt x="99" y="0"/>
                    <a:pt x="98" y="1"/>
                  </a:cubicBezTo>
                  <a:cubicBezTo>
                    <a:pt x="97" y="2"/>
                    <a:pt x="96" y="3"/>
                    <a:pt x="95" y="4"/>
                  </a:cubicBezTo>
                  <a:cubicBezTo>
                    <a:pt x="92" y="5"/>
                    <a:pt x="89" y="6"/>
                    <a:pt x="86" y="7"/>
                  </a:cubicBezTo>
                  <a:cubicBezTo>
                    <a:pt x="79" y="9"/>
                    <a:pt x="72" y="10"/>
                    <a:pt x="66" y="12"/>
                  </a:cubicBezTo>
                  <a:cubicBezTo>
                    <a:pt x="56" y="15"/>
                    <a:pt x="47" y="18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26" y="24"/>
                    <a:pt x="14" y="27"/>
                    <a:pt x="2" y="31"/>
                  </a:cubicBezTo>
                  <a:cubicBezTo>
                    <a:pt x="0" y="31"/>
                    <a:pt x="0" y="33"/>
                    <a:pt x="1" y="34"/>
                  </a:cubicBezTo>
                  <a:cubicBezTo>
                    <a:pt x="7" y="42"/>
                    <a:pt x="12" y="50"/>
                    <a:pt x="17" y="58"/>
                  </a:cubicBezTo>
                  <a:cubicBezTo>
                    <a:pt x="26" y="72"/>
                    <a:pt x="34" y="87"/>
                    <a:pt x="38" y="103"/>
                  </a:cubicBezTo>
                  <a:cubicBezTo>
                    <a:pt x="41" y="112"/>
                    <a:pt x="43" y="121"/>
                    <a:pt x="43" y="131"/>
                  </a:cubicBezTo>
                  <a:cubicBezTo>
                    <a:pt x="43" y="131"/>
                    <a:pt x="43" y="132"/>
                    <a:pt x="43" y="132"/>
                  </a:cubicBezTo>
                  <a:cubicBezTo>
                    <a:pt x="44" y="134"/>
                    <a:pt x="47" y="135"/>
                    <a:pt x="48" y="133"/>
                  </a:cubicBezTo>
                  <a:cubicBezTo>
                    <a:pt x="56" y="112"/>
                    <a:pt x="64" y="91"/>
                    <a:pt x="72" y="70"/>
                  </a:cubicBezTo>
                  <a:cubicBezTo>
                    <a:pt x="72" y="70"/>
                    <a:pt x="73" y="70"/>
                    <a:pt x="73" y="70"/>
                  </a:cubicBezTo>
                  <a:cubicBezTo>
                    <a:pt x="78" y="73"/>
                    <a:pt x="82" y="77"/>
                    <a:pt x="86" y="81"/>
                  </a:cubicBezTo>
                  <a:cubicBezTo>
                    <a:pt x="102" y="96"/>
                    <a:pt x="116" y="111"/>
                    <a:pt x="128" y="129"/>
                  </a:cubicBezTo>
                  <a:cubicBezTo>
                    <a:pt x="142" y="153"/>
                    <a:pt x="153" y="178"/>
                    <a:pt x="161" y="204"/>
                  </a:cubicBezTo>
                  <a:cubicBezTo>
                    <a:pt x="169" y="231"/>
                    <a:pt x="174" y="260"/>
                    <a:pt x="177" y="288"/>
                  </a:cubicBezTo>
                  <a:cubicBezTo>
                    <a:pt x="178" y="291"/>
                    <a:pt x="182" y="290"/>
                    <a:pt x="182" y="287"/>
                  </a:cubicBezTo>
                  <a:cubicBezTo>
                    <a:pt x="182" y="286"/>
                    <a:pt x="182" y="286"/>
                    <a:pt x="182" y="285"/>
                  </a:cubicBezTo>
                  <a:cubicBezTo>
                    <a:pt x="182" y="285"/>
                    <a:pt x="182" y="285"/>
                    <a:pt x="182" y="284"/>
                  </a:cubicBezTo>
                  <a:cubicBezTo>
                    <a:pt x="190" y="262"/>
                    <a:pt x="190" y="237"/>
                    <a:pt x="188" y="214"/>
                  </a:cubicBezTo>
                  <a:cubicBezTo>
                    <a:pt x="187" y="196"/>
                    <a:pt x="185" y="179"/>
                    <a:pt x="180" y="162"/>
                  </a:cubicBezTo>
                  <a:cubicBezTo>
                    <a:pt x="175" y="145"/>
                    <a:pt x="168" y="129"/>
                    <a:pt x="159" y="114"/>
                  </a:cubicBezTo>
                  <a:cubicBezTo>
                    <a:pt x="142" y="84"/>
                    <a:pt x="118" y="54"/>
                    <a:pt x="86" y="39"/>
                  </a:cubicBezTo>
                  <a:cubicBezTo>
                    <a:pt x="89" y="29"/>
                    <a:pt x="93" y="19"/>
                    <a:pt x="98" y="10"/>
                  </a:cubicBezTo>
                  <a:cubicBezTo>
                    <a:pt x="99" y="8"/>
                    <a:pt x="100" y="6"/>
                    <a:pt x="101" y="4"/>
                  </a:cubicBezTo>
                  <a:moveTo>
                    <a:pt x="82" y="42"/>
                  </a:moveTo>
                  <a:cubicBezTo>
                    <a:pt x="84" y="43"/>
                    <a:pt x="86" y="44"/>
                    <a:pt x="88" y="45"/>
                  </a:cubicBezTo>
                  <a:cubicBezTo>
                    <a:pt x="98" y="51"/>
                    <a:pt x="107" y="57"/>
                    <a:pt x="115" y="65"/>
                  </a:cubicBezTo>
                  <a:cubicBezTo>
                    <a:pt x="130" y="79"/>
                    <a:pt x="142" y="94"/>
                    <a:pt x="152" y="111"/>
                  </a:cubicBezTo>
                  <a:cubicBezTo>
                    <a:pt x="162" y="126"/>
                    <a:pt x="169" y="143"/>
                    <a:pt x="175" y="160"/>
                  </a:cubicBezTo>
                  <a:cubicBezTo>
                    <a:pt x="181" y="181"/>
                    <a:pt x="184" y="204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7"/>
                  </a:cubicBezTo>
                  <a:cubicBezTo>
                    <a:pt x="185" y="227"/>
                    <a:pt x="185" y="226"/>
                    <a:pt x="185" y="226"/>
                  </a:cubicBezTo>
                  <a:cubicBezTo>
                    <a:pt x="185" y="241"/>
                    <a:pt x="185" y="256"/>
                    <a:pt x="181" y="270"/>
                  </a:cubicBezTo>
                  <a:cubicBezTo>
                    <a:pt x="181" y="272"/>
                    <a:pt x="181" y="273"/>
                    <a:pt x="180" y="275"/>
                  </a:cubicBezTo>
                  <a:cubicBezTo>
                    <a:pt x="178" y="262"/>
                    <a:pt x="176" y="249"/>
                    <a:pt x="174" y="236"/>
                  </a:cubicBezTo>
                  <a:cubicBezTo>
                    <a:pt x="166" y="200"/>
                    <a:pt x="154" y="165"/>
                    <a:pt x="135" y="134"/>
                  </a:cubicBezTo>
                  <a:cubicBezTo>
                    <a:pt x="127" y="118"/>
                    <a:pt x="116" y="105"/>
                    <a:pt x="104" y="92"/>
                  </a:cubicBezTo>
                  <a:cubicBezTo>
                    <a:pt x="94" y="83"/>
                    <a:pt x="84" y="70"/>
                    <a:pt x="71" y="65"/>
                  </a:cubicBezTo>
                  <a:cubicBezTo>
                    <a:pt x="70" y="64"/>
                    <a:pt x="69" y="65"/>
                    <a:pt x="69" y="66"/>
                  </a:cubicBezTo>
                  <a:cubicBezTo>
                    <a:pt x="61" y="85"/>
                    <a:pt x="54" y="104"/>
                    <a:pt x="47" y="122"/>
                  </a:cubicBezTo>
                  <a:cubicBezTo>
                    <a:pt x="43" y="90"/>
                    <a:pt x="25" y="60"/>
                    <a:pt x="6" y="34"/>
                  </a:cubicBezTo>
                  <a:cubicBezTo>
                    <a:pt x="14" y="32"/>
                    <a:pt x="21" y="30"/>
                    <a:pt x="29" y="28"/>
                  </a:cubicBezTo>
                  <a:cubicBezTo>
                    <a:pt x="36" y="26"/>
                    <a:pt x="44" y="23"/>
                    <a:pt x="51" y="21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60" y="18"/>
                    <a:pt x="70" y="16"/>
                    <a:pt x="79" y="14"/>
                  </a:cubicBezTo>
                  <a:cubicBezTo>
                    <a:pt x="84" y="13"/>
                    <a:pt x="89" y="11"/>
                    <a:pt x="93" y="9"/>
                  </a:cubicBezTo>
                  <a:cubicBezTo>
                    <a:pt x="88" y="19"/>
                    <a:pt x="85" y="29"/>
                    <a:pt x="81" y="39"/>
                  </a:cubicBezTo>
                  <a:cubicBezTo>
                    <a:pt x="81" y="40"/>
                    <a:pt x="81" y="42"/>
                    <a:pt x="82" y="42"/>
                  </a:cubicBezTo>
                  <a:moveTo>
                    <a:pt x="86" y="80"/>
                  </a:moveTo>
                  <a:cubicBezTo>
                    <a:pt x="86" y="80"/>
                    <a:pt x="86" y="81"/>
                    <a:pt x="86" y="81"/>
                  </a:cubicBezTo>
                  <a:cubicBezTo>
                    <a:pt x="86" y="81"/>
                    <a:pt x="86" y="80"/>
                    <a:pt x="86" y="80"/>
                  </a:cubicBezTo>
                  <a:moveTo>
                    <a:pt x="17" y="58"/>
                  </a:moveTo>
                  <a:cubicBezTo>
                    <a:pt x="17" y="58"/>
                    <a:pt x="17" y="58"/>
                    <a:pt x="17" y="58"/>
                  </a:cubicBezTo>
                  <a:cubicBezTo>
                    <a:pt x="17" y="58"/>
                    <a:pt x="17" y="58"/>
                    <a:pt x="17" y="58"/>
                  </a:cubicBezTo>
                  <a:moveTo>
                    <a:pt x="127" y="129"/>
                  </a:moveTo>
                  <a:cubicBezTo>
                    <a:pt x="127" y="129"/>
                    <a:pt x="128" y="129"/>
                    <a:pt x="128" y="129"/>
                  </a:cubicBezTo>
                  <a:cubicBezTo>
                    <a:pt x="128" y="129"/>
                    <a:pt x="127" y="129"/>
                    <a:pt x="127" y="129"/>
                  </a:cubicBezTo>
                  <a:moveTo>
                    <a:pt x="128" y="129"/>
                  </a:moveTo>
                  <a:cubicBezTo>
                    <a:pt x="128" y="129"/>
                    <a:pt x="128" y="129"/>
                    <a:pt x="128" y="130"/>
                  </a:cubicBezTo>
                  <a:cubicBezTo>
                    <a:pt x="128" y="129"/>
                    <a:pt x="128" y="129"/>
                    <a:pt x="128" y="129"/>
                  </a:cubicBezTo>
                  <a:moveTo>
                    <a:pt x="38" y="103"/>
                  </a:moveTo>
                  <a:cubicBezTo>
                    <a:pt x="38" y="103"/>
                    <a:pt x="38" y="103"/>
                    <a:pt x="38" y="103"/>
                  </a:cubicBezTo>
                  <a:cubicBezTo>
                    <a:pt x="38" y="103"/>
                    <a:pt x="38" y="103"/>
                    <a:pt x="38" y="103"/>
                  </a:cubicBezTo>
                  <a:moveTo>
                    <a:pt x="43" y="131"/>
                  </a:moveTo>
                  <a:cubicBezTo>
                    <a:pt x="43" y="131"/>
                    <a:pt x="43" y="131"/>
                    <a:pt x="43" y="131"/>
                  </a:cubicBezTo>
                  <a:cubicBezTo>
                    <a:pt x="43" y="131"/>
                    <a:pt x="43" y="131"/>
                    <a:pt x="43" y="131"/>
                  </a:cubicBezTo>
                  <a:moveTo>
                    <a:pt x="161" y="204"/>
                  </a:moveTo>
                  <a:cubicBezTo>
                    <a:pt x="161" y="205"/>
                    <a:pt x="161" y="205"/>
                    <a:pt x="161" y="205"/>
                  </a:cubicBezTo>
                  <a:cubicBezTo>
                    <a:pt x="161" y="205"/>
                    <a:pt x="161" y="205"/>
                    <a:pt x="161" y="204"/>
                  </a:cubicBezTo>
                  <a:moveTo>
                    <a:pt x="185" y="226"/>
                  </a:move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moveTo>
                    <a:pt x="51" y="21"/>
                  </a:moveTo>
                  <a:cubicBezTo>
                    <a:pt x="51" y="21"/>
                    <a:pt x="52" y="21"/>
                    <a:pt x="52" y="21"/>
                  </a:cubicBezTo>
                  <a:cubicBezTo>
                    <a:pt x="52" y="21"/>
                    <a:pt x="51" y="21"/>
                    <a:pt x="51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Freeform 23"/>
            <p:cNvSpPr>
              <a:spLocks noEditPoints="1"/>
            </p:cNvSpPr>
            <p:nvPr/>
          </p:nvSpPr>
          <p:spPr bwMode="auto">
            <a:xfrm>
              <a:off x="356" y="152"/>
              <a:ext cx="427" cy="872"/>
            </a:xfrm>
            <a:custGeom>
              <a:avLst/>
              <a:gdLst>
                <a:gd name="T0" fmla="*/ 4 w 109"/>
                <a:gd name="T1" fmla="*/ 1 h 224"/>
                <a:gd name="T2" fmla="*/ 4 w 109"/>
                <a:gd name="T3" fmla="*/ 1 h 224"/>
                <a:gd name="T4" fmla="*/ 2 w 109"/>
                <a:gd name="T5" fmla="*/ 5 h 224"/>
                <a:gd name="T6" fmla="*/ 7 w 109"/>
                <a:gd name="T7" fmla="*/ 7 h 224"/>
                <a:gd name="T8" fmla="*/ 33 w 109"/>
                <a:gd name="T9" fmla="*/ 27 h 224"/>
                <a:gd name="T10" fmla="*/ 70 w 109"/>
                <a:gd name="T11" fmla="*/ 73 h 224"/>
                <a:gd name="T12" fmla="*/ 90 w 109"/>
                <a:gd name="T13" fmla="*/ 117 h 224"/>
                <a:gd name="T14" fmla="*/ 104 w 109"/>
                <a:gd name="T15" fmla="*/ 195 h 224"/>
                <a:gd name="T16" fmla="*/ 102 w 109"/>
                <a:gd name="T17" fmla="*/ 221 h 224"/>
                <a:gd name="T18" fmla="*/ 106 w 109"/>
                <a:gd name="T19" fmla="*/ 221 h 224"/>
                <a:gd name="T20" fmla="*/ 107 w 109"/>
                <a:gd name="T21" fmla="*/ 180 h 224"/>
                <a:gd name="T22" fmla="*/ 77 w 109"/>
                <a:gd name="T23" fmla="*/ 77 h 224"/>
                <a:gd name="T24" fmla="*/ 46 w 109"/>
                <a:gd name="T25" fmla="*/ 34 h 224"/>
                <a:gd name="T26" fmla="*/ 4 w 109"/>
                <a:gd name="T27" fmla="*/ 1 h 224"/>
                <a:gd name="T28" fmla="*/ 33 w 109"/>
                <a:gd name="T29" fmla="*/ 27 h 224"/>
                <a:gd name="T30" fmla="*/ 33 w 109"/>
                <a:gd name="T31" fmla="*/ 27 h 224"/>
                <a:gd name="T32" fmla="*/ 33 w 109"/>
                <a:gd name="T33" fmla="*/ 27 h 224"/>
                <a:gd name="T34" fmla="*/ 90 w 109"/>
                <a:gd name="T35" fmla="*/ 117 h 224"/>
                <a:gd name="T36" fmla="*/ 90 w 109"/>
                <a:gd name="T37" fmla="*/ 118 h 224"/>
                <a:gd name="T38" fmla="*/ 90 w 109"/>
                <a:gd name="T39" fmla="*/ 117 h 224"/>
                <a:gd name="T40" fmla="*/ 104 w 109"/>
                <a:gd name="T41" fmla="*/ 195 h 224"/>
                <a:gd name="T42" fmla="*/ 104 w 109"/>
                <a:gd name="T43" fmla="*/ 195 h 224"/>
                <a:gd name="T44" fmla="*/ 104 w 109"/>
                <a:gd name="T45" fmla="*/ 195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9" h="224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1" y="0"/>
                    <a:pt x="0" y="4"/>
                    <a:pt x="2" y="5"/>
                  </a:cubicBezTo>
                  <a:cubicBezTo>
                    <a:pt x="4" y="6"/>
                    <a:pt x="5" y="6"/>
                    <a:pt x="7" y="7"/>
                  </a:cubicBezTo>
                  <a:cubicBezTo>
                    <a:pt x="16" y="12"/>
                    <a:pt x="25" y="19"/>
                    <a:pt x="33" y="27"/>
                  </a:cubicBezTo>
                  <a:cubicBezTo>
                    <a:pt x="47" y="41"/>
                    <a:pt x="60" y="56"/>
                    <a:pt x="70" y="73"/>
                  </a:cubicBezTo>
                  <a:cubicBezTo>
                    <a:pt x="79" y="87"/>
                    <a:pt x="85" y="102"/>
                    <a:pt x="90" y="117"/>
                  </a:cubicBezTo>
                  <a:cubicBezTo>
                    <a:pt x="97" y="142"/>
                    <a:pt x="102" y="169"/>
                    <a:pt x="104" y="195"/>
                  </a:cubicBezTo>
                  <a:cubicBezTo>
                    <a:pt x="104" y="204"/>
                    <a:pt x="103" y="212"/>
                    <a:pt x="102" y="221"/>
                  </a:cubicBezTo>
                  <a:cubicBezTo>
                    <a:pt x="101" y="223"/>
                    <a:pt x="106" y="224"/>
                    <a:pt x="106" y="221"/>
                  </a:cubicBezTo>
                  <a:cubicBezTo>
                    <a:pt x="109" y="208"/>
                    <a:pt x="108" y="194"/>
                    <a:pt x="107" y="180"/>
                  </a:cubicBezTo>
                  <a:cubicBezTo>
                    <a:pt x="103" y="145"/>
                    <a:pt x="95" y="108"/>
                    <a:pt x="77" y="77"/>
                  </a:cubicBezTo>
                  <a:cubicBezTo>
                    <a:pt x="69" y="61"/>
                    <a:pt x="58" y="47"/>
                    <a:pt x="46" y="34"/>
                  </a:cubicBezTo>
                  <a:cubicBezTo>
                    <a:pt x="34" y="20"/>
                    <a:pt x="20" y="8"/>
                    <a:pt x="4" y="1"/>
                  </a:cubicBezTo>
                  <a:moveTo>
                    <a:pt x="33" y="27"/>
                  </a:move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moveTo>
                    <a:pt x="90" y="117"/>
                  </a:moveTo>
                  <a:cubicBezTo>
                    <a:pt x="90" y="118"/>
                    <a:pt x="90" y="118"/>
                    <a:pt x="90" y="118"/>
                  </a:cubicBezTo>
                  <a:cubicBezTo>
                    <a:pt x="90" y="118"/>
                    <a:pt x="90" y="118"/>
                    <a:pt x="90" y="117"/>
                  </a:cubicBezTo>
                  <a:moveTo>
                    <a:pt x="104" y="195"/>
                  </a:moveTo>
                  <a:cubicBezTo>
                    <a:pt x="104" y="195"/>
                    <a:pt x="104" y="195"/>
                    <a:pt x="104" y="195"/>
                  </a:cubicBezTo>
                  <a:cubicBezTo>
                    <a:pt x="104" y="195"/>
                    <a:pt x="104" y="195"/>
                    <a:pt x="104" y="1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Freeform 24"/>
            <p:cNvSpPr>
              <a:spLocks/>
            </p:cNvSpPr>
            <p:nvPr/>
          </p:nvSpPr>
          <p:spPr bwMode="auto">
            <a:xfrm>
              <a:off x="352" y="0"/>
              <a:ext cx="75" cy="78"/>
            </a:xfrm>
            <a:custGeom>
              <a:avLst/>
              <a:gdLst>
                <a:gd name="T0" fmla="*/ 5 w 19"/>
                <a:gd name="T1" fmla="*/ 2 h 20"/>
                <a:gd name="T2" fmla="*/ 17 w 19"/>
                <a:gd name="T3" fmla="*/ 15 h 20"/>
                <a:gd name="T4" fmla="*/ 13 w 19"/>
                <a:gd name="T5" fmla="*/ 18 h 20"/>
                <a:gd name="T6" fmla="*/ 1 w 19"/>
                <a:gd name="T7" fmla="*/ 4 h 20"/>
                <a:gd name="T8" fmla="*/ 4 w 19"/>
                <a:gd name="T9" fmla="*/ 1 h 20"/>
                <a:gd name="T10" fmla="*/ 5 w 19"/>
                <a:gd name="T11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5" y="2"/>
                  </a:moveTo>
                  <a:cubicBezTo>
                    <a:pt x="9" y="6"/>
                    <a:pt x="13" y="11"/>
                    <a:pt x="17" y="15"/>
                  </a:cubicBezTo>
                  <a:cubicBezTo>
                    <a:pt x="19" y="18"/>
                    <a:pt x="15" y="20"/>
                    <a:pt x="13" y="18"/>
                  </a:cubicBezTo>
                  <a:cubicBezTo>
                    <a:pt x="9" y="14"/>
                    <a:pt x="5" y="9"/>
                    <a:pt x="1" y="4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5" y="1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Freeform 25"/>
            <p:cNvSpPr>
              <a:spLocks/>
            </p:cNvSpPr>
            <p:nvPr/>
          </p:nvSpPr>
          <p:spPr bwMode="auto">
            <a:xfrm>
              <a:off x="4" y="-4"/>
              <a:ext cx="376" cy="168"/>
            </a:xfrm>
            <a:custGeom>
              <a:avLst/>
              <a:gdLst>
                <a:gd name="T0" fmla="*/ 94 w 96"/>
                <a:gd name="T1" fmla="*/ 4 h 43"/>
                <a:gd name="T2" fmla="*/ 49 w 96"/>
                <a:gd name="T3" fmla="*/ 22 h 43"/>
                <a:gd name="T4" fmla="*/ 26 w 96"/>
                <a:gd name="T5" fmla="*/ 31 h 43"/>
                <a:gd name="T6" fmla="*/ 6 w 96"/>
                <a:gd name="T7" fmla="*/ 40 h 43"/>
                <a:gd name="T8" fmla="*/ 4 w 96"/>
                <a:gd name="T9" fmla="*/ 41 h 43"/>
                <a:gd name="T10" fmla="*/ 1 w 96"/>
                <a:gd name="T11" fmla="*/ 38 h 43"/>
                <a:gd name="T12" fmla="*/ 3 w 96"/>
                <a:gd name="T13" fmla="*/ 37 h 43"/>
                <a:gd name="T14" fmla="*/ 3 w 96"/>
                <a:gd name="T15" fmla="*/ 37 h 43"/>
                <a:gd name="T16" fmla="*/ 20 w 96"/>
                <a:gd name="T17" fmla="*/ 29 h 43"/>
                <a:gd name="T18" fmla="*/ 44 w 96"/>
                <a:gd name="T19" fmla="*/ 19 h 43"/>
                <a:gd name="T20" fmla="*/ 92 w 96"/>
                <a:gd name="T21" fmla="*/ 0 h 43"/>
                <a:gd name="T22" fmla="*/ 94 w 96"/>
                <a:gd name="T23" fmla="*/ 0 h 43"/>
                <a:gd name="T24" fmla="*/ 94 w 96"/>
                <a:gd name="T25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43">
                  <a:moveTo>
                    <a:pt x="94" y="4"/>
                  </a:moveTo>
                  <a:cubicBezTo>
                    <a:pt x="79" y="11"/>
                    <a:pt x="64" y="16"/>
                    <a:pt x="49" y="22"/>
                  </a:cubicBezTo>
                  <a:cubicBezTo>
                    <a:pt x="41" y="25"/>
                    <a:pt x="33" y="28"/>
                    <a:pt x="26" y="31"/>
                  </a:cubicBezTo>
                  <a:cubicBezTo>
                    <a:pt x="19" y="34"/>
                    <a:pt x="12" y="36"/>
                    <a:pt x="6" y="40"/>
                  </a:cubicBezTo>
                  <a:cubicBezTo>
                    <a:pt x="6" y="40"/>
                    <a:pt x="5" y="41"/>
                    <a:pt x="4" y="41"/>
                  </a:cubicBezTo>
                  <a:cubicBezTo>
                    <a:pt x="2" y="43"/>
                    <a:pt x="0" y="40"/>
                    <a:pt x="1" y="38"/>
                  </a:cubicBezTo>
                  <a:cubicBezTo>
                    <a:pt x="2" y="38"/>
                    <a:pt x="2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8" y="33"/>
                    <a:pt x="14" y="31"/>
                    <a:pt x="20" y="29"/>
                  </a:cubicBezTo>
                  <a:cubicBezTo>
                    <a:pt x="28" y="26"/>
                    <a:pt x="36" y="22"/>
                    <a:pt x="44" y="19"/>
                  </a:cubicBezTo>
                  <a:cubicBezTo>
                    <a:pt x="60" y="13"/>
                    <a:pt x="76" y="8"/>
                    <a:pt x="92" y="0"/>
                  </a:cubicBezTo>
                  <a:cubicBezTo>
                    <a:pt x="93" y="0"/>
                    <a:pt x="93" y="0"/>
                    <a:pt x="94" y="0"/>
                  </a:cubicBezTo>
                  <a:cubicBezTo>
                    <a:pt x="95" y="1"/>
                    <a:pt x="96" y="4"/>
                    <a:pt x="9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Freeform 26"/>
            <p:cNvSpPr>
              <a:spLocks/>
            </p:cNvSpPr>
            <p:nvPr/>
          </p:nvSpPr>
          <p:spPr bwMode="auto">
            <a:xfrm>
              <a:off x="0" y="140"/>
              <a:ext cx="43" cy="59"/>
            </a:xfrm>
            <a:custGeom>
              <a:avLst/>
              <a:gdLst>
                <a:gd name="T0" fmla="*/ 4 w 11"/>
                <a:gd name="T1" fmla="*/ 0 h 15"/>
                <a:gd name="T2" fmla="*/ 9 w 11"/>
                <a:gd name="T3" fmla="*/ 10 h 15"/>
                <a:gd name="T4" fmla="*/ 5 w 11"/>
                <a:gd name="T5" fmla="*/ 12 h 15"/>
                <a:gd name="T6" fmla="*/ 2 w 11"/>
                <a:gd name="T7" fmla="*/ 6 h 15"/>
                <a:gd name="T8" fmla="*/ 0 w 11"/>
                <a:gd name="T9" fmla="*/ 3 h 15"/>
                <a:gd name="T10" fmla="*/ 0 w 11"/>
                <a:gd name="T11" fmla="*/ 3 h 15"/>
                <a:gd name="T12" fmla="*/ 3 w 11"/>
                <a:gd name="T13" fmla="*/ 0 h 15"/>
                <a:gd name="T14" fmla="*/ 4 w 11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5">
                  <a:moveTo>
                    <a:pt x="4" y="0"/>
                  </a:moveTo>
                  <a:cubicBezTo>
                    <a:pt x="6" y="3"/>
                    <a:pt x="8" y="7"/>
                    <a:pt x="9" y="10"/>
                  </a:cubicBezTo>
                  <a:cubicBezTo>
                    <a:pt x="11" y="13"/>
                    <a:pt x="7" y="15"/>
                    <a:pt x="5" y="12"/>
                  </a:cubicBezTo>
                  <a:cubicBezTo>
                    <a:pt x="4" y="10"/>
                    <a:pt x="3" y="8"/>
                    <a:pt x="2" y="6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2" y="1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2" name="Freeform 27"/>
            <p:cNvSpPr>
              <a:spLocks/>
            </p:cNvSpPr>
            <p:nvPr/>
          </p:nvSpPr>
          <p:spPr bwMode="auto">
            <a:xfrm>
              <a:off x="317" y="16"/>
              <a:ext cx="82" cy="82"/>
            </a:xfrm>
            <a:custGeom>
              <a:avLst/>
              <a:gdLst>
                <a:gd name="T0" fmla="*/ 5 w 21"/>
                <a:gd name="T1" fmla="*/ 1 h 21"/>
                <a:gd name="T2" fmla="*/ 11 w 21"/>
                <a:gd name="T3" fmla="*/ 8 h 21"/>
                <a:gd name="T4" fmla="*/ 19 w 21"/>
                <a:gd name="T5" fmla="*/ 15 h 21"/>
                <a:gd name="T6" fmla="*/ 16 w 21"/>
                <a:gd name="T7" fmla="*/ 19 h 21"/>
                <a:gd name="T8" fmla="*/ 1 w 21"/>
                <a:gd name="T9" fmla="*/ 4 h 21"/>
                <a:gd name="T10" fmla="*/ 4 w 21"/>
                <a:gd name="T11" fmla="*/ 1 h 21"/>
                <a:gd name="T12" fmla="*/ 5 w 21"/>
                <a:gd name="T1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1">
                  <a:moveTo>
                    <a:pt x="5" y="1"/>
                  </a:moveTo>
                  <a:cubicBezTo>
                    <a:pt x="6" y="4"/>
                    <a:pt x="8" y="6"/>
                    <a:pt x="11" y="8"/>
                  </a:cubicBezTo>
                  <a:cubicBezTo>
                    <a:pt x="13" y="11"/>
                    <a:pt x="16" y="13"/>
                    <a:pt x="19" y="15"/>
                  </a:cubicBezTo>
                  <a:cubicBezTo>
                    <a:pt x="21" y="17"/>
                    <a:pt x="18" y="21"/>
                    <a:pt x="16" y="19"/>
                  </a:cubicBezTo>
                  <a:cubicBezTo>
                    <a:pt x="11" y="14"/>
                    <a:pt x="5" y="10"/>
                    <a:pt x="1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4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3" name="Freeform 28"/>
            <p:cNvSpPr>
              <a:spLocks/>
            </p:cNvSpPr>
            <p:nvPr/>
          </p:nvSpPr>
          <p:spPr bwMode="auto">
            <a:xfrm>
              <a:off x="278" y="24"/>
              <a:ext cx="82" cy="81"/>
            </a:xfrm>
            <a:custGeom>
              <a:avLst/>
              <a:gdLst>
                <a:gd name="T0" fmla="*/ 5 w 21"/>
                <a:gd name="T1" fmla="*/ 1 h 21"/>
                <a:gd name="T2" fmla="*/ 19 w 21"/>
                <a:gd name="T3" fmla="*/ 16 h 21"/>
                <a:gd name="T4" fmla="*/ 16 w 21"/>
                <a:gd name="T5" fmla="*/ 19 h 21"/>
                <a:gd name="T6" fmla="*/ 4 w 21"/>
                <a:gd name="T7" fmla="*/ 6 h 21"/>
                <a:gd name="T8" fmla="*/ 2 w 21"/>
                <a:gd name="T9" fmla="*/ 4 h 21"/>
                <a:gd name="T10" fmla="*/ 4 w 21"/>
                <a:gd name="T11" fmla="*/ 0 h 21"/>
                <a:gd name="T12" fmla="*/ 5 w 21"/>
                <a:gd name="T1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1">
                  <a:moveTo>
                    <a:pt x="5" y="1"/>
                  </a:moveTo>
                  <a:cubicBezTo>
                    <a:pt x="10" y="5"/>
                    <a:pt x="14" y="11"/>
                    <a:pt x="19" y="16"/>
                  </a:cubicBezTo>
                  <a:cubicBezTo>
                    <a:pt x="21" y="18"/>
                    <a:pt x="17" y="21"/>
                    <a:pt x="16" y="19"/>
                  </a:cubicBezTo>
                  <a:cubicBezTo>
                    <a:pt x="12" y="15"/>
                    <a:pt x="8" y="10"/>
                    <a:pt x="4" y="6"/>
                  </a:cubicBezTo>
                  <a:cubicBezTo>
                    <a:pt x="3" y="5"/>
                    <a:pt x="3" y="5"/>
                    <a:pt x="2" y="4"/>
                  </a:cubicBezTo>
                  <a:cubicBezTo>
                    <a:pt x="0" y="3"/>
                    <a:pt x="2" y="0"/>
                    <a:pt x="4" y="0"/>
                  </a:cubicBezTo>
                  <a:cubicBezTo>
                    <a:pt x="4" y="0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4" name="Freeform 29"/>
            <p:cNvSpPr>
              <a:spLocks/>
            </p:cNvSpPr>
            <p:nvPr/>
          </p:nvSpPr>
          <p:spPr bwMode="auto">
            <a:xfrm>
              <a:off x="235" y="43"/>
              <a:ext cx="78" cy="78"/>
            </a:xfrm>
            <a:custGeom>
              <a:avLst/>
              <a:gdLst>
                <a:gd name="T0" fmla="*/ 5 w 20"/>
                <a:gd name="T1" fmla="*/ 1 h 20"/>
                <a:gd name="T2" fmla="*/ 10 w 20"/>
                <a:gd name="T3" fmla="*/ 7 h 20"/>
                <a:gd name="T4" fmla="*/ 18 w 20"/>
                <a:gd name="T5" fmla="*/ 15 h 20"/>
                <a:gd name="T6" fmla="*/ 15 w 20"/>
                <a:gd name="T7" fmla="*/ 18 h 20"/>
                <a:gd name="T8" fmla="*/ 13 w 20"/>
                <a:gd name="T9" fmla="*/ 16 h 20"/>
                <a:gd name="T10" fmla="*/ 14 w 20"/>
                <a:gd name="T11" fmla="*/ 17 h 20"/>
                <a:gd name="T12" fmla="*/ 2 w 20"/>
                <a:gd name="T13" fmla="*/ 4 h 20"/>
                <a:gd name="T14" fmla="*/ 4 w 20"/>
                <a:gd name="T15" fmla="*/ 1 h 20"/>
                <a:gd name="T16" fmla="*/ 5 w 20"/>
                <a:gd name="T17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20">
                  <a:moveTo>
                    <a:pt x="5" y="1"/>
                  </a:moveTo>
                  <a:cubicBezTo>
                    <a:pt x="7" y="4"/>
                    <a:pt x="9" y="6"/>
                    <a:pt x="10" y="7"/>
                  </a:cubicBezTo>
                  <a:cubicBezTo>
                    <a:pt x="13" y="10"/>
                    <a:pt x="16" y="12"/>
                    <a:pt x="18" y="15"/>
                  </a:cubicBezTo>
                  <a:cubicBezTo>
                    <a:pt x="20" y="17"/>
                    <a:pt x="17" y="20"/>
                    <a:pt x="15" y="18"/>
                  </a:cubicBezTo>
                  <a:cubicBezTo>
                    <a:pt x="14" y="17"/>
                    <a:pt x="14" y="17"/>
                    <a:pt x="13" y="16"/>
                  </a:cubicBezTo>
                  <a:cubicBezTo>
                    <a:pt x="14" y="16"/>
                    <a:pt x="14" y="16"/>
                    <a:pt x="14" y="17"/>
                  </a:cubicBezTo>
                  <a:cubicBezTo>
                    <a:pt x="10" y="13"/>
                    <a:pt x="5" y="9"/>
                    <a:pt x="2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5" name="Freeform 30"/>
            <p:cNvSpPr>
              <a:spLocks/>
            </p:cNvSpPr>
            <p:nvPr/>
          </p:nvSpPr>
          <p:spPr bwMode="auto">
            <a:xfrm>
              <a:off x="188" y="59"/>
              <a:ext cx="78" cy="70"/>
            </a:xfrm>
            <a:custGeom>
              <a:avLst/>
              <a:gdLst>
                <a:gd name="T0" fmla="*/ 5 w 20"/>
                <a:gd name="T1" fmla="*/ 1 h 18"/>
                <a:gd name="T2" fmla="*/ 8 w 20"/>
                <a:gd name="T3" fmla="*/ 4 h 18"/>
                <a:gd name="T4" fmla="*/ 18 w 20"/>
                <a:gd name="T5" fmla="*/ 13 h 18"/>
                <a:gd name="T6" fmla="*/ 15 w 20"/>
                <a:gd name="T7" fmla="*/ 16 h 18"/>
                <a:gd name="T8" fmla="*/ 2 w 20"/>
                <a:gd name="T9" fmla="*/ 4 h 18"/>
                <a:gd name="T10" fmla="*/ 4 w 20"/>
                <a:gd name="T11" fmla="*/ 1 h 18"/>
                <a:gd name="T12" fmla="*/ 5 w 20"/>
                <a:gd name="T13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8">
                  <a:moveTo>
                    <a:pt x="5" y="1"/>
                  </a:moveTo>
                  <a:cubicBezTo>
                    <a:pt x="6" y="2"/>
                    <a:pt x="7" y="3"/>
                    <a:pt x="8" y="4"/>
                  </a:cubicBezTo>
                  <a:cubicBezTo>
                    <a:pt x="11" y="7"/>
                    <a:pt x="14" y="10"/>
                    <a:pt x="18" y="13"/>
                  </a:cubicBezTo>
                  <a:cubicBezTo>
                    <a:pt x="20" y="15"/>
                    <a:pt x="17" y="18"/>
                    <a:pt x="15" y="16"/>
                  </a:cubicBezTo>
                  <a:cubicBezTo>
                    <a:pt x="10" y="12"/>
                    <a:pt x="6" y="8"/>
                    <a:pt x="2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6" name="Freeform 31"/>
            <p:cNvSpPr>
              <a:spLocks noEditPoints="1"/>
            </p:cNvSpPr>
            <p:nvPr/>
          </p:nvSpPr>
          <p:spPr bwMode="auto">
            <a:xfrm>
              <a:off x="157" y="74"/>
              <a:ext cx="78" cy="74"/>
            </a:xfrm>
            <a:custGeom>
              <a:avLst/>
              <a:gdLst>
                <a:gd name="T0" fmla="*/ 5 w 20"/>
                <a:gd name="T1" fmla="*/ 1 h 19"/>
                <a:gd name="T2" fmla="*/ 4 w 20"/>
                <a:gd name="T3" fmla="*/ 0 h 19"/>
                <a:gd name="T4" fmla="*/ 2 w 20"/>
                <a:gd name="T5" fmla="*/ 4 h 19"/>
                <a:gd name="T6" fmla="*/ 4 w 20"/>
                <a:gd name="T7" fmla="*/ 5 h 19"/>
                <a:gd name="T8" fmla="*/ 15 w 20"/>
                <a:gd name="T9" fmla="*/ 17 h 19"/>
                <a:gd name="T10" fmla="*/ 17 w 20"/>
                <a:gd name="T11" fmla="*/ 14 h 19"/>
                <a:gd name="T12" fmla="*/ 16 w 20"/>
                <a:gd name="T13" fmla="*/ 13 h 19"/>
                <a:gd name="T14" fmla="*/ 5 w 20"/>
                <a:gd name="T15" fmla="*/ 1 h 19"/>
                <a:gd name="T16" fmla="*/ 4 w 20"/>
                <a:gd name="T17" fmla="*/ 6 h 19"/>
                <a:gd name="T18" fmla="*/ 4 w 20"/>
                <a:gd name="T19" fmla="*/ 6 h 19"/>
                <a:gd name="T20" fmla="*/ 4 w 20"/>
                <a:gd name="T21" fmla="*/ 6 h 19"/>
                <a:gd name="T22" fmla="*/ 16 w 20"/>
                <a:gd name="T23" fmla="*/ 12 h 19"/>
                <a:gd name="T24" fmla="*/ 16 w 20"/>
                <a:gd name="T25" fmla="*/ 13 h 19"/>
                <a:gd name="T26" fmla="*/ 16 w 20"/>
                <a:gd name="T27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9">
                  <a:moveTo>
                    <a:pt x="5" y="1"/>
                  </a:moveTo>
                  <a:cubicBezTo>
                    <a:pt x="5" y="1"/>
                    <a:pt x="4" y="0"/>
                    <a:pt x="4" y="0"/>
                  </a:cubicBezTo>
                  <a:cubicBezTo>
                    <a:pt x="2" y="0"/>
                    <a:pt x="0" y="3"/>
                    <a:pt x="2" y="4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7" y="9"/>
                    <a:pt x="11" y="14"/>
                    <a:pt x="15" y="17"/>
                  </a:cubicBezTo>
                  <a:cubicBezTo>
                    <a:pt x="17" y="19"/>
                    <a:pt x="20" y="16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2" y="9"/>
                    <a:pt x="9" y="4"/>
                    <a:pt x="5" y="1"/>
                  </a:cubicBezTo>
                  <a:moveTo>
                    <a:pt x="4" y="6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moveTo>
                    <a:pt x="16" y="12"/>
                  </a:moveTo>
                  <a:cubicBezTo>
                    <a:pt x="16" y="12"/>
                    <a:pt x="16" y="13"/>
                    <a:pt x="16" y="13"/>
                  </a:cubicBezTo>
                  <a:cubicBezTo>
                    <a:pt x="16" y="13"/>
                    <a:pt x="16" y="12"/>
                    <a:pt x="16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7" name="Freeform 32"/>
            <p:cNvSpPr>
              <a:spLocks/>
            </p:cNvSpPr>
            <p:nvPr/>
          </p:nvSpPr>
          <p:spPr bwMode="auto">
            <a:xfrm>
              <a:off x="113" y="86"/>
              <a:ext cx="79" cy="82"/>
            </a:xfrm>
            <a:custGeom>
              <a:avLst/>
              <a:gdLst>
                <a:gd name="T0" fmla="*/ 5 w 20"/>
                <a:gd name="T1" fmla="*/ 1 h 21"/>
                <a:gd name="T2" fmla="*/ 17 w 20"/>
                <a:gd name="T3" fmla="*/ 15 h 21"/>
                <a:gd name="T4" fmla="*/ 18 w 20"/>
                <a:gd name="T5" fmla="*/ 15 h 21"/>
                <a:gd name="T6" fmla="*/ 15 w 20"/>
                <a:gd name="T7" fmla="*/ 19 h 21"/>
                <a:gd name="T8" fmla="*/ 2 w 20"/>
                <a:gd name="T9" fmla="*/ 5 h 21"/>
                <a:gd name="T10" fmla="*/ 2 w 20"/>
                <a:gd name="T11" fmla="*/ 5 h 21"/>
                <a:gd name="T12" fmla="*/ 4 w 20"/>
                <a:gd name="T13" fmla="*/ 1 h 21"/>
                <a:gd name="T14" fmla="*/ 5 w 20"/>
                <a:gd name="T15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21">
                  <a:moveTo>
                    <a:pt x="5" y="1"/>
                  </a:moveTo>
                  <a:cubicBezTo>
                    <a:pt x="9" y="5"/>
                    <a:pt x="13" y="10"/>
                    <a:pt x="17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0" y="17"/>
                    <a:pt x="17" y="21"/>
                    <a:pt x="15" y="19"/>
                  </a:cubicBezTo>
                  <a:cubicBezTo>
                    <a:pt x="11" y="14"/>
                    <a:pt x="7" y="9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8" name="Freeform 33"/>
            <p:cNvSpPr>
              <a:spLocks/>
            </p:cNvSpPr>
            <p:nvPr/>
          </p:nvSpPr>
          <p:spPr bwMode="auto">
            <a:xfrm>
              <a:off x="78" y="105"/>
              <a:ext cx="71" cy="74"/>
            </a:xfrm>
            <a:custGeom>
              <a:avLst/>
              <a:gdLst>
                <a:gd name="T0" fmla="*/ 5 w 18"/>
                <a:gd name="T1" fmla="*/ 2 h 19"/>
                <a:gd name="T2" fmla="*/ 16 w 18"/>
                <a:gd name="T3" fmla="*/ 14 h 19"/>
                <a:gd name="T4" fmla="*/ 12 w 18"/>
                <a:gd name="T5" fmla="*/ 17 h 19"/>
                <a:gd name="T6" fmla="*/ 1 w 18"/>
                <a:gd name="T7" fmla="*/ 4 h 19"/>
                <a:gd name="T8" fmla="*/ 4 w 18"/>
                <a:gd name="T9" fmla="*/ 1 h 19"/>
                <a:gd name="T10" fmla="*/ 5 w 18"/>
                <a:gd name="T11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9">
                  <a:moveTo>
                    <a:pt x="5" y="2"/>
                  </a:moveTo>
                  <a:cubicBezTo>
                    <a:pt x="9" y="5"/>
                    <a:pt x="12" y="10"/>
                    <a:pt x="16" y="14"/>
                  </a:cubicBezTo>
                  <a:cubicBezTo>
                    <a:pt x="18" y="16"/>
                    <a:pt x="14" y="19"/>
                    <a:pt x="12" y="17"/>
                  </a:cubicBezTo>
                  <a:cubicBezTo>
                    <a:pt x="8" y="13"/>
                    <a:pt x="5" y="8"/>
                    <a:pt x="1" y="4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5" y="1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9" name="Freeform 34"/>
            <p:cNvSpPr>
              <a:spLocks/>
            </p:cNvSpPr>
            <p:nvPr/>
          </p:nvSpPr>
          <p:spPr bwMode="auto">
            <a:xfrm>
              <a:off x="43" y="121"/>
              <a:ext cx="63" cy="66"/>
            </a:xfrm>
            <a:custGeom>
              <a:avLst/>
              <a:gdLst>
                <a:gd name="T0" fmla="*/ 5 w 16"/>
                <a:gd name="T1" fmla="*/ 1 h 17"/>
                <a:gd name="T2" fmla="*/ 14 w 16"/>
                <a:gd name="T3" fmla="*/ 12 h 17"/>
                <a:gd name="T4" fmla="*/ 10 w 16"/>
                <a:gd name="T5" fmla="*/ 15 h 17"/>
                <a:gd name="T6" fmla="*/ 1 w 16"/>
                <a:gd name="T7" fmla="*/ 4 h 17"/>
                <a:gd name="T8" fmla="*/ 4 w 16"/>
                <a:gd name="T9" fmla="*/ 1 h 17"/>
                <a:gd name="T10" fmla="*/ 5 w 16"/>
                <a:gd name="T1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7">
                  <a:moveTo>
                    <a:pt x="5" y="1"/>
                  </a:moveTo>
                  <a:cubicBezTo>
                    <a:pt x="8" y="5"/>
                    <a:pt x="11" y="9"/>
                    <a:pt x="14" y="12"/>
                  </a:cubicBezTo>
                  <a:cubicBezTo>
                    <a:pt x="16" y="14"/>
                    <a:pt x="12" y="17"/>
                    <a:pt x="10" y="15"/>
                  </a:cubicBezTo>
                  <a:cubicBezTo>
                    <a:pt x="7" y="12"/>
                    <a:pt x="5" y="8"/>
                    <a:pt x="1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4" y="1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0" name="Freeform 35"/>
            <p:cNvSpPr>
              <a:spLocks/>
            </p:cNvSpPr>
            <p:nvPr/>
          </p:nvSpPr>
          <p:spPr bwMode="auto">
            <a:xfrm>
              <a:off x="368" y="172"/>
              <a:ext cx="47" cy="70"/>
            </a:xfrm>
            <a:custGeom>
              <a:avLst/>
              <a:gdLst>
                <a:gd name="T0" fmla="*/ 11 w 12"/>
                <a:gd name="T1" fmla="*/ 3 h 18"/>
                <a:gd name="T2" fmla="*/ 5 w 12"/>
                <a:gd name="T3" fmla="*/ 15 h 18"/>
                <a:gd name="T4" fmla="*/ 1 w 12"/>
                <a:gd name="T5" fmla="*/ 14 h 18"/>
                <a:gd name="T6" fmla="*/ 7 w 12"/>
                <a:gd name="T7" fmla="*/ 1 h 18"/>
                <a:gd name="T8" fmla="*/ 10 w 12"/>
                <a:gd name="T9" fmla="*/ 0 h 18"/>
                <a:gd name="T10" fmla="*/ 11 w 12"/>
                <a:gd name="T11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8">
                  <a:moveTo>
                    <a:pt x="11" y="3"/>
                  </a:moveTo>
                  <a:cubicBezTo>
                    <a:pt x="9" y="7"/>
                    <a:pt x="7" y="11"/>
                    <a:pt x="5" y="15"/>
                  </a:cubicBezTo>
                  <a:cubicBezTo>
                    <a:pt x="4" y="18"/>
                    <a:pt x="0" y="16"/>
                    <a:pt x="1" y="14"/>
                  </a:cubicBezTo>
                  <a:cubicBezTo>
                    <a:pt x="3" y="10"/>
                    <a:pt x="5" y="5"/>
                    <a:pt x="7" y="1"/>
                  </a:cubicBezTo>
                  <a:cubicBezTo>
                    <a:pt x="8" y="0"/>
                    <a:pt x="9" y="0"/>
                    <a:pt x="10" y="0"/>
                  </a:cubicBezTo>
                  <a:cubicBezTo>
                    <a:pt x="11" y="0"/>
                    <a:pt x="12" y="1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1" name="Freeform 36"/>
            <p:cNvSpPr>
              <a:spLocks noEditPoints="1"/>
            </p:cNvSpPr>
            <p:nvPr/>
          </p:nvSpPr>
          <p:spPr bwMode="auto">
            <a:xfrm>
              <a:off x="399" y="203"/>
              <a:ext cx="47" cy="62"/>
            </a:xfrm>
            <a:custGeom>
              <a:avLst/>
              <a:gdLst>
                <a:gd name="T0" fmla="*/ 11 w 12"/>
                <a:gd name="T1" fmla="*/ 3 h 16"/>
                <a:gd name="T2" fmla="*/ 10 w 12"/>
                <a:gd name="T3" fmla="*/ 1 h 16"/>
                <a:gd name="T4" fmla="*/ 7 w 12"/>
                <a:gd name="T5" fmla="*/ 2 h 16"/>
                <a:gd name="T6" fmla="*/ 5 w 12"/>
                <a:gd name="T7" fmla="*/ 6 h 16"/>
                <a:gd name="T8" fmla="*/ 2 w 12"/>
                <a:gd name="T9" fmla="*/ 11 h 16"/>
                <a:gd name="T10" fmla="*/ 5 w 12"/>
                <a:gd name="T11" fmla="*/ 14 h 16"/>
                <a:gd name="T12" fmla="*/ 11 w 12"/>
                <a:gd name="T13" fmla="*/ 3 h 16"/>
                <a:gd name="T14" fmla="*/ 5 w 12"/>
                <a:gd name="T15" fmla="*/ 6 h 16"/>
                <a:gd name="T16" fmla="*/ 5 w 12"/>
                <a:gd name="T17" fmla="*/ 6 h 16"/>
                <a:gd name="T18" fmla="*/ 5 w 12"/>
                <a:gd name="T19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6">
                  <a:moveTo>
                    <a:pt x="11" y="3"/>
                  </a:moveTo>
                  <a:cubicBezTo>
                    <a:pt x="12" y="2"/>
                    <a:pt x="11" y="1"/>
                    <a:pt x="10" y="1"/>
                  </a:cubicBezTo>
                  <a:cubicBezTo>
                    <a:pt x="9" y="0"/>
                    <a:pt x="8" y="0"/>
                    <a:pt x="7" y="2"/>
                  </a:cubicBezTo>
                  <a:cubicBezTo>
                    <a:pt x="6" y="3"/>
                    <a:pt x="6" y="4"/>
                    <a:pt x="5" y="6"/>
                  </a:cubicBezTo>
                  <a:cubicBezTo>
                    <a:pt x="4" y="7"/>
                    <a:pt x="3" y="9"/>
                    <a:pt x="2" y="11"/>
                  </a:cubicBezTo>
                  <a:cubicBezTo>
                    <a:pt x="0" y="13"/>
                    <a:pt x="4" y="16"/>
                    <a:pt x="5" y="14"/>
                  </a:cubicBezTo>
                  <a:cubicBezTo>
                    <a:pt x="8" y="10"/>
                    <a:pt x="9" y="7"/>
                    <a:pt x="11" y="3"/>
                  </a:cubicBezTo>
                  <a:moveTo>
                    <a:pt x="5" y="6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2" name="Freeform 37"/>
            <p:cNvSpPr>
              <a:spLocks noEditPoints="1"/>
            </p:cNvSpPr>
            <p:nvPr/>
          </p:nvSpPr>
          <p:spPr bwMode="auto">
            <a:xfrm>
              <a:off x="434" y="230"/>
              <a:ext cx="43" cy="58"/>
            </a:xfrm>
            <a:custGeom>
              <a:avLst/>
              <a:gdLst>
                <a:gd name="T0" fmla="*/ 10 w 11"/>
                <a:gd name="T1" fmla="*/ 4 h 15"/>
                <a:gd name="T2" fmla="*/ 9 w 11"/>
                <a:gd name="T3" fmla="*/ 0 h 15"/>
                <a:gd name="T4" fmla="*/ 7 w 11"/>
                <a:gd name="T5" fmla="*/ 1 h 15"/>
                <a:gd name="T6" fmla="*/ 1 w 11"/>
                <a:gd name="T7" fmla="*/ 11 h 15"/>
                <a:gd name="T8" fmla="*/ 5 w 11"/>
                <a:gd name="T9" fmla="*/ 12 h 15"/>
                <a:gd name="T10" fmla="*/ 7 w 11"/>
                <a:gd name="T11" fmla="*/ 9 h 15"/>
                <a:gd name="T12" fmla="*/ 10 w 11"/>
                <a:gd name="T13" fmla="*/ 4 h 15"/>
                <a:gd name="T14" fmla="*/ 7 w 11"/>
                <a:gd name="T15" fmla="*/ 9 h 15"/>
                <a:gd name="T16" fmla="*/ 7 w 11"/>
                <a:gd name="T17" fmla="*/ 10 h 15"/>
                <a:gd name="T18" fmla="*/ 7 w 11"/>
                <a:gd name="T19" fmla="*/ 9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5">
                  <a:moveTo>
                    <a:pt x="10" y="4"/>
                  </a:moveTo>
                  <a:cubicBezTo>
                    <a:pt x="11" y="2"/>
                    <a:pt x="10" y="1"/>
                    <a:pt x="9" y="0"/>
                  </a:cubicBezTo>
                  <a:cubicBezTo>
                    <a:pt x="8" y="0"/>
                    <a:pt x="7" y="0"/>
                    <a:pt x="7" y="1"/>
                  </a:cubicBezTo>
                  <a:cubicBezTo>
                    <a:pt x="5" y="4"/>
                    <a:pt x="3" y="7"/>
                    <a:pt x="1" y="11"/>
                  </a:cubicBezTo>
                  <a:cubicBezTo>
                    <a:pt x="0" y="14"/>
                    <a:pt x="4" y="15"/>
                    <a:pt x="5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8" y="7"/>
                    <a:pt x="9" y="6"/>
                    <a:pt x="10" y="4"/>
                  </a:cubicBezTo>
                  <a:moveTo>
                    <a:pt x="7" y="9"/>
                  </a:move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3" name="Freeform 38"/>
            <p:cNvSpPr>
              <a:spLocks/>
            </p:cNvSpPr>
            <p:nvPr/>
          </p:nvSpPr>
          <p:spPr bwMode="auto">
            <a:xfrm>
              <a:off x="470" y="261"/>
              <a:ext cx="47" cy="59"/>
            </a:xfrm>
            <a:custGeom>
              <a:avLst/>
              <a:gdLst>
                <a:gd name="T0" fmla="*/ 11 w 12"/>
                <a:gd name="T1" fmla="*/ 4 h 15"/>
                <a:gd name="T2" fmla="*/ 5 w 12"/>
                <a:gd name="T3" fmla="*/ 12 h 15"/>
                <a:gd name="T4" fmla="*/ 2 w 12"/>
                <a:gd name="T5" fmla="*/ 10 h 15"/>
                <a:gd name="T6" fmla="*/ 7 w 12"/>
                <a:gd name="T7" fmla="*/ 1 h 15"/>
                <a:gd name="T8" fmla="*/ 10 w 12"/>
                <a:gd name="T9" fmla="*/ 1 h 15"/>
                <a:gd name="T10" fmla="*/ 11 w 12"/>
                <a:gd name="T11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5">
                  <a:moveTo>
                    <a:pt x="11" y="4"/>
                  </a:moveTo>
                  <a:cubicBezTo>
                    <a:pt x="9" y="7"/>
                    <a:pt x="7" y="10"/>
                    <a:pt x="5" y="12"/>
                  </a:cubicBezTo>
                  <a:cubicBezTo>
                    <a:pt x="4" y="15"/>
                    <a:pt x="0" y="12"/>
                    <a:pt x="2" y="10"/>
                  </a:cubicBezTo>
                  <a:cubicBezTo>
                    <a:pt x="4" y="7"/>
                    <a:pt x="5" y="4"/>
                    <a:pt x="7" y="1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1"/>
                    <a:pt x="12" y="3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4" name="Freeform 39"/>
            <p:cNvSpPr>
              <a:spLocks/>
            </p:cNvSpPr>
            <p:nvPr/>
          </p:nvSpPr>
          <p:spPr bwMode="auto">
            <a:xfrm>
              <a:off x="493" y="288"/>
              <a:ext cx="47" cy="59"/>
            </a:xfrm>
            <a:custGeom>
              <a:avLst/>
              <a:gdLst>
                <a:gd name="T0" fmla="*/ 11 w 12"/>
                <a:gd name="T1" fmla="*/ 4 h 15"/>
                <a:gd name="T2" fmla="*/ 6 w 12"/>
                <a:gd name="T3" fmla="*/ 11 h 15"/>
                <a:gd name="T4" fmla="*/ 6 w 12"/>
                <a:gd name="T5" fmla="*/ 11 h 15"/>
                <a:gd name="T6" fmla="*/ 6 w 12"/>
                <a:gd name="T7" fmla="*/ 12 h 15"/>
                <a:gd name="T8" fmla="*/ 2 w 12"/>
                <a:gd name="T9" fmla="*/ 11 h 15"/>
                <a:gd name="T10" fmla="*/ 8 w 12"/>
                <a:gd name="T11" fmla="*/ 1 h 15"/>
                <a:gd name="T12" fmla="*/ 10 w 12"/>
                <a:gd name="T13" fmla="*/ 0 h 15"/>
                <a:gd name="T14" fmla="*/ 11 w 12"/>
                <a:gd name="T15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5">
                  <a:moveTo>
                    <a:pt x="11" y="4"/>
                  </a:moveTo>
                  <a:cubicBezTo>
                    <a:pt x="10" y="6"/>
                    <a:pt x="8" y="9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2"/>
                    <a:pt x="6" y="12"/>
                  </a:cubicBezTo>
                  <a:cubicBezTo>
                    <a:pt x="4" y="15"/>
                    <a:pt x="0" y="13"/>
                    <a:pt x="2" y="11"/>
                  </a:cubicBezTo>
                  <a:cubicBezTo>
                    <a:pt x="3" y="7"/>
                    <a:pt x="6" y="4"/>
                    <a:pt x="8" y="1"/>
                  </a:cubicBezTo>
                  <a:cubicBezTo>
                    <a:pt x="8" y="0"/>
                    <a:pt x="9" y="0"/>
                    <a:pt x="10" y="0"/>
                  </a:cubicBezTo>
                  <a:cubicBezTo>
                    <a:pt x="12" y="1"/>
                    <a:pt x="12" y="2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5" name="Freeform 40"/>
            <p:cNvSpPr>
              <a:spLocks/>
            </p:cNvSpPr>
            <p:nvPr/>
          </p:nvSpPr>
          <p:spPr bwMode="auto">
            <a:xfrm>
              <a:off x="524" y="327"/>
              <a:ext cx="51" cy="51"/>
            </a:xfrm>
            <a:custGeom>
              <a:avLst/>
              <a:gdLst>
                <a:gd name="T0" fmla="*/ 12 w 13"/>
                <a:gd name="T1" fmla="*/ 3 h 13"/>
                <a:gd name="T2" fmla="*/ 6 w 13"/>
                <a:gd name="T3" fmla="*/ 11 h 13"/>
                <a:gd name="T4" fmla="*/ 2 w 13"/>
                <a:gd name="T5" fmla="*/ 8 h 13"/>
                <a:gd name="T6" fmla="*/ 8 w 13"/>
                <a:gd name="T7" fmla="*/ 1 h 13"/>
                <a:gd name="T8" fmla="*/ 11 w 13"/>
                <a:gd name="T9" fmla="*/ 0 h 13"/>
                <a:gd name="T10" fmla="*/ 12 w 13"/>
                <a:gd name="T11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3">
                  <a:moveTo>
                    <a:pt x="12" y="3"/>
                  </a:moveTo>
                  <a:cubicBezTo>
                    <a:pt x="10" y="6"/>
                    <a:pt x="8" y="8"/>
                    <a:pt x="6" y="11"/>
                  </a:cubicBezTo>
                  <a:cubicBezTo>
                    <a:pt x="4" y="13"/>
                    <a:pt x="0" y="11"/>
                    <a:pt x="2" y="8"/>
                  </a:cubicBezTo>
                  <a:cubicBezTo>
                    <a:pt x="4" y="6"/>
                    <a:pt x="6" y="3"/>
                    <a:pt x="8" y="1"/>
                  </a:cubicBezTo>
                  <a:cubicBezTo>
                    <a:pt x="9" y="0"/>
                    <a:pt x="10" y="0"/>
                    <a:pt x="11" y="0"/>
                  </a:cubicBezTo>
                  <a:cubicBezTo>
                    <a:pt x="12" y="0"/>
                    <a:pt x="13" y="2"/>
                    <a:pt x="1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6" name="Freeform 41"/>
            <p:cNvSpPr>
              <a:spLocks/>
            </p:cNvSpPr>
            <p:nvPr/>
          </p:nvSpPr>
          <p:spPr bwMode="auto">
            <a:xfrm>
              <a:off x="552" y="362"/>
              <a:ext cx="51" cy="51"/>
            </a:xfrm>
            <a:custGeom>
              <a:avLst/>
              <a:gdLst>
                <a:gd name="T0" fmla="*/ 12 w 13"/>
                <a:gd name="T1" fmla="*/ 4 h 13"/>
                <a:gd name="T2" fmla="*/ 11 w 13"/>
                <a:gd name="T3" fmla="*/ 4 h 13"/>
                <a:gd name="T4" fmla="*/ 6 w 13"/>
                <a:gd name="T5" fmla="*/ 11 h 13"/>
                <a:gd name="T6" fmla="*/ 2 w 13"/>
                <a:gd name="T7" fmla="*/ 9 h 13"/>
                <a:gd name="T8" fmla="*/ 9 w 13"/>
                <a:gd name="T9" fmla="*/ 0 h 13"/>
                <a:gd name="T10" fmla="*/ 11 w 13"/>
                <a:gd name="T11" fmla="*/ 0 h 13"/>
                <a:gd name="T12" fmla="*/ 12 w 13"/>
                <a:gd name="T1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12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9" y="6"/>
                    <a:pt x="8" y="9"/>
                    <a:pt x="6" y="11"/>
                  </a:cubicBezTo>
                  <a:cubicBezTo>
                    <a:pt x="4" y="13"/>
                    <a:pt x="0" y="11"/>
                    <a:pt x="2" y="9"/>
                  </a:cubicBezTo>
                  <a:cubicBezTo>
                    <a:pt x="4" y="6"/>
                    <a:pt x="6" y="3"/>
                    <a:pt x="9" y="0"/>
                  </a:cubicBezTo>
                  <a:cubicBezTo>
                    <a:pt x="9" y="0"/>
                    <a:pt x="10" y="0"/>
                    <a:pt x="11" y="0"/>
                  </a:cubicBezTo>
                  <a:cubicBezTo>
                    <a:pt x="12" y="0"/>
                    <a:pt x="13" y="2"/>
                    <a:pt x="1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7" name="Freeform 42"/>
            <p:cNvSpPr>
              <a:spLocks/>
            </p:cNvSpPr>
            <p:nvPr/>
          </p:nvSpPr>
          <p:spPr bwMode="auto">
            <a:xfrm>
              <a:off x="583" y="409"/>
              <a:ext cx="43" cy="51"/>
            </a:xfrm>
            <a:custGeom>
              <a:avLst/>
              <a:gdLst>
                <a:gd name="T0" fmla="*/ 10 w 11"/>
                <a:gd name="T1" fmla="*/ 4 h 13"/>
                <a:gd name="T2" fmla="*/ 6 w 11"/>
                <a:gd name="T3" fmla="*/ 10 h 13"/>
                <a:gd name="T4" fmla="*/ 2 w 11"/>
                <a:gd name="T5" fmla="*/ 8 h 13"/>
                <a:gd name="T6" fmla="*/ 7 w 11"/>
                <a:gd name="T7" fmla="*/ 1 h 13"/>
                <a:gd name="T8" fmla="*/ 9 w 11"/>
                <a:gd name="T9" fmla="*/ 0 h 13"/>
                <a:gd name="T10" fmla="*/ 10 w 11"/>
                <a:gd name="T1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3">
                  <a:moveTo>
                    <a:pt x="10" y="4"/>
                  </a:moveTo>
                  <a:cubicBezTo>
                    <a:pt x="9" y="6"/>
                    <a:pt x="7" y="8"/>
                    <a:pt x="6" y="10"/>
                  </a:cubicBezTo>
                  <a:cubicBezTo>
                    <a:pt x="4" y="13"/>
                    <a:pt x="0" y="10"/>
                    <a:pt x="2" y="8"/>
                  </a:cubicBezTo>
                  <a:cubicBezTo>
                    <a:pt x="4" y="6"/>
                    <a:pt x="5" y="3"/>
                    <a:pt x="7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1"/>
                    <a:pt x="11" y="2"/>
                    <a:pt x="1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8" name="Freeform 43"/>
            <p:cNvSpPr>
              <a:spLocks/>
            </p:cNvSpPr>
            <p:nvPr/>
          </p:nvSpPr>
          <p:spPr bwMode="auto">
            <a:xfrm>
              <a:off x="607" y="440"/>
              <a:ext cx="47" cy="51"/>
            </a:xfrm>
            <a:custGeom>
              <a:avLst/>
              <a:gdLst>
                <a:gd name="T0" fmla="*/ 11 w 12"/>
                <a:gd name="T1" fmla="*/ 4 h 13"/>
                <a:gd name="T2" fmla="*/ 8 w 12"/>
                <a:gd name="T3" fmla="*/ 7 h 13"/>
                <a:gd name="T4" fmla="*/ 6 w 12"/>
                <a:gd name="T5" fmla="*/ 10 h 13"/>
                <a:gd name="T6" fmla="*/ 6 w 12"/>
                <a:gd name="T7" fmla="*/ 10 h 13"/>
                <a:gd name="T8" fmla="*/ 1 w 12"/>
                <a:gd name="T9" fmla="*/ 9 h 13"/>
                <a:gd name="T10" fmla="*/ 7 w 12"/>
                <a:gd name="T11" fmla="*/ 2 h 13"/>
                <a:gd name="T12" fmla="*/ 7 w 12"/>
                <a:gd name="T13" fmla="*/ 1 h 13"/>
                <a:gd name="T14" fmla="*/ 10 w 12"/>
                <a:gd name="T15" fmla="*/ 1 h 13"/>
                <a:gd name="T16" fmla="*/ 11 w 12"/>
                <a:gd name="T1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3">
                  <a:moveTo>
                    <a:pt x="11" y="4"/>
                  </a:moveTo>
                  <a:cubicBezTo>
                    <a:pt x="10" y="5"/>
                    <a:pt x="9" y="6"/>
                    <a:pt x="8" y="7"/>
                  </a:cubicBezTo>
                  <a:cubicBezTo>
                    <a:pt x="7" y="8"/>
                    <a:pt x="6" y="9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13"/>
                    <a:pt x="0" y="11"/>
                    <a:pt x="1" y="9"/>
                  </a:cubicBezTo>
                  <a:cubicBezTo>
                    <a:pt x="3" y="6"/>
                    <a:pt x="5" y="4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8" y="1"/>
                    <a:pt x="9" y="0"/>
                    <a:pt x="10" y="1"/>
                  </a:cubicBezTo>
                  <a:cubicBezTo>
                    <a:pt x="11" y="1"/>
                    <a:pt x="12" y="3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9" name="Freeform 44"/>
            <p:cNvSpPr>
              <a:spLocks/>
            </p:cNvSpPr>
            <p:nvPr/>
          </p:nvSpPr>
          <p:spPr bwMode="auto">
            <a:xfrm>
              <a:off x="634" y="483"/>
              <a:ext cx="43" cy="47"/>
            </a:xfrm>
            <a:custGeom>
              <a:avLst/>
              <a:gdLst>
                <a:gd name="T0" fmla="*/ 10 w 11"/>
                <a:gd name="T1" fmla="*/ 3 h 12"/>
                <a:gd name="T2" fmla="*/ 5 w 11"/>
                <a:gd name="T3" fmla="*/ 10 h 12"/>
                <a:gd name="T4" fmla="*/ 2 w 11"/>
                <a:gd name="T5" fmla="*/ 7 h 12"/>
                <a:gd name="T6" fmla="*/ 6 w 11"/>
                <a:gd name="T7" fmla="*/ 1 h 12"/>
                <a:gd name="T8" fmla="*/ 9 w 11"/>
                <a:gd name="T9" fmla="*/ 0 h 12"/>
                <a:gd name="T10" fmla="*/ 10 w 11"/>
                <a:gd name="T11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2">
                  <a:moveTo>
                    <a:pt x="10" y="3"/>
                  </a:moveTo>
                  <a:cubicBezTo>
                    <a:pt x="8" y="5"/>
                    <a:pt x="7" y="8"/>
                    <a:pt x="5" y="10"/>
                  </a:cubicBezTo>
                  <a:cubicBezTo>
                    <a:pt x="4" y="12"/>
                    <a:pt x="0" y="10"/>
                    <a:pt x="2" y="7"/>
                  </a:cubicBezTo>
                  <a:cubicBezTo>
                    <a:pt x="3" y="5"/>
                    <a:pt x="5" y="3"/>
                    <a:pt x="6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0"/>
                    <a:pt x="11" y="2"/>
                    <a:pt x="1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0" name="Freeform 45"/>
            <p:cNvSpPr>
              <a:spLocks/>
            </p:cNvSpPr>
            <p:nvPr/>
          </p:nvSpPr>
          <p:spPr bwMode="auto">
            <a:xfrm>
              <a:off x="650" y="514"/>
              <a:ext cx="43" cy="51"/>
            </a:xfrm>
            <a:custGeom>
              <a:avLst/>
              <a:gdLst>
                <a:gd name="T0" fmla="*/ 10 w 11"/>
                <a:gd name="T1" fmla="*/ 4 h 13"/>
                <a:gd name="T2" fmla="*/ 6 w 11"/>
                <a:gd name="T3" fmla="*/ 9 h 13"/>
                <a:gd name="T4" fmla="*/ 6 w 11"/>
                <a:gd name="T5" fmla="*/ 10 h 13"/>
                <a:gd name="T6" fmla="*/ 1 w 11"/>
                <a:gd name="T7" fmla="*/ 8 h 13"/>
                <a:gd name="T8" fmla="*/ 6 w 11"/>
                <a:gd name="T9" fmla="*/ 1 h 13"/>
                <a:gd name="T10" fmla="*/ 9 w 11"/>
                <a:gd name="T11" fmla="*/ 0 h 13"/>
                <a:gd name="T12" fmla="*/ 10 w 11"/>
                <a:gd name="T1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3">
                  <a:moveTo>
                    <a:pt x="10" y="4"/>
                  </a:moveTo>
                  <a:cubicBezTo>
                    <a:pt x="8" y="5"/>
                    <a:pt x="7" y="7"/>
                    <a:pt x="6" y="9"/>
                  </a:cubicBezTo>
                  <a:cubicBezTo>
                    <a:pt x="6" y="9"/>
                    <a:pt x="6" y="10"/>
                    <a:pt x="6" y="10"/>
                  </a:cubicBezTo>
                  <a:cubicBezTo>
                    <a:pt x="4" y="13"/>
                    <a:pt x="0" y="11"/>
                    <a:pt x="1" y="8"/>
                  </a:cubicBezTo>
                  <a:cubicBezTo>
                    <a:pt x="3" y="6"/>
                    <a:pt x="4" y="3"/>
                    <a:pt x="6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1"/>
                    <a:pt x="11" y="2"/>
                    <a:pt x="1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1" name="Freeform 46"/>
            <p:cNvSpPr>
              <a:spLocks/>
            </p:cNvSpPr>
            <p:nvPr/>
          </p:nvSpPr>
          <p:spPr bwMode="auto">
            <a:xfrm>
              <a:off x="669" y="553"/>
              <a:ext cx="39" cy="47"/>
            </a:xfrm>
            <a:custGeom>
              <a:avLst/>
              <a:gdLst>
                <a:gd name="T0" fmla="*/ 9 w 10"/>
                <a:gd name="T1" fmla="*/ 4 h 12"/>
                <a:gd name="T2" fmla="*/ 5 w 10"/>
                <a:gd name="T3" fmla="*/ 9 h 12"/>
                <a:gd name="T4" fmla="*/ 1 w 10"/>
                <a:gd name="T5" fmla="*/ 7 h 12"/>
                <a:gd name="T6" fmla="*/ 5 w 10"/>
                <a:gd name="T7" fmla="*/ 1 h 12"/>
                <a:gd name="T8" fmla="*/ 8 w 10"/>
                <a:gd name="T9" fmla="*/ 1 h 12"/>
                <a:gd name="T10" fmla="*/ 9 w 10"/>
                <a:gd name="T1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2">
                  <a:moveTo>
                    <a:pt x="9" y="4"/>
                  </a:moveTo>
                  <a:cubicBezTo>
                    <a:pt x="7" y="6"/>
                    <a:pt x="6" y="7"/>
                    <a:pt x="5" y="9"/>
                  </a:cubicBezTo>
                  <a:cubicBezTo>
                    <a:pt x="3" y="12"/>
                    <a:pt x="0" y="9"/>
                    <a:pt x="1" y="7"/>
                  </a:cubicBezTo>
                  <a:cubicBezTo>
                    <a:pt x="2" y="5"/>
                    <a:pt x="4" y="3"/>
                    <a:pt x="5" y="1"/>
                  </a:cubicBezTo>
                  <a:cubicBezTo>
                    <a:pt x="6" y="1"/>
                    <a:pt x="7" y="0"/>
                    <a:pt x="8" y="1"/>
                  </a:cubicBezTo>
                  <a:cubicBezTo>
                    <a:pt x="9" y="1"/>
                    <a:pt x="10" y="3"/>
                    <a:pt x="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2" name="Freeform 47"/>
            <p:cNvSpPr>
              <a:spLocks/>
            </p:cNvSpPr>
            <p:nvPr/>
          </p:nvSpPr>
          <p:spPr bwMode="auto">
            <a:xfrm>
              <a:off x="689" y="592"/>
              <a:ext cx="31" cy="39"/>
            </a:xfrm>
            <a:custGeom>
              <a:avLst/>
              <a:gdLst>
                <a:gd name="T0" fmla="*/ 7 w 8"/>
                <a:gd name="T1" fmla="*/ 4 h 10"/>
                <a:gd name="T2" fmla="*/ 5 w 8"/>
                <a:gd name="T3" fmla="*/ 7 h 10"/>
                <a:gd name="T4" fmla="*/ 2 w 8"/>
                <a:gd name="T5" fmla="*/ 5 h 10"/>
                <a:gd name="T6" fmla="*/ 4 w 8"/>
                <a:gd name="T7" fmla="*/ 1 h 10"/>
                <a:gd name="T8" fmla="*/ 6 w 8"/>
                <a:gd name="T9" fmla="*/ 1 h 10"/>
                <a:gd name="T10" fmla="*/ 7 w 8"/>
                <a:gd name="T11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7" y="4"/>
                  </a:moveTo>
                  <a:cubicBezTo>
                    <a:pt x="7" y="5"/>
                    <a:pt x="6" y="6"/>
                    <a:pt x="5" y="7"/>
                  </a:cubicBezTo>
                  <a:cubicBezTo>
                    <a:pt x="4" y="10"/>
                    <a:pt x="0" y="7"/>
                    <a:pt x="2" y="5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4" y="0"/>
                    <a:pt x="5" y="0"/>
                    <a:pt x="6" y="1"/>
                  </a:cubicBezTo>
                  <a:cubicBezTo>
                    <a:pt x="7" y="1"/>
                    <a:pt x="8" y="3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3" name="Freeform 48"/>
            <p:cNvSpPr>
              <a:spLocks/>
            </p:cNvSpPr>
            <p:nvPr/>
          </p:nvSpPr>
          <p:spPr bwMode="auto">
            <a:xfrm>
              <a:off x="700" y="627"/>
              <a:ext cx="32" cy="27"/>
            </a:xfrm>
            <a:custGeom>
              <a:avLst/>
              <a:gdLst>
                <a:gd name="T0" fmla="*/ 7 w 8"/>
                <a:gd name="T1" fmla="*/ 3 h 7"/>
                <a:gd name="T2" fmla="*/ 5 w 8"/>
                <a:gd name="T3" fmla="*/ 5 h 7"/>
                <a:gd name="T4" fmla="*/ 2 w 8"/>
                <a:gd name="T5" fmla="*/ 3 h 7"/>
                <a:gd name="T6" fmla="*/ 4 w 8"/>
                <a:gd name="T7" fmla="*/ 1 h 7"/>
                <a:gd name="T8" fmla="*/ 6 w 8"/>
                <a:gd name="T9" fmla="*/ 0 h 7"/>
                <a:gd name="T10" fmla="*/ 7 w 8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7" y="3"/>
                  </a:moveTo>
                  <a:cubicBezTo>
                    <a:pt x="7" y="4"/>
                    <a:pt x="6" y="5"/>
                    <a:pt x="5" y="5"/>
                  </a:cubicBezTo>
                  <a:cubicBezTo>
                    <a:pt x="3" y="7"/>
                    <a:pt x="0" y="5"/>
                    <a:pt x="2" y="3"/>
                  </a:cubicBezTo>
                  <a:cubicBezTo>
                    <a:pt x="2" y="2"/>
                    <a:pt x="3" y="1"/>
                    <a:pt x="4" y="1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1"/>
                    <a:pt x="8" y="2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4" name="Freeform 49"/>
            <p:cNvSpPr>
              <a:spLocks/>
            </p:cNvSpPr>
            <p:nvPr/>
          </p:nvSpPr>
          <p:spPr bwMode="auto">
            <a:xfrm>
              <a:off x="720" y="923"/>
              <a:ext cx="59" cy="277"/>
            </a:xfrm>
            <a:custGeom>
              <a:avLst/>
              <a:gdLst>
                <a:gd name="T0" fmla="*/ 15 w 15"/>
                <a:gd name="T1" fmla="*/ 2 h 71"/>
                <a:gd name="T2" fmla="*/ 11 w 15"/>
                <a:gd name="T3" fmla="*/ 34 h 71"/>
                <a:gd name="T4" fmla="*/ 5 w 15"/>
                <a:gd name="T5" fmla="*/ 65 h 71"/>
                <a:gd name="T6" fmla="*/ 5 w 15"/>
                <a:gd name="T7" fmla="*/ 68 h 71"/>
                <a:gd name="T8" fmla="*/ 0 w 15"/>
                <a:gd name="T9" fmla="*/ 67 h 71"/>
                <a:gd name="T10" fmla="*/ 2 w 15"/>
                <a:gd name="T11" fmla="*/ 58 h 71"/>
                <a:gd name="T12" fmla="*/ 7 w 15"/>
                <a:gd name="T13" fmla="*/ 30 h 71"/>
                <a:gd name="T14" fmla="*/ 10 w 15"/>
                <a:gd name="T15" fmla="*/ 2 h 71"/>
                <a:gd name="T16" fmla="*/ 13 w 15"/>
                <a:gd name="T17" fmla="*/ 0 h 71"/>
                <a:gd name="T18" fmla="*/ 15 w 15"/>
                <a:gd name="T19" fmla="*/ 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71">
                  <a:moveTo>
                    <a:pt x="15" y="2"/>
                  </a:moveTo>
                  <a:cubicBezTo>
                    <a:pt x="15" y="13"/>
                    <a:pt x="13" y="24"/>
                    <a:pt x="11" y="34"/>
                  </a:cubicBezTo>
                  <a:cubicBezTo>
                    <a:pt x="10" y="45"/>
                    <a:pt x="8" y="55"/>
                    <a:pt x="5" y="65"/>
                  </a:cubicBezTo>
                  <a:cubicBezTo>
                    <a:pt x="5" y="66"/>
                    <a:pt x="5" y="67"/>
                    <a:pt x="5" y="68"/>
                  </a:cubicBezTo>
                  <a:cubicBezTo>
                    <a:pt x="4" y="71"/>
                    <a:pt x="0" y="70"/>
                    <a:pt x="0" y="67"/>
                  </a:cubicBezTo>
                  <a:cubicBezTo>
                    <a:pt x="1" y="64"/>
                    <a:pt x="2" y="61"/>
                    <a:pt x="2" y="58"/>
                  </a:cubicBezTo>
                  <a:cubicBezTo>
                    <a:pt x="4" y="49"/>
                    <a:pt x="6" y="39"/>
                    <a:pt x="7" y="30"/>
                  </a:cubicBezTo>
                  <a:cubicBezTo>
                    <a:pt x="9" y="21"/>
                    <a:pt x="10" y="11"/>
                    <a:pt x="10" y="2"/>
                  </a:cubicBezTo>
                  <a:cubicBezTo>
                    <a:pt x="10" y="0"/>
                    <a:pt x="12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5" name="Freeform 50"/>
            <p:cNvSpPr>
              <a:spLocks/>
            </p:cNvSpPr>
            <p:nvPr/>
          </p:nvSpPr>
          <p:spPr bwMode="auto">
            <a:xfrm>
              <a:off x="700" y="658"/>
              <a:ext cx="36" cy="32"/>
            </a:xfrm>
            <a:custGeom>
              <a:avLst/>
              <a:gdLst>
                <a:gd name="T0" fmla="*/ 8 w 9"/>
                <a:gd name="T1" fmla="*/ 4 h 8"/>
                <a:gd name="T2" fmla="*/ 5 w 9"/>
                <a:gd name="T3" fmla="*/ 6 h 8"/>
                <a:gd name="T4" fmla="*/ 2 w 9"/>
                <a:gd name="T5" fmla="*/ 3 h 8"/>
                <a:gd name="T6" fmla="*/ 5 w 9"/>
                <a:gd name="T7" fmla="*/ 1 h 8"/>
                <a:gd name="T8" fmla="*/ 7 w 9"/>
                <a:gd name="T9" fmla="*/ 1 h 8"/>
                <a:gd name="T10" fmla="*/ 8 w 9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8">
                  <a:moveTo>
                    <a:pt x="8" y="4"/>
                  </a:moveTo>
                  <a:cubicBezTo>
                    <a:pt x="7" y="5"/>
                    <a:pt x="6" y="6"/>
                    <a:pt x="5" y="6"/>
                  </a:cubicBezTo>
                  <a:cubicBezTo>
                    <a:pt x="3" y="8"/>
                    <a:pt x="0" y="4"/>
                    <a:pt x="2" y="3"/>
                  </a:cubicBezTo>
                  <a:cubicBezTo>
                    <a:pt x="3" y="2"/>
                    <a:pt x="4" y="2"/>
                    <a:pt x="5" y="1"/>
                  </a:cubicBezTo>
                  <a:cubicBezTo>
                    <a:pt x="6" y="0"/>
                    <a:pt x="7" y="0"/>
                    <a:pt x="7" y="1"/>
                  </a:cubicBezTo>
                  <a:cubicBezTo>
                    <a:pt x="9" y="1"/>
                    <a:pt x="9" y="3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6" name="Freeform 51"/>
            <p:cNvSpPr>
              <a:spLocks/>
            </p:cNvSpPr>
            <p:nvPr/>
          </p:nvSpPr>
          <p:spPr bwMode="auto">
            <a:xfrm>
              <a:off x="720" y="690"/>
              <a:ext cx="27" cy="27"/>
            </a:xfrm>
            <a:custGeom>
              <a:avLst/>
              <a:gdLst>
                <a:gd name="T0" fmla="*/ 3 w 7"/>
                <a:gd name="T1" fmla="*/ 6 h 7"/>
                <a:gd name="T2" fmla="*/ 4 w 7"/>
                <a:gd name="T3" fmla="*/ 2 h 7"/>
                <a:gd name="T4" fmla="*/ 3 w 7"/>
                <a:gd name="T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7">
                  <a:moveTo>
                    <a:pt x="3" y="6"/>
                  </a:moveTo>
                  <a:cubicBezTo>
                    <a:pt x="0" y="5"/>
                    <a:pt x="2" y="0"/>
                    <a:pt x="4" y="2"/>
                  </a:cubicBezTo>
                  <a:cubicBezTo>
                    <a:pt x="7" y="3"/>
                    <a:pt x="6" y="7"/>
                    <a:pt x="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7" name="Freeform 52"/>
            <p:cNvSpPr>
              <a:spLocks noEditPoints="1"/>
            </p:cNvSpPr>
            <p:nvPr/>
          </p:nvSpPr>
          <p:spPr bwMode="auto">
            <a:xfrm>
              <a:off x="716" y="728"/>
              <a:ext cx="39" cy="28"/>
            </a:xfrm>
            <a:custGeom>
              <a:avLst/>
              <a:gdLst>
                <a:gd name="T0" fmla="*/ 8 w 10"/>
                <a:gd name="T1" fmla="*/ 5 h 7"/>
                <a:gd name="T2" fmla="*/ 8 w 10"/>
                <a:gd name="T3" fmla="*/ 0 h 7"/>
                <a:gd name="T4" fmla="*/ 7 w 10"/>
                <a:gd name="T5" fmla="*/ 0 h 7"/>
                <a:gd name="T6" fmla="*/ 3 w 10"/>
                <a:gd name="T7" fmla="*/ 2 h 7"/>
                <a:gd name="T8" fmla="*/ 6 w 10"/>
                <a:gd name="T9" fmla="*/ 6 h 7"/>
                <a:gd name="T10" fmla="*/ 5 w 10"/>
                <a:gd name="T11" fmla="*/ 6 h 7"/>
                <a:gd name="T12" fmla="*/ 8 w 10"/>
                <a:gd name="T13" fmla="*/ 5 h 7"/>
                <a:gd name="T14" fmla="*/ 8 w 10"/>
                <a:gd name="T15" fmla="*/ 5 h 7"/>
                <a:gd name="T16" fmla="*/ 8 w 10"/>
                <a:gd name="T17" fmla="*/ 5 h 7"/>
                <a:gd name="T18" fmla="*/ 8 w 10"/>
                <a:gd name="T19" fmla="*/ 5 h 7"/>
                <a:gd name="T20" fmla="*/ 8 w 10"/>
                <a:gd name="T21" fmla="*/ 5 h 7"/>
                <a:gd name="T22" fmla="*/ 7 w 10"/>
                <a:gd name="T23" fmla="*/ 5 h 7"/>
                <a:gd name="T24" fmla="*/ 7 w 10"/>
                <a:gd name="T25" fmla="*/ 5 h 7"/>
                <a:gd name="T26" fmla="*/ 7 w 10"/>
                <a:gd name="T27" fmla="*/ 5 h 7"/>
                <a:gd name="T28" fmla="*/ 8 w 10"/>
                <a:gd name="T29" fmla="*/ 5 h 7"/>
                <a:gd name="T30" fmla="*/ 8 w 10"/>
                <a:gd name="T31" fmla="*/ 5 h 7"/>
                <a:gd name="T32" fmla="*/ 8 w 10"/>
                <a:gd name="T33" fmla="*/ 5 h 7"/>
                <a:gd name="T34" fmla="*/ 8 w 10"/>
                <a:gd name="T3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7">
                  <a:moveTo>
                    <a:pt x="8" y="5"/>
                  </a:moveTo>
                  <a:cubicBezTo>
                    <a:pt x="10" y="4"/>
                    <a:pt x="10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5" y="1"/>
                    <a:pt x="4" y="1"/>
                    <a:pt x="3" y="2"/>
                  </a:cubicBezTo>
                  <a:cubicBezTo>
                    <a:pt x="0" y="4"/>
                    <a:pt x="3" y="7"/>
                    <a:pt x="6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moveTo>
                    <a:pt x="7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8" name="Freeform 53"/>
            <p:cNvSpPr>
              <a:spLocks noEditPoints="1"/>
            </p:cNvSpPr>
            <p:nvPr/>
          </p:nvSpPr>
          <p:spPr bwMode="auto">
            <a:xfrm>
              <a:off x="724" y="764"/>
              <a:ext cx="39" cy="31"/>
            </a:xfrm>
            <a:custGeom>
              <a:avLst/>
              <a:gdLst>
                <a:gd name="T0" fmla="*/ 8 w 10"/>
                <a:gd name="T1" fmla="*/ 4 h 8"/>
                <a:gd name="T2" fmla="*/ 8 w 10"/>
                <a:gd name="T3" fmla="*/ 0 h 8"/>
                <a:gd name="T4" fmla="*/ 6 w 10"/>
                <a:gd name="T5" fmla="*/ 0 h 8"/>
                <a:gd name="T6" fmla="*/ 2 w 10"/>
                <a:gd name="T7" fmla="*/ 3 h 8"/>
                <a:gd name="T8" fmla="*/ 5 w 10"/>
                <a:gd name="T9" fmla="*/ 6 h 8"/>
                <a:gd name="T10" fmla="*/ 5 w 10"/>
                <a:gd name="T11" fmla="*/ 6 h 8"/>
                <a:gd name="T12" fmla="*/ 8 w 10"/>
                <a:gd name="T13" fmla="*/ 4 h 8"/>
                <a:gd name="T14" fmla="*/ 6 w 10"/>
                <a:gd name="T15" fmla="*/ 6 h 8"/>
                <a:gd name="T16" fmla="*/ 6 w 10"/>
                <a:gd name="T17" fmla="*/ 6 h 8"/>
                <a:gd name="T18" fmla="*/ 6 w 10"/>
                <a:gd name="T1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8">
                  <a:moveTo>
                    <a:pt x="8" y="4"/>
                  </a:moveTo>
                  <a:cubicBezTo>
                    <a:pt x="10" y="3"/>
                    <a:pt x="9" y="1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5" y="1"/>
                    <a:pt x="3" y="2"/>
                    <a:pt x="2" y="3"/>
                  </a:cubicBezTo>
                  <a:cubicBezTo>
                    <a:pt x="0" y="4"/>
                    <a:pt x="3" y="8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5"/>
                    <a:pt x="8" y="4"/>
                  </a:cubicBezTo>
                  <a:moveTo>
                    <a:pt x="6" y="6"/>
                  </a:move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9" name="Freeform 54"/>
            <p:cNvSpPr>
              <a:spLocks/>
            </p:cNvSpPr>
            <p:nvPr/>
          </p:nvSpPr>
          <p:spPr bwMode="auto">
            <a:xfrm>
              <a:off x="728" y="799"/>
              <a:ext cx="43" cy="31"/>
            </a:xfrm>
            <a:custGeom>
              <a:avLst/>
              <a:gdLst>
                <a:gd name="T0" fmla="*/ 9 w 11"/>
                <a:gd name="T1" fmla="*/ 4 h 8"/>
                <a:gd name="T2" fmla="*/ 5 w 11"/>
                <a:gd name="T3" fmla="*/ 6 h 8"/>
                <a:gd name="T4" fmla="*/ 3 w 11"/>
                <a:gd name="T5" fmla="*/ 2 h 8"/>
                <a:gd name="T6" fmla="*/ 7 w 11"/>
                <a:gd name="T7" fmla="*/ 0 h 8"/>
                <a:gd name="T8" fmla="*/ 8 w 11"/>
                <a:gd name="T9" fmla="*/ 0 h 8"/>
                <a:gd name="T10" fmla="*/ 9 w 11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8">
                  <a:moveTo>
                    <a:pt x="9" y="4"/>
                  </a:moveTo>
                  <a:cubicBezTo>
                    <a:pt x="7" y="5"/>
                    <a:pt x="6" y="5"/>
                    <a:pt x="5" y="6"/>
                  </a:cubicBezTo>
                  <a:cubicBezTo>
                    <a:pt x="2" y="8"/>
                    <a:pt x="0" y="4"/>
                    <a:pt x="3" y="2"/>
                  </a:cubicBezTo>
                  <a:cubicBezTo>
                    <a:pt x="4" y="1"/>
                    <a:pt x="5" y="1"/>
                    <a:pt x="7" y="0"/>
                  </a:cubicBezTo>
                  <a:cubicBezTo>
                    <a:pt x="7" y="0"/>
                    <a:pt x="8" y="0"/>
                    <a:pt x="8" y="0"/>
                  </a:cubicBezTo>
                  <a:cubicBezTo>
                    <a:pt x="10" y="0"/>
                    <a:pt x="11" y="3"/>
                    <a:pt x="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0" name="Freeform 55"/>
            <p:cNvSpPr>
              <a:spLocks/>
            </p:cNvSpPr>
            <p:nvPr/>
          </p:nvSpPr>
          <p:spPr bwMode="auto">
            <a:xfrm>
              <a:off x="747" y="838"/>
              <a:ext cx="28" cy="23"/>
            </a:xfrm>
            <a:custGeom>
              <a:avLst/>
              <a:gdLst>
                <a:gd name="T0" fmla="*/ 3 w 7"/>
                <a:gd name="T1" fmla="*/ 5 h 6"/>
                <a:gd name="T2" fmla="*/ 5 w 7"/>
                <a:gd name="T3" fmla="*/ 1 h 6"/>
                <a:gd name="T4" fmla="*/ 3 w 7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6">
                  <a:moveTo>
                    <a:pt x="3" y="5"/>
                  </a:moveTo>
                  <a:cubicBezTo>
                    <a:pt x="0" y="4"/>
                    <a:pt x="2" y="0"/>
                    <a:pt x="5" y="1"/>
                  </a:cubicBezTo>
                  <a:cubicBezTo>
                    <a:pt x="7" y="2"/>
                    <a:pt x="6" y="6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1" name="Freeform 56"/>
            <p:cNvSpPr>
              <a:spLocks/>
            </p:cNvSpPr>
            <p:nvPr/>
          </p:nvSpPr>
          <p:spPr bwMode="auto">
            <a:xfrm>
              <a:off x="744" y="869"/>
              <a:ext cx="31" cy="27"/>
            </a:xfrm>
            <a:custGeom>
              <a:avLst/>
              <a:gdLst>
                <a:gd name="T0" fmla="*/ 6 w 8"/>
                <a:gd name="T1" fmla="*/ 4 h 7"/>
                <a:gd name="T2" fmla="*/ 4 w 8"/>
                <a:gd name="T3" fmla="*/ 5 h 7"/>
                <a:gd name="T4" fmla="*/ 2 w 8"/>
                <a:gd name="T5" fmla="*/ 1 h 7"/>
                <a:gd name="T6" fmla="*/ 5 w 8"/>
                <a:gd name="T7" fmla="*/ 0 h 7"/>
                <a:gd name="T8" fmla="*/ 6 w 8"/>
                <a:gd name="T9" fmla="*/ 0 h 7"/>
                <a:gd name="T10" fmla="*/ 6 w 8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6" y="4"/>
                  </a:moveTo>
                  <a:cubicBezTo>
                    <a:pt x="6" y="4"/>
                    <a:pt x="5" y="5"/>
                    <a:pt x="4" y="5"/>
                  </a:cubicBezTo>
                  <a:cubicBezTo>
                    <a:pt x="2" y="7"/>
                    <a:pt x="0" y="3"/>
                    <a:pt x="2" y="1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8" y="0"/>
                    <a:pt x="8" y="3"/>
                    <a:pt x="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782" name="Group 86"/>
          <p:cNvGrpSpPr>
            <a:grpSpLocks/>
          </p:cNvGrpSpPr>
          <p:nvPr/>
        </p:nvGrpSpPr>
        <p:grpSpPr bwMode="auto">
          <a:xfrm>
            <a:off x="4338638" y="1908175"/>
            <a:ext cx="1895475" cy="1781175"/>
            <a:chOff x="0" y="0"/>
            <a:chExt cx="1895258" cy="1782018"/>
          </a:xfrm>
        </p:grpSpPr>
        <p:sp>
          <p:nvSpPr>
            <p:cNvPr id="29783" name="AutoShape 20"/>
            <p:cNvSpPr>
              <a:spLocks noChangeAspect="1" noChangeArrowheads="1" noTextEdit="1"/>
            </p:cNvSpPr>
            <p:nvPr/>
          </p:nvSpPr>
          <p:spPr bwMode="auto">
            <a:xfrm rot="14777805">
              <a:off x="330994" y="-76054"/>
              <a:ext cx="1230312" cy="189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4" name="Freeform 22"/>
            <p:cNvSpPr>
              <a:spLocks noEditPoints="1"/>
            </p:cNvSpPr>
            <p:nvPr/>
          </p:nvSpPr>
          <p:spPr bwMode="auto">
            <a:xfrm rot="14777805">
              <a:off x="404595" y="-64531"/>
              <a:ext cx="1181100" cy="1800225"/>
            </a:xfrm>
            <a:custGeom>
              <a:avLst/>
              <a:gdLst>
                <a:gd name="T0" fmla="*/ 100 w 190"/>
                <a:gd name="T1" fmla="*/ 0 h 291"/>
                <a:gd name="T2" fmla="*/ 95 w 190"/>
                <a:gd name="T3" fmla="*/ 4 h 291"/>
                <a:gd name="T4" fmla="*/ 66 w 190"/>
                <a:gd name="T5" fmla="*/ 12 h 291"/>
                <a:gd name="T6" fmla="*/ 38 w 190"/>
                <a:gd name="T7" fmla="*/ 20 h 291"/>
                <a:gd name="T8" fmla="*/ 1 w 190"/>
                <a:gd name="T9" fmla="*/ 34 h 291"/>
                <a:gd name="T10" fmla="*/ 38 w 190"/>
                <a:gd name="T11" fmla="*/ 103 h 291"/>
                <a:gd name="T12" fmla="*/ 43 w 190"/>
                <a:gd name="T13" fmla="*/ 132 h 291"/>
                <a:gd name="T14" fmla="*/ 72 w 190"/>
                <a:gd name="T15" fmla="*/ 70 h 291"/>
                <a:gd name="T16" fmla="*/ 86 w 190"/>
                <a:gd name="T17" fmla="*/ 81 h 291"/>
                <a:gd name="T18" fmla="*/ 161 w 190"/>
                <a:gd name="T19" fmla="*/ 204 h 291"/>
                <a:gd name="T20" fmla="*/ 182 w 190"/>
                <a:gd name="T21" fmla="*/ 287 h 291"/>
                <a:gd name="T22" fmla="*/ 182 w 190"/>
                <a:gd name="T23" fmla="*/ 284 h 291"/>
                <a:gd name="T24" fmla="*/ 180 w 190"/>
                <a:gd name="T25" fmla="*/ 162 h 291"/>
                <a:gd name="T26" fmla="*/ 86 w 190"/>
                <a:gd name="T27" fmla="*/ 39 h 291"/>
                <a:gd name="T28" fmla="*/ 101 w 190"/>
                <a:gd name="T29" fmla="*/ 4 h 291"/>
                <a:gd name="T30" fmla="*/ 88 w 190"/>
                <a:gd name="T31" fmla="*/ 45 h 291"/>
                <a:gd name="T32" fmla="*/ 152 w 190"/>
                <a:gd name="T33" fmla="*/ 111 h 291"/>
                <a:gd name="T34" fmla="*/ 185 w 190"/>
                <a:gd name="T35" fmla="*/ 226 h 291"/>
                <a:gd name="T36" fmla="*/ 185 w 190"/>
                <a:gd name="T37" fmla="*/ 226 h 291"/>
                <a:gd name="T38" fmla="*/ 185 w 190"/>
                <a:gd name="T39" fmla="*/ 226 h 291"/>
                <a:gd name="T40" fmla="*/ 180 w 190"/>
                <a:gd name="T41" fmla="*/ 275 h 291"/>
                <a:gd name="T42" fmla="*/ 135 w 190"/>
                <a:gd name="T43" fmla="*/ 134 h 291"/>
                <a:gd name="T44" fmla="*/ 71 w 190"/>
                <a:gd name="T45" fmla="*/ 65 h 291"/>
                <a:gd name="T46" fmla="*/ 47 w 190"/>
                <a:gd name="T47" fmla="*/ 122 h 291"/>
                <a:gd name="T48" fmla="*/ 29 w 190"/>
                <a:gd name="T49" fmla="*/ 28 h 291"/>
                <a:gd name="T50" fmla="*/ 51 w 190"/>
                <a:gd name="T51" fmla="*/ 21 h 291"/>
                <a:gd name="T52" fmla="*/ 93 w 190"/>
                <a:gd name="T53" fmla="*/ 9 h 291"/>
                <a:gd name="T54" fmla="*/ 82 w 190"/>
                <a:gd name="T55" fmla="*/ 42 h 291"/>
                <a:gd name="T56" fmla="*/ 86 w 190"/>
                <a:gd name="T57" fmla="*/ 81 h 291"/>
                <a:gd name="T58" fmla="*/ 17 w 190"/>
                <a:gd name="T59" fmla="*/ 58 h 291"/>
                <a:gd name="T60" fmla="*/ 17 w 190"/>
                <a:gd name="T61" fmla="*/ 58 h 291"/>
                <a:gd name="T62" fmla="*/ 128 w 190"/>
                <a:gd name="T63" fmla="*/ 129 h 291"/>
                <a:gd name="T64" fmla="*/ 128 w 190"/>
                <a:gd name="T65" fmla="*/ 129 h 291"/>
                <a:gd name="T66" fmla="*/ 128 w 190"/>
                <a:gd name="T67" fmla="*/ 129 h 291"/>
                <a:gd name="T68" fmla="*/ 38 w 190"/>
                <a:gd name="T69" fmla="*/ 103 h 291"/>
                <a:gd name="T70" fmla="*/ 43 w 190"/>
                <a:gd name="T71" fmla="*/ 131 h 291"/>
                <a:gd name="T72" fmla="*/ 43 w 190"/>
                <a:gd name="T73" fmla="*/ 131 h 291"/>
                <a:gd name="T74" fmla="*/ 161 w 190"/>
                <a:gd name="T75" fmla="*/ 205 h 291"/>
                <a:gd name="T76" fmla="*/ 185 w 190"/>
                <a:gd name="T77" fmla="*/ 226 h 291"/>
                <a:gd name="T78" fmla="*/ 185 w 190"/>
                <a:gd name="T79" fmla="*/ 226 h 291"/>
                <a:gd name="T80" fmla="*/ 51 w 190"/>
                <a:gd name="T81" fmla="*/ 21 h 291"/>
                <a:gd name="T82" fmla="*/ 51 w 190"/>
                <a:gd name="T83" fmla="*/ 2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0" h="291">
                  <a:moveTo>
                    <a:pt x="101" y="4"/>
                  </a:moveTo>
                  <a:cubicBezTo>
                    <a:pt x="102" y="2"/>
                    <a:pt x="101" y="1"/>
                    <a:pt x="100" y="0"/>
                  </a:cubicBezTo>
                  <a:cubicBezTo>
                    <a:pt x="100" y="0"/>
                    <a:pt x="99" y="0"/>
                    <a:pt x="98" y="1"/>
                  </a:cubicBezTo>
                  <a:cubicBezTo>
                    <a:pt x="97" y="2"/>
                    <a:pt x="96" y="3"/>
                    <a:pt x="95" y="4"/>
                  </a:cubicBezTo>
                  <a:cubicBezTo>
                    <a:pt x="92" y="5"/>
                    <a:pt x="89" y="6"/>
                    <a:pt x="86" y="7"/>
                  </a:cubicBezTo>
                  <a:cubicBezTo>
                    <a:pt x="79" y="9"/>
                    <a:pt x="72" y="10"/>
                    <a:pt x="66" y="12"/>
                  </a:cubicBezTo>
                  <a:cubicBezTo>
                    <a:pt x="56" y="15"/>
                    <a:pt x="47" y="18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26" y="24"/>
                    <a:pt x="14" y="27"/>
                    <a:pt x="2" y="31"/>
                  </a:cubicBezTo>
                  <a:cubicBezTo>
                    <a:pt x="0" y="31"/>
                    <a:pt x="0" y="33"/>
                    <a:pt x="1" y="34"/>
                  </a:cubicBezTo>
                  <a:cubicBezTo>
                    <a:pt x="7" y="42"/>
                    <a:pt x="12" y="50"/>
                    <a:pt x="17" y="58"/>
                  </a:cubicBezTo>
                  <a:cubicBezTo>
                    <a:pt x="26" y="72"/>
                    <a:pt x="34" y="87"/>
                    <a:pt x="38" y="103"/>
                  </a:cubicBezTo>
                  <a:cubicBezTo>
                    <a:pt x="41" y="112"/>
                    <a:pt x="43" y="121"/>
                    <a:pt x="43" y="131"/>
                  </a:cubicBezTo>
                  <a:cubicBezTo>
                    <a:pt x="43" y="131"/>
                    <a:pt x="43" y="132"/>
                    <a:pt x="43" y="132"/>
                  </a:cubicBezTo>
                  <a:cubicBezTo>
                    <a:pt x="44" y="134"/>
                    <a:pt x="47" y="135"/>
                    <a:pt x="48" y="133"/>
                  </a:cubicBezTo>
                  <a:cubicBezTo>
                    <a:pt x="56" y="112"/>
                    <a:pt x="64" y="91"/>
                    <a:pt x="72" y="70"/>
                  </a:cubicBezTo>
                  <a:cubicBezTo>
                    <a:pt x="72" y="70"/>
                    <a:pt x="73" y="70"/>
                    <a:pt x="73" y="70"/>
                  </a:cubicBezTo>
                  <a:cubicBezTo>
                    <a:pt x="78" y="73"/>
                    <a:pt x="82" y="77"/>
                    <a:pt x="86" y="81"/>
                  </a:cubicBezTo>
                  <a:cubicBezTo>
                    <a:pt x="102" y="96"/>
                    <a:pt x="116" y="111"/>
                    <a:pt x="128" y="129"/>
                  </a:cubicBezTo>
                  <a:cubicBezTo>
                    <a:pt x="142" y="153"/>
                    <a:pt x="153" y="178"/>
                    <a:pt x="161" y="204"/>
                  </a:cubicBezTo>
                  <a:cubicBezTo>
                    <a:pt x="169" y="231"/>
                    <a:pt x="174" y="260"/>
                    <a:pt x="177" y="288"/>
                  </a:cubicBezTo>
                  <a:cubicBezTo>
                    <a:pt x="178" y="291"/>
                    <a:pt x="182" y="290"/>
                    <a:pt x="182" y="287"/>
                  </a:cubicBezTo>
                  <a:cubicBezTo>
                    <a:pt x="182" y="286"/>
                    <a:pt x="182" y="286"/>
                    <a:pt x="182" y="285"/>
                  </a:cubicBezTo>
                  <a:cubicBezTo>
                    <a:pt x="182" y="285"/>
                    <a:pt x="182" y="285"/>
                    <a:pt x="182" y="284"/>
                  </a:cubicBezTo>
                  <a:cubicBezTo>
                    <a:pt x="190" y="262"/>
                    <a:pt x="190" y="237"/>
                    <a:pt x="188" y="214"/>
                  </a:cubicBezTo>
                  <a:cubicBezTo>
                    <a:pt x="187" y="196"/>
                    <a:pt x="185" y="179"/>
                    <a:pt x="180" y="162"/>
                  </a:cubicBezTo>
                  <a:cubicBezTo>
                    <a:pt x="175" y="145"/>
                    <a:pt x="168" y="129"/>
                    <a:pt x="159" y="114"/>
                  </a:cubicBezTo>
                  <a:cubicBezTo>
                    <a:pt x="142" y="84"/>
                    <a:pt x="118" y="54"/>
                    <a:pt x="86" y="39"/>
                  </a:cubicBezTo>
                  <a:cubicBezTo>
                    <a:pt x="89" y="29"/>
                    <a:pt x="93" y="19"/>
                    <a:pt x="98" y="10"/>
                  </a:cubicBezTo>
                  <a:cubicBezTo>
                    <a:pt x="99" y="8"/>
                    <a:pt x="100" y="6"/>
                    <a:pt x="101" y="4"/>
                  </a:cubicBezTo>
                  <a:moveTo>
                    <a:pt x="82" y="42"/>
                  </a:moveTo>
                  <a:cubicBezTo>
                    <a:pt x="84" y="43"/>
                    <a:pt x="86" y="44"/>
                    <a:pt x="88" y="45"/>
                  </a:cubicBezTo>
                  <a:cubicBezTo>
                    <a:pt x="98" y="51"/>
                    <a:pt x="107" y="57"/>
                    <a:pt x="115" y="65"/>
                  </a:cubicBezTo>
                  <a:cubicBezTo>
                    <a:pt x="130" y="79"/>
                    <a:pt x="142" y="94"/>
                    <a:pt x="152" y="111"/>
                  </a:cubicBezTo>
                  <a:cubicBezTo>
                    <a:pt x="162" y="126"/>
                    <a:pt x="169" y="143"/>
                    <a:pt x="175" y="160"/>
                  </a:cubicBezTo>
                  <a:cubicBezTo>
                    <a:pt x="181" y="181"/>
                    <a:pt x="184" y="204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7"/>
                  </a:cubicBezTo>
                  <a:cubicBezTo>
                    <a:pt x="185" y="227"/>
                    <a:pt x="185" y="226"/>
                    <a:pt x="185" y="226"/>
                  </a:cubicBezTo>
                  <a:cubicBezTo>
                    <a:pt x="185" y="241"/>
                    <a:pt x="185" y="256"/>
                    <a:pt x="181" y="270"/>
                  </a:cubicBezTo>
                  <a:cubicBezTo>
                    <a:pt x="181" y="272"/>
                    <a:pt x="181" y="273"/>
                    <a:pt x="180" y="275"/>
                  </a:cubicBezTo>
                  <a:cubicBezTo>
                    <a:pt x="178" y="262"/>
                    <a:pt x="176" y="249"/>
                    <a:pt x="174" y="236"/>
                  </a:cubicBezTo>
                  <a:cubicBezTo>
                    <a:pt x="166" y="200"/>
                    <a:pt x="154" y="165"/>
                    <a:pt x="135" y="134"/>
                  </a:cubicBezTo>
                  <a:cubicBezTo>
                    <a:pt x="127" y="118"/>
                    <a:pt x="116" y="105"/>
                    <a:pt x="104" y="92"/>
                  </a:cubicBezTo>
                  <a:cubicBezTo>
                    <a:pt x="94" y="83"/>
                    <a:pt x="84" y="70"/>
                    <a:pt x="71" y="65"/>
                  </a:cubicBezTo>
                  <a:cubicBezTo>
                    <a:pt x="70" y="64"/>
                    <a:pt x="69" y="65"/>
                    <a:pt x="69" y="66"/>
                  </a:cubicBezTo>
                  <a:cubicBezTo>
                    <a:pt x="61" y="85"/>
                    <a:pt x="54" y="104"/>
                    <a:pt x="47" y="122"/>
                  </a:cubicBezTo>
                  <a:cubicBezTo>
                    <a:pt x="43" y="90"/>
                    <a:pt x="25" y="60"/>
                    <a:pt x="6" y="34"/>
                  </a:cubicBezTo>
                  <a:cubicBezTo>
                    <a:pt x="14" y="32"/>
                    <a:pt x="21" y="30"/>
                    <a:pt x="29" y="28"/>
                  </a:cubicBezTo>
                  <a:cubicBezTo>
                    <a:pt x="36" y="26"/>
                    <a:pt x="44" y="23"/>
                    <a:pt x="51" y="21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60" y="18"/>
                    <a:pt x="70" y="16"/>
                    <a:pt x="79" y="14"/>
                  </a:cubicBezTo>
                  <a:cubicBezTo>
                    <a:pt x="84" y="13"/>
                    <a:pt x="89" y="11"/>
                    <a:pt x="93" y="9"/>
                  </a:cubicBezTo>
                  <a:cubicBezTo>
                    <a:pt x="88" y="19"/>
                    <a:pt x="85" y="29"/>
                    <a:pt x="81" y="39"/>
                  </a:cubicBezTo>
                  <a:cubicBezTo>
                    <a:pt x="81" y="40"/>
                    <a:pt x="81" y="42"/>
                    <a:pt x="82" y="42"/>
                  </a:cubicBezTo>
                  <a:moveTo>
                    <a:pt x="86" y="80"/>
                  </a:moveTo>
                  <a:cubicBezTo>
                    <a:pt x="86" y="80"/>
                    <a:pt x="86" y="81"/>
                    <a:pt x="86" y="81"/>
                  </a:cubicBezTo>
                  <a:cubicBezTo>
                    <a:pt x="86" y="81"/>
                    <a:pt x="86" y="80"/>
                    <a:pt x="86" y="80"/>
                  </a:cubicBezTo>
                  <a:moveTo>
                    <a:pt x="17" y="58"/>
                  </a:moveTo>
                  <a:cubicBezTo>
                    <a:pt x="17" y="58"/>
                    <a:pt x="17" y="58"/>
                    <a:pt x="17" y="58"/>
                  </a:cubicBezTo>
                  <a:cubicBezTo>
                    <a:pt x="17" y="58"/>
                    <a:pt x="17" y="58"/>
                    <a:pt x="17" y="58"/>
                  </a:cubicBezTo>
                  <a:moveTo>
                    <a:pt x="127" y="129"/>
                  </a:moveTo>
                  <a:cubicBezTo>
                    <a:pt x="127" y="129"/>
                    <a:pt x="128" y="129"/>
                    <a:pt x="128" y="129"/>
                  </a:cubicBezTo>
                  <a:cubicBezTo>
                    <a:pt x="128" y="129"/>
                    <a:pt x="127" y="129"/>
                    <a:pt x="127" y="129"/>
                  </a:cubicBezTo>
                  <a:moveTo>
                    <a:pt x="128" y="129"/>
                  </a:moveTo>
                  <a:cubicBezTo>
                    <a:pt x="128" y="129"/>
                    <a:pt x="128" y="129"/>
                    <a:pt x="128" y="130"/>
                  </a:cubicBezTo>
                  <a:cubicBezTo>
                    <a:pt x="128" y="129"/>
                    <a:pt x="128" y="129"/>
                    <a:pt x="128" y="129"/>
                  </a:cubicBezTo>
                  <a:moveTo>
                    <a:pt x="38" y="103"/>
                  </a:moveTo>
                  <a:cubicBezTo>
                    <a:pt x="38" y="103"/>
                    <a:pt x="38" y="103"/>
                    <a:pt x="38" y="103"/>
                  </a:cubicBezTo>
                  <a:cubicBezTo>
                    <a:pt x="38" y="103"/>
                    <a:pt x="38" y="103"/>
                    <a:pt x="38" y="103"/>
                  </a:cubicBezTo>
                  <a:moveTo>
                    <a:pt x="43" y="131"/>
                  </a:moveTo>
                  <a:cubicBezTo>
                    <a:pt x="43" y="131"/>
                    <a:pt x="43" y="131"/>
                    <a:pt x="43" y="131"/>
                  </a:cubicBezTo>
                  <a:cubicBezTo>
                    <a:pt x="43" y="131"/>
                    <a:pt x="43" y="131"/>
                    <a:pt x="43" y="131"/>
                  </a:cubicBezTo>
                  <a:moveTo>
                    <a:pt x="161" y="204"/>
                  </a:moveTo>
                  <a:cubicBezTo>
                    <a:pt x="161" y="205"/>
                    <a:pt x="161" y="205"/>
                    <a:pt x="161" y="205"/>
                  </a:cubicBezTo>
                  <a:cubicBezTo>
                    <a:pt x="161" y="205"/>
                    <a:pt x="161" y="205"/>
                    <a:pt x="161" y="204"/>
                  </a:cubicBezTo>
                  <a:moveTo>
                    <a:pt x="185" y="226"/>
                  </a:move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cubicBezTo>
                    <a:pt x="185" y="226"/>
                    <a:pt x="185" y="226"/>
                    <a:pt x="185" y="226"/>
                  </a:cubicBezTo>
                  <a:moveTo>
                    <a:pt x="51" y="21"/>
                  </a:moveTo>
                  <a:cubicBezTo>
                    <a:pt x="51" y="21"/>
                    <a:pt x="52" y="21"/>
                    <a:pt x="52" y="21"/>
                  </a:cubicBezTo>
                  <a:cubicBezTo>
                    <a:pt x="52" y="21"/>
                    <a:pt x="51" y="21"/>
                    <a:pt x="51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5" name="Freeform 23"/>
            <p:cNvSpPr>
              <a:spLocks noEditPoints="1"/>
            </p:cNvSpPr>
            <p:nvPr/>
          </p:nvSpPr>
          <p:spPr bwMode="auto">
            <a:xfrm rot="14777805">
              <a:off x="479443" y="-81500"/>
              <a:ext cx="677862" cy="1384300"/>
            </a:xfrm>
            <a:custGeom>
              <a:avLst/>
              <a:gdLst>
                <a:gd name="T0" fmla="*/ 4 w 109"/>
                <a:gd name="T1" fmla="*/ 1 h 224"/>
                <a:gd name="T2" fmla="*/ 4 w 109"/>
                <a:gd name="T3" fmla="*/ 1 h 224"/>
                <a:gd name="T4" fmla="*/ 2 w 109"/>
                <a:gd name="T5" fmla="*/ 5 h 224"/>
                <a:gd name="T6" fmla="*/ 7 w 109"/>
                <a:gd name="T7" fmla="*/ 7 h 224"/>
                <a:gd name="T8" fmla="*/ 33 w 109"/>
                <a:gd name="T9" fmla="*/ 27 h 224"/>
                <a:gd name="T10" fmla="*/ 70 w 109"/>
                <a:gd name="T11" fmla="*/ 73 h 224"/>
                <a:gd name="T12" fmla="*/ 90 w 109"/>
                <a:gd name="T13" fmla="*/ 117 h 224"/>
                <a:gd name="T14" fmla="*/ 104 w 109"/>
                <a:gd name="T15" fmla="*/ 195 h 224"/>
                <a:gd name="T16" fmla="*/ 102 w 109"/>
                <a:gd name="T17" fmla="*/ 221 h 224"/>
                <a:gd name="T18" fmla="*/ 106 w 109"/>
                <a:gd name="T19" fmla="*/ 221 h 224"/>
                <a:gd name="T20" fmla="*/ 107 w 109"/>
                <a:gd name="T21" fmla="*/ 180 h 224"/>
                <a:gd name="T22" fmla="*/ 77 w 109"/>
                <a:gd name="T23" fmla="*/ 77 h 224"/>
                <a:gd name="T24" fmla="*/ 46 w 109"/>
                <a:gd name="T25" fmla="*/ 34 h 224"/>
                <a:gd name="T26" fmla="*/ 4 w 109"/>
                <a:gd name="T27" fmla="*/ 1 h 224"/>
                <a:gd name="T28" fmla="*/ 33 w 109"/>
                <a:gd name="T29" fmla="*/ 27 h 224"/>
                <a:gd name="T30" fmla="*/ 33 w 109"/>
                <a:gd name="T31" fmla="*/ 27 h 224"/>
                <a:gd name="T32" fmla="*/ 33 w 109"/>
                <a:gd name="T33" fmla="*/ 27 h 224"/>
                <a:gd name="T34" fmla="*/ 90 w 109"/>
                <a:gd name="T35" fmla="*/ 117 h 224"/>
                <a:gd name="T36" fmla="*/ 90 w 109"/>
                <a:gd name="T37" fmla="*/ 118 h 224"/>
                <a:gd name="T38" fmla="*/ 90 w 109"/>
                <a:gd name="T39" fmla="*/ 117 h 224"/>
                <a:gd name="T40" fmla="*/ 104 w 109"/>
                <a:gd name="T41" fmla="*/ 195 h 224"/>
                <a:gd name="T42" fmla="*/ 104 w 109"/>
                <a:gd name="T43" fmla="*/ 195 h 224"/>
                <a:gd name="T44" fmla="*/ 104 w 109"/>
                <a:gd name="T45" fmla="*/ 195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9" h="224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1" y="0"/>
                    <a:pt x="0" y="4"/>
                    <a:pt x="2" y="5"/>
                  </a:cubicBezTo>
                  <a:cubicBezTo>
                    <a:pt x="4" y="6"/>
                    <a:pt x="5" y="6"/>
                    <a:pt x="7" y="7"/>
                  </a:cubicBezTo>
                  <a:cubicBezTo>
                    <a:pt x="16" y="12"/>
                    <a:pt x="25" y="19"/>
                    <a:pt x="33" y="27"/>
                  </a:cubicBezTo>
                  <a:cubicBezTo>
                    <a:pt x="47" y="41"/>
                    <a:pt x="60" y="56"/>
                    <a:pt x="70" y="73"/>
                  </a:cubicBezTo>
                  <a:cubicBezTo>
                    <a:pt x="79" y="87"/>
                    <a:pt x="85" y="102"/>
                    <a:pt x="90" y="117"/>
                  </a:cubicBezTo>
                  <a:cubicBezTo>
                    <a:pt x="97" y="142"/>
                    <a:pt x="102" y="169"/>
                    <a:pt x="104" y="195"/>
                  </a:cubicBezTo>
                  <a:cubicBezTo>
                    <a:pt x="104" y="204"/>
                    <a:pt x="103" y="212"/>
                    <a:pt x="102" y="221"/>
                  </a:cubicBezTo>
                  <a:cubicBezTo>
                    <a:pt x="101" y="223"/>
                    <a:pt x="106" y="224"/>
                    <a:pt x="106" y="221"/>
                  </a:cubicBezTo>
                  <a:cubicBezTo>
                    <a:pt x="109" y="208"/>
                    <a:pt x="108" y="194"/>
                    <a:pt x="107" y="180"/>
                  </a:cubicBezTo>
                  <a:cubicBezTo>
                    <a:pt x="103" y="145"/>
                    <a:pt x="95" y="108"/>
                    <a:pt x="77" y="77"/>
                  </a:cubicBezTo>
                  <a:cubicBezTo>
                    <a:pt x="69" y="61"/>
                    <a:pt x="58" y="47"/>
                    <a:pt x="46" y="34"/>
                  </a:cubicBezTo>
                  <a:cubicBezTo>
                    <a:pt x="34" y="20"/>
                    <a:pt x="20" y="8"/>
                    <a:pt x="4" y="1"/>
                  </a:cubicBezTo>
                  <a:moveTo>
                    <a:pt x="33" y="27"/>
                  </a:move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moveTo>
                    <a:pt x="90" y="117"/>
                  </a:moveTo>
                  <a:cubicBezTo>
                    <a:pt x="90" y="118"/>
                    <a:pt x="90" y="118"/>
                    <a:pt x="90" y="118"/>
                  </a:cubicBezTo>
                  <a:cubicBezTo>
                    <a:pt x="90" y="118"/>
                    <a:pt x="90" y="118"/>
                    <a:pt x="90" y="117"/>
                  </a:cubicBezTo>
                  <a:moveTo>
                    <a:pt x="104" y="195"/>
                  </a:moveTo>
                  <a:cubicBezTo>
                    <a:pt x="104" y="195"/>
                    <a:pt x="104" y="195"/>
                    <a:pt x="104" y="195"/>
                  </a:cubicBezTo>
                  <a:cubicBezTo>
                    <a:pt x="104" y="195"/>
                    <a:pt x="104" y="195"/>
                    <a:pt x="104" y="1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6" name="Freeform 24"/>
            <p:cNvSpPr>
              <a:spLocks/>
            </p:cNvSpPr>
            <p:nvPr/>
          </p:nvSpPr>
          <p:spPr bwMode="auto">
            <a:xfrm rot="14777805">
              <a:off x="75698" y="1160739"/>
              <a:ext cx="119062" cy="123825"/>
            </a:xfrm>
            <a:custGeom>
              <a:avLst/>
              <a:gdLst>
                <a:gd name="T0" fmla="*/ 5 w 19"/>
                <a:gd name="T1" fmla="*/ 2 h 20"/>
                <a:gd name="T2" fmla="*/ 17 w 19"/>
                <a:gd name="T3" fmla="*/ 15 h 20"/>
                <a:gd name="T4" fmla="*/ 13 w 19"/>
                <a:gd name="T5" fmla="*/ 18 h 20"/>
                <a:gd name="T6" fmla="*/ 1 w 19"/>
                <a:gd name="T7" fmla="*/ 4 h 20"/>
                <a:gd name="T8" fmla="*/ 4 w 19"/>
                <a:gd name="T9" fmla="*/ 1 h 20"/>
                <a:gd name="T10" fmla="*/ 5 w 19"/>
                <a:gd name="T11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5" y="2"/>
                  </a:moveTo>
                  <a:cubicBezTo>
                    <a:pt x="9" y="6"/>
                    <a:pt x="13" y="11"/>
                    <a:pt x="17" y="15"/>
                  </a:cubicBezTo>
                  <a:cubicBezTo>
                    <a:pt x="19" y="18"/>
                    <a:pt x="15" y="20"/>
                    <a:pt x="13" y="18"/>
                  </a:cubicBezTo>
                  <a:cubicBezTo>
                    <a:pt x="9" y="14"/>
                    <a:pt x="5" y="9"/>
                    <a:pt x="1" y="4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5" y="1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7" name="Freeform 25"/>
            <p:cNvSpPr>
              <a:spLocks/>
            </p:cNvSpPr>
            <p:nvPr/>
          </p:nvSpPr>
          <p:spPr bwMode="auto">
            <a:xfrm rot="14777805">
              <a:off x="22417" y="1350218"/>
              <a:ext cx="596900" cy="266700"/>
            </a:xfrm>
            <a:custGeom>
              <a:avLst/>
              <a:gdLst>
                <a:gd name="T0" fmla="*/ 94 w 96"/>
                <a:gd name="T1" fmla="*/ 4 h 43"/>
                <a:gd name="T2" fmla="*/ 49 w 96"/>
                <a:gd name="T3" fmla="*/ 22 h 43"/>
                <a:gd name="T4" fmla="*/ 26 w 96"/>
                <a:gd name="T5" fmla="*/ 31 h 43"/>
                <a:gd name="T6" fmla="*/ 6 w 96"/>
                <a:gd name="T7" fmla="*/ 40 h 43"/>
                <a:gd name="T8" fmla="*/ 4 w 96"/>
                <a:gd name="T9" fmla="*/ 41 h 43"/>
                <a:gd name="T10" fmla="*/ 1 w 96"/>
                <a:gd name="T11" fmla="*/ 38 h 43"/>
                <a:gd name="T12" fmla="*/ 3 w 96"/>
                <a:gd name="T13" fmla="*/ 37 h 43"/>
                <a:gd name="T14" fmla="*/ 3 w 96"/>
                <a:gd name="T15" fmla="*/ 37 h 43"/>
                <a:gd name="T16" fmla="*/ 20 w 96"/>
                <a:gd name="T17" fmla="*/ 29 h 43"/>
                <a:gd name="T18" fmla="*/ 44 w 96"/>
                <a:gd name="T19" fmla="*/ 19 h 43"/>
                <a:gd name="T20" fmla="*/ 92 w 96"/>
                <a:gd name="T21" fmla="*/ 0 h 43"/>
                <a:gd name="T22" fmla="*/ 94 w 96"/>
                <a:gd name="T23" fmla="*/ 0 h 43"/>
                <a:gd name="T24" fmla="*/ 94 w 96"/>
                <a:gd name="T25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43">
                  <a:moveTo>
                    <a:pt x="94" y="4"/>
                  </a:moveTo>
                  <a:cubicBezTo>
                    <a:pt x="79" y="11"/>
                    <a:pt x="64" y="16"/>
                    <a:pt x="49" y="22"/>
                  </a:cubicBezTo>
                  <a:cubicBezTo>
                    <a:pt x="41" y="25"/>
                    <a:pt x="33" y="28"/>
                    <a:pt x="26" y="31"/>
                  </a:cubicBezTo>
                  <a:cubicBezTo>
                    <a:pt x="19" y="34"/>
                    <a:pt x="12" y="36"/>
                    <a:pt x="6" y="40"/>
                  </a:cubicBezTo>
                  <a:cubicBezTo>
                    <a:pt x="6" y="40"/>
                    <a:pt x="5" y="41"/>
                    <a:pt x="4" y="41"/>
                  </a:cubicBezTo>
                  <a:cubicBezTo>
                    <a:pt x="2" y="43"/>
                    <a:pt x="0" y="40"/>
                    <a:pt x="1" y="38"/>
                  </a:cubicBezTo>
                  <a:cubicBezTo>
                    <a:pt x="2" y="38"/>
                    <a:pt x="2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8" y="33"/>
                    <a:pt x="14" y="31"/>
                    <a:pt x="20" y="29"/>
                  </a:cubicBezTo>
                  <a:cubicBezTo>
                    <a:pt x="28" y="26"/>
                    <a:pt x="36" y="22"/>
                    <a:pt x="44" y="19"/>
                  </a:cubicBezTo>
                  <a:cubicBezTo>
                    <a:pt x="60" y="13"/>
                    <a:pt x="76" y="8"/>
                    <a:pt x="92" y="0"/>
                  </a:cubicBezTo>
                  <a:cubicBezTo>
                    <a:pt x="93" y="0"/>
                    <a:pt x="93" y="0"/>
                    <a:pt x="94" y="0"/>
                  </a:cubicBezTo>
                  <a:cubicBezTo>
                    <a:pt x="95" y="1"/>
                    <a:pt x="96" y="4"/>
                    <a:pt x="9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8" name="Freeform 26"/>
            <p:cNvSpPr>
              <a:spLocks/>
            </p:cNvSpPr>
            <p:nvPr/>
          </p:nvSpPr>
          <p:spPr bwMode="auto">
            <a:xfrm rot="14777805">
              <a:off x="525638" y="1627455"/>
              <a:ext cx="68262" cy="93663"/>
            </a:xfrm>
            <a:custGeom>
              <a:avLst/>
              <a:gdLst>
                <a:gd name="T0" fmla="*/ 4 w 11"/>
                <a:gd name="T1" fmla="*/ 0 h 15"/>
                <a:gd name="T2" fmla="*/ 9 w 11"/>
                <a:gd name="T3" fmla="*/ 10 h 15"/>
                <a:gd name="T4" fmla="*/ 5 w 11"/>
                <a:gd name="T5" fmla="*/ 12 h 15"/>
                <a:gd name="T6" fmla="*/ 2 w 11"/>
                <a:gd name="T7" fmla="*/ 6 h 15"/>
                <a:gd name="T8" fmla="*/ 0 w 11"/>
                <a:gd name="T9" fmla="*/ 3 h 15"/>
                <a:gd name="T10" fmla="*/ 0 w 11"/>
                <a:gd name="T11" fmla="*/ 3 h 15"/>
                <a:gd name="T12" fmla="*/ 3 w 11"/>
                <a:gd name="T13" fmla="*/ 0 h 15"/>
                <a:gd name="T14" fmla="*/ 4 w 11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5">
                  <a:moveTo>
                    <a:pt x="4" y="0"/>
                  </a:moveTo>
                  <a:cubicBezTo>
                    <a:pt x="6" y="3"/>
                    <a:pt x="8" y="7"/>
                    <a:pt x="9" y="10"/>
                  </a:cubicBezTo>
                  <a:cubicBezTo>
                    <a:pt x="11" y="13"/>
                    <a:pt x="7" y="15"/>
                    <a:pt x="5" y="12"/>
                  </a:cubicBezTo>
                  <a:cubicBezTo>
                    <a:pt x="4" y="10"/>
                    <a:pt x="3" y="8"/>
                    <a:pt x="2" y="6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2" y="1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9" name="Freeform 27"/>
            <p:cNvSpPr>
              <a:spLocks/>
            </p:cNvSpPr>
            <p:nvPr/>
          </p:nvSpPr>
          <p:spPr bwMode="auto">
            <a:xfrm rot="14777805">
              <a:off x="116409" y="1191864"/>
              <a:ext cx="130175" cy="130175"/>
            </a:xfrm>
            <a:custGeom>
              <a:avLst/>
              <a:gdLst>
                <a:gd name="T0" fmla="*/ 5 w 21"/>
                <a:gd name="T1" fmla="*/ 1 h 21"/>
                <a:gd name="T2" fmla="*/ 11 w 21"/>
                <a:gd name="T3" fmla="*/ 8 h 21"/>
                <a:gd name="T4" fmla="*/ 19 w 21"/>
                <a:gd name="T5" fmla="*/ 15 h 21"/>
                <a:gd name="T6" fmla="*/ 16 w 21"/>
                <a:gd name="T7" fmla="*/ 19 h 21"/>
                <a:gd name="T8" fmla="*/ 1 w 21"/>
                <a:gd name="T9" fmla="*/ 4 h 21"/>
                <a:gd name="T10" fmla="*/ 4 w 21"/>
                <a:gd name="T11" fmla="*/ 1 h 21"/>
                <a:gd name="T12" fmla="*/ 5 w 21"/>
                <a:gd name="T1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1">
                  <a:moveTo>
                    <a:pt x="5" y="1"/>
                  </a:moveTo>
                  <a:cubicBezTo>
                    <a:pt x="6" y="4"/>
                    <a:pt x="8" y="6"/>
                    <a:pt x="11" y="8"/>
                  </a:cubicBezTo>
                  <a:cubicBezTo>
                    <a:pt x="13" y="11"/>
                    <a:pt x="16" y="13"/>
                    <a:pt x="19" y="15"/>
                  </a:cubicBezTo>
                  <a:cubicBezTo>
                    <a:pt x="21" y="17"/>
                    <a:pt x="18" y="21"/>
                    <a:pt x="16" y="19"/>
                  </a:cubicBezTo>
                  <a:cubicBezTo>
                    <a:pt x="11" y="14"/>
                    <a:pt x="5" y="10"/>
                    <a:pt x="1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4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0" name="Freeform 28"/>
            <p:cNvSpPr>
              <a:spLocks/>
            </p:cNvSpPr>
            <p:nvPr/>
          </p:nvSpPr>
          <p:spPr bwMode="auto">
            <a:xfrm rot="14777805">
              <a:off x="152200" y="1244561"/>
              <a:ext cx="130175" cy="128588"/>
            </a:xfrm>
            <a:custGeom>
              <a:avLst/>
              <a:gdLst>
                <a:gd name="T0" fmla="*/ 5 w 21"/>
                <a:gd name="T1" fmla="*/ 1 h 21"/>
                <a:gd name="T2" fmla="*/ 19 w 21"/>
                <a:gd name="T3" fmla="*/ 16 h 21"/>
                <a:gd name="T4" fmla="*/ 16 w 21"/>
                <a:gd name="T5" fmla="*/ 19 h 21"/>
                <a:gd name="T6" fmla="*/ 4 w 21"/>
                <a:gd name="T7" fmla="*/ 6 h 21"/>
                <a:gd name="T8" fmla="*/ 2 w 21"/>
                <a:gd name="T9" fmla="*/ 4 h 21"/>
                <a:gd name="T10" fmla="*/ 4 w 21"/>
                <a:gd name="T11" fmla="*/ 0 h 21"/>
                <a:gd name="T12" fmla="*/ 5 w 21"/>
                <a:gd name="T13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1">
                  <a:moveTo>
                    <a:pt x="5" y="1"/>
                  </a:moveTo>
                  <a:cubicBezTo>
                    <a:pt x="10" y="5"/>
                    <a:pt x="14" y="11"/>
                    <a:pt x="19" y="16"/>
                  </a:cubicBezTo>
                  <a:cubicBezTo>
                    <a:pt x="21" y="18"/>
                    <a:pt x="17" y="21"/>
                    <a:pt x="16" y="19"/>
                  </a:cubicBezTo>
                  <a:cubicBezTo>
                    <a:pt x="12" y="15"/>
                    <a:pt x="8" y="10"/>
                    <a:pt x="4" y="6"/>
                  </a:cubicBezTo>
                  <a:cubicBezTo>
                    <a:pt x="3" y="5"/>
                    <a:pt x="3" y="5"/>
                    <a:pt x="2" y="4"/>
                  </a:cubicBezTo>
                  <a:cubicBezTo>
                    <a:pt x="0" y="3"/>
                    <a:pt x="2" y="0"/>
                    <a:pt x="4" y="0"/>
                  </a:cubicBezTo>
                  <a:cubicBezTo>
                    <a:pt x="4" y="0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1" name="Freeform 29"/>
            <p:cNvSpPr>
              <a:spLocks/>
            </p:cNvSpPr>
            <p:nvPr/>
          </p:nvSpPr>
          <p:spPr bwMode="auto">
            <a:xfrm rot="14777805">
              <a:off x="209530" y="1301185"/>
              <a:ext cx="123825" cy="123825"/>
            </a:xfrm>
            <a:custGeom>
              <a:avLst/>
              <a:gdLst>
                <a:gd name="T0" fmla="*/ 5 w 20"/>
                <a:gd name="T1" fmla="*/ 1 h 20"/>
                <a:gd name="T2" fmla="*/ 10 w 20"/>
                <a:gd name="T3" fmla="*/ 7 h 20"/>
                <a:gd name="T4" fmla="*/ 18 w 20"/>
                <a:gd name="T5" fmla="*/ 15 h 20"/>
                <a:gd name="T6" fmla="*/ 15 w 20"/>
                <a:gd name="T7" fmla="*/ 18 h 20"/>
                <a:gd name="T8" fmla="*/ 13 w 20"/>
                <a:gd name="T9" fmla="*/ 16 h 20"/>
                <a:gd name="T10" fmla="*/ 14 w 20"/>
                <a:gd name="T11" fmla="*/ 17 h 20"/>
                <a:gd name="T12" fmla="*/ 2 w 20"/>
                <a:gd name="T13" fmla="*/ 4 h 20"/>
                <a:gd name="T14" fmla="*/ 4 w 20"/>
                <a:gd name="T15" fmla="*/ 1 h 20"/>
                <a:gd name="T16" fmla="*/ 5 w 20"/>
                <a:gd name="T17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20">
                  <a:moveTo>
                    <a:pt x="5" y="1"/>
                  </a:moveTo>
                  <a:cubicBezTo>
                    <a:pt x="7" y="4"/>
                    <a:pt x="9" y="6"/>
                    <a:pt x="10" y="7"/>
                  </a:cubicBezTo>
                  <a:cubicBezTo>
                    <a:pt x="13" y="10"/>
                    <a:pt x="16" y="12"/>
                    <a:pt x="18" y="15"/>
                  </a:cubicBezTo>
                  <a:cubicBezTo>
                    <a:pt x="20" y="17"/>
                    <a:pt x="17" y="20"/>
                    <a:pt x="15" y="18"/>
                  </a:cubicBezTo>
                  <a:cubicBezTo>
                    <a:pt x="14" y="17"/>
                    <a:pt x="14" y="17"/>
                    <a:pt x="13" y="16"/>
                  </a:cubicBezTo>
                  <a:cubicBezTo>
                    <a:pt x="14" y="16"/>
                    <a:pt x="14" y="16"/>
                    <a:pt x="14" y="17"/>
                  </a:cubicBezTo>
                  <a:cubicBezTo>
                    <a:pt x="10" y="13"/>
                    <a:pt x="5" y="9"/>
                    <a:pt x="2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2" name="Freeform 30"/>
            <p:cNvSpPr>
              <a:spLocks/>
            </p:cNvSpPr>
            <p:nvPr/>
          </p:nvSpPr>
          <p:spPr bwMode="auto">
            <a:xfrm rot="14777805">
              <a:off x="256967" y="1368195"/>
              <a:ext cx="123825" cy="111125"/>
            </a:xfrm>
            <a:custGeom>
              <a:avLst/>
              <a:gdLst>
                <a:gd name="T0" fmla="*/ 5 w 20"/>
                <a:gd name="T1" fmla="*/ 1 h 18"/>
                <a:gd name="T2" fmla="*/ 8 w 20"/>
                <a:gd name="T3" fmla="*/ 4 h 18"/>
                <a:gd name="T4" fmla="*/ 18 w 20"/>
                <a:gd name="T5" fmla="*/ 13 h 18"/>
                <a:gd name="T6" fmla="*/ 15 w 20"/>
                <a:gd name="T7" fmla="*/ 16 h 18"/>
                <a:gd name="T8" fmla="*/ 2 w 20"/>
                <a:gd name="T9" fmla="*/ 4 h 18"/>
                <a:gd name="T10" fmla="*/ 4 w 20"/>
                <a:gd name="T11" fmla="*/ 1 h 18"/>
                <a:gd name="T12" fmla="*/ 5 w 20"/>
                <a:gd name="T13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8">
                  <a:moveTo>
                    <a:pt x="5" y="1"/>
                  </a:moveTo>
                  <a:cubicBezTo>
                    <a:pt x="6" y="2"/>
                    <a:pt x="7" y="3"/>
                    <a:pt x="8" y="4"/>
                  </a:cubicBezTo>
                  <a:cubicBezTo>
                    <a:pt x="11" y="7"/>
                    <a:pt x="14" y="10"/>
                    <a:pt x="18" y="13"/>
                  </a:cubicBezTo>
                  <a:cubicBezTo>
                    <a:pt x="20" y="15"/>
                    <a:pt x="17" y="18"/>
                    <a:pt x="15" y="16"/>
                  </a:cubicBezTo>
                  <a:cubicBezTo>
                    <a:pt x="10" y="12"/>
                    <a:pt x="6" y="8"/>
                    <a:pt x="2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3" name="Freeform 31"/>
            <p:cNvSpPr>
              <a:spLocks noEditPoints="1"/>
            </p:cNvSpPr>
            <p:nvPr/>
          </p:nvSpPr>
          <p:spPr bwMode="auto">
            <a:xfrm rot="14777805">
              <a:off x="301461" y="1399232"/>
              <a:ext cx="123825" cy="117475"/>
            </a:xfrm>
            <a:custGeom>
              <a:avLst/>
              <a:gdLst>
                <a:gd name="T0" fmla="*/ 5 w 20"/>
                <a:gd name="T1" fmla="*/ 1 h 19"/>
                <a:gd name="T2" fmla="*/ 4 w 20"/>
                <a:gd name="T3" fmla="*/ 0 h 19"/>
                <a:gd name="T4" fmla="*/ 2 w 20"/>
                <a:gd name="T5" fmla="*/ 4 h 19"/>
                <a:gd name="T6" fmla="*/ 4 w 20"/>
                <a:gd name="T7" fmla="*/ 5 h 19"/>
                <a:gd name="T8" fmla="*/ 15 w 20"/>
                <a:gd name="T9" fmla="*/ 17 h 19"/>
                <a:gd name="T10" fmla="*/ 17 w 20"/>
                <a:gd name="T11" fmla="*/ 14 h 19"/>
                <a:gd name="T12" fmla="*/ 16 w 20"/>
                <a:gd name="T13" fmla="*/ 13 h 19"/>
                <a:gd name="T14" fmla="*/ 5 w 20"/>
                <a:gd name="T15" fmla="*/ 1 h 19"/>
                <a:gd name="T16" fmla="*/ 4 w 20"/>
                <a:gd name="T17" fmla="*/ 6 h 19"/>
                <a:gd name="T18" fmla="*/ 4 w 20"/>
                <a:gd name="T19" fmla="*/ 6 h 19"/>
                <a:gd name="T20" fmla="*/ 4 w 20"/>
                <a:gd name="T21" fmla="*/ 6 h 19"/>
                <a:gd name="T22" fmla="*/ 16 w 20"/>
                <a:gd name="T23" fmla="*/ 12 h 19"/>
                <a:gd name="T24" fmla="*/ 16 w 20"/>
                <a:gd name="T25" fmla="*/ 13 h 19"/>
                <a:gd name="T26" fmla="*/ 16 w 20"/>
                <a:gd name="T27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9">
                  <a:moveTo>
                    <a:pt x="5" y="1"/>
                  </a:moveTo>
                  <a:cubicBezTo>
                    <a:pt x="5" y="1"/>
                    <a:pt x="4" y="0"/>
                    <a:pt x="4" y="0"/>
                  </a:cubicBezTo>
                  <a:cubicBezTo>
                    <a:pt x="2" y="0"/>
                    <a:pt x="0" y="3"/>
                    <a:pt x="2" y="4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7" y="9"/>
                    <a:pt x="11" y="14"/>
                    <a:pt x="15" y="17"/>
                  </a:cubicBezTo>
                  <a:cubicBezTo>
                    <a:pt x="17" y="19"/>
                    <a:pt x="20" y="16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2" y="9"/>
                    <a:pt x="9" y="4"/>
                    <a:pt x="5" y="1"/>
                  </a:cubicBezTo>
                  <a:moveTo>
                    <a:pt x="4" y="6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moveTo>
                    <a:pt x="16" y="12"/>
                  </a:moveTo>
                  <a:cubicBezTo>
                    <a:pt x="16" y="12"/>
                    <a:pt x="16" y="13"/>
                    <a:pt x="16" y="13"/>
                  </a:cubicBezTo>
                  <a:cubicBezTo>
                    <a:pt x="16" y="13"/>
                    <a:pt x="16" y="12"/>
                    <a:pt x="16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4" name="Freeform 32"/>
            <p:cNvSpPr>
              <a:spLocks/>
            </p:cNvSpPr>
            <p:nvPr/>
          </p:nvSpPr>
          <p:spPr bwMode="auto">
            <a:xfrm rot="14777805">
              <a:off x="351686" y="1445902"/>
              <a:ext cx="125412" cy="130175"/>
            </a:xfrm>
            <a:custGeom>
              <a:avLst/>
              <a:gdLst>
                <a:gd name="T0" fmla="*/ 5 w 20"/>
                <a:gd name="T1" fmla="*/ 1 h 21"/>
                <a:gd name="T2" fmla="*/ 17 w 20"/>
                <a:gd name="T3" fmla="*/ 15 h 21"/>
                <a:gd name="T4" fmla="*/ 18 w 20"/>
                <a:gd name="T5" fmla="*/ 15 h 21"/>
                <a:gd name="T6" fmla="*/ 15 w 20"/>
                <a:gd name="T7" fmla="*/ 19 h 21"/>
                <a:gd name="T8" fmla="*/ 2 w 20"/>
                <a:gd name="T9" fmla="*/ 5 h 21"/>
                <a:gd name="T10" fmla="*/ 2 w 20"/>
                <a:gd name="T11" fmla="*/ 5 h 21"/>
                <a:gd name="T12" fmla="*/ 4 w 20"/>
                <a:gd name="T13" fmla="*/ 1 h 21"/>
                <a:gd name="T14" fmla="*/ 5 w 20"/>
                <a:gd name="T15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21">
                  <a:moveTo>
                    <a:pt x="5" y="1"/>
                  </a:moveTo>
                  <a:cubicBezTo>
                    <a:pt x="9" y="5"/>
                    <a:pt x="13" y="10"/>
                    <a:pt x="17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0" y="17"/>
                    <a:pt x="17" y="21"/>
                    <a:pt x="15" y="19"/>
                  </a:cubicBezTo>
                  <a:cubicBezTo>
                    <a:pt x="11" y="14"/>
                    <a:pt x="7" y="9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5" name="Freeform 33"/>
            <p:cNvSpPr>
              <a:spLocks/>
            </p:cNvSpPr>
            <p:nvPr/>
          </p:nvSpPr>
          <p:spPr bwMode="auto">
            <a:xfrm rot="14777805">
              <a:off x="404728" y="1499369"/>
              <a:ext cx="112712" cy="117475"/>
            </a:xfrm>
            <a:custGeom>
              <a:avLst/>
              <a:gdLst>
                <a:gd name="T0" fmla="*/ 5 w 18"/>
                <a:gd name="T1" fmla="*/ 2 h 19"/>
                <a:gd name="T2" fmla="*/ 16 w 18"/>
                <a:gd name="T3" fmla="*/ 14 h 19"/>
                <a:gd name="T4" fmla="*/ 12 w 18"/>
                <a:gd name="T5" fmla="*/ 17 h 19"/>
                <a:gd name="T6" fmla="*/ 1 w 18"/>
                <a:gd name="T7" fmla="*/ 4 h 19"/>
                <a:gd name="T8" fmla="*/ 4 w 18"/>
                <a:gd name="T9" fmla="*/ 1 h 19"/>
                <a:gd name="T10" fmla="*/ 5 w 18"/>
                <a:gd name="T11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9">
                  <a:moveTo>
                    <a:pt x="5" y="2"/>
                  </a:moveTo>
                  <a:cubicBezTo>
                    <a:pt x="9" y="5"/>
                    <a:pt x="12" y="10"/>
                    <a:pt x="16" y="14"/>
                  </a:cubicBezTo>
                  <a:cubicBezTo>
                    <a:pt x="18" y="16"/>
                    <a:pt x="14" y="19"/>
                    <a:pt x="12" y="17"/>
                  </a:cubicBezTo>
                  <a:cubicBezTo>
                    <a:pt x="8" y="13"/>
                    <a:pt x="5" y="8"/>
                    <a:pt x="1" y="4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4" y="1"/>
                    <a:pt x="5" y="1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6" name="Freeform 34"/>
            <p:cNvSpPr>
              <a:spLocks/>
            </p:cNvSpPr>
            <p:nvPr/>
          </p:nvSpPr>
          <p:spPr bwMode="auto">
            <a:xfrm rot="14777805">
              <a:off x="453410" y="1554750"/>
              <a:ext cx="100012" cy="104775"/>
            </a:xfrm>
            <a:custGeom>
              <a:avLst/>
              <a:gdLst>
                <a:gd name="T0" fmla="*/ 5 w 16"/>
                <a:gd name="T1" fmla="*/ 1 h 17"/>
                <a:gd name="T2" fmla="*/ 14 w 16"/>
                <a:gd name="T3" fmla="*/ 12 h 17"/>
                <a:gd name="T4" fmla="*/ 10 w 16"/>
                <a:gd name="T5" fmla="*/ 15 h 17"/>
                <a:gd name="T6" fmla="*/ 1 w 16"/>
                <a:gd name="T7" fmla="*/ 4 h 17"/>
                <a:gd name="T8" fmla="*/ 4 w 16"/>
                <a:gd name="T9" fmla="*/ 1 h 17"/>
                <a:gd name="T10" fmla="*/ 5 w 16"/>
                <a:gd name="T1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7">
                  <a:moveTo>
                    <a:pt x="5" y="1"/>
                  </a:moveTo>
                  <a:cubicBezTo>
                    <a:pt x="8" y="5"/>
                    <a:pt x="11" y="9"/>
                    <a:pt x="14" y="12"/>
                  </a:cubicBezTo>
                  <a:cubicBezTo>
                    <a:pt x="16" y="14"/>
                    <a:pt x="12" y="17"/>
                    <a:pt x="10" y="15"/>
                  </a:cubicBezTo>
                  <a:cubicBezTo>
                    <a:pt x="7" y="12"/>
                    <a:pt x="5" y="8"/>
                    <a:pt x="1" y="4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4" y="1"/>
                    <a:pt x="4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7" name="Freeform 35"/>
            <p:cNvSpPr>
              <a:spLocks/>
            </p:cNvSpPr>
            <p:nvPr/>
          </p:nvSpPr>
          <p:spPr bwMode="auto">
            <a:xfrm rot="14777805">
              <a:off x="340848" y="1056968"/>
              <a:ext cx="74612" cy="111125"/>
            </a:xfrm>
            <a:custGeom>
              <a:avLst/>
              <a:gdLst>
                <a:gd name="T0" fmla="*/ 11 w 12"/>
                <a:gd name="T1" fmla="*/ 3 h 18"/>
                <a:gd name="T2" fmla="*/ 5 w 12"/>
                <a:gd name="T3" fmla="*/ 15 h 18"/>
                <a:gd name="T4" fmla="*/ 1 w 12"/>
                <a:gd name="T5" fmla="*/ 14 h 18"/>
                <a:gd name="T6" fmla="*/ 7 w 12"/>
                <a:gd name="T7" fmla="*/ 1 h 18"/>
                <a:gd name="T8" fmla="*/ 10 w 12"/>
                <a:gd name="T9" fmla="*/ 0 h 18"/>
                <a:gd name="T10" fmla="*/ 11 w 12"/>
                <a:gd name="T11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8">
                  <a:moveTo>
                    <a:pt x="11" y="3"/>
                  </a:moveTo>
                  <a:cubicBezTo>
                    <a:pt x="9" y="7"/>
                    <a:pt x="7" y="11"/>
                    <a:pt x="5" y="15"/>
                  </a:cubicBezTo>
                  <a:cubicBezTo>
                    <a:pt x="4" y="18"/>
                    <a:pt x="0" y="16"/>
                    <a:pt x="1" y="14"/>
                  </a:cubicBezTo>
                  <a:cubicBezTo>
                    <a:pt x="3" y="10"/>
                    <a:pt x="5" y="5"/>
                    <a:pt x="7" y="1"/>
                  </a:cubicBezTo>
                  <a:cubicBezTo>
                    <a:pt x="8" y="0"/>
                    <a:pt x="9" y="0"/>
                    <a:pt x="10" y="0"/>
                  </a:cubicBezTo>
                  <a:cubicBezTo>
                    <a:pt x="11" y="0"/>
                    <a:pt x="12" y="1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8" name="Freeform 36"/>
            <p:cNvSpPr>
              <a:spLocks noEditPoints="1"/>
            </p:cNvSpPr>
            <p:nvPr/>
          </p:nvSpPr>
          <p:spPr bwMode="auto">
            <a:xfrm rot="14777805">
              <a:off x="360311" y="1001026"/>
              <a:ext cx="74612" cy="98425"/>
            </a:xfrm>
            <a:custGeom>
              <a:avLst/>
              <a:gdLst>
                <a:gd name="T0" fmla="*/ 11 w 12"/>
                <a:gd name="T1" fmla="*/ 3 h 16"/>
                <a:gd name="T2" fmla="*/ 10 w 12"/>
                <a:gd name="T3" fmla="*/ 1 h 16"/>
                <a:gd name="T4" fmla="*/ 7 w 12"/>
                <a:gd name="T5" fmla="*/ 2 h 16"/>
                <a:gd name="T6" fmla="*/ 5 w 12"/>
                <a:gd name="T7" fmla="*/ 6 h 16"/>
                <a:gd name="T8" fmla="*/ 2 w 12"/>
                <a:gd name="T9" fmla="*/ 11 h 16"/>
                <a:gd name="T10" fmla="*/ 5 w 12"/>
                <a:gd name="T11" fmla="*/ 14 h 16"/>
                <a:gd name="T12" fmla="*/ 11 w 12"/>
                <a:gd name="T13" fmla="*/ 3 h 16"/>
                <a:gd name="T14" fmla="*/ 5 w 12"/>
                <a:gd name="T15" fmla="*/ 6 h 16"/>
                <a:gd name="T16" fmla="*/ 5 w 12"/>
                <a:gd name="T17" fmla="*/ 6 h 16"/>
                <a:gd name="T18" fmla="*/ 5 w 12"/>
                <a:gd name="T19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6">
                  <a:moveTo>
                    <a:pt x="11" y="3"/>
                  </a:moveTo>
                  <a:cubicBezTo>
                    <a:pt x="12" y="2"/>
                    <a:pt x="11" y="1"/>
                    <a:pt x="10" y="1"/>
                  </a:cubicBezTo>
                  <a:cubicBezTo>
                    <a:pt x="9" y="0"/>
                    <a:pt x="8" y="0"/>
                    <a:pt x="7" y="2"/>
                  </a:cubicBezTo>
                  <a:cubicBezTo>
                    <a:pt x="6" y="3"/>
                    <a:pt x="6" y="4"/>
                    <a:pt x="5" y="6"/>
                  </a:cubicBezTo>
                  <a:cubicBezTo>
                    <a:pt x="4" y="7"/>
                    <a:pt x="3" y="9"/>
                    <a:pt x="2" y="11"/>
                  </a:cubicBezTo>
                  <a:cubicBezTo>
                    <a:pt x="0" y="13"/>
                    <a:pt x="4" y="16"/>
                    <a:pt x="5" y="14"/>
                  </a:cubicBezTo>
                  <a:cubicBezTo>
                    <a:pt x="8" y="10"/>
                    <a:pt x="9" y="7"/>
                    <a:pt x="11" y="3"/>
                  </a:cubicBezTo>
                  <a:moveTo>
                    <a:pt x="5" y="6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9" name="Freeform 37"/>
            <p:cNvSpPr>
              <a:spLocks noEditPoints="1"/>
            </p:cNvSpPr>
            <p:nvPr/>
          </p:nvSpPr>
          <p:spPr bwMode="auto">
            <a:xfrm rot="14777805">
              <a:off x="378766" y="940279"/>
              <a:ext cx="68262" cy="92075"/>
            </a:xfrm>
            <a:custGeom>
              <a:avLst/>
              <a:gdLst>
                <a:gd name="T0" fmla="*/ 10 w 11"/>
                <a:gd name="T1" fmla="*/ 4 h 15"/>
                <a:gd name="T2" fmla="*/ 9 w 11"/>
                <a:gd name="T3" fmla="*/ 0 h 15"/>
                <a:gd name="T4" fmla="*/ 7 w 11"/>
                <a:gd name="T5" fmla="*/ 1 h 15"/>
                <a:gd name="T6" fmla="*/ 1 w 11"/>
                <a:gd name="T7" fmla="*/ 11 h 15"/>
                <a:gd name="T8" fmla="*/ 5 w 11"/>
                <a:gd name="T9" fmla="*/ 12 h 15"/>
                <a:gd name="T10" fmla="*/ 7 w 11"/>
                <a:gd name="T11" fmla="*/ 9 h 15"/>
                <a:gd name="T12" fmla="*/ 10 w 11"/>
                <a:gd name="T13" fmla="*/ 4 h 15"/>
                <a:gd name="T14" fmla="*/ 7 w 11"/>
                <a:gd name="T15" fmla="*/ 9 h 15"/>
                <a:gd name="T16" fmla="*/ 7 w 11"/>
                <a:gd name="T17" fmla="*/ 10 h 15"/>
                <a:gd name="T18" fmla="*/ 7 w 11"/>
                <a:gd name="T19" fmla="*/ 9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5">
                  <a:moveTo>
                    <a:pt x="10" y="4"/>
                  </a:moveTo>
                  <a:cubicBezTo>
                    <a:pt x="11" y="2"/>
                    <a:pt x="10" y="1"/>
                    <a:pt x="9" y="0"/>
                  </a:cubicBezTo>
                  <a:cubicBezTo>
                    <a:pt x="8" y="0"/>
                    <a:pt x="7" y="0"/>
                    <a:pt x="7" y="1"/>
                  </a:cubicBezTo>
                  <a:cubicBezTo>
                    <a:pt x="5" y="4"/>
                    <a:pt x="3" y="7"/>
                    <a:pt x="1" y="11"/>
                  </a:cubicBezTo>
                  <a:cubicBezTo>
                    <a:pt x="0" y="14"/>
                    <a:pt x="4" y="15"/>
                    <a:pt x="5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8" y="7"/>
                    <a:pt x="9" y="6"/>
                    <a:pt x="10" y="4"/>
                  </a:cubicBezTo>
                  <a:moveTo>
                    <a:pt x="7" y="9"/>
                  </a:move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0" name="Freeform 38"/>
            <p:cNvSpPr>
              <a:spLocks/>
            </p:cNvSpPr>
            <p:nvPr/>
          </p:nvSpPr>
          <p:spPr bwMode="auto">
            <a:xfrm rot="14777805">
              <a:off x="397128" y="864147"/>
              <a:ext cx="74612" cy="93663"/>
            </a:xfrm>
            <a:custGeom>
              <a:avLst/>
              <a:gdLst>
                <a:gd name="T0" fmla="*/ 11 w 12"/>
                <a:gd name="T1" fmla="*/ 4 h 15"/>
                <a:gd name="T2" fmla="*/ 5 w 12"/>
                <a:gd name="T3" fmla="*/ 12 h 15"/>
                <a:gd name="T4" fmla="*/ 2 w 12"/>
                <a:gd name="T5" fmla="*/ 10 h 15"/>
                <a:gd name="T6" fmla="*/ 7 w 12"/>
                <a:gd name="T7" fmla="*/ 1 h 15"/>
                <a:gd name="T8" fmla="*/ 10 w 12"/>
                <a:gd name="T9" fmla="*/ 1 h 15"/>
                <a:gd name="T10" fmla="*/ 11 w 12"/>
                <a:gd name="T11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5">
                  <a:moveTo>
                    <a:pt x="11" y="4"/>
                  </a:moveTo>
                  <a:cubicBezTo>
                    <a:pt x="9" y="7"/>
                    <a:pt x="7" y="10"/>
                    <a:pt x="5" y="12"/>
                  </a:cubicBezTo>
                  <a:cubicBezTo>
                    <a:pt x="4" y="15"/>
                    <a:pt x="0" y="12"/>
                    <a:pt x="2" y="10"/>
                  </a:cubicBezTo>
                  <a:cubicBezTo>
                    <a:pt x="4" y="7"/>
                    <a:pt x="5" y="4"/>
                    <a:pt x="7" y="1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1" y="1"/>
                    <a:pt x="12" y="3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1" name="Freeform 39"/>
            <p:cNvSpPr>
              <a:spLocks/>
            </p:cNvSpPr>
            <p:nvPr/>
          </p:nvSpPr>
          <p:spPr bwMode="auto">
            <a:xfrm rot="14777805">
              <a:off x="421697" y="813484"/>
              <a:ext cx="74612" cy="93663"/>
            </a:xfrm>
            <a:custGeom>
              <a:avLst/>
              <a:gdLst>
                <a:gd name="T0" fmla="*/ 11 w 12"/>
                <a:gd name="T1" fmla="*/ 4 h 15"/>
                <a:gd name="T2" fmla="*/ 6 w 12"/>
                <a:gd name="T3" fmla="*/ 11 h 15"/>
                <a:gd name="T4" fmla="*/ 6 w 12"/>
                <a:gd name="T5" fmla="*/ 11 h 15"/>
                <a:gd name="T6" fmla="*/ 6 w 12"/>
                <a:gd name="T7" fmla="*/ 12 h 15"/>
                <a:gd name="T8" fmla="*/ 2 w 12"/>
                <a:gd name="T9" fmla="*/ 11 h 15"/>
                <a:gd name="T10" fmla="*/ 8 w 12"/>
                <a:gd name="T11" fmla="*/ 1 h 15"/>
                <a:gd name="T12" fmla="*/ 10 w 12"/>
                <a:gd name="T13" fmla="*/ 0 h 15"/>
                <a:gd name="T14" fmla="*/ 11 w 12"/>
                <a:gd name="T15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5">
                  <a:moveTo>
                    <a:pt x="11" y="4"/>
                  </a:moveTo>
                  <a:cubicBezTo>
                    <a:pt x="10" y="6"/>
                    <a:pt x="8" y="9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2"/>
                    <a:pt x="6" y="12"/>
                  </a:cubicBezTo>
                  <a:cubicBezTo>
                    <a:pt x="4" y="15"/>
                    <a:pt x="0" y="13"/>
                    <a:pt x="2" y="11"/>
                  </a:cubicBezTo>
                  <a:cubicBezTo>
                    <a:pt x="3" y="7"/>
                    <a:pt x="6" y="4"/>
                    <a:pt x="8" y="1"/>
                  </a:cubicBezTo>
                  <a:cubicBezTo>
                    <a:pt x="8" y="0"/>
                    <a:pt x="9" y="0"/>
                    <a:pt x="10" y="0"/>
                  </a:cubicBezTo>
                  <a:cubicBezTo>
                    <a:pt x="12" y="1"/>
                    <a:pt x="12" y="2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2" name="Freeform 40"/>
            <p:cNvSpPr>
              <a:spLocks/>
            </p:cNvSpPr>
            <p:nvPr/>
          </p:nvSpPr>
          <p:spPr bwMode="auto">
            <a:xfrm rot="14777805">
              <a:off x="448337" y="749530"/>
              <a:ext cx="80962" cy="80963"/>
            </a:xfrm>
            <a:custGeom>
              <a:avLst/>
              <a:gdLst>
                <a:gd name="T0" fmla="*/ 12 w 13"/>
                <a:gd name="T1" fmla="*/ 3 h 13"/>
                <a:gd name="T2" fmla="*/ 6 w 13"/>
                <a:gd name="T3" fmla="*/ 11 h 13"/>
                <a:gd name="T4" fmla="*/ 2 w 13"/>
                <a:gd name="T5" fmla="*/ 8 h 13"/>
                <a:gd name="T6" fmla="*/ 8 w 13"/>
                <a:gd name="T7" fmla="*/ 1 h 13"/>
                <a:gd name="T8" fmla="*/ 11 w 13"/>
                <a:gd name="T9" fmla="*/ 0 h 13"/>
                <a:gd name="T10" fmla="*/ 12 w 13"/>
                <a:gd name="T11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3">
                  <a:moveTo>
                    <a:pt x="12" y="3"/>
                  </a:moveTo>
                  <a:cubicBezTo>
                    <a:pt x="10" y="6"/>
                    <a:pt x="8" y="8"/>
                    <a:pt x="6" y="11"/>
                  </a:cubicBezTo>
                  <a:cubicBezTo>
                    <a:pt x="4" y="13"/>
                    <a:pt x="0" y="11"/>
                    <a:pt x="2" y="8"/>
                  </a:cubicBezTo>
                  <a:cubicBezTo>
                    <a:pt x="4" y="6"/>
                    <a:pt x="6" y="3"/>
                    <a:pt x="8" y="1"/>
                  </a:cubicBezTo>
                  <a:cubicBezTo>
                    <a:pt x="9" y="0"/>
                    <a:pt x="10" y="0"/>
                    <a:pt x="11" y="0"/>
                  </a:cubicBezTo>
                  <a:cubicBezTo>
                    <a:pt x="12" y="0"/>
                    <a:pt x="13" y="2"/>
                    <a:pt x="1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3" name="Freeform 41"/>
            <p:cNvSpPr>
              <a:spLocks/>
            </p:cNvSpPr>
            <p:nvPr/>
          </p:nvSpPr>
          <p:spPr bwMode="auto">
            <a:xfrm rot="14777805">
              <a:off x="481344" y="686493"/>
              <a:ext cx="80962" cy="80963"/>
            </a:xfrm>
            <a:custGeom>
              <a:avLst/>
              <a:gdLst>
                <a:gd name="T0" fmla="*/ 12 w 13"/>
                <a:gd name="T1" fmla="*/ 4 h 13"/>
                <a:gd name="T2" fmla="*/ 11 w 13"/>
                <a:gd name="T3" fmla="*/ 4 h 13"/>
                <a:gd name="T4" fmla="*/ 6 w 13"/>
                <a:gd name="T5" fmla="*/ 11 h 13"/>
                <a:gd name="T6" fmla="*/ 2 w 13"/>
                <a:gd name="T7" fmla="*/ 9 h 13"/>
                <a:gd name="T8" fmla="*/ 9 w 13"/>
                <a:gd name="T9" fmla="*/ 0 h 13"/>
                <a:gd name="T10" fmla="*/ 11 w 13"/>
                <a:gd name="T11" fmla="*/ 0 h 13"/>
                <a:gd name="T12" fmla="*/ 12 w 13"/>
                <a:gd name="T1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12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9" y="6"/>
                    <a:pt x="8" y="9"/>
                    <a:pt x="6" y="11"/>
                  </a:cubicBezTo>
                  <a:cubicBezTo>
                    <a:pt x="4" y="13"/>
                    <a:pt x="0" y="11"/>
                    <a:pt x="2" y="9"/>
                  </a:cubicBezTo>
                  <a:cubicBezTo>
                    <a:pt x="4" y="6"/>
                    <a:pt x="6" y="3"/>
                    <a:pt x="9" y="0"/>
                  </a:cubicBezTo>
                  <a:cubicBezTo>
                    <a:pt x="9" y="0"/>
                    <a:pt x="10" y="0"/>
                    <a:pt x="11" y="0"/>
                  </a:cubicBezTo>
                  <a:cubicBezTo>
                    <a:pt x="12" y="0"/>
                    <a:pt x="13" y="2"/>
                    <a:pt x="1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4" name="Freeform 42"/>
            <p:cNvSpPr>
              <a:spLocks/>
            </p:cNvSpPr>
            <p:nvPr/>
          </p:nvSpPr>
          <p:spPr bwMode="auto">
            <a:xfrm rot="14777805">
              <a:off x="538781" y="617253"/>
              <a:ext cx="68262" cy="80963"/>
            </a:xfrm>
            <a:custGeom>
              <a:avLst/>
              <a:gdLst>
                <a:gd name="T0" fmla="*/ 10 w 11"/>
                <a:gd name="T1" fmla="*/ 4 h 13"/>
                <a:gd name="T2" fmla="*/ 6 w 11"/>
                <a:gd name="T3" fmla="*/ 10 h 13"/>
                <a:gd name="T4" fmla="*/ 2 w 11"/>
                <a:gd name="T5" fmla="*/ 8 h 13"/>
                <a:gd name="T6" fmla="*/ 7 w 11"/>
                <a:gd name="T7" fmla="*/ 1 h 13"/>
                <a:gd name="T8" fmla="*/ 9 w 11"/>
                <a:gd name="T9" fmla="*/ 0 h 13"/>
                <a:gd name="T10" fmla="*/ 10 w 11"/>
                <a:gd name="T1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3">
                  <a:moveTo>
                    <a:pt x="10" y="4"/>
                  </a:moveTo>
                  <a:cubicBezTo>
                    <a:pt x="9" y="6"/>
                    <a:pt x="7" y="8"/>
                    <a:pt x="6" y="10"/>
                  </a:cubicBezTo>
                  <a:cubicBezTo>
                    <a:pt x="4" y="13"/>
                    <a:pt x="0" y="10"/>
                    <a:pt x="2" y="8"/>
                  </a:cubicBezTo>
                  <a:cubicBezTo>
                    <a:pt x="4" y="6"/>
                    <a:pt x="5" y="3"/>
                    <a:pt x="7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1"/>
                    <a:pt x="11" y="2"/>
                    <a:pt x="1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5" name="Freeform 43"/>
            <p:cNvSpPr>
              <a:spLocks/>
            </p:cNvSpPr>
            <p:nvPr/>
          </p:nvSpPr>
          <p:spPr bwMode="auto">
            <a:xfrm rot="14777805">
              <a:off x="564074" y="559676"/>
              <a:ext cx="74612" cy="80963"/>
            </a:xfrm>
            <a:custGeom>
              <a:avLst/>
              <a:gdLst>
                <a:gd name="T0" fmla="*/ 11 w 12"/>
                <a:gd name="T1" fmla="*/ 4 h 13"/>
                <a:gd name="T2" fmla="*/ 8 w 12"/>
                <a:gd name="T3" fmla="*/ 7 h 13"/>
                <a:gd name="T4" fmla="*/ 6 w 12"/>
                <a:gd name="T5" fmla="*/ 10 h 13"/>
                <a:gd name="T6" fmla="*/ 6 w 12"/>
                <a:gd name="T7" fmla="*/ 10 h 13"/>
                <a:gd name="T8" fmla="*/ 1 w 12"/>
                <a:gd name="T9" fmla="*/ 9 h 13"/>
                <a:gd name="T10" fmla="*/ 7 w 12"/>
                <a:gd name="T11" fmla="*/ 2 h 13"/>
                <a:gd name="T12" fmla="*/ 7 w 12"/>
                <a:gd name="T13" fmla="*/ 1 h 13"/>
                <a:gd name="T14" fmla="*/ 10 w 12"/>
                <a:gd name="T15" fmla="*/ 1 h 13"/>
                <a:gd name="T16" fmla="*/ 11 w 12"/>
                <a:gd name="T1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3">
                  <a:moveTo>
                    <a:pt x="11" y="4"/>
                  </a:moveTo>
                  <a:cubicBezTo>
                    <a:pt x="10" y="5"/>
                    <a:pt x="9" y="6"/>
                    <a:pt x="8" y="7"/>
                  </a:cubicBezTo>
                  <a:cubicBezTo>
                    <a:pt x="7" y="8"/>
                    <a:pt x="6" y="9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13"/>
                    <a:pt x="0" y="11"/>
                    <a:pt x="1" y="9"/>
                  </a:cubicBezTo>
                  <a:cubicBezTo>
                    <a:pt x="3" y="6"/>
                    <a:pt x="5" y="4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8" y="1"/>
                    <a:pt x="9" y="0"/>
                    <a:pt x="10" y="1"/>
                  </a:cubicBezTo>
                  <a:cubicBezTo>
                    <a:pt x="11" y="1"/>
                    <a:pt x="12" y="3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6" name="Freeform 44"/>
            <p:cNvSpPr>
              <a:spLocks/>
            </p:cNvSpPr>
            <p:nvPr/>
          </p:nvSpPr>
          <p:spPr bwMode="auto">
            <a:xfrm rot="14777805">
              <a:off x="610892" y="500347"/>
              <a:ext cx="68262" cy="74613"/>
            </a:xfrm>
            <a:custGeom>
              <a:avLst/>
              <a:gdLst>
                <a:gd name="T0" fmla="*/ 10 w 11"/>
                <a:gd name="T1" fmla="*/ 3 h 12"/>
                <a:gd name="T2" fmla="*/ 5 w 11"/>
                <a:gd name="T3" fmla="*/ 10 h 12"/>
                <a:gd name="T4" fmla="*/ 2 w 11"/>
                <a:gd name="T5" fmla="*/ 7 h 12"/>
                <a:gd name="T6" fmla="*/ 6 w 11"/>
                <a:gd name="T7" fmla="*/ 1 h 12"/>
                <a:gd name="T8" fmla="*/ 9 w 11"/>
                <a:gd name="T9" fmla="*/ 0 h 12"/>
                <a:gd name="T10" fmla="*/ 10 w 11"/>
                <a:gd name="T11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2">
                  <a:moveTo>
                    <a:pt x="10" y="3"/>
                  </a:moveTo>
                  <a:cubicBezTo>
                    <a:pt x="8" y="5"/>
                    <a:pt x="7" y="8"/>
                    <a:pt x="5" y="10"/>
                  </a:cubicBezTo>
                  <a:cubicBezTo>
                    <a:pt x="4" y="12"/>
                    <a:pt x="0" y="10"/>
                    <a:pt x="2" y="7"/>
                  </a:cubicBezTo>
                  <a:cubicBezTo>
                    <a:pt x="3" y="5"/>
                    <a:pt x="5" y="3"/>
                    <a:pt x="6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0"/>
                    <a:pt x="11" y="2"/>
                    <a:pt x="1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7" name="Freeform 45"/>
            <p:cNvSpPr>
              <a:spLocks/>
            </p:cNvSpPr>
            <p:nvPr/>
          </p:nvSpPr>
          <p:spPr bwMode="auto">
            <a:xfrm rot="14777805">
              <a:off x="648649" y="452855"/>
              <a:ext cx="68262" cy="80963"/>
            </a:xfrm>
            <a:custGeom>
              <a:avLst/>
              <a:gdLst>
                <a:gd name="T0" fmla="*/ 10 w 11"/>
                <a:gd name="T1" fmla="*/ 4 h 13"/>
                <a:gd name="T2" fmla="*/ 6 w 11"/>
                <a:gd name="T3" fmla="*/ 9 h 13"/>
                <a:gd name="T4" fmla="*/ 6 w 11"/>
                <a:gd name="T5" fmla="*/ 10 h 13"/>
                <a:gd name="T6" fmla="*/ 1 w 11"/>
                <a:gd name="T7" fmla="*/ 8 h 13"/>
                <a:gd name="T8" fmla="*/ 6 w 11"/>
                <a:gd name="T9" fmla="*/ 1 h 13"/>
                <a:gd name="T10" fmla="*/ 9 w 11"/>
                <a:gd name="T11" fmla="*/ 0 h 13"/>
                <a:gd name="T12" fmla="*/ 10 w 11"/>
                <a:gd name="T1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3">
                  <a:moveTo>
                    <a:pt x="10" y="4"/>
                  </a:moveTo>
                  <a:cubicBezTo>
                    <a:pt x="8" y="5"/>
                    <a:pt x="7" y="7"/>
                    <a:pt x="6" y="9"/>
                  </a:cubicBezTo>
                  <a:cubicBezTo>
                    <a:pt x="6" y="9"/>
                    <a:pt x="6" y="10"/>
                    <a:pt x="6" y="10"/>
                  </a:cubicBezTo>
                  <a:cubicBezTo>
                    <a:pt x="4" y="13"/>
                    <a:pt x="0" y="11"/>
                    <a:pt x="1" y="8"/>
                  </a:cubicBezTo>
                  <a:cubicBezTo>
                    <a:pt x="3" y="6"/>
                    <a:pt x="4" y="3"/>
                    <a:pt x="6" y="1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10" y="1"/>
                    <a:pt x="11" y="2"/>
                    <a:pt x="1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8" name="Freeform 46"/>
            <p:cNvSpPr>
              <a:spLocks/>
            </p:cNvSpPr>
            <p:nvPr/>
          </p:nvSpPr>
          <p:spPr bwMode="auto">
            <a:xfrm rot="14777805">
              <a:off x="694758" y="407706"/>
              <a:ext cx="61912" cy="74613"/>
            </a:xfrm>
            <a:custGeom>
              <a:avLst/>
              <a:gdLst>
                <a:gd name="T0" fmla="*/ 9 w 10"/>
                <a:gd name="T1" fmla="*/ 4 h 12"/>
                <a:gd name="T2" fmla="*/ 5 w 10"/>
                <a:gd name="T3" fmla="*/ 9 h 12"/>
                <a:gd name="T4" fmla="*/ 1 w 10"/>
                <a:gd name="T5" fmla="*/ 7 h 12"/>
                <a:gd name="T6" fmla="*/ 5 w 10"/>
                <a:gd name="T7" fmla="*/ 1 h 12"/>
                <a:gd name="T8" fmla="*/ 8 w 10"/>
                <a:gd name="T9" fmla="*/ 1 h 12"/>
                <a:gd name="T10" fmla="*/ 9 w 10"/>
                <a:gd name="T1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2">
                  <a:moveTo>
                    <a:pt x="9" y="4"/>
                  </a:moveTo>
                  <a:cubicBezTo>
                    <a:pt x="7" y="6"/>
                    <a:pt x="6" y="7"/>
                    <a:pt x="5" y="9"/>
                  </a:cubicBezTo>
                  <a:cubicBezTo>
                    <a:pt x="3" y="12"/>
                    <a:pt x="0" y="9"/>
                    <a:pt x="1" y="7"/>
                  </a:cubicBezTo>
                  <a:cubicBezTo>
                    <a:pt x="2" y="5"/>
                    <a:pt x="4" y="3"/>
                    <a:pt x="5" y="1"/>
                  </a:cubicBezTo>
                  <a:cubicBezTo>
                    <a:pt x="6" y="1"/>
                    <a:pt x="7" y="0"/>
                    <a:pt x="8" y="1"/>
                  </a:cubicBezTo>
                  <a:cubicBezTo>
                    <a:pt x="9" y="1"/>
                    <a:pt x="10" y="3"/>
                    <a:pt x="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9" name="Freeform 47"/>
            <p:cNvSpPr>
              <a:spLocks/>
            </p:cNvSpPr>
            <p:nvPr/>
          </p:nvSpPr>
          <p:spPr bwMode="auto">
            <a:xfrm rot="14777805">
              <a:off x="741772" y="368463"/>
              <a:ext cx="49212" cy="61913"/>
            </a:xfrm>
            <a:custGeom>
              <a:avLst/>
              <a:gdLst>
                <a:gd name="T0" fmla="*/ 7 w 8"/>
                <a:gd name="T1" fmla="*/ 4 h 10"/>
                <a:gd name="T2" fmla="*/ 5 w 8"/>
                <a:gd name="T3" fmla="*/ 7 h 10"/>
                <a:gd name="T4" fmla="*/ 2 w 8"/>
                <a:gd name="T5" fmla="*/ 5 h 10"/>
                <a:gd name="T6" fmla="*/ 4 w 8"/>
                <a:gd name="T7" fmla="*/ 1 h 10"/>
                <a:gd name="T8" fmla="*/ 6 w 8"/>
                <a:gd name="T9" fmla="*/ 1 h 10"/>
                <a:gd name="T10" fmla="*/ 7 w 8"/>
                <a:gd name="T11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7" y="4"/>
                  </a:moveTo>
                  <a:cubicBezTo>
                    <a:pt x="7" y="5"/>
                    <a:pt x="6" y="6"/>
                    <a:pt x="5" y="7"/>
                  </a:cubicBezTo>
                  <a:cubicBezTo>
                    <a:pt x="4" y="10"/>
                    <a:pt x="0" y="7"/>
                    <a:pt x="2" y="5"/>
                  </a:cubicBezTo>
                  <a:cubicBezTo>
                    <a:pt x="2" y="3"/>
                    <a:pt x="3" y="2"/>
                    <a:pt x="4" y="1"/>
                  </a:cubicBezTo>
                  <a:cubicBezTo>
                    <a:pt x="4" y="0"/>
                    <a:pt x="5" y="0"/>
                    <a:pt x="6" y="1"/>
                  </a:cubicBezTo>
                  <a:cubicBezTo>
                    <a:pt x="7" y="1"/>
                    <a:pt x="8" y="3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0" name="Freeform 48"/>
            <p:cNvSpPr>
              <a:spLocks/>
            </p:cNvSpPr>
            <p:nvPr/>
          </p:nvSpPr>
          <p:spPr bwMode="auto">
            <a:xfrm rot="14777805">
              <a:off x="775793" y="342765"/>
              <a:ext cx="50800" cy="42863"/>
            </a:xfrm>
            <a:custGeom>
              <a:avLst/>
              <a:gdLst>
                <a:gd name="T0" fmla="*/ 7 w 8"/>
                <a:gd name="T1" fmla="*/ 3 h 7"/>
                <a:gd name="T2" fmla="*/ 5 w 8"/>
                <a:gd name="T3" fmla="*/ 5 h 7"/>
                <a:gd name="T4" fmla="*/ 2 w 8"/>
                <a:gd name="T5" fmla="*/ 3 h 7"/>
                <a:gd name="T6" fmla="*/ 4 w 8"/>
                <a:gd name="T7" fmla="*/ 1 h 7"/>
                <a:gd name="T8" fmla="*/ 6 w 8"/>
                <a:gd name="T9" fmla="*/ 0 h 7"/>
                <a:gd name="T10" fmla="*/ 7 w 8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7" y="3"/>
                  </a:moveTo>
                  <a:cubicBezTo>
                    <a:pt x="7" y="4"/>
                    <a:pt x="6" y="5"/>
                    <a:pt x="5" y="5"/>
                  </a:cubicBezTo>
                  <a:cubicBezTo>
                    <a:pt x="3" y="7"/>
                    <a:pt x="0" y="5"/>
                    <a:pt x="2" y="3"/>
                  </a:cubicBezTo>
                  <a:cubicBezTo>
                    <a:pt x="2" y="2"/>
                    <a:pt x="3" y="1"/>
                    <a:pt x="4" y="1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1"/>
                    <a:pt x="8" y="2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1" name="Freeform 49"/>
            <p:cNvSpPr>
              <a:spLocks/>
            </p:cNvSpPr>
            <p:nvPr/>
          </p:nvSpPr>
          <p:spPr bwMode="auto">
            <a:xfrm rot="14777805">
              <a:off x="1344940" y="-173038"/>
              <a:ext cx="93662" cy="439738"/>
            </a:xfrm>
            <a:custGeom>
              <a:avLst/>
              <a:gdLst>
                <a:gd name="T0" fmla="*/ 15 w 15"/>
                <a:gd name="T1" fmla="*/ 2 h 71"/>
                <a:gd name="T2" fmla="*/ 11 w 15"/>
                <a:gd name="T3" fmla="*/ 34 h 71"/>
                <a:gd name="T4" fmla="*/ 5 w 15"/>
                <a:gd name="T5" fmla="*/ 65 h 71"/>
                <a:gd name="T6" fmla="*/ 5 w 15"/>
                <a:gd name="T7" fmla="*/ 68 h 71"/>
                <a:gd name="T8" fmla="*/ 0 w 15"/>
                <a:gd name="T9" fmla="*/ 67 h 71"/>
                <a:gd name="T10" fmla="*/ 2 w 15"/>
                <a:gd name="T11" fmla="*/ 58 h 71"/>
                <a:gd name="T12" fmla="*/ 7 w 15"/>
                <a:gd name="T13" fmla="*/ 30 h 71"/>
                <a:gd name="T14" fmla="*/ 10 w 15"/>
                <a:gd name="T15" fmla="*/ 2 h 71"/>
                <a:gd name="T16" fmla="*/ 13 w 15"/>
                <a:gd name="T17" fmla="*/ 0 h 71"/>
                <a:gd name="T18" fmla="*/ 15 w 15"/>
                <a:gd name="T19" fmla="*/ 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71">
                  <a:moveTo>
                    <a:pt x="15" y="2"/>
                  </a:moveTo>
                  <a:cubicBezTo>
                    <a:pt x="15" y="13"/>
                    <a:pt x="13" y="24"/>
                    <a:pt x="11" y="34"/>
                  </a:cubicBezTo>
                  <a:cubicBezTo>
                    <a:pt x="10" y="45"/>
                    <a:pt x="8" y="55"/>
                    <a:pt x="5" y="65"/>
                  </a:cubicBezTo>
                  <a:cubicBezTo>
                    <a:pt x="5" y="66"/>
                    <a:pt x="5" y="67"/>
                    <a:pt x="5" y="68"/>
                  </a:cubicBezTo>
                  <a:cubicBezTo>
                    <a:pt x="4" y="71"/>
                    <a:pt x="0" y="70"/>
                    <a:pt x="0" y="67"/>
                  </a:cubicBezTo>
                  <a:cubicBezTo>
                    <a:pt x="1" y="64"/>
                    <a:pt x="2" y="61"/>
                    <a:pt x="2" y="58"/>
                  </a:cubicBezTo>
                  <a:cubicBezTo>
                    <a:pt x="4" y="49"/>
                    <a:pt x="6" y="39"/>
                    <a:pt x="7" y="30"/>
                  </a:cubicBezTo>
                  <a:cubicBezTo>
                    <a:pt x="9" y="21"/>
                    <a:pt x="10" y="11"/>
                    <a:pt x="10" y="2"/>
                  </a:cubicBezTo>
                  <a:cubicBezTo>
                    <a:pt x="10" y="0"/>
                    <a:pt x="12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2" name="Freeform 50"/>
            <p:cNvSpPr>
              <a:spLocks/>
            </p:cNvSpPr>
            <p:nvPr/>
          </p:nvSpPr>
          <p:spPr bwMode="auto">
            <a:xfrm rot="14777805">
              <a:off x="820038" y="314511"/>
              <a:ext cx="57150" cy="50800"/>
            </a:xfrm>
            <a:custGeom>
              <a:avLst/>
              <a:gdLst>
                <a:gd name="T0" fmla="*/ 8 w 9"/>
                <a:gd name="T1" fmla="*/ 4 h 8"/>
                <a:gd name="T2" fmla="*/ 5 w 9"/>
                <a:gd name="T3" fmla="*/ 6 h 8"/>
                <a:gd name="T4" fmla="*/ 2 w 9"/>
                <a:gd name="T5" fmla="*/ 3 h 8"/>
                <a:gd name="T6" fmla="*/ 5 w 9"/>
                <a:gd name="T7" fmla="*/ 1 h 8"/>
                <a:gd name="T8" fmla="*/ 7 w 9"/>
                <a:gd name="T9" fmla="*/ 1 h 8"/>
                <a:gd name="T10" fmla="*/ 8 w 9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8">
                  <a:moveTo>
                    <a:pt x="8" y="4"/>
                  </a:moveTo>
                  <a:cubicBezTo>
                    <a:pt x="7" y="5"/>
                    <a:pt x="6" y="6"/>
                    <a:pt x="5" y="6"/>
                  </a:cubicBezTo>
                  <a:cubicBezTo>
                    <a:pt x="3" y="8"/>
                    <a:pt x="0" y="4"/>
                    <a:pt x="2" y="3"/>
                  </a:cubicBezTo>
                  <a:cubicBezTo>
                    <a:pt x="3" y="2"/>
                    <a:pt x="4" y="2"/>
                    <a:pt x="5" y="1"/>
                  </a:cubicBezTo>
                  <a:cubicBezTo>
                    <a:pt x="6" y="0"/>
                    <a:pt x="7" y="0"/>
                    <a:pt x="7" y="1"/>
                  </a:cubicBezTo>
                  <a:cubicBezTo>
                    <a:pt x="9" y="1"/>
                    <a:pt x="9" y="3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3" name="Freeform 51"/>
            <p:cNvSpPr>
              <a:spLocks/>
            </p:cNvSpPr>
            <p:nvPr/>
          </p:nvSpPr>
          <p:spPr bwMode="auto">
            <a:xfrm rot="14777805">
              <a:off x="860169" y="277122"/>
              <a:ext cx="42862" cy="42863"/>
            </a:xfrm>
            <a:custGeom>
              <a:avLst/>
              <a:gdLst>
                <a:gd name="T0" fmla="*/ 3 w 7"/>
                <a:gd name="T1" fmla="*/ 6 h 7"/>
                <a:gd name="T2" fmla="*/ 4 w 7"/>
                <a:gd name="T3" fmla="*/ 2 h 7"/>
                <a:gd name="T4" fmla="*/ 3 w 7"/>
                <a:gd name="T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7">
                  <a:moveTo>
                    <a:pt x="3" y="6"/>
                  </a:moveTo>
                  <a:cubicBezTo>
                    <a:pt x="0" y="5"/>
                    <a:pt x="2" y="0"/>
                    <a:pt x="4" y="2"/>
                  </a:cubicBezTo>
                  <a:cubicBezTo>
                    <a:pt x="7" y="3"/>
                    <a:pt x="6" y="7"/>
                    <a:pt x="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4" name="Freeform 52"/>
            <p:cNvSpPr>
              <a:spLocks noEditPoints="1"/>
            </p:cNvSpPr>
            <p:nvPr/>
          </p:nvSpPr>
          <p:spPr bwMode="auto">
            <a:xfrm rot="14777805">
              <a:off x="905332" y="248853"/>
              <a:ext cx="61912" cy="44450"/>
            </a:xfrm>
            <a:custGeom>
              <a:avLst/>
              <a:gdLst>
                <a:gd name="T0" fmla="*/ 8 w 10"/>
                <a:gd name="T1" fmla="*/ 5 h 7"/>
                <a:gd name="T2" fmla="*/ 8 w 10"/>
                <a:gd name="T3" fmla="*/ 0 h 7"/>
                <a:gd name="T4" fmla="*/ 7 w 10"/>
                <a:gd name="T5" fmla="*/ 0 h 7"/>
                <a:gd name="T6" fmla="*/ 3 w 10"/>
                <a:gd name="T7" fmla="*/ 2 h 7"/>
                <a:gd name="T8" fmla="*/ 6 w 10"/>
                <a:gd name="T9" fmla="*/ 6 h 7"/>
                <a:gd name="T10" fmla="*/ 5 w 10"/>
                <a:gd name="T11" fmla="*/ 6 h 7"/>
                <a:gd name="T12" fmla="*/ 8 w 10"/>
                <a:gd name="T13" fmla="*/ 5 h 7"/>
                <a:gd name="T14" fmla="*/ 8 w 10"/>
                <a:gd name="T15" fmla="*/ 5 h 7"/>
                <a:gd name="T16" fmla="*/ 8 w 10"/>
                <a:gd name="T17" fmla="*/ 5 h 7"/>
                <a:gd name="T18" fmla="*/ 8 w 10"/>
                <a:gd name="T19" fmla="*/ 5 h 7"/>
                <a:gd name="T20" fmla="*/ 8 w 10"/>
                <a:gd name="T21" fmla="*/ 5 h 7"/>
                <a:gd name="T22" fmla="*/ 7 w 10"/>
                <a:gd name="T23" fmla="*/ 5 h 7"/>
                <a:gd name="T24" fmla="*/ 7 w 10"/>
                <a:gd name="T25" fmla="*/ 5 h 7"/>
                <a:gd name="T26" fmla="*/ 7 w 10"/>
                <a:gd name="T27" fmla="*/ 5 h 7"/>
                <a:gd name="T28" fmla="*/ 8 w 10"/>
                <a:gd name="T29" fmla="*/ 5 h 7"/>
                <a:gd name="T30" fmla="*/ 8 w 10"/>
                <a:gd name="T31" fmla="*/ 5 h 7"/>
                <a:gd name="T32" fmla="*/ 8 w 10"/>
                <a:gd name="T33" fmla="*/ 5 h 7"/>
                <a:gd name="T34" fmla="*/ 8 w 10"/>
                <a:gd name="T3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7">
                  <a:moveTo>
                    <a:pt x="8" y="5"/>
                  </a:moveTo>
                  <a:cubicBezTo>
                    <a:pt x="10" y="4"/>
                    <a:pt x="10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5" y="1"/>
                    <a:pt x="4" y="1"/>
                    <a:pt x="3" y="2"/>
                  </a:cubicBezTo>
                  <a:cubicBezTo>
                    <a:pt x="0" y="4"/>
                    <a:pt x="3" y="7"/>
                    <a:pt x="6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moveTo>
                    <a:pt x="7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5" name="Freeform 53"/>
            <p:cNvSpPr>
              <a:spLocks noEditPoints="1"/>
            </p:cNvSpPr>
            <p:nvPr/>
          </p:nvSpPr>
          <p:spPr bwMode="auto">
            <a:xfrm rot="14777805">
              <a:off x="954734" y="210910"/>
              <a:ext cx="61912" cy="49213"/>
            </a:xfrm>
            <a:custGeom>
              <a:avLst/>
              <a:gdLst>
                <a:gd name="T0" fmla="*/ 8 w 10"/>
                <a:gd name="T1" fmla="*/ 4 h 8"/>
                <a:gd name="T2" fmla="*/ 8 w 10"/>
                <a:gd name="T3" fmla="*/ 0 h 8"/>
                <a:gd name="T4" fmla="*/ 6 w 10"/>
                <a:gd name="T5" fmla="*/ 0 h 8"/>
                <a:gd name="T6" fmla="*/ 2 w 10"/>
                <a:gd name="T7" fmla="*/ 3 h 8"/>
                <a:gd name="T8" fmla="*/ 5 w 10"/>
                <a:gd name="T9" fmla="*/ 6 h 8"/>
                <a:gd name="T10" fmla="*/ 5 w 10"/>
                <a:gd name="T11" fmla="*/ 6 h 8"/>
                <a:gd name="T12" fmla="*/ 8 w 10"/>
                <a:gd name="T13" fmla="*/ 4 h 8"/>
                <a:gd name="T14" fmla="*/ 6 w 10"/>
                <a:gd name="T15" fmla="*/ 6 h 8"/>
                <a:gd name="T16" fmla="*/ 6 w 10"/>
                <a:gd name="T17" fmla="*/ 6 h 8"/>
                <a:gd name="T18" fmla="*/ 6 w 10"/>
                <a:gd name="T1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8">
                  <a:moveTo>
                    <a:pt x="8" y="4"/>
                  </a:moveTo>
                  <a:cubicBezTo>
                    <a:pt x="10" y="3"/>
                    <a:pt x="9" y="1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5" y="1"/>
                    <a:pt x="3" y="2"/>
                    <a:pt x="2" y="3"/>
                  </a:cubicBezTo>
                  <a:cubicBezTo>
                    <a:pt x="0" y="4"/>
                    <a:pt x="3" y="8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5"/>
                    <a:pt x="8" y="4"/>
                  </a:cubicBezTo>
                  <a:moveTo>
                    <a:pt x="6" y="6"/>
                  </a:move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6" name="Freeform 54"/>
            <p:cNvSpPr>
              <a:spLocks/>
            </p:cNvSpPr>
            <p:nvPr/>
          </p:nvSpPr>
          <p:spPr bwMode="auto">
            <a:xfrm rot="14777805">
              <a:off x="998606" y="179853"/>
              <a:ext cx="68262" cy="49213"/>
            </a:xfrm>
            <a:custGeom>
              <a:avLst/>
              <a:gdLst>
                <a:gd name="T0" fmla="*/ 9 w 11"/>
                <a:gd name="T1" fmla="*/ 4 h 8"/>
                <a:gd name="T2" fmla="*/ 5 w 11"/>
                <a:gd name="T3" fmla="*/ 6 h 8"/>
                <a:gd name="T4" fmla="*/ 3 w 11"/>
                <a:gd name="T5" fmla="*/ 2 h 8"/>
                <a:gd name="T6" fmla="*/ 7 w 11"/>
                <a:gd name="T7" fmla="*/ 0 h 8"/>
                <a:gd name="T8" fmla="*/ 8 w 11"/>
                <a:gd name="T9" fmla="*/ 0 h 8"/>
                <a:gd name="T10" fmla="*/ 9 w 11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8">
                  <a:moveTo>
                    <a:pt x="9" y="4"/>
                  </a:moveTo>
                  <a:cubicBezTo>
                    <a:pt x="7" y="5"/>
                    <a:pt x="6" y="5"/>
                    <a:pt x="5" y="6"/>
                  </a:cubicBezTo>
                  <a:cubicBezTo>
                    <a:pt x="2" y="8"/>
                    <a:pt x="0" y="4"/>
                    <a:pt x="3" y="2"/>
                  </a:cubicBezTo>
                  <a:cubicBezTo>
                    <a:pt x="4" y="1"/>
                    <a:pt x="5" y="1"/>
                    <a:pt x="7" y="0"/>
                  </a:cubicBezTo>
                  <a:cubicBezTo>
                    <a:pt x="7" y="0"/>
                    <a:pt x="8" y="0"/>
                    <a:pt x="8" y="0"/>
                  </a:cubicBezTo>
                  <a:cubicBezTo>
                    <a:pt x="10" y="0"/>
                    <a:pt x="11" y="3"/>
                    <a:pt x="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7" name="Freeform 55"/>
            <p:cNvSpPr>
              <a:spLocks/>
            </p:cNvSpPr>
            <p:nvPr/>
          </p:nvSpPr>
          <p:spPr bwMode="auto">
            <a:xfrm rot="14777805">
              <a:off x="1054048" y="147150"/>
              <a:ext cx="44450" cy="36513"/>
            </a:xfrm>
            <a:custGeom>
              <a:avLst/>
              <a:gdLst>
                <a:gd name="T0" fmla="*/ 3 w 7"/>
                <a:gd name="T1" fmla="*/ 5 h 6"/>
                <a:gd name="T2" fmla="*/ 5 w 7"/>
                <a:gd name="T3" fmla="*/ 1 h 6"/>
                <a:gd name="T4" fmla="*/ 3 w 7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6">
                  <a:moveTo>
                    <a:pt x="3" y="5"/>
                  </a:moveTo>
                  <a:cubicBezTo>
                    <a:pt x="0" y="4"/>
                    <a:pt x="2" y="0"/>
                    <a:pt x="5" y="1"/>
                  </a:cubicBezTo>
                  <a:cubicBezTo>
                    <a:pt x="7" y="2"/>
                    <a:pt x="6" y="6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8" name="Freeform 56"/>
            <p:cNvSpPr>
              <a:spLocks/>
            </p:cNvSpPr>
            <p:nvPr/>
          </p:nvSpPr>
          <p:spPr bwMode="auto">
            <a:xfrm rot="14777805">
              <a:off x="1100592" y="125096"/>
              <a:ext cx="49212" cy="42863"/>
            </a:xfrm>
            <a:custGeom>
              <a:avLst/>
              <a:gdLst>
                <a:gd name="T0" fmla="*/ 6 w 8"/>
                <a:gd name="T1" fmla="*/ 4 h 7"/>
                <a:gd name="T2" fmla="*/ 4 w 8"/>
                <a:gd name="T3" fmla="*/ 5 h 7"/>
                <a:gd name="T4" fmla="*/ 2 w 8"/>
                <a:gd name="T5" fmla="*/ 1 h 7"/>
                <a:gd name="T6" fmla="*/ 5 w 8"/>
                <a:gd name="T7" fmla="*/ 0 h 7"/>
                <a:gd name="T8" fmla="*/ 6 w 8"/>
                <a:gd name="T9" fmla="*/ 0 h 7"/>
                <a:gd name="T10" fmla="*/ 6 w 8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6" y="4"/>
                  </a:moveTo>
                  <a:cubicBezTo>
                    <a:pt x="6" y="4"/>
                    <a:pt x="5" y="5"/>
                    <a:pt x="4" y="5"/>
                  </a:cubicBezTo>
                  <a:cubicBezTo>
                    <a:pt x="2" y="7"/>
                    <a:pt x="0" y="3"/>
                    <a:pt x="2" y="1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8" y="0"/>
                    <a:pt x="8" y="3"/>
                    <a:pt x="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74072" y="264785"/>
            <a:ext cx="3249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accent3"/>
                </a:solidFill>
              </a:rPr>
              <a:t>非全职的</a:t>
            </a:r>
            <a:r>
              <a:rPr lang="en-US" altLang="zh-CN" sz="3600" b="1" dirty="0" smtClean="0">
                <a:solidFill>
                  <a:schemeClr val="accent3"/>
                </a:solidFill>
              </a:rPr>
              <a:t>SQA</a:t>
            </a:r>
            <a:endParaRPr lang="zh-CN" altLang="en-US" sz="36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0728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bldLvl="0" autoUpdateAnimBg="0"/>
      <p:bldP spid="29703" grpId="0" bldLvl="0" autoUpdateAnimBg="0"/>
      <p:bldP spid="29704" grpId="0" bldLvl="0" autoUpdateAnimBg="0"/>
      <p:bldP spid="29705" grpId="0" bldLvl="0" autoUpdateAnimBg="0"/>
      <p:bldP spid="29706" grpId="0" bldLvl="0" autoUpdateAnimBg="0"/>
      <p:bldP spid="29707" grpId="0" bldLvl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4072" y="264785"/>
            <a:ext cx="3249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accent3"/>
                </a:solidFill>
              </a:rPr>
              <a:t>全职的</a:t>
            </a:r>
            <a:r>
              <a:rPr lang="en-US" altLang="zh-CN" sz="3600" b="1" dirty="0" smtClean="0">
                <a:solidFill>
                  <a:schemeClr val="accent3"/>
                </a:solidFill>
              </a:rPr>
              <a:t>SQA</a:t>
            </a:r>
            <a:endParaRPr lang="zh-CN" altLang="en-US" sz="3600" b="1" dirty="0">
              <a:solidFill>
                <a:schemeClr val="accent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1301" y="1233054"/>
            <a:ext cx="4253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800" dirty="0">
                <a:solidFill>
                  <a:schemeClr val="accent3"/>
                </a:solidFill>
              </a:rPr>
              <a:t>经理和</a:t>
            </a:r>
            <a:r>
              <a:rPr lang="en-US" altLang="zh-CN" sz="2800" dirty="0">
                <a:solidFill>
                  <a:schemeClr val="accent3"/>
                </a:solidFill>
              </a:rPr>
              <a:t>SQA</a:t>
            </a:r>
            <a:r>
              <a:rPr lang="zh-CN" altLang="en-US" sz="2800" dirty="0">
                <a:solidFill>
                  <a:schemeClr val="accent3"/>
                </a:solidFill>
              </a:rPr>
              <a:t>工程师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 rot="10800000">
            <a:off x="4737503" y="3511684"/>
            <a:ext cx="2085037" cy="1206282"/>
            <a:chOff x="0" y="0"/>
            <a:chExt cx="425450" cy="330201"/>
          </a:xfrm>
        </p:grpSpPr>
        <p:sp>
          <p:nvSpPr>
            <p:cNvPr id="5" name="Freeform 143"/>
            <p:cNvSpPr>
              <a:spLocks noEditPoints="1"/>
            </p:cNvSpPr>
            <p:nvPr/>
          </p:nvSpPr>
          <p:spPr bwMode="auto">
            <a:xfrm>
              <a:off x="139700" y="220663"/>
              <a:ext cx="63500" cy="38100"/>
            </a:xfrm>
            <a:custGeom>
              <a:avLst/>
              <a:gdLst>
                <a:gd name="T0" fmla="*/ 1 w 17"/>
                <a:gd name="T1" fmla="*/ 2 h 10"/>
                <a:gd name="T2" fmla="*/ 14 w 17"/>
                <a:gd name="T3" fmla="*/ 9 h 10"/>
                <a:gd name="T4" fmla="*/ 14 w 17"/>
                <a:gd name="T5" fmla="*/ 9 h 10"/>
                <a:gd name="T6" fmla="*/ 16 w 17"/>
                <a:gd name="T7" fmla="*/ 8 h 10"/>
                <a:gd name="T8" fmla="*/ 2 w 17"/>
                <a:gd name="T9" fmla="*/ 0 h 10"/>
                <a:gd name="T10" fmla="*/ 0 w 17"/>
                <a:gd name="T11" fmla="*/ 1 h 10"/>
                <a:gd name="T12" fmla="*/ 1 w 17"/>
                <a:gd name="T13" fmla="*/ 2 h 10"/>
                <a:gd name="T14" fmla="*/ 14 w 17"/>
                <a:gd name="T15" fmla="*/ 9 h 10"/>
                <a:gd name="T16" fmla="*/ 14 w 17"/>
                <a:gd name="T17" fmla="*/ 9 h 10"/>
                <a:gd name="T18" fmla="*/ 14 w 17"/>
                <a:gd name="T1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0">
                  <a:moveTo>
                    <a:pt x="1" y="2"/>
                  </a:moveTo>
                  <a:cubicBezTo>
                    <a:pt x="5" y="4"/>
                    <a:pt x="10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10"/>
                    <a:pt x="17" y="9"/>
                    <a:pt x="16" y="8"/>
                  </a:cubicBezTo>
                  <a:cubicBezTo>
                    <a:pt x="12" y="4"/>
                    <a:pt x="7" y="2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moveTo>
                    <a:pt x="14" y="9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144"/>
            <p:cNvSpPr>
              <a:spLocks/>
            </p:cNvSpPr>
            <p:nvPr/>
          </p:nvSpPr>
          <p:spPr bwMode="auto">
            <a:xfrm>
              <a:off x="188912" y="228600"/>
              <a:ext cx="190500" cy="25400"/>
            </a:xfrm>
            <a:custGeom>
              <a:avLst/>
              <a:gdLst>
                <a:gd name="T0" fmla="*/ 2 w 51"/>
                <a:gd name="T1" fmla="*/ 7 h 7"/>
                <a:gd name="T2" fmla="*/ 9 w 51"/>
                <a:gd name="T3" fmla="*/ 6 h 7"/>
                <a:gd name="T4" fmla="*/ 22 w 51"/>
                <a:gd name="T5" fmla="*/ 5 h 7"/>
                <a:gd name="T6" fmla="*/ 36 w 51"/>
                <a:gd name="T7" fmla="*/ 3 h 7"/>
                <a:gd name="T8" fmla="*/ 50 w 51"/>
                <a:gd name="T9" fmla="*/ 2 h 7"/>
                <a:gd name="T10" fmla="*/ 51 w 51"/>
                <a:gd name="T11" fmla="*/ 2 h 7"/>
                <a:gd name="T12" fmla="*/ 51 w 51"/>
                <a:gd name="T13" fmla="*/ 0 h 7"/>
                <a:gd name="T14" fmla="*/ 42 w 51"/>
                <a:gd name="T15" fmla="*/ 1 h 7"/>
                <a:gd name="T16" fmla="*/ 28 w 51"/>
                <a:gd name="T17" fmla="*/ 2 h 7"/>
                <a:gd name="T18" fmla="*/ 1 w 51"/>
                <a:gd name="T19" fmla="*/ 5 h 7"/>
                <a:gd name="T20" fmla="*/ 1 w 51"/>
                <a:gd name="T21" fmla="*/ 6 h 7"/>
                <a:gd name="T22" fmla="*/ 2 w 51"/>
                <a:gd name="T2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" h="7">
                  <a:moveTo>
                    <a:pt x="2" y="7"/>
                  </a:moveTo>
                  <a:cubicBezTo>
                    <a:pt x="4" y="6"/>
                    <a:pt x="7" y="6"/>
                    <a:pt x="9" y="6"/>
                  </a:cubicBezTo>
                  <a:cubicBezTo>
                    <a:pt x="13" y="5"/>
                    <a:pt x="18" y="5"/>
                    <a:pt x="22" y="5"/>
                  </a:cubicBezTo>
                  <a:cubicBezTo>
                    <a:pt x="27" y="4"/>
                    <a:pt x="31" y="4"/>
                    <a:pt x="36" y="3"/>
                  </a:cubicBezTo>
                  <a:cubicBezTo>
                    <a:pt x="40" y="3"/>
                    <a:pt x="45" y="2"/>
                    <a:pt x="50" y="2"/>
                  </a:cubicBezTo>
                  <a:cubicBezTo>
                    <a:pt x="50" y="2"/>
                    <a:pt x="51" y="2"/>
                    <a:pt x="51" y="2"/>
                  </a:cubicBezTo>
                  <a:cubicBezTo>
                    <a:pt x="51" y="1"/>
                    <a:pt x="51" y="1"/>
                    <a:pt x="51" y="0"/>
                  </a:cubicBezTo>
                  <a:cubicBezTo>
                    <a:pt x="48" y="0"/>
                    <a:pt x="45" y="0"/>
                    <a:pt x="42" y="1"/>
                  </a:cubicBezTo>
                  <a:cubicBezTo>
                    <a:pt x="37" y="1"/>
                    <a:pt x="33" y="2"/>
                    <a:pt x="28" y="2"/>
                  </a:cubicBezTo>
                  <a:cubicBezTo>
                    <a:pt x="19" y="3"/>
                    <a:pt x="10" y="3"/>
                    <a:pt x="1" y="5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0" y="6"/>
                    <a:pt x="1" y="7"/>
                    <a:pt x="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45"/>
            <p:cNvSpPr>
              <a:spLocks noEditPoints="1"/>
            </p:cNvSpPr>
            <p:nvPr/>
          </p:nvSpPr>
          <p:spPr bwMode="auto">
            <a:xfrm>
              <a:off x="0" y="0"/>
              <a:ext cx="379413" cy="325438"/>
            </a:xfrm>
            <a:custGeom>
              <a:avLst/>
              <a:gdLst>
                <a:gd name="T0" fmla="*/ 8 w 101"/>
                <a:gd name="T1" fmla="*/ 55 h 87"/>
                <a:gd name="T2" fmla="*/ 8 w 101"/>
                <a:gd name="T3" fmla="*/ 55 h 87"/>
                <a:gd name="T4" fmla="*/ 31 w 101"/>
                <a:gd name="T5" fmla="*/ 0 h 87"/>
                <a:gd name="T6" fmla="*/ 30 w 101"/>
                <a:gd name="T7" fmla="*/ 1 h 87"/>
                <a:gd name="T8" fmla="*/ 29 w 101"/>
                <a:gd name="T9" fmla="*/ 2 h 87"/>
                <a:gd name="T10" fmla="*/ 29 w 101"/>
                <a:gd name="T11" fmla="*/ 2 h 87"/>
                <a:gd name="T12" fmla="*/ 7 w 101"/>
                <a:gd name="T13" fmla="*/ 36 h 87"/>
                <a:gd name="T14" fmla="*/ 0 w 101"/>
                <a:gd name="T15" fmla="*/ 47 h 87"/>
                <a:gd name="T16" fmla="*/ 24 w 101"/>
                <a:gd name="T17" fmla="*/ 71 h 87"/>
                <a:gd name="T18" fmla="*/ 44 w 101"/>
                <a:gd name="T19" fmla="*/ 87 h 87"/>
                <a:gd name="T20" fmla="*/ 40 w 101"/>
                <a:gd name="T21" fmla="*/ 61 h 87"/>
                <a:gd name="T22" fmla="*/ 101 w 101"/>
                <a:gd name="T23" fmla="*/ 55 h 87"/>
                <a:gd name="T24" fmla="*/ 101 w 101"/>
                <a:gd name="T25" fmla="*/ 54 h 87"/>
                <a:gd name="T26" fmla="*/ 98 w 101"/>
                <a:gd name="T27" fmla="*/ 20 h 87"/>
                <a:gd name="T28" fmla="*/ 69 w 101"/>
                <a:gd name="T29" fmla="*/ 22 h 87"/>
                <a:gd name="T30" fmla="*/ 31 w 101"/>
                <a:gd name="T31" fmla="*/ 9 h 87"/>
                <a:gd name="T32" fmla="*/ 33 w 101"/>
                <a:gd name="T33" fmla="*/ 27 h 87"/>
                <a:gd name="T34" fmla="*/ 87 w 101"/>
                <a:gd name="T35" fmla="*/ 23 h 87"/>
                <a:gd name="T36" fmla="*/ 99 w 101"/>
                <a:gd name="T37" fmla="*/ 54 h 87"/>
                <a:gd name="T38" fmla="*/ 38 w 101"/>
                <a:gd name="T39" fmla="*/ 60 h 87"/>
                <a:gd name="T40" fmla="*/ 43 w 101"/>
                <a:gd name="T41" fmla="*/ 85 h 87"/>
                <a:gd name="T42" fmla="*/ 37 w 101"/>
                <a:gd name="T43" fmla="*/ 80 h 87"/>
                <a:gd name="T44" fmla="*/ 37 w 101"/>
                <a:gd name="T45" fmla="*/ 80 h 87"/>
                <a:gd name="T46" fmla="*/ 21 w 101"/>
                <a:gd name="T47" fmla="*/ 67 h 87"/>
                <a:gd name="T48" fmla="*/ 8 w 101"/>
                <a:gd name="T49" fmla="*/ 55 h 87"/>
                <a:gd name="T50" fmla="*/ 3 w 101"/>
                <a:gd name="T51" fmla="*/ 50 h 87"/>
                <a:gd name="T52" fmla="*/ 2 w 101"/>
                <a:gd name="T53" fmla="*/ 48 h 87"/>
                <a:gd name="T54" fmla="*/ 3 w 101"/>
                <a:gd name="T55" fmla="*/ 46 h 87"/>
                <a:gd name="T56" fmla="*/ 15 w 101"/>
                <a:gd name="T57" fmla="*/ 26 h 87"/>
                <a:gd name="T58" fmla="*/ 32 w 101"/>
                <a:gd name="T59" fmla="*/ 25 h 87"/>
                <a:gd name="T60" fmla="*/ 33 w 101"/>
                <a:gd name="T61" fmla="*/ 27 h 87"/>
                <a:gd name="T62" fmla="*/ 33 w 101"/>
                <a:gd name="T63" fmla="*/ 27 h 87"/>
                <a:gd name="T64" fmla="*/ 37 w 101"/>
                <a:gd name="T65" fmla="*/ 8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1" h="87">
                  <a:moveTo>
                    <a:pt x="8" y="55"/>
                  </a:move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lose/>
                  <a:moveTo>
                    <a:pt x="31" y="1"/>
                  </a:moveTo>
                  <a:cubicBezTo>
                    <a:pt x="31" y="1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29" y="2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5" y="8"/>
                    <a:pt x="21" y="13"/>
                    <a:pt x="18" y="19"/>
                  </a:cubicBezTo>
                  <a:cubicBezTo>
                    <a:pt x="14" y="24"/>
                    <a:pt x="11" y="30"/>
                    <a:pt x="7" y="36"/>
                  </a:cubicBezTo>
                  <a:cubicBezTo>
                    <a:pt x="5" y="39"/>
                    <a:pt x="1" y="42"/>
                    <a:pt x="0" y="46"/>
                  </a:cubicBezTo>
                  <a:cubicBezTo>
                    <a:pt x="0" y="46"/>
                    <a:pt x="0" y="47"/>
                    <a:pt x="0" y="47"/>
                  </a:cubicBezTo>
                  <a:cubicBezTo>
                    <a:pt x="0" y="51"/>
                    <a:pt x="4" y="54"/>
                    <a:pt x="7" y="56"/>
                  </a:cubicBezTo>
                  <a:cubicBezTo>
                    <a:pt x="13" y="61"/>
                    <a:pt x="18" y="66"/>
                    <a:pt x="24" y="71"/>
                  </a:cubicBezTo>
                  <a:cubicBezTo>
                    <a:pt x="30" y="77"/>
                    <a:pt x="36" y="82"/>
                    <a:pt x="43" y="87"/>
                  </a:cubicBezTo>
                  <a:cubicBezTo>
                    <a:pt x="43" y="87"/>
                    <a:pt x="43" y="87"/>
                    <a:pt x="44" y="87"/>
                  </a:cubicBezTo>
                  <a:cubicBezTo>
                    <a:pt x="44" y="87"/>
                    <a:pt x="45" y="87"/>
                    <a:pt x="45" y="86"/>
                  </a:cubicBezTo>
                  <a:cubicBezTo>
                    <a:pt x="43" y="77"/>
                    <a:pt x="41" y="69"/>
                    <a:pt x="40" y="61"/>
                  </a:cubicBezTo>
                  <a:cubicBezTo>
                    <a:pt x="43" y="60"/>
                    <a:pt x="46" y="59"/>
                    <a:pt x="50" y="59"/>
                  </a:cubicBezTo>
                  <a:cubicBezTo>
                    <a:pt x="67" y="57"/>
                    <a:pt x="84" y="57"/>
                    <a:pt x="101" y="55"/>
                  </a:cubicBezTo>
                  <a:cubicBezTo>
                    <a:pt x="101" y="55"/>
                    <a:pt x="101" y="55"/>
                    <a:pt x="101" y="55"/>
                  </a:cubicBezTo>
                  <a:cubicBezTo>
                    <a:pt x="101" y="55"/>
                    <a:pt x="101" y="55"/>
                    <a:pt x="101" y="54"/>
                  </a:cubicBezTo>
                  <a:cubicBezTo>
                    <a:pt x="101" y="43"/>
                    <a:pt x="99" y="32"/>
                    <a:pt x="100" y="20"/>
                  </a:cubicBezTo>
                  <a:cubicBezTo>
                    <a:pt x="100" y="19"/>
                    <a:pt x="98" y="19"/>
                    <a:pt x="98" y="20"/>
                  </a:cubicBezTo>
                  <a:cubicBezTo>
                    <a:pt x="94" y="20"/>
                    <a:pt x="91" y="20"/>
                    <a:pt x="87" y="21"/>
                  </a:cubicBezTo>
                  <a:cubicBezTo>
                    <a:pt x="81" y="21"/>
                    <a:pt x="75" y="21"/>
                    <a:pt x="69" y="22"/>
                  </a:cubicBezTo>
                  <a:cubicBezTo>
                    <a:pt x="58" y="22"/>
                    <a:pt x="46" y="23"/>
                    <a:pt x="34" y="25"/>
                  </a:cubicBezTo>
                  <a:cubicBezTo>
                    <a:pt x="33" y="20"/>
                    <a:pt x="32" y="14"/>
                    <a:pt x="31" y="9"/>
                  </a:cubicBezTo>
                  <a:cubicBezTo>
                    <a:pt x="31" y="6"/>
                    <a:pt x="31" y="3"/>
                    <a:pt x="31" y="1"/>
                  </a:cubicBezTo>
                  <a:close/>
                  <a:moveTo>
                    <a:pt x="33" y="27"/>
                  </a:moveTo>
                  <a:cubicBezTo>
                    <a:pt x="45" y="25"/>
                    <a:pt x="57" y="24"/>
                    <a:pt x="69" y="24"/>
                  </a:cubicBezTo>
                  <a:cubicBezTo>
                    <a:pt x="75" y="23"/>
                    <a:pt x="81" y="23"/>
                    <a:pt x="87" y="23"/>
                  </a:cubicBezTo>
                  <a:cubicBezTo>
                    <a:pt x="90" y="22"/>
                    <a:pt x="94" y="22"/>
                    <a:pt x="98" y="22"/>
                  </a:cubicBezTo>
                  <a:cubicBezTo>
                    <a:pt x="97" y="32"/>
                    <a:pt x="99" y="43"/>
                    <a:pt x="99" y="54"/>
                  </a:cubicBezTo>
                  <a:cubicBezTo>
                    <a:pt x="79" y="56"/>
                    <a:pt x="58" y="54"/>
                    <a:pt x="38" y="59"/>
                  </a:cubicBezTo>
                  <a:cubicBezTo>
                    <a:pt x="38" y="59"/>
                    <a:pt x="38" y="59"/>
                    <a:pt x="38" y="60"/>
                  </a:cubicBezTo>
                  <a:cubicBezTo>
                    <a:pt x="37" y="60"/>
                    <a:pt x="38" y="61"/>
                    <a:pt x="38" y="61"/>
                  </a:cubicBezTo>
                  <a:cubicBezTo>
                    <a:pt x="39" y="69"/>
                    <a:pt x="41" y="77"/>
                    <a:pt x="43" y="85"/>
                  </a:cubicBezTo>
                  <a:cubicBezTo>
                    <a:pt x="41" y="83"/>
                    <a:pt x="39" y="82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1" y="76"/>
                    <a:pt x="26" y="72"/>
                    <a:pt x="21" y="67"/>
                  </a:cubicBezTo>
                  <a:cubicBezTo>
                    <a:pt x="17" y="63"/>
                    <a:pt x="13" y="58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6" y="53"/>
                    <a:pt x="4" y="52"/>
                    <a:pt x="3" y="50"/>
                  </a:cubicBezTo>
                  <a:cubicBezTo>
                    <a:pt x="3" y="50"/>
                    <a:pt x="3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7"/>
                  </a:cubicBezTo>
                  <a:cubicBezTo>
                    <a:pt x="2" y="47"/>
                    <a:pt x="2" y="46"/>
                    <a:pt x="3" y="46"/>
                  </a:cubicBezTo>
                  <a:cubicBezTo>
                    <a:pt x="4" y="43"/>
                    <a:pt x="6" y="40"/>
                    <a:pt x="8" y="38"/>
                  </a:cubicBezTo>
                  <a:cubicBezTo>
                    <a:pt x="10" y="34"/>
                    <a:pt x="13" y="30"/>
                    <a:pt x="15" y="26"/>
                  </a:cubicBezTo>
                  <a:cubicBezTo>
                    <a:pt x="20" y="19"/>
                    <a:pt x="24" y="12"/>
                    <a:pt x="29" y="5"/>
                  </a:cubicBezTo>
                  <a:cubicBezTo>
                    <a:pt x="29" y="12"/>
                    <a:pt x="31" y="18"/>
                    <a:pt x="32" y="25"/>
                  </a:cubicBezTo>
                  <a:cubicBezTo>
                    <a:pt x="32" y="25"/>
                    <a:pt x="32" y="25"/>
                    <a:pt x="32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close/>
                  <a:moveTo>
                    <a:pt x="37" y="80"/>
                  </a:move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46"/>
            <p:cNvSpPr>
              <a:spLocks/>
            </p:cNvSpPr>
            <p:nvPr/>
          </p:nvSpPr>
          <p:spPr bwMode="auto">
            <a:xfrm>
              <a:off x="188912" y="247650"/>
              <a:ext cx="14288" cy="82550"/>
            </a:xfrm>
            <a:custGeom>
              <a:avLst/>
              <a:gdLst>
                <a:gd name="T0" fmla="*/ 0 w 4"/>
                <a:gd name="T1" fmla="*/ 1 h 22"/>
                <a:gd name="T2" fmla="*/ 0 w 4"/>
                <a:gd name="T3" fmla="*/ 3 h 22"/>
                <a:gd name="T4" fmla="*/ 2 w 4"/>
                <a:gd name="T5" fmla="*/ 20 h 22"/>
                <a:gd name="T6" fmla="*/ 4 w 4"/>
                <a:gd name="T7" fmla="*/ 20 h 22"/>
                <a:gd name="T8" fmla="*/ 2 w 4"/>
                <a:gd name="T9" fmla="*/ 1 h 22"/>
                <a:gd name="T10" fmla="*/ 0 w 4"/>
                <a:gd name="T11" fmla="*/ 1 h 22"/>
                <a:gd name="T12" fmla="*/ 0 w 4"/>
                <a:gd name="T13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2">
                  <a:moveTo>
                    <a:pt x="0" y="1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1" y="9"/>
                    <a:pt x="2" y="14"/>
                    <a:pt x="2" y="20"/>
                  </a:cubicBezTo>
                  <a:cubicBezTo>
                    <a:pt x="2" y="22"/>
                    <a:pt x="4" y="22"/>
                    <a:pt x="4" y="20"/>
                  </a:cubicBezTo>
                  <a:cubicBezTo>
                    <a:pt x="3" y="14"/>
                    <a:pt x="3" y="7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147"/>
            <p:cNvSpPr>
              <a:spLocks/>
            </p:cNvSpPr>
            <p:nvPr/>
          </p:nvSpPr>
          <p:spPr bwMode="auto">
            <a:xfrm>
              <a:off x="158750" y="319088"/>
              <a:ext cx="41275" cy="11113"/>
            </a:xfrm>
            <a:custGeom>
              <a:avLst/>
              <a:gdLst>
                <a:gd name="T0" fmla="*/ 1 w 11"/>
                <a:gd name="T1" fmla="*/ 2 h 3"/>
                <a:gd name="T2" fmla="*/ 4 w 11"/>
                <a:gd name="T3" fmla="*/ 2 h 3"/>
                <a:gd name="T4" fmla="*/ 10 w 11"/>
                <a:gd name="T5" fmla="*/ 3 h 3"/>
                <a:gd name="T6" fmla="*/ 10 w 11"/>
                <a:gd name="T7" fmla="*/ 1 h 3"/>
                <a:gd name="T8" fmla="*/ 9 w 11"/>
                <a:gd name="T9" fmla="*/ 1 h 3"/>
                <a:gd name="T10" fmla="*/ 1 w 11"/>
                <a:gd name="T11" fmla="*/ 0 h 3"/>
                <a:gd name="T12" fmla="*/ 1 w 11"/>
                <a:gd name="T13" fmla="*/ 0 h 3"/>
                <a:gd name="T14" fmla="*/ 1 w 11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3">
                  <a:moveTo>
                    <a:pt x="1" y="2"/>
                  </a:moveTo>
                  <a:cubicBezTo>
                    <a:pt x="2" y="2"/>
                    <a:pt x="3" y="2"/>
                    <a:pt x="4" y="2"/>
                  </a:cubicBezTo>
                  <a:cubicBezTo>
                    <a:pt x="6" y="2"/>
                    <a:pt x="8" y="2"/>
                    <a:pt x="10" y="3"/>
                  </a:cubicBezTo>
                  <a:cubicBezTo>
                    <a:pt x="11" y="3"/>
                    <a:pt x="11" y="1"/>
                    <a:pt x="10" y="1"/>
                  </a:cubicBezTo>
                  <a:cubicBezTo>
                    <a:pt x="10" y="1"/>
                    <a:pt x="9" y="1"/>
                    <a:pt x="9" y="1"/>
                  </a:cubicBezTo>
                  <a:cubicBezTo>
                    <a:pt x="7" y="0"/>
                    <a:pt x="4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1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48"/>
            <p:cNvSpPr>
              <a:spLocks noEditPoints="1"/>
            </p:cNvSpPr>
            <p:nvPr/>
          </p:nvSpPr>
          <p:spPr bwMode="auto">
            <a:xfrm>
              <a:off x="373062" y="198438"/>
              <a:ext cx="52388" cy="30163"/>
            </a:xfrm>
            <a:custGeom>
              <a:avLst/>
              <a:gdLst>
                <a:gd name="T0" fmla="*/ 1 w 14"/>
                <a:gd name="T1" fmla="*/ 2 h 8"/>
                <a:gd name="T2" fmla="*/ 6 w 14"/>
                <a:gd name="T3" fmla="*/ 3 h 8"/>
                <a:gd name="T4" fmla="*/ 12 w 14"/>
                <a:gd name="T5" fmla="*/ 7 h 8"/>
                <a:gd name="T6" fmla="*/ 12 w 14"/>
                <a:gd name="T7" fmla="*/ 7 h 8"/>
                <a:gd name="T8" fmla="*/ 13 w 14"/>
                <a:gd name="T9" fmla="*/ 5 h 8"/>
                <a:gd name="T10" fmla="*/ 1 w 14"/>
                <a:gd name="T11" fmla="*/ 0 h 8"/>
                <a:gd name="T12" fmla="*/ 0 w 14"/>
                <a:gd name="T13" fmla="*/ 1 h 8"/>
                <a:gd name="T14" fmla="*/ 1 w 14"/>
                <a:gd name="T15" fmla="*/ 2 h 8"/>
                <a:gd name="T16" fmla="*/ 6 w 14"/>
                <a:gd name="T17" fmla="*/ 3 h 8"/>
                <a:gd name="T18" fmla="*/ 6 w 14"/>
                <a:gd name="T19" fmla="*/ 3 h 8"/>
                <a:gd name="T20" fmla="*/ 6 w 14"/>
                <a:gd name="T21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8">
                  <a:moveTo>
                    <a:pt x="1" y="2"/>
                  </a:moveTo>
                  <a:cubicBezTo>
                    <a:pt x="2" y="2"/>
                    <a:pt x="4" y="3"/>
                    <a:pt x="6" y="3"/>
                  </a:cubicBezTo>
                  <a:cubicBezTo>
                    <a:pt x="8" y="4"/>
                    <a:pt x="10" y="5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3" y="8"/>
                    <a:pt x="14" y="6"/>
                    <a:pt x="13" y="5"/>
                  </a:cubicBezTo>
                  <a:cubicBezTo>
                    <a:pt x="10" y="3"/>
                    <a:pt x="5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moveTo>
                    <a:pt x="6" y="3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49"/>
            <p:cNvSpPr>
              <a:spLocks/>
            </p:cNvSpPr>
            <p:nvPr/>
          </p:nvSpPr>
          <p:spPr bwMode="auto">
            <a:xfrm>
              <a:off x="398462" y="85725"/>
              <a:ext cx="22225" cy="139700"/>
            </a:xfrm>
            <a:custGeom>
              <a:avLst/>
              <a:gdLst>
                <a:gd name="T0" fmla="*/ 0 w 6"/>
                <a:gd name="T1" fmla="*/ 1 h 37"/>
                <a:gd name="T2" fmla="*/ 2 w 6"/>
                <a:gd name="T3" fmla="*/ 17 h 37"/>
                <a:gd name="T4" fmla="*/ 4 w 6"/>
                <a:gd name="T5" fmla="*/ 36 h 37"/>
                <a:gd name="T6" fmla="*/ 6 w 6"/>
                <a:gd name="T7" fmla="*/ 36 h 37"/>
                <a:gd name="T8" fmla="*/ 2 w 6"/>
                <a:gd name="T9" fmla="*/ 1 h 37"/>
                <a:gd name="T10" fmla="*/ 0 w 6"/>
                <a:gd name="T11" fmla="*/ 0 h 37"/>
                <a:gd name="T12" fmla="*/ 0 w 6"/>
                <a:gd name="T13" fmla="*/ 1 h 37"/>
                <a:gd name="T14" fmla="*/ 0 w 6"/>
                <a:gd name="T1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37">
                  <a:moveTo>
                    <a:pt x="0" y="1"/>
                  </a:moveTo>
                  <a:cubicBezTo>
                    <a:pt x="1" y="6"/>
                    <a:pt x="2" y="12"/>
                    <a:pt x="2" y="17"/>
                  </a:cubicBezTo>
                  <a:cubicBezTo>
                    <a:pt x="3" y="24"/>
                    <a:pt x="4" y="30"/>
                    <a:pt x="4" y="36"/>
                  </a:cubicBezTo>
                  <a:cubicBezTo>
                    <a:pt x="5" y="37"/>
                    <a:pt x="6" y="37"/>
                    <a:pt x="6" y="36"/>
                  </a:cubicBezTo>
                  <a:cubicBezTo>
                    <a:pt x="5" y="25"/>
                    <a:pt x="4" y="13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50"/>
            <p:cNvSpPr>
              <a:spLocks noEditPoints="1"/>
            </p:cNvSpPr>
            <p:nvPr/>
          </p:nvSpPr>
          <p:spPr bwMode="auto">
            <a:xfrm>
              <a:off x="368300" y="71438"/>
              <a:ext cx="41275" cy="33338"/>
            </a:xfrm>
            <a:custGeom>
              <a:avLst/>
              <a:gdLst>
                <a:gd name="T0" fmla="*/ 0 w 11"/>
                <a:gd name="T1" fmla="*/ 2 h 9"/>
                <a:gd name="T2" fmla="*/ 5 w 11"/>
                <a:gd name="T3" fmla="*/ 5 h 9"/>
                <a:gd name="T4" fmla="*/ 9 w 11"/>
                <a:gd name="T5" fmla="*/ 8 h 9"/>
                <a:gd name="T6" fmla="*/ 10 w 11"/>
                <a:gd name="T7" fmla="*/ 6 h 9"/>
                <a:gd name="T8" fmla="*/ 8 w 11"/>
                <a:gd name="T9" fmla="*/ 5 h 9"/>
                <a:gd name="T10" fmla="*/ 1 w 11"/>
                <a:gd name="T11" fmla="*/ 0 h 9"/>
                <a:gd name="T12" fmla="*/ 0 w 11"/>
                <a:gd name="T13" fmla="*/ 1 h 9"/>
                <a:gd name="T14" fmla="*/ 0 w 11"/>
                <a:gd name="T15" fmla="*/ 2 h 9"/>
                <a:gd name="T16" fmla="*/ 8 w 11"/>
                <a:gd name="T17" fmla="*/ 5 h 9"/>
                <a:gd name="T18" fmla="*/ 8 w 11"/>
                <a:gd name="T19" fmla="*/ 5 h 9"/>
                <a:gd name="T20" fmla="*/ 8 w 11"/>
                <a:gd name="T21" fmla="*/ 5 h 9"/>
                <a:gd name="T22" fmla="*/ 8 w 11"/>
                <a:gd name="T23" fmla="*/ 5 h 9"/>
                <a:gd name="T24" fmla="*/ 8 w 11"/>
                <a:gd name="T25" fmla="*/ 5 h 9"/>
                <a:gd name="T26" fmla="*/ 8 w 11"/>
                <a:gd name="T2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9">
                  <a:moveTo>
                    <a:pt x="0" y="2"/>
                  </a:moveTo>
                  <a:cubicBezTo>
                    <a:pt x="2" y="3"/>
                    <a:pt x="3" y="4"/>
                    <a:pt x="5" y="5"/>
                  </a:cubicBezTo>
                  <a:cubicBezTo>
                    <a:pt x="6" y="6"/>
                    <a:pt x="7" y="7"/>
                    <a:pt x="9" y="8"/>
                  </a:cubicBezTo>
                  <a:cubicBezTo>
                    <a:pt x="10" y="9"/>
                    <a:pt x="11" y="7"/>
                    <a:pt x="10" y="6"/>
                  </a:cubicBezTo>
                  <a:cubicBezTo>
                    <a:pt x="9" y="6"/>
                    <a:pt x="9" y="6"/>
                    <a:pt x="8" y="5"/>
                  </a:cubicBezTo>
                  <a:cubicBezTo>
                    <a:pt x="6" y="3"/>
                    <a:pt x="4" y="2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51"/>
            <p:cNvSpPr>
              <a:spLocks noEditPoints="1"/>
            </p:cNvSpPr>
            <p:nvPr/>
          </p:nvSpPr>
          <p:spPr bwMode="auto">
            <a:xfrm>
              <a:off x="357187" y="220663"/>
              <a:ext cx="68263" cy="19050"/>
            </a:xfrm>
            <a:custGeom>
              <a:avLst/>
              <a:gdLst>
                <a:gd name="T0" fmla="*/ 1 w 18"/>
                <a:gd name="T1" fmla="*/ 4 h 5"/>
                <a:gd name="T2" fmla="*/ 2 w 18"/>
                <a:gd name="T3" fmla="*/ 4 h 5"/>
                <a:gd name="T4" fmla="*/ 9 w 18"/>
                <a:gd name="T5" fmla="*/ 3 h 5"/>
                <a:gd name="T6" fmla="*/ 15 w 18"/>
                <a:gd name="T7" fmla="*/ 2 h 5"/>
                <a:gd name="T8" fmla="*/ 16 w 18"/>
                <a:gd name="T9" fmla="*/ 2 h 5"/>
                <a:gd name="T10" fmla="*/ 17 w 18"/>
                <a:gd name="T11" fmla="*/ 2 h 5"/>
                <a:gd name="T12" fmla="*/ 17 w 18"/>
                <a:gd name="T13" fmla="*/ 0 h 5"/>
                <a:gd name="T14" fmla="*/ 13 w 18"/>
                <a:gd name="T15" fmla="*/ 1 h 5"/>
                <a:gd name="T16" fmla="*/ 8 w 18"/>
                <a:gd name="T17" fmla="*/ 2 h 5"/>
                <a:gd name="T18" fmla="*/ 1 w 18"/>
                <a:gd name="T19" fmla="*/ 3 h 5"/>
                <a:gd name="T20" fmla="*/ 0 w 18"/>
                <a:gd name="T21" fmla="*/ 3 h 5"/>
                <a:gd name="T22" fmla="*/ 1 w 18"/>
                <a:gd name="T23" fmla="*/ 4 h 5"/>
                <a:gd name="T24" fmla="*/ 2 w 18"/>
                <a:gd name="T25" fmla="*/ 4 h 5"/>
                <a:gd name="T26" fmla="*/ 2 w 18"/>
                <a:gd name="T27" fmla="*/ 4 h 5"/>
                <a:gd name="T28" fmla="*/ 2 w 18"/>
                <a:gd name="T29" fmla="*/ 4 h 5"/>
                <a:gd name="T30" fmla="*/ 8 w 18"/>
                <a:gd name="T31" fmla="*/ 2 h 5"/>
                <a:gd name="T32" fmla="*/ 8 w 18"/>
                <a:gd name="T33" fmla="*/ 2 h 5"/>
                <a:gd name="T34" fmla="*/ 8 w 18"/>
                <a:gd name="T35" fmla="*/ 2 h 5"/>
                <a:gd name="T36" fmla="*/ 8 w 18"/>
                <a:gd name="T37" fmla="*/ 2 h 5"/>
                <a:gd name="T38" fmla="*/ 8 w 18"/>
                <a:gd name="T39" fmla="*/ 2 h 5"/>
                <a:gd name="T40" fmla="*/ 8 w 18"/>
                <a:gd name="T4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" h="5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5" y="4"/>
                    <a:pt x="7" y="4"/>
                    <a:pt x="9" y="3"/>
                  </a:cubicBezTo>
                  <a:cubicBezTo>
                    <a:pt x="11" y="3"/>
                    <a:pt x="13" y="3"/>
                    <a:pt x="15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7" y="2"/>
                    <a:pt x="17" y="2"/>
                  </a:cubicBezTo>
                  <a:cubicBezTo>
                    <a:pt x="18" y="2"/>
                    <a:pt x="18" y="1"/>
                    <a:pt x="17" y="0"/>
                  </a:cubicBezTo>
                  <a:cubicBezTo>
                    <a:pt x="16" y="0"/>
                    <a:pt x="14" y="0"/>
                    <a:pt x="13" y="1"/>
                  </a:cubicBezTo>
                  <a:cubicBezTo>
                    <a:pt x="11" y="1"/>
                    <a:pt x="9" y="1"/>
                    <a:pt x="8" y="2"/>
                  </a:cubicBezTo>
                  <a:cubicBezTo>
                    <a:pt x="5" y="2"/>
                    <a:pt x="3" y="2"/>
                    <a:pt x="1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4"/>
                    <a:pt x="1" y="5"/>
                    <a:pt x="1" y="4"/>
                  </a:cubicBezTo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moveTo>
                    <a:pt x="8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moveTo>
                    <a:pt x="8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52"/>
            <p:cNvSpPr>
              <a:spLocks noEditPoints="1"/>
            </p:cNvSpPr>
            <p:nvPr/>
          </p:nvSpPr>
          <p:spPr bwMode="auto">
            <a:xfrm>
              <a:off x="368300" y="88900"/>
              <a:ext cx="41275" cy="30163"/>
            </a:xfrm>
            <a:custGeom>
              <a:avLst/>
              <a:gdLst>
                <a:gd name="T0" fmla="*/ 0 w 11"/>
                <a:gd name="T1" fmla="*/ 2 h 8"/>
                <a:gd name="T2" fmla="*/ 9 w 11"/>
                <a:gd name="T3" fmla="*/ 7 h 8"/>
                <a:gd name="T4" fmla="*/ 9 w 11"/>
                <a:gd name="T5" fmla="*/ 7 h 8"/>
                <a:gd name="T6" fmla="*/ 10 w 11"/>
                <a:gd name="T7" fmla="*/ 6 h 8"/>
                <a:gd name="T8" fmla="*/ 7 w 11"/>
                <a:gd name="T9" fmla="*/ 3 h 8"/>
                <a:gd name="T10" fmla="*/ 1 w 11"/>
                <a:gd name="T11" fmla="*/ 0 h 8"/>
                <a:gd name="T12" fmla="*/ 0 w 11"/>
                <a:gd name="T13" fmla="*/ 1 h 8"/>
                <a:gd name="T14" fmla="*/ 0 w 11"/>
                <a:gd name="T15" fmla="*/ 2 h 8"/>
                <a:gd name="T16" fmla="*/ 9 w 11"/>
                <a:gd name="T17" fmla="*/ 7 h 8"/>
                <a:gd name="T18" fmla="*/ 9 w 11"/>
                <a:gd name="T19" fmla="*/ 7 h 8"/>
                <a:gd name="T20" fmla="*/ 9 w 11"/>
                <a:gd name="T2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8">
                  <a:moveTo>
                    <a:pt x="0" y="2"/>
                  </a:moveTo>
                  <a:cubicBezTo>
                    <a:pt x="3" y="3"/>
                    <a:pt x="6" y="5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8"/>
                    <a:pt x="11" y="7"/>
                    <a:pt x="10" y="6"/>
                  </a:cubicBezTo>
                  <a:cubicBezTo>
                    <a:pt x="9" y="5"/>
                    <a:pt x="8" y="4"/>
                    <a:pt x="7" y="3"/>
                  </a:cubicBezTo>
                  <a:cubicBezTo>
                    <a:pt x="5" y="2"/>
                    <a:pt x="3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moveTo>
                    <a:pt x="9" y="7"/>
                  </a:move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53"/>
            <p:cNvSpPr>
              <a:spLocks/>
            </p:cNvSpPr>
            <p:nvPr/>
          </p:nvSpPr>
          <p:spPr bwMode="auto">
            <a:xfrm>
              <a:off x="368300" y="112713"/>
              <a:ext cx="49213" cy="30163"/>
            </a:xfrm>
            <a:custGeom>
              <a:avLst/>
              <a:gdLst>
                <a:gd name="T0" fmla="*/ 1 w 13"/>
                <a:gd name="T1" fmla="*/ 2 h 8"/>
                <a:gd name="T2" fmla="*/ 6 w 13"/>
                <a:gd name="T3" fmla="*/ 5 h 8"/>
                <a:gd name="T4" fmla="*/ 11 w 13"/>
                <a:gd name="T5" fmla="*/ 8 h 8"/>
                <a:gd name="T6" fmla="*/ 12 w 13"/>
                <a:gd name="T7" fmla="*/ 6 h 8"/>
                <a:gd name="T8" fmla="*/ 7 w 13"/>
                <a:gd name="T9" fmla="*/ 3 h 8"/>
                <a:gd name="T10" fmla="*/ 1 w 13"/>
                <a:gd name="T11" fmla="*/ 1 h 8"/>
                <a:gd name="T12" fmla="*/ 0 w 13"/>
                <a:gd name="T13" fmla="*/ 1 h 8"/>
                <a:gd name="T14" fmla="*/ 1 w 13"/>
                <a:gd name="T1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8">
                  <a:moveTo>
                    <a:pt x="1" y="2"/>
                  </a:moveTo>
                  <a:cubicBezTo>
                    <a:pt x="2" y="3"/>
                    <a:pt x="4" y="4"/>
                    <a:pt x="6" y="5"/>
                  </a:cubicBezTo>
                  <a:cubicBezTo>
                    <a:pt x="7" y="6"/>
                    <a:pt x="9" y="7"/>
                    <a:pt x="11" y="8"/>
                  </a:cubicBezTo>
                  <a:cubicBezTo>
                    <a:pt x="12" y="8"/>
                    <a:pt x="13" y="6"/>
                    <a:pt x="12" y="6"/>
                  </a:cubicBezTo>
                  <a:cubicBezTo>
                    <a:pt x="10" y="5"/>
                    <a:pt x="8" y="4"/>
                    <a:pt x="7" y="3"/>
                  </a:cubicBezTo>
                  <a:cubicBezTo>
                    <a:pt x="5" y="2"/>
                    <a:pt x="3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54"/>
            <p:cNvSpPr>
              <a:spLocks/>
            </p:cNvSpPr>
            <p:nvPr/>
          </p:nvSpPr>
          <p:spPr bwMode="auto">
            <a:xfrm>
              <a:off x="368300" y="138113"/>
              <a:ext cx="49213" cy="26988"/>
            </a:xfrm>
            <a:custGeom>
              <a:avLst/>
              <a:gdLst>
                <a:gd name="T0" fmla="*/ 1 w 13"/>
                <a:gd name="T1" fmla="*/ 2 h 7"/>
                <a:gd name="T2" fmla="*/ 3 w 13"/>
                <a:gd name="T3" fmla="*/ 2 h 7"/>
                <a:gd name="T4" fmla="*/ 11 w 13"/>
                <a:gd name="T5" fmla="*/ 7 h 7"/>
                <a:gd name="T6" fmla="*/ 12 w 13"/>
                <a:gd name="T7" fmla="*/ 5 h 7"/>
                <a:gd name="T8" fmla="*/ 1 w 13"/>
                <a:gd name="T9" fmla="*/ 0 h 7"/>
                <a:gd name="T10" fmla="*/ 0 w 13"/>
                <a:gd name="T11" fmla="*/ 0 h 7"/>
                <a:gd name="T12" fmla="*/ 1 w 13"/>
                <a:gd name="T1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7">
                  <a:moveTo>
                    <a:pt x="1" y="2"/>
                  </a:moveTo>
                  <a:cubicBezTo>
                    <a:pt x="2" y="2"/>
                    <a:pt x="2" y="2"/>
                    <a:pt x="3" y="2"/>
                  </a:cubicBezTo>
                  <a:cubicBezTo>
                    <a:pt x="6" y="4"/>
                    <a:pt x="9" y="5"/>
                    <a:pt x="11" y="7"/>
                  </a:cubicBezTo>
                  <a:cubicBezTo>
                    <a:pt x="12" y="7"/>
                    <a:pt x="13" y="6"/>
                    <a:pt x="12" y="5"/>
                  </a:cubicBezTo>
                  <a:cubicBezTo>
                    <a:pt x="9" y="3"/>
                    <a:pt x="5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55"/>
            <p:cNvSpPr>
              <a:spLocks noEditPoints="1"/>
            </p:cNvSpPr>
            <p:nvPr/>
          </p:nvSpPr>
          <p:spPr bwMode="auto">
            <a:xfrm>
              <a:off x="373062" y="160338"/>
              <a:ext cx="47625" cy="30163"/>
            </a:xfrm>
            <a:custGeom>
              <a:avLst/>
              <a:gdLst>
                <a:gd name="T0" fmla="*/ 1 w 13"/>
                <a:gd name="T1" fmla="*/ 2 h 8"/>
                <a:gd name="T2" fmla="*/ 3 w 13"/>
                <a:gd name="T3" fmla="*/ 3 h 8"/>
                <a:gd name="T4" fmla="*/ 10 w 13"/>
                <a:gd name="T5" fmla="*/ 7 h 8"/>
                <a:gd name="T6" fmla="*/ 11 w 13"/>
                <a:gd name="T7" fmla="*/ 7 h 8"/>
                <a:gd name="T8" fmla="*/ 12 w 13"/>
                <a:gd name="T9" fmla="*/ 6 h 8"/>
                <a:gd name="T10" fmla="*/ 7 w 13"/>
                <a:gd name="T11" fmla="*/ 3 h 8"/>
                <a:gd name="T12" fmla="*/ 1 w 13"/>
                <a:gd name="T13" fmla="*/ 0 h 8"/>
                <a:gd name="T14" fmla="*/ 0 w 13"/>
                <a:gd name="T15" fmla="*/ 1 h 8"/>
                <a:gd name="T16" fmla="*/ 1 w 13"/>
                <a:gd name="T17" fmla="*/ 2 h 8"/>
                <a:gd name="T18" fmla="*/ 3 w 13"/>
                <a:gd name="T19" fmla="*/ 3 h 8"/>
                <a:gd name="T20" fmla="*/ 3 w 13"/>
                <a:gd name="T21" fmla="*/ 3 h 8"/>
                <a:gd name="T22" fmla="*/ 3 w 13"/>
                <a:gd name="T23" fmla="*/ 3 h 8"/>
                <a:gd name="T24" fmla="*/ 3 w 13"/>
                <a:gd name="T25" fmla="*/ 3 h 8"/>
                <a:gd name="T26" fmla="*/ 3 w 13"/>
                <a:gd name="T27" fmla="*/ 3 h 8"/>
                <a:gd name="T28" fmla="*/ 3 w 13"/>
                <a:gd name="T29" fmla="*/ 3 h 8"/>
                <a:gd name="T30" fmla="*/ 10 w 13"/>
                <a:gd name="T31" fmla="*/ 7 h 8"/>
                <a:gd name="T32" fmla="*/ 10 w 13"/>
                <a:gd name="T33" fmla="*/ 7 h 8"/>
                <a:gd name="T34" fmla="*/ 10 w 13"/>
                <a:gd name="T3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8">
                  <a:moveTo>
                    <a:pt x="1" y="2"/>
                  </a:move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8" y="5"/>
                    <a:pt x="10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2" y="8"/>
                    <a:pt x="13" y="7"/>
                    <a:pt x="12" y="6"/>
                  </a:cubicBezTo>
                  <a:cubicBezTo>
                    <a:pt x="11" y="4"/>
                    <a:pt x="9" y="4"/>
                    <a:pt x="7" y="3"/>
                  </a:cubicBezTo>
                  <a:cubicBezTo>
                    <a:pt x="5" y="2"/>
                    <a:pt x="3" y="1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moveTo>
                    <a:pt x="10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56"/>
            <p:cNvSpPr>
              <a:spLocks/>
            </p:cNvSpPr>
            <p:nvPr/>
          </p:nvSpPr>
          <p:spPr bwMode="auto">
            <a:xfrm>
              <a:off x="373062" y="184150"/>
              <a:ext cx="52388" cy="25400"/>
            </a:xfrm>
            <a:custGeom>
              <a:avLst/>
              <a:gdLst>
                <a:gd name="T0" fmla="*/ 1 w 14"/>
                <a:gd name="T1" fmla="*/ 2 h 7"/>
                <a:gd name="T2" fmla="*/ 8 w 14"/>
                <a:gd name="T3" fmla="*/ 4 h 7"/>
                <a:gd name="T4" fmla="*/ 10 w 14"/>
                <a:gd name="T5" fmla="*/ 5 h 7"/>
                <a:gd name="T6" fmla="*/ 11 w 14"/>
                <a:gd name="T7" fmla="*/ 6 h 7"/>
                <a:gd name="T8" fmla="*/ 13 w 14"/>
                <a:gd name="T9" fmla="*/ 5 h 7"/>
                <a:gd name="T10" fmla="*/ 1 w 14"/>
                <a:gd name="T11" fmla="*/ 0 h 7"/>
                <a:gd name="T12" fmla="*/ 0 w 14"/>
                <a:gd name="T13" fmla="*/ 0 h 7"/>
                <a:gd name="T14" fmla="*/ 1 w 14"/>
                <a:gd name="T1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1" y="2"/>
                  </a:moveTo>
                  <a:cubicBezTo>
                    <a:pt x="3" y="2"/>
                    <a:pt x="5" y="3"/>
                    <a:pt x="8" y="4"/>
                  </a:cubicBezTo>
                  <a:cubicBezTo>
                    <a:pt x="9" y="4"/>
                    <a:pt x="9" y="5"/>
                    <a:pt x="10" y="5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7"/>
                    <a:pt x="14" y="6"/>
                    <a:pt x="13" y="5"/>
                  </a:cubicBezTo>
                  <a:cubicBezTo>
                    <a:pt x="10" y="2"/>
                    <a:pt x="5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57"/>
            <p:cNvSpPr>
              <a:spLocks noEditPoints="1"/>
            </p:cNvSpPr>
            <p:nvPr/>
          </p:nvSpPr>
          <p:spPr bwMode="auto">
            <a:xfrm>
              <a:off x="354012" y="206375"/>
              <a:ext cx="49213" cy="25400"/>
            </a:xfrm>
            <a:custGeom>
              <a:avLst/>
              <a:gdLst>
                <a:gd name="T0" fmla="*/ 1 w 13"/>
                <a:gd name="T1" fmla="*/ 2 h 7"/>
                <a:gd name="T2" fmla="*/ 5 w 13"/>
                <a:gd name="T3" fmla="*/ 3 h 7"/>
                <a:gd name="T4" fmla="*/ 5 w 13"/>
                <a:gd name="T5" fmla="*/ 3 h 7"/>
                <a:gd name="T6" fmla="*/ 5 w 13"/>
                <a:gd name="T7" fmla="*/ 3 h 7"/>
                <a:gd name="T8" fmla="*/ 5 w 13"/>
                <a:gd name="T9" fmla="*/ 3 h 7"/>
                <a:gd name="T10" fmla="*/ 5 w 13"/>
                <a:gd name="T11" fmla="*/ 3 h 7"/>
                <a:gd name="T12" fmla="*/ 11 w 13"/>
                <a:gd name="T13" fmla="*/ 6 h 7"/>
                <a:gd name="T14" fmla="*/ 12 w 13"/>
                <a:gd name="T15" fmla="*/ 4 h 7"/>
                <a:gd name="T16" fmla="*/ 2 w 13"/>
                <a:gd name="T17" fmla="*/ 0 h 7"/>
                <a:gd name="T18" fmla="*/ 0 w 13"/>
                <a:gd name="T19" fmla="*/ 0 h 7"/>
                <a:gd name="T20" fmla="*/ 1 w 13"/>
                <a:gd name="T21" fmla="*/ 2 h 7"/>
                <a:gd name="T22" fmla="*/ 5 w 13"/>
                <a:gd name="T23" fmla="*/ 3 h 7"/>
                <a:gd name="T24" fmla="*/ 5 w 13"/>
                <a:gd name="T25" fmla="*/ 3 h 7"/>
                <a:gd name="T26" fmla="*/ 5 w 13"/>
                <a:gd name="T27" fmla="*/ 3 h 7"/>
                <a:gd name="T28" fmla="*/ 5 w 13"/>
                <a:gd name="T2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1" y="2"/>
                  </a:moveTo>
                  <a:cubicBezTo>
                    <a:pt x="2" y="2"/>
                    <a:pt x="4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7" y="4"/>
                    <a:pt x="9" y="5"/>
                    <a:pt x="11" y="6"/>
                  </a:cubicBezTo>
                  <a:cubicBezTo>
                    <a:pt x="12" y="7"/>
                    <a:pt x="13" y="5"/>
                    <a:pt x="12" y="4"/>
                  </a:cubicBezTo>
                  <a:cubicBezTo>
                    <a:pt x="9" y="3"/>
                    <a:pt x="5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58"/>
            <p:cNvSpPr>
              <a:spLocks/>
            </p:cNvSpPr>
            <p:nvPr/>
          </p:nvSpPr>
          <p:spPr bwMode="auto">
            <a:xfrm>
              <a:off x="315912" y="206375"/>
              <a:ext cx="52388" cy="30163"/>
            </a:xfrm>
            <a:custGeom>
              <a:avLst/>
              <a:gdLst>
                <a:gd name="T0" fmla="*/ 1 w 14"/>
                <a:gd name="T1" fmla="*/ 2 h 8"/>
                <a:gd name="T2" fmla="*/ 7 w 14"/>
                <a:gd name="T3" fmla="*/ 5 h 8"/>
                <a:gd name="T4" fmla="*/ 12 w 14"/>
                <a:gd name="T5" fmla="*/ 7 h 8"/>
                <a:gd name="T6" fmla="*/ 13 w 14"/>
                <a:gd name="T7" fmla="*/ 6 h 8"/>
                <a:gd name="T8" fmla="*/ 1 w 14"/>
                <a:gd name="T9" fmla="*/ 1 h 8"/>
                <a:gd name="T10" fmla="*/ 0 w 14"/>
                <a:gd name="T11" fmla="*/ 1 h 8"/>
                <a:gd name="T12" fmla="*/ 1 w 14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8">
                  <a:moveTo>
                    <a:pt x="1" y="2"/>
                  </a:moveTo>
                  <a:cubicBezTo>
                    <a:pt x="3" y="3"/>
                    <a:pt x="5" y="4"/>
                    <a:pt x="7" y="5"/>
                  </a:cubicBezTo>
                  <a:cubicBezTo>
                    <a:pt x="9" y="5"/>
                    <a:pt x="11" y="6"/>
                    <a:pt x="12" y="7"/>
                  </a:cubicBezTo>
                  <a:cubicBezTo>
                    <a:pt x="13" y="8"/>
                    <a:pt x="14" y="6"/>
                    <a:pt x="13" y="6"/>
                  </a:cubicBezTo>
                  <a:cubicBezTo>
                    <a:pt x="9" y="3"/>
                    <a:pt x="5" y="2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59"/>
            <p:cNvSpPr>
              <a:spLocks/>
            </p:cNvSpPr>
            <p:nvPr/>
          </p:nvSpPr>
          <p:spPr bwMode="auto">
            <a:xfrm>
              <a:off x="282575" y="209550"/>
              <a:ext cx="52388" cy="26988"/>
            </a:xfrm>
            <a:custGeom>
              <a:avLst/>
              <a:gdLst>
                <a:gd name="T0" fmla="*/ 0 w 14"/>
                <a:gd name="T1" fmla="*/ 1 h 7"/>
                <a:gd name="T2" fmla="*/ 4 w 14"/>
                <a:gd name="T3" fmla="*/ 3 h 7"/>
                <a:gd name="T4" fmla="*/ 12 w 14"/>
                <a:gd name="T5" fmla="*/ 7 h 7"/>
                <a:gd name="T6" fmla="*/ 13 w 14"/>
                <a:gd name="T7" fmla="*/ 5 h 7"/>
                <a:gd name="T8" fmla="*/ 7 w 14"/>
                <a:gd name="T9" fmla="*/ 2 h 7"/>
                <a:gd name="T10" fmla="*/ 1 w 14"/>
                <a:gd name="T11" fmla="*/ 0 h 7"/>
                <a:gd name="T12" fmla="*/ 0 w 14"/>
                <a:gd name="T13" fmla="*/ 0 h 7"/>
                <a:gd name="T14" fmla="*/ 0 w 14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0" y="1"/>
                  </a:moveTo>
                  <a:cubicBezTo>
                    <a:pt x="1" y="2"/>
                    <a:pt x="3" y="2"/>
                    <a:pt x="4" y="3"/>
                  </a:cubicBezTo>
                  <a:cubicBezTo>
                    <a:pt x="6" y="4"/>
                    <a:pt x="9" y="5"/>
                    <a:pt x="12" y="7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1" y="4"/>
                    <a:pt x="9" y="3"/>
                    <a:pt x="7" y="2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60"/>
            <p:cNvSpPr>
              <a:spLocks/>
            </p:cNvSpPr>
            <p:nvPr/>
          </p:nvSpPr>
          <p:spPr bwMode="auto">
            <a:xfrm>
              <a:off x="252412" y="209550"/>
              <a:ext cx="52388" cy="30163"/>
            </a:xfrm>
            <a:custGeom>
              <a:avLst/>
              <a:gdLst>
                <a:gd name="T0" fmla="*/ 0 w 14"/>
                <a:gd name="T1" fmla="*/ 2 h 8"/>
                <a:gd name="T2" fmla="*/ 4 w 14"/>
                <a:gd name="T3" fmla="*/ 4 h 8"/>
                <a:gd name="T4" fmla="*/ 12 w 14"/>
                <a:gd name="T5" fmla="*/ 8 h 8"/>
                <a:gd name="T6" fmla="*/ 13 w 14"/>
                <a:gd name="T7" fmla="*/ 6 h 8"/>
                <a:gd name="T8" fmla="*/ 1 w 14"/>
                <a:gd name="T9" fmla="*/ 1 h 8"/>
                <a:gd name="T10" fmla="*/ 0 w 14"/>
                <a:gd name="T11" fmla="*/ 1 h 8"/>
                <a:gd name="T12" fmla="*/ 0 w 14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8">
                  <a:moveTo>
                    <a:pt x="0" y="2"/>
                  </a:moveTo>
                  <a:cubicBezTo>
                    <a:pt x="1" y="3"/>
                    <a:pt x="2" y="3"/>
                    <a:pt x="4" y="4"/>
                  </a:cubicBezTo>
                  <a:cubicBezTo>
                    <a:pt x="7" y="5"/>
                    <a:pt x="9" y="6"/>
                    <a:pt x="12" y="8"/>
                  </a:cubicBezTo>
                  <a:cubicBezTo>
                    <a:pt x="13" y="8"/>
                    <a:pt x="14" y="7"/>
                    <a:pt x="13" y="6"/>
                  </a:cubicBezTo>
                  <a:cubicBezTo>
                    <a:pt x="9" y="4"/>
                    <a:pt x="5" y="2"/>
                    <a:pt x="1" y="1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61"/>
            <p:cNvSpPr>
              <a:spLocks/>
            </p:cNvSpPr>
            <p:nvPr/>
          </p:nvSpPr>
          <p:spPr bwMode="auto">
            <a:xfrm>
              <a:off x="214312" y="209550"/>
              <a:ext cx="60325" cy="33338"/>
            </a:xfrm>
            <a:custGeom>
              <a:avLst/>
              <a:gdLst>
                <a:gd name="T0" fmla="*/ 1 w 16"/>
                <a:gd name="T1" fmla="*/ 2 h 9"/>
                <a:gd name="T2" fmla="*/ 4 w 16"/>
                <a:gd name="T3" fmla="*/ 3 h 9"/>
                <a:gd name="T4" fmla="*/ 14 w 16"/>
                <a:gd name="T5" fmla="*/ 9 h 9"/>
                <a:gd name="T6" fmla="*/ 15 w 16"/>
                <a:gd name="T7" fmla="*/ 7 h 9"/>
                <a:gd name="T8" fmla="*/ 2 w 16"/>
                <a:gd name="T9" fmla="*/ 1 h 9"/>
                <a:gd name="T10" fmla="*/ 1 w 16"/>
                <a:gd name="T11" fmla="*/ 1 h 9"/>
                <a:gd name="T12" fmla="*/ 1 w 16"/>
                <a:gd name="T1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">
                  <a:moveTo>
                    <a:pt x="1" y="2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8" y="5"/>
                    <a:pt x="11" y="7"/>
                    <a:pt x="14" y="9"/>
                  </a:cubicBezTo>
                  <a:cubicBezTo>
                    <a:pt x="15" y="9"/>
                    <a:pt x="16" y="7"/>
                    <a:pt x="15" y="7"/>
                  </a:cubicBezTo>
                  <a:cubicBezTo>
                    <a:pt x="11" y="5"/>
                    <a:pt x="7" y="2"/>
                    <a:pt x="2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2"/>
                    <a:pt x="1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62"/>
            <p:cNvSpPr>
              <a:spLocks/>
            </p:cNvSpPr>
            <p:nvPr/>
          </p:nvSpPr>
          <p:spPr bwMode="auto">
            <a:xfrm>
              <a:off x="188912" y="217488"/>
              <a:ext cx="58738" cy="30163"/>
            </a:xfrm>
            <a:custGeom>
              <a:avLst/>
              <a:gdLst>
                <a:gd name="T0" fmla="*/ 1 w 16"/>
                <a:gd name="T1" fmla="*/ 2 h 8"/>
                <a:gd name="T2" fmla="*/ 8 w 16"/>
                <a:gd name="T3" fmla="*/ 4 h 8"/>
                <a:gd name="T4" fmla="*/ 14 w 16"/>
                <a:gd name="T5" fmla="*/ 7 h 8"/>
                <a:gd name="T6" fmla="*/ 15 w 16"/>
                <a:gd name="T7" fmla="*/ 5 h 8"/>
                <a:gd name="T8" fmla="*/ 1 w 16"/>
                <a:gd name="T9" fmla="*/ 0 h 8"/>
                <a:gd name="T10" fmla="*/ 0 w 16"/>
                <a:gd name="T11" fmla="*/ 1 h 8"/>
                <a:gd name="T12" fmla="*/ 1 w 16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8">
                  <a:moveTo>
                    <a:pt x="1" y="2"/>
                  </a:moveTo>
                  <a:cubicBezTo>
                    <a:pt x="3" y="2"/>
                    <a:pt x="5" y="3"/>
                    <a:pt x="8" y="4"/>
                  </a:cubicBezTo>
                  <a:cubicBezTo>
                    <a:pt x="10" y="5"/>
                    <a:pt x="12" y="6"/>
                    <a:pt x="14" y="7"/>
                  </a:cubicBezTo>
                  <a:cubicBezTo>
                    <a:pt x="15" y="8"/>
                    <a:pt x="16" y="6"/>
                    <a:pt x="15" y="5"/>
                  </a:cubicBezTo>
                  <a:cubicBezTo>
                    <a:pt x="11" y="3"/>
                    <a:pt x="6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63"/>
            <p:cNvSpPr>
              <a:spLocks/>
            </p:cNvSpPr>
            <p:nvPr/>
          </p:nvSpPr>
          <p:spPr bwMode="auto">
            <a:xfrm>
              <a:off x="161925" y="217488"/>
              <a:ext cx="57150" cy="30163"/>
            </a:xfrm>
            <a:custGeom>
              <a:avLst/>
              <a:gdLst>
                <a:gd name="T0" fmla="*/ 0 w 15"/>
                <a:gd name="T1" fmla="*/ 2 h 8"/>
                <a:gd name="T2" fmla="*/ 7 w 15"/>
                <a:gd name="T3" fmla="*/ 4 h 8"/>
                <a:gd name="T4" fmla="*/ 13 w 15"/>
                <a:gd name="T5" fmla="*/ 7 h 8"/>
                <a:gd name="T6" fmla="*/ 14 w 15"/>
                <a:gd name="T7" fmla="*/ 6 h 8"/>
                <a:gd name="T8" fmla="*/ 1 w 15"/>
                <a:gd name="T9" fmla="*/ 0 h 8"/>
                <a:gd name="T10" fmla="*/ 0 w 15"/>
                <a:gd name="T11" fmla="*/ 1 h 8"/>
                <a:gd name="T12" fmla="*/ 0 w 15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8">
                  <a:moveTo>
                    <a:pt x="0" y="2"/>
                  </a:moveTo>
                  <a:cubicBezTo>
                    <a:pt x="3" y="3"/>
                    <a:pt x="5" y="3"/>
                    <a:pt x="7" y="4"/>
                  </a:cubicBezTo>
                  <a:cubicBezTo>
                    <a:pt x="9" y="5"/>
                    <a:pt x="11" y="6"/>
                    <a:pt x="13" y="7"/>
                  </a:cubicBezTo>
                  <a:cubicBezTo>
                    <a:pt x="14" y="8"/>
                    <a:pt x="15" y="6"/>
                    <a:pt x="14" y="6"/>
                  </a:cubicBezTo>
                  <a:cubicBezTo>
                    <a:pt x="10" y="3"/>
                    <a:pt x="6" y="1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64"/>
            <p:cNvSpPr>
              <a:spLocks/>
            </p:cNvSpPr>
            <p:nvPr/>
          </p:nvSpPr>
          <p:spPr bwMode="auto">
            <a:xfrm>
              <a:off x="150812" y="242888"/>
              <a:ext cx="44450" cy="19050"/>
            </a:xfrm>
            <a:custGeom>
              <a:avLst/>
              <a:gdLst>
                <a:gd name="T0" fmla="*/ 1 w 12"/>
                <a:gd name="T1" fmla="*/ 2 h 5"/>
                <a:gd name="T2" fmla="*/ 10 w 12"/>
                <a:gd name="T3" fmla="*/ 5 h 5"/>
                <a:gd name="T4" fmla="*/ 11 w 12"/>
                <a:gd name="T5" fmla="*/ 3 h 5"/>
                <a:gd name="T6" fmla="*/ 1 w 12"/>
                <a:gd name="T7" fmla="*/ 1 h 5"/>
                <a:gd name="T8" fmla="*/ 0 w 12"/>
                <a:gd name="T9" fmla="*/ 1 h 5"/>
                <a:gd name="T10" fmla="*/ 1 w 12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5">
                  <a:moveTo>
                    <a:pt x="1" y="2"/>
                  </a:moveTo>
                  <a:cubicBezTo>
                    <a:pt x="4" y="3"/>
                    <a:pt x="7" y="4"/>
                    <a:pt x="10" y="5"/>
                  </a:cubicBezTo>
                  <a:cubicBezTo>
                    <a:pt x="12" y="5"/>
                    <a:pt x="12" y="3"/>
                    <a:pt x="11" y="3"/>
                  </a:cubicBezTo>
                  <a:cubicBezTo>
                    <a:pt x="8" y="2"/>
                    <a:pt x="4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165"/>
            <p:cNvSpPr>
              <a:spLocks/>
            </p:cNvSpPr>
            <p:nvPr/>
          </p:nvSpPr>
          <p:spPr bwMode="auto">
            <a:xfrm>
              <a:off x="153987" y="261938"/>
              <a:ext cx="46038" cy="19050"/>
            </a:xfrm>
            <a:custGeom>
              <a:avLst/>
              <a:gdLst>
                <a:gd name="T0" fmla="*/ 0 w 12"/>
                <a:gd name="T1" fmla="*/ 2 h 5"/>
                <a:gd name="T2" fmla="*/ 10 w 12"/>
                <a:gd name="T3" fmla="*/ 5 h 5"/>
                <a:gd name="T4" fmla="*/ 10 w 12"/>
                <a:gd name="T5" fmla="*/ 3 h 5"/>
                <a:gd name="T6" fmla="*/ 1 w 12"/>
                <a:gd name="T7" fmla="*/ 0 h 5"/>
                <a:gd name="T8" fmla="*/ 0 w 12"/>
                <a:gd name="T9" fmla="*/ 1 h 5"/>
                <a:gd name="T10" fmla="*/ 0 w 12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5">
                  <a:moveTo>
                    <a:pt x="0" y="2"/>
                  </a:moveTo>
                  <a:cubicBezTo>
                    <a:pt x="4" y="3"/>
                    <a:pt x="7" y="4"/>
                    <a:pt x="10" y="5"/>
                  </a:cubicBezTo>
                  <a:cubicBezTo>
                    <a:pt x="11" y="5"/>
                    <a:pt x="12" y="3"/>
                    <a:pt x="10" y="3"/>
                  </a:cubicBezTo>
                  <a:cubicBezTo>
                    <a:pt x="7" y="2"/>
                    <a:pt x="4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166"/>
            <p:cNvSpPr>
              <a:spLocks/>
            </p:cNvSpPr>
            <p:nvPr/>
          </p:nvSpPr>
          <p:spPr bwMode="auto">
            <a:xfrm>
              <a:off x="153987" y="277813"/>
              <a:ext cx="41275" cy="14288"/>
            </a:xfrm>
            <a:custGeom>
              <a:avLst/>
              <a:gdLst>
                <a:gd name="T0" fmla="*/ 1 w 11"/>
                <a:gd name="T1" fmla="*/ 2 h 4"/>
                <a:gd name="T2" fmla="*/ 10 w 11"/>
                <a:gd name="T3" fmla="*/ 4 h 4"/>
                <a:gd name="T4" fmla="*/ 10 w 11"/>
                <a:gd name="T5" fmla="*/ 2 h 4"/>
                <a:gd name="T6" fmla="*/ 1 w 11"/>
                <a:gd name="T7" fmla="*/ 0 h 4"/>
                <a:gd name="T8" fmla="*/ 0 w 11"/>
                <a:gd name="T9" fmla="*/ 1 h 4"/>
                <a:gd name="T10" fmla="*/ 1 w 11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4">
                  <a:moveTo>
                    <a:pt x="1" y="2"/>
                  </a:moveTo>
                  <a:cubicBezTo>
                    <a:pt x="4" y="3"/>
                    <a:pt x="7" y="3"/>
                    <a:pt x="10" y="4"/>
                  </a:cubicBezTo>
                  <a:cubicBezTo>
                    <a:pt x="11" y="4"/>
                    <a:pt x="11" y="2"/>
                    <a:pt x="10" y="2"/>
                  </a:cubicBezTo>
                  <a:cubicBezTo>
                    <a:pt x="7" y="1"/>
                    <a:pt x="4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167"/>
            <p:cNvSpPr>
              <a:spLocks/>
            </p:cNvSpPr>
            <p:nvPr/>
          </p:nvSpPr>
          <p:spPr bwMode="auto">
            <a:xfrm>
              <a:off x="161925" y="295275"/>
              <a:ext cx="41275" cy="19050"/>
            </a:xfrm>
            <a:custGeom>
              <a:avLst/>
              <a:gdLst>
                <a:gd name="T0" fmla="*/ 1 w 11"/>
                <a:gd name="T1" fmla="*/ 2 h 5"/>
                <a:gd name="T2" fmla="*/ 9 w 11"/>
                <a:gd name="T3" fmla="*/ 4 h 5"/>
                <a:gd name="T4" fmla="*/ 9 w 11"/>
                <a:gd name="T5" fmla="*/ 3 h 5"/>
                <a:gd name="T6" fmla="*/ 1 w 11"/>
                <a:gd name="T7" fmla="*/ 1 h 5"/>
                <a:gd name="T8" fmla="*/ 0 w 11"/>
                <a:gd name="T9" fmla="*/ 1 h 5"/>
                <a:gd name="T10" fmla="*/ 1 w 11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5">
                  <a:moveTo>
                    <a:pt x="1" y="2"/>
                  </a:moveTo>
                  <a:cubicBezTo>
                    <a:pt x="3" y="3"/>
                    <a:pt x="6" y="4"/>
                    <a:pt x="9" y="4"/>
                  </a:cubicBezTo>
                  <a:cubicBezTo>
                    <a:pt x="10" y="5"/>
                    <a:pt x="11" y="3"/>
                    <a:pt x="9" y="3"/>
                  </a:cubicBezTo>
                  <a:cubicBezTo>
                    <a:pt x="7" y="2"/>
                    <a:pt x="4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44086" y="2637498"/>
            <a:ext cx="429341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400" dirty="0" smtClean="0">
                <a:solidFill>
                  <a:schemeClr val="accent3"/>
                </a:solidFill>
              </a:rPr>
              <a:t>经理：</a:t>
            </a:r>
            <a:endParaRPr lang="en-US" altLang="zh-CN" sz="2400" dirty="0" smtClean="0">
              <a:solidFill>
                <a:schemeClr val="accent3"/>
              </a:solidFill>
            </a:endParaRPr>
          </a:p>
          <a:p>
            <a:r>
              <a:rPr lang="en-US" altLang="zh-CN" sz="2400" dirty="0" smtClean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制定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策略和发展计划。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管理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资源。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审定项目的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计划。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参加项目的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工作。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评审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工作状态。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提交跨项目的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计划。</a:t>
            </a:r>
          </a:p>
          <a:p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7188202" y="2637498"/>
            <a:ext cx="42934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 smtClean="0">
                <a:solidFill>
                  <a:schemeClr val="accent3"/>
                </a:solidFill>
              </a:rPr>
              <a:t>工程师</a:t>
            </a:r>
            <a:endParaRPr lang="zh-CN" altLang="en-US" sz="2400" dirty="0">
              <a:solidFill>
                <a:schemeClr val="accent3"/>
              </a:solidFill>
            </a:endParaRP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按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计划检查指定的产品。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执行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评审</a:t>
            </a:r>
            <a:r>
              <a:rPr lang="en-US" altLang="zh-CN" sz="2400" dirty="0">
                <a:solidFill>
                  <a:schemeClr val="accent3"/>
                </a:solidFill>
              </a:rPr>
              <a:t>/</a:t>
            </a:r>
            <a:r>
              <a:rPr lang="zh-CN" altLang="en-US" sz="2400" dirty="0">
                <a:solidFill>
                  <a:schemeClr val="accent3"/>
                </a:solidFill>
              </a:rPr>
              <a:t>审核。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记录各种数据和观察情况。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提交不符合报告并处理不符合问题。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完成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计划规定的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测量和度量。</a:t>
            </a:r>
          </a:p>
          <a:p>
            <a:r>
              <a:rPr lang="en-US" altLang="zh-CN" sz="2400" dirty="0">
                <a:solidFill>
                  <a:schemeClr val="accent3"/>
                </a:solidFill>
              </a:rPr>
              <a:t>·</a:t>
            </a:r>
            <a:r>
              <a:rPr lang="zh-CN" altLang="en-US" sz="2400" dirty="0">
                <a:solidFill>
                  <a:schemeClr val="accent3"/>
                </a:solidFill>
              </a:rPr>
              <a:t>向</a:t>
            </a:r>
            <a:r>
              <a:rPr lang="en-US" altLang="zh-CN" sz="2400" dirty="0">
                <a:solidFill>
                  <a:schemeClr val="accent3"/>
                </a:solidFill>
              </a:rPr>
              <a:t>SQA</a:t>
            </a:r>
            <a:r>
              <a:rPr lang="zh-CN" altLang="en-US" sz="2400" dirty="0">
                <a:solidFill>
                  <a:schemeClr val="accent3"/>
                </a:solidFill>
              </a:rPr>
              <a:t>经理报告工作情况。</a:t>
            </a:r>
          </a:p>
          <a:p>
            <a:endParaRPr lang="zh-CN" altLang="en-US" dirty="0"/>
          </a:p>
        </p:txBody>
      </p:sp>
      <p:grpSp>
        <p:nvGrpSpPr>
          <p:cNvPr id="32" name="Group 1555"/>
          <p:cNvGrpSpPr>
            <a:grpSpLocks/>
          </p:cNvGrpSpPr>
          <p:nvPr/>
        </p:nvGrpSpPr>
        <p:grpSpPr bwMode="auto">
          <a:xfrm>
            <a:off x="9615056" y="1756274"/>
            <a:ext cx="1371600" cy="955631"/>
            <a:chOff x="0" y="0"/>
            <a:chExt cx="311150" cy="300038"/>
          </a:xfrm>
        </p:grpSpPr>
        <p:sp>
          <p:nvSpPr>
            <p:cNvPr id="33" name="Freeform 1538"/>
            <p:cNvSpPr>
              <a:spLocks noEditPoints="1"/>
            </p:cNvSpPr>
            <p:nvPr/>
          </p:nvSpPr>
          <p:spPr bwMode="auto">
            <a:xfrm>
              <a:off x="0" y="182563"/>
              <a:ext cx="139700" cy="117475"/>
            </a:xfrm>
            <a:custGeom>
              <a:avLst/>
              <a:gdLst>
                <a:gd name="T0" fmla="*/ 18 w 24"/>
                <a:gd name="T1" fmla="*/ 3 h 20"/>
                <a:gd name="T2" fmla="*/ 17 w 24"/>
                <a:gd name="T3" fmla="*/ 3 h 20"/>
                <a:gd name="T4" fmla="*/ 19 w 24"/>
                <a:gd name="T5" fmla="*/ 2 h 20"/>
                <a:gd name="T6" fmla="*/ 21 w 24"/>
                <a:gd name="T7" fmla="*/ 3 h 20"/>
                <a:gd name="T8" fmla="*/ 20 w 24"/>
                <a:gd name="T9" fmla="*/ 4 h 20"/>
                <a:gd name="T10" fmla="*/ 20 w 24"/>
                <a:gd name="T11" fmla="*/ 5 h 20"/>
                <a:gd name="T12" fmla="*/ 19 w 24"/>
                <a:gd name="T13" fmla="*/ 6 h 20"/>
                <a:gd name="T14" fmla="*/ 19 w 24"/>
                <a:gd name="T15" fmla="*/ 6 h 20"/>
                <a:gd name="T16" fmla="*/ 15 w 24"/>
                <a:gd name="T17" fmla="*/ 12 h 20"/>
                <a:gd name="T18" fmla="*/ 15 w 24"/>
                <a:gd name="T19" fmla="*/ 14 h 20"/>
                <a:gd name="T20" fmla="*/ 14 w 24"/>
                <a:gd name="T21" fmla="*/ 13 h 20"/>
                <a:gd name="T22" fmla="*/ 11 w 24"/>
                <a:gd name="T23" fmla="*/ 14 h 20"/>
                <a:gd name="T24" fmla="*/ 7 w 24"/>
                <a:gd name="T25" fmla="*/ 18 h 20"/>
                <a:gd name="T26" fmla="*/ 5 w 24"/>
                <a:gd name="T27" fmla="*/ 17 h 20"/>
                <a:gd name="T28" fmla="*/ 7 w 24"/>
                <a:gd name="T29" fmla="*/ 14 h 20"/>
                <a:gd name="T30" fmla="*/ 7 w 24"/>
                <a:gd name="T31" fmla="*/ 14 h 20"/>
                <a:gd name="T32" fmla="*/ 7 w 24"/>
                <a:gd name="T33" fmla="*/ 13 h 20"/>
                <a:gd name="T34" fmla="*/ 10 w 24"/>
                <a:gd name="T35" fmla="*/ 9 h 20"/>
                <a:gd name="T36" fmla="*/ 13 w 24"/>
                <a:gd name="T37" fmla="*/ 7 h 20"/>
                <a:gd name="T38" fmla="*/ 17 w 24"/>
                <a:gd name="T39" fmla="*/ 3 h 20"/>
                <a:gd name="T40" fmla="*/ 16 w 24"/>
                <a:gd name="T41" fmla="*/ 5 h 20"/>
                <a:gd name="T42" fmla="*/ 15 w 24"/>
                <a:gd name="T43" fmla="*/ 5 h 20"/>
                <a:gd name="T44" fmla="*/ 13 w 24"/>
                <a:gd name="T45" fmla="*/ 7 h 20"/>
                <a:gd name="T46" fmla="*/ 13 w 24"/>
                <a:gd name="T47" fmla="*/ 7 h 20"/>
                <a:gd name="T48" fmla="*/ 12 w 24"/>
                <a:gd name="T49" fmla="*/ 7 h 20"/>
                <a:gd name="T50" fmla="*/ 9 w 24"/>
                <a:gd name="T51" fmla="*/ 9 h 20"/>
                <a:gd name="T52" fmla="*/ 8 w 24"/>
                <a:gd name="T53" fmla="*/ 8 h 20"/>
                <a:gd name="T54" fmla="*/ 8 w 24"/>
                <a:gd name="T55" fmla="*/ 11 h 20"/>
                <a:gd name="T56" fmla="*/ 7 w 24"/>
                <a:gd name="T57" fmla="*/ 10 h 20"/>
                <a:gd name="T58" fmla="*/ 4 w 24"/>
                <a:gd name="T59" fmla="*/ 15 h 20"/>
                <a:gd name="T60" fmla="*/ 8 w 24"/>
                <a:gd name="T61" fmla="*/ 20 h 20"/>
                <a:gd name="T62" fmla="*/ 13 w 24"/>
                <a:gd name="T63" fmla="*/ 16 h 20"/>
                <a:gd name="T64" fmla="*/ 16 w 24"/>
                <a:gd name="T65" fmla="*/ 12 h 20"/>
                <a:gd name="T66" fmla="*/ 19 w 24"/>
                <a:gd name="T67" fmla="*/ 7 h 20"/>
                <a:gd name="T68" fmla="*/ 20 w 24"/>
                <a:gd name="T69" fmla="*/ 6 h 20"/>
                <a:gd name="T70" fmla="*/ 20 w 24"/>
                <a:gd name="T71" fmla="*/ 6 h 20"/>
                <a:gd name="T72" fmla="*/ 20 w 24"/>
                <a:gd name="T73" fmla="*/ 2 h 20"/>
                <a:gd name="T74" fmla="*/ 18 w 24"/>
                <a:gd name="T75" fmla="*/ 3 h 20"/>
                <a:gd name="T76" fmla="*/ 6 w 24"/>
                <a:gd name="T77" fmla="*/ 13 h 20"/>
                <a:gd name="T78" fmla="*/ 6 w 24"/>
                <a:gd name="T79" fmla="*/ 13 h 20"/>
                <a:gd name="T80" fmla="*/ 6 w 24"/>
                <a:gd name="T81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" h="20">
                  <a:moveTo>
                    <a:pt x="18" y="3"/>
                  </a:moveTo>
                  <a:cubicBezTo>
                    <a:pt x="18" y="3"/>
                    <a:pt x="17" y="3"/>
                    <a:pt x="17" y="3"/>
                  </a:cubicBezTo>
                  <a:cubicBezTo>
                    <a:pt x="18" y="4"/>
                    <a:pt x="19" y="2"/>
                    <a:pt x="19" y="2"/>
                  </a:cubicBezTo>
                  <a:cubicBezTo>
                    <a:pt x="20" y="3"/>
                    <a:pt x="20" y="2"/>
                    <a:pt x="21" y="3"/>
                  </a:cubicBezTo>
                  <a:cubicBezTo>
                    <a:pt x="21" y="4"/>
                    <a:pt x="20" y="4"/>
                    <a:pt x="20" y="4"/>
                  </a:cubicBezTo>
                  <a:cubicBezTo>
                    <a:pt x="20" y="4"/>
                    <a:pt x="20" y="5"/>
                    <a:pt x="20" y="5"/>
                  </a:cubicBezTo>
                  <a:cubicBezTo>
                    <a:pt x="20" y="5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7" y="6"/>
                    <a:pt x="15" y="12"/>
                    <a:pt x="15" y="12"/>
                  </a:cubicBezTo>
                  <a:cubicBezTo>
                    <a:pt x="15" y="12"/>
                    <a:pt x="15" y="13"/>
                    <a:pt x="15" y="14"/>
                  </a:cubicBezTo>
                  <a:cubicBezTo>
                    <a:pt x="14" y="12"/>
                    <a:pt x="14" y="13"/>
                    <a:pt x="14" y="13"/>
                  </a:cubicBezTo>
                  <a:cubicBezTo>
                    <a:pt x="15" y="14"/>
                    <a:pt x="12" y="14"/>
                    <a:pt x="11" y="14"/>
                  </a:cubicBezTo>
                  <a:cubicBezTo>
                    <a:pt x="11" y="16"/>
                    <a:pt x="9" y="17"/>
                    <a:pt x="7" y="18"/>
                  </a:cubicBezTo>
                  <a:cubicBezTo>
                    <a:pt x="5" y="19"/>
                    <a:pt x="6" y="17"/>
                    <a:pt x="5" y="17"/>
                  </a:cubicBezTo>
                  <a:cubicBezTo>
                    <a:pt x="7" y="17"/>
                    <a:pt x="5" y="14"/>
                    <a:pt x="7" y="14"/>
                  </a:cubicBezTo>
                  <a:cubicBezTo>
                    <a:pt x="6" y="14"/>
                    <a:pt x="7" y="14"/>
                    <a:pt x="7" y="14"/>
                  </a:cubicBezTo>
                  <a:cubicBezTo>
                    <a:pt x="7" y="15"/>
                    <a:pt x="7" y="12"/>
                    <a:pt x="7" y="13"/>
                  </a:cubicBezTo>
                  <a:cubicBezTo>
                    <a:pt x="7" y="12"/>
                    <a:pt x="9" y="10"/>
                    <a:pt x="10" y="9"/>
                  </a:cubicBezTo>
                  <a:cubicBezTo>
                    <a:pt x="11" y="9"/>
                    <a:pt x="14" y="8"/>
                    <a:pt x="13" y="7"/>
                  </a:cubicBezTo>
                  <a:cubicBezTo>
                    <a:pt x="15" y="7"/>
                    <a:pt x="17" y="4"/>
                    <a:pt x="17" y="3"/>
                  </a:cubicBezTo>
                  <a:cubicBezTo>
                    <a:pt x="17" y="4"/>
                    <a:pt x="16" y="5"/>
                    <a:pt x="16" y="5"/>
                  </a:cubicBezTo>
                  <a:cubicBezTo>
                    <a:pt x="16" y="4"/>
                    <a:pt x="15" y="5"/>
                    <a:pt x="15" y="5"/>
                  </a:cubicBezTo>
                  <a:cubicBezTo>
                    <a:pt x="15" y="5"/>
                    <a:pt x="14" y="6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9" y="7"/>
                    <a:pt x="9" y="9"/>
                  </a:cubicBezTo>
                  <a:cubicBezTo>
                    <a:pt x="9" y="8"/>
                    <a:pt x="9" y="8"/>
                    <a:pt x="8" y="8"/>
                  </a:cubicBezTo>
                  <a:cubicBezTo>
                    <a:pt x="8" y="9"/>
                    <a:pt x="8" y="10"/>
                    <a:pt x="8" y="11"/>
                  </a:cubicBezTo>
                  <a:cubicBezTo>
                    <a:pt x="7" y="10"/>
                    <a:pt x="8" y="10"/>
                    <a:pt x="7" y="10"/>
                  </a:cubicBezTo>
                  <a:cubicBezTo>
                    <a:pt x="6" y="11"/>
                    <a:pt x="5" y="14"/>
                    <a:pt x="4" y="15"/>
                  </a:cubicBezTo>
                  <a:cubicBezTo>
                    <a:pt x="0" y="19"/>
                    <a:pt x="8" y="20"/>
                    <a:pt x="8" y="20"/>
                  </a:cubicBezTo>
                  <a:cubicBezTo>
                    <a:pt x="8" y="20"/>
                    <a:pt x="12" y="16"/>
                    <a:pt x="13" y="16"/>
                  </a:cubicBezTo>
                  <a:cubicBezTo>
                    <a:pt x="14" y="15"/>
                    <a:pt x="16" y="14"/>
                    <a:pt x="16" y="12"/>
                  </a:cubicBezTo>
                  <a:cubicBezTo>
                    <a:pt x="16" y="10"/>
                    <a:pt x="18" y="9"/>
                    <a:pt x="19" y="7"/>
                  </a:cubicBezTo>
                  <a:cubicBezTo>
                    <a:pt x="19" y="9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4" y="7"/>
                    <a:pt x="20" y="2"/>
                    <a:pt x="20" y="2"/>
                  </a:cubicBezTo>
                  <a:cubicBezTo>
                    <a:pt x="19" y="1"/>
                    <a:pt x="19" y="0"/>
                    <a:pt x="18" y="3"/>
                  </a:cubicBezTo>
                  <a:close/>
                  <a:moveTo>
                    <a:pt x="6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1539"/>
            <p:cNvSpPr>
              <a:spLocks noEditPoints="1"/>
            </p:cNvSpPr>
            <p:nvPr/>
          </p:nvSpPr>
          <p:spPr bwMode="auto">
            <a:xfrm>
              <a:off x="176212" y="23813"/>
              <a:ext cx="134938" cy="128588"/>
            </a:xfrm>
            <a:custGeom>
              <a:avLst/>
              <a:gdLst>
                <a:gd name="T0" fmla="*/ 9 w 23"/>
                <a:gd name="T1" fmla="*/ 21 h 22"/>
                <a:gd name="T2" fmla="*/ 15 w 23"/>
                <a:gd name="T3" fmla="*/ 16 h 22"/>
                <a:gd name="T4" fmla="*/ 18 w 23"/>
                <a:gd name="T5" fmla="*/ 12 h 22"/>
                <a:gd name="T6" fmla="*/ 20 w 23"/>
                <a:gd name="T7" fmla="*/ 3 h 22"/>
                <a:gd name="T8" fmla="*/ 20 w 23"/>
                <a:gd name="T9" fmla="*/ 3 h 22"/>
                <a:gd name="T10" fmla="*/ 20 w 23"/>
                <a:gd name="T11" fmla="*/ 2 h 22"/>
                <a:gd name="T12" fmla="*/ 20 w 23"/>
                <a:gd name="T13" fmla="*/ 2 h 22"/>
                <a:gd name="T14" fmla="*/ 20 w 23"/>
                <a:gd name="T15" fmla="*/ 2 h 22"/>
                <a:gd name="T16" fmla="*/ 19 w 23"/>
                <a:gd name="T17" fmla="*/ 1 h 22"/>
                <a:gd name="T18" fmla="*/ 19 w 23"/>
                <a:gd name="T19" fmla="*/ 1 h 22"/>
                <a:gd name="T20" fmla="*/ 18 w 23"/>
                <a:gd name="T21" fmla="*/ 0 h 22"/>
                <a:gd name="T22" fmla="*/ 18 w 23"/>
                <a:gd name="T23" fmla="*/ 1 h 22"/>
                <a:gd name="T24" fmla="*/ 18 w 23"/>
                <a:gd name="T25" fmla="*/ 1 h 22"/>
                <a:gd name="T26" fmla="*/ 16 w 23"/>
                <a:gd name="T27" fmla="*/ 1 h 22"/>
                <a:gd name="T28" fmla="*/ 13 w 23"/>
                <a:gd name="T29" fmla="*/ 3 h 22"/>
                <a:gd name="T30" fmla="*/ 11 w 23"/>
                <a:gd name="T31" fmla="*/ 4 h 22"/>
                <a:gd name="T32" fmla="*/ 0 w 23"/>
                <a:gd name="T33" fmla="*/ 15 h 22"/>
                <a:gd name="T34" fmla="*/ 19 w 23"/>
                <a:gd name="T35" fmla="*/ 1 h 22"/>
                <a:gd name="T36" fmla="*/ 19 w 23"/>
                <a:gd name="T37" fmla="*/ 1 h 22"/>
                <a:gd name="T38" fmla="*/ 19 w 23"/>
                <a:gd name="T39" fmla="*/ 1 h 22"/>
                <a:gd name="T40" fmla="*/ 19 w 23"/>
                <a:gd name="T41" fmla="*/ 2 h 22"/>
                <a:gd name="T42" fmla="*/ 18 w 23"/>
                <a:gd name="T43" fmla="*/ 2 h 22"/>
                <a:gd name="T44" fmla="*/ 19 w 23"/>
                <a:gd name="T45" fmla="*/ 2 h 22"/>
                <a:gd name="T46" fmla="*/ 9 w 23"/>
                <a:gd name="T47" fmla="*/ 5 h 22"/>
                <a:gd name="T48" fmla="*/ 6 w 23"/>
                <a:gd name="T49" fmla="*/ 11 h 22"/>
                <a:gd name="T50" fmla="*/ 10 w 23"/>
                <a:gd name="T51" fmla="*/ 7 h 22"/>
                <a:gd name="T52" fmla="*/ 11 w 23"/>
                <a:gd name="T53" fmla="*/ 6 h 22"/>
                <a:gd name="T54" fmla="*/ 11 w 23"/>
                <a:gd name="T55" fmla="*/ 5 h 22"/>
                <a:gd name="T56" fmla="*/ 19 w 23"/>
                <a:gd name="T57" fmla="*/ 3 h 22"/>
                <a:gd name="T58" fmla="*/ 20 w 23"/>
                <a:gd name="T59" fmla="*/ 3 h 22"/>
                <a:gd name="T60" fmla="*/ 20 w 23"/>
                <a:gd name="T61" fmla="*/ 3 h 22"/>
                <a:gd name="T62" fmla="*/ 19 w 23"/>
                <a:gd name="T63" fmla="*/ 9 h 22"/>
                <a:gd name="T64" fmla="*/ 18 w 23"/>
                <a:gd name="T65" fmla="*/ 11 h 22"/>
                <a:gd name="T66" fmla="*/ 16 w 23"/>
                <a:gd name="T67" fmla="*/ 13 h 22"/>
                <a:gd name="T68" fmla="*/ 10 w 23"/>
                <a:gd name="T69" fmla="*/ 19 h 22"/>
                <a:gd name="T70" fmla="*/ 9 w 23"/>
                <a:gd name="T71" fmla="*/ 20 h 22"/>
                <a:gd name="T72" fmla="*/ 8 w 23"/>
                <a:gd name="T73" fmla="*/ 19 h 22"/>
                <a:gd name="T74" fmla="*/ 3 w 23"/>
                <a:gd name="T7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22">
                  <a:moveTo>
                    <a:pt x="5" y="19"/>
                  </a:moveTo>
                  <a:cubicBezTo>
                    <a:pt x="6" y="21"/>
                    <a:pt x="7" y="22"/>
                    <a:pt x="9" y="21"/>
                  </a:cubicBezTo>
                  <a:cubicBezTo>
                    <a:pt x="11" y="21"/>
                    <a:pt x="11" y="20"/>
                    <a:pt x="12" y="19"/>
                  </a:cubicBezTo>
                  <a:cubicBezTo>
                    <a:pt x="13" y="18"/>
                    <a:pt x="14" y="17"/>
                    <a:pt x="15" y="16"/>
                  </a:cubicBezTo>
                  <a:cubicBezTo>
                    <a:pt x="15" y="15"/>
                    <a:pt x="17" y="13"/>
                    <a:pt x="16" y="15"/>
                  </a:cubicBezTo>
                  <a:cubicBezTo>
                    <a:pt x="17" y="14"/>
                    <a:pt x="18" y="13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3" y="5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2"/>
                  </a:cubicBezTo>
                  <a:cubicBezTo>
                    <a:pt x="20" y="2"/>
                    <a:pt x="20" y="2"/>
                    <a:pt x="20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2"/>
                    <a:pt x="20" y="1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8" y="1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8" y="0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6" y="1"/>
                    <a:pt x="15" y="1"/>
                    <a:pt x="15" y="1"/>
                  </a:cubicBezTo>
                  <a:cubicBezTo>
                    <a:pt x="13" y="1"/>
                    <a:pt x="14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2"/>
                    <a:pt x="12" y="4"/>
                    <a:pt x="11" y="4"/>
                  </a:cubicBezTo>
                  <a:cubicBezTo>
                    <a:pt x="11" y="4"/>
                    <a:pt x="7" y="8"/>
                    <a:pt x="6" y="9"/>
                  </a:cubicBezTo>
                  <a:cubicBezTo>
                    <a:pt x="4" y="10"/>
                    <a:pt x="2" y="13"/>
                    <a:pt x="0" y="15"/>
                  </a:cubicBezTo>
                  <a:cubicBezTo>
                    <a:pt x="2" y="15"/>
                    <a:pt x="4" y="18"/>
                    <a:pt x="5" y="19"/>
                  </a:cubicBezTo>
                  <a:close/>
                  <a:moveTo>
                    <a:pt x="19" y="1"/>
                  </a:moveTo>
                  <a:cubicBezTo>
                    <a:pt x="19" y="1"/>
                    <a:pt x="19" y="1"/>
                    <a:pt x="19" y="2"/>
                  </a:cubicBezTo>
                  <a:cubicBezTo>
                    <a:pt x="19" y="2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lose/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8" y="2"/>
                    <a:pt x="18" y="1"/>
                    <a:pt x="18" y="1"/>
                  </a:cubicBezTo>
                  <a:cubicBezTo>
                    <a:pt x="18" y="1"/>
                    <a:pt x="18" y="2"/>
                    <a:pt x="19" y="2"/>
                  </a:cubicBezTo>
                  <a:close/>
                  <a:moveTo>
                    <a:pt x="10" y="5"/>
                  </a:moveTo>
                  <a:cubicBezTo>
                    <a:pt x="10" y="5"/>
                    <a:pt x="9" y="5"/>
                    <a:pt x="9" y="5"/>
                  </a:cubicBezTo>
                  <a:cubicBezTo>
                    <a:pt x="10" y="5"/>
                    <a:pt x="10" y="5"/>
                    <a:pt x="10" y="5"/>
                  </a:cubicBezTo>
                  <a:close/>
                  <a:moveTo>
                    <a:pt x="6" y="11"/>
                  </a:moveTo>
                  <a:cubicBezTo>
                    <a:pt x="7" y="10"/>
                    <a:pt x="9" y="6"/>
                    <a:pt x="10" y="6"/>
                  </a:cubicBezTo>
                  <a:cubicBezTo>
                    <a:pt x="10" y="7"/>
                    <a:pt x="10" y="6"/>
                    <a:pt x="10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5"/>
                    <a:pt x="11" y="5"/>
                  </a:cubicBezTo>
                  <a:cubicBezTo>
                    <a:pt x="12" y="5"/>
                    <a:pt x="12" y="4"/>
                    <a:pt x="13" y="4"/>
                  </a:cubicBezTo>
                  <a:cubicBezTo>
                    <a:pt x="14" y="3"/>
                    <a:pt x="18" y="1"/>
                    <a:pt x="19" y="3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1" y="5"/>
                    <a:pt x="20" y="7"/>
                    <a:pt x="20" y="9"/>
                  </a:cubicBezTo>
                  <a:cubicBezTo>
                    <a:pt x="20" y="9"/>
                    <a:pt x="19" y="9"/>
                    <a:pt x="19" y="9"/>
                  </a:cubicBezTo>
                  <a:cubicBezTo>
                    <a:pt x="19" y="10"/>
                    <a:pt x="19" y="10"/>
                    <a:pt x="18" y="10"/>
                  </a:cubicBezTo>
                  <a:cubicBezTo>
                    <a:pt x="18" y="11"/>
                    <a:pt x="18" y="10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7" y="12"/>
                    <a:pt x="16" y="12"/>
                    <a:pt x="16" y="13"/>
                  </a:cubicBezTo>
                  <a:cubicBezTo>
                    <a:pt x="16" y="12"/>
                    <a:pt x="16" y="12"/>
                    <a:pt x="17" y="13"/>
                  </a:cubicBezTo>
                  <a:cubicBezTo>
                    <a:pt x="15" y="12"/>
                    <a:pt x="10" y="18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7" y="19"/>
                    <a:pt x="8" y="19"/>
                  </a:cubicBezTo>
                  <a:cubicBezTo>
                    <a:pt x="6" y="18"/>
                    <a:pt x="7" y="19"/>
                    <a:pt x="6" y="18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4" y="15"/>
                    <a:pt x="5" y="12"/>
                    <a:pt x="6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1540"/>
            <p:cNvSpPr>
              <a:spLocks noEditPoints="1"/>
            </p:cNvSpPr>
            <p:nvPr/>
          </p:nvSpPr>
          <p:spPr bwMode="auto">
            <a:xfrm>
              <a:off x="11112" y="0"/>
              <a:ext cx="287338" cy="300038"/>
            </a:xfrm>
            <a:custGeom>
              <a:avLst/>
              <a:gdLst>
                <a:gd name="T0" fmla="*/ 46 w 49"/>
                <a:gd name="T1" fmla="*/ 39 h 51"/>
                <a:gd name="T2" fmla="*/ 35 w 49"/>
                <a:gd name="T3" fmla="*/ 28 h 51"/>
                <a:gd name="T4" fmla="*/ 29 w 49"/>
                <a:gd name="T5" fmla="*/ 24 h 51"/>
                <a:gd name="T6" fmla="*/ 24 w 49"/>
                <a:gd name="T7" fmla="*/ 18 h 51"/>
                <a:gd name="T8" fmla="*/ 29 w 49"/>
                <a:gd name="T9" fmla="*/ 24 h 51"/>
                <a:gd name="T10" fmla="*/ 35 w 49"/>
                <a:gd name="T11" fmla="*/ 30 h 51"/>
                <a:gd name="T12" fmla="*/ 43 w 49"/>
                <a:gd name="T13" fmla="*/ 38 h 51"/>
                <a:gd name="T14" fmla="*/ 36 w 49"/>
                <a:gd name="T15" fmla="*/ 43 h 51"/>
                <a:gd name="T16" fmla="*/ 39 w 49"/>
                <a:gd name="T17" fmla="*/ 46 h 51"/>
                <a:gd name="T18" fmla="*/ 39 w 49"/>
                <a:gd name="T19" fmla="*/ 46 h 51"/>
                <a:gd name="T20" fmla="*/ 39 w 49"/>
                <a:gd name="T21" fmla="*/ 46 h 51"/>
                <a:gd name="T22" fmla="*/ 40 w 49"/>
                <a:gd name="T23" fmla="*/ 46 h 51"/>
                <a:gd name="T24" fmla="*/ 40 w 49"/>
                <a:gd name="T25" fmla="*/ 47 h 51"/>
                <a:gd name="T26" fmla="*/ 41 w 49"/>
                <a:gd name="T27" fmla="*/ 46 h 51"/>
                <a:gd name="T28" fmla="*/ 41 w 49"/>
                <a:gd name="T29" fmla="*/ 46 h 51"/>
                <a:gd name="T30" fmla="*/ 41 w 49"/>
                <a:gd name="T31" fmla="*/ 46 h 51"/>
                <a:gd name="T32" fmla="*/ 41 w 49"/>
                <a:gd name="T33" fmla="*/ 46 h 51"/>
                <a:gd name="T34" fmla="*/ 43 w 49"/>
                <a:gd name="T35" fmla="*/ 46 h 51"/>
                <a:gd name="T36" fmla="*/ 43 w 49"/>
                <a:gd name="T37" fmla="*/ 45 h 51"/>
                <a:gd name="T38" fmla="*/ 43 w 49"/>
                <a:gd name="T39" fmla="*/ 39 h 51"/>
                <a:gd name="T40" fmla="*/ 43 w 49"/>
                <a:gd name="T41" fmla="*/ 38 h 51"/>
                <a:gd name="T42" fmla="*/ 47 w 49"/>
                <a:gd name="T43" fmla="*/ 43 h 51"/>
                <a:gd name="T44" fmla="*/ 43 w 49"/>
                <a:gd name="T45" fmla="*/ 48 h 51"/>
                <a:gd name="T46" fmla="*/ 38 w 49"/>
                <a:gd name="T47" fmla="*/ 47 h 51"/>
                <a:gd name="T48" fmla="*/ 27 w 49"/>
                <a:gd name="T49" fmla="*/ 36 h 51"/>
                <a:gd name="T50" fmla="*/ 20 w 49"/>
                <a:gd name="T51" fmla="*/ 29 h 51"/>
                <a:gd name="T52" fmla="*/ 16 w 49"/>
                <a:gd name="T53" fmla="*/ 25 h 51"/>
                <a:gd name="T54" fmla="*/ 3 w 49"/>
                <a:gd name="T55" fmla="*/ 19 h 51"/>
                <a:gd name="T56" fmla="*/ 15 w 49"/>
                <a:gd name="T57" fmla="*/ 11 h 51"/>
                <a:gd name="T58" fmla="*/ 9 w 49"/>
                <a:gd name="T59" fmla="*/ 4 h 51"/>
                <a:gd name="T60" fmla="*/ 9 w 49"/>
                <a:gd name="T61" fmla="*/ 3 h 51"/>
                <a:gd name="T62" fmla="*/ 22 w 49"/>
                <a:gd name="T63" fmla="*/ 17 h 51"/>
                <a:gd name="T64" fmla="*/ 19 w 49"/>
                <a:gd name="T65" fmla="*/ 3 h 51"/>
                <a:gd name="T66" fmla="*/ 12 w 49"/>
                <a:gd name="T67" fmla="*/ 1 h 51"/>
                <a:gd name="T68" fmla="*/ 6 w 49"/>
                <a:gd name="T69" fmla="*/ 2 h 51"/>
                <a:gd name="T70" fmla="*/ 14 w 49"/>
                <a:gd name="T71" fmla="*/ 13 h 51"/>
                <a:gd name="T72" fmla="*/ 0 w 49"/>
                <a:gd name="T73" fmla="*/ 10 h 51"/>
                <a:gd name="T74" fmla="*/ 16 w 49"/>
                <a:gd name="T75" fmla="*/ 27 h 51"/>
                <a:gd name="T76" fmla="*/ 35 w 49"/>
                <a:gd name="T77" fmla="*/ 46 h 51"/>
                <a:gd name="T78" fmla="*/ 48 w 49"/>
                <a:gd name="T79" fmla="*/ 43 h 51"/>
                <a:gd name="T80" fmla="*/ 41 w 49"/>
                <a:gd name="T81" fmla="*/ 46 h 51"/>
                <a:gd name="T82" fmla="*/ 41 w 49"/>
                <a:gd name="T83" fmla="*/ 46 h 51"/>
                <a:gd name="T84" fmla="*/ 42 w 49"/>
                <a:gd name="T85" fmla="*/ 45 h 51"/>
                <a:gd name="T86" fmla="*/ 41 w 49"/>
                <a:gd name="T87" fmla="*/ 45 h 51"/>
                <a:gd name="T88" fmla="*/ 39 w 49"/>
                <a:gd name="T89" fmla="*/ 45 h 51"/>
                <a:gd name="T90" fmla="*/ 39 w 49"/>
                <a:gd name="T91" fmla="*/ 44 h 51"/>
                <a:gd name="T92" fmla="*/ 42 w 49"/>
                <a:gd name="T93" fmla="*/ 40 h 51"/>
                <a:gd name="T94" fmla="*/ 9 w 49"/>
                <a:gd name="T95" fmla="*/ 3 h 51"/>
                <a:gd name="T96" fmla="*/ 10 w 49"/>
                <a:gd name="T97" fmla="*/ 6 h 51"/>
                <a:gd name="T98" fmla="*/ 39 w 49"/>
                <a:gd name="T99" fmla="*/ 4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" h="51">
                  <a:moveTo>
                    <a:pt x="48" y="43"/>
                  </a:moveTo>
                  <a:cubicBezTo>
                    <a:pt x="48" y="43"/>
                    <a:pt x="48" y="43"/>
                    <a:pt x="48" y="43"/>
                  </a:cubicBezTo>
                  <a:cubicBezTo>
                    <a:pt x="47" y="42"/>
                    <a:pt x="46" y="40"/>
                    <a:pt x="46" y="39"/>
                  </a:cubicBezTo>
                  <a:cubicBezTo>
                    <a:pt x="45" y="38"/>
                    <a:pt x="43" y="37"/>
                    <a:pt x="44" y="37"/>
                  </a:cubicBezTo>
                  <a:cubicBezTo>
                    <a:pt x="44" y="37"/>
                    <a:pt x="42" y="35"/>
                    <a:pt x="41" y="35"/>
                  </a:cubicBezTo>
                  <a:cubicBezTo>
                    <a:pt x="41" y="35"/>
                    <a:pt x="34" y="28"/>
                    <a:pt x="35" y="28"/>
                  </a:cubicBezTo>
                  <a:cubicBezTo>
                    <a:pt x="34" y="27"/>
                    <a:pt x="32" y="27"/>
                    <a:pt x="31" y="25"/>
                  </a:cubicBezTo>
                  <a:cubicBezTo>
                    <a:pt x="32" y="26"/>
                    <a:pt x="31" y="25"/>
                    <a:pt x="31" y="25"/>
                  </a:cubicBezTo>
                  <a:cubicBezTo>
                    <a:pt x="31" y="24"/>
                    <a:pt x="30" y="24"/>
                    <a:pt x="29" y="24"/>
                  </a:cubicBezTo>
                  <a:cubicBezTo>
                    <a:pt x="30" y="24"/>
                    <a:pt x="26" y="20"/>
                    <a:pt x="26" y="20"/>
                  </a:cubicBezTo>
                  <a:cubicBezTo>
                    <a:pt x="24" y="19"/>
                    <a:pt x="24" y="17"/>
                    <a:pt x="22" y="16"/>
                  </a:cubicBezTo>
                  <a:cubicBezTo>
                    <a:pt x="22" y="17"/>
                    <a:pt x="23" y="18"/>
                    <a:pt x="24" y="18"/>
                  </a:cubicBezTo>
                  <a:cubicBezTo>
                    <a:pt x="23" y="18"/>
                    <a:pt x="24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20"/>
                    <a:pt x="28" y="22"/>
                    <a:pt x="29" y="24"/>
                  </a:cubicBezTo>
                  <a:cubicBezTo>
                    <a:pt x="29" y="24"/>
                    <a:pt x="34" y="29"/>
                    <a:pt x="35" y="30"/>
                  </a:cubicBezTo>
                  <a:cubicBezTo>
                    <a:pt x="35" y="30"/>
                    <a:pt x="35" y="29"/>
                    <a:pt x="35" y="30"/>
                  </a:cubicBezTo>
                  <a:cubicBezTo>
                    <a:pt x="34" y="30"/>
                    <a:pt x="36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7" y="32"/>
                    <a:pt x="39" y="33"/>
                    <a:pt x="40" y="34"/>
                  </a:cubicBezTo>
                  <a:cubicBezTo>
                    <a:pt x="42" y="36"/>
                    <a:pt x="42" y="37"/>
                    <a:pt x="43" y="38"/>
                  </a:cubicBezTo>
                  <a:cubicBezTo>
                    <a:pt x="42" y="38"/>
                    <a:pt x="42" y="38"/>
                    <a:pt x="41" y="38"/>
                  </a:cubicBezTo>
                  <a:cubicBezTo>
                    <a:pt x="38" y="38"/>
                    <a:pt x="38" y="39"/>
                    <a:pt x="37" y="40"/>
                  </a:cubicBezTo>
                  <a:cubicBezTo>
                    <a:pt x="37" y="40"/>
                    <a:pt x="37" y="43"/>
                    <a:pt x="36" y="43"/>
                  </a:cubicBezTo>
                  <a:cubicBezTo>
                    <a:pt x="36" y="43"/>
                    <a:pt x="36" y="43"/>
                    <a:pt x="37" y="43"/>
                  </a:cubicBezTo>
                  <a:cubicBezTo>
                    <a:pt x="36" y="43"/>
                    <a:pt x="36" y="44"/>
                    <a:pt x="37" y="43"/>
                  </a:cubicBezTo>
                  <a:cubicBezTo>
                    <a:pt x="36" y="44"/>
                    <a:pt x="38" y="45"/>
                    <a:pt x="39" y="46"/>
                  </a:cubicBezTo>
                  <a:cubicBezTo>
                    <a:pt x="39" y="46"/>
                    <a:pt x="39" y="45"/>
                    <a:pt x="39" y="45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9" y="46"/>
                    <a:pt x="39" y="46"/>
                    <a:pt x="39" y="47"/>
                  </a:cubicBezTo>
                  <a:cubicBezTo>
                    <a:pt x="39" y="47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7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7"/>
                    <a:pt x="41" y="47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2" y="46"/>
                    <a:pt x="42" y="46"/>
                    <a:pt x="43" y="46"/>
                  </a:cubicBezTo>
                  <a:cubicBezTo>
                    <a:pt x="43" y="46"/>
                    <a:pt x="43" y="46"/>
                    <a:pt x="42" y="46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3" y="46"/>
                    <a:pt x="43" y="46"/>
                    <a:pt x="43" y="45"/>
                  </a:cubicBezTo>
                  <a:cubicBezTo>
                    <a:pt x="43" y="45"/>
                    <a:pt x="44" y="45"/>
                    <a:pt x="44" y="45"/>
                  </a:cubicBezTo>
                  <a:cubicBezTo>
                    <a:pt x="44" y="45"/>
                    <a:pt x="43" y="45"/>
                    <a:pt x="43" y="45"/>
                  </a:cubicBezTo>
                  <a:cubicBezTo>
                    <a:pt x="44" y="45"/>
                    <a:pt x="44" y="44"/>
                    <a:pt x="44" y="44"/>
                  </a:cubicBezTo>
                  <a:cubicBezTo>
                    <a:pt x="45" y="43"/>
                    <a:pt x="45" y="40"/>
                    <a:pt x="44" y="40"/>
                  </a:cubicBezTo>
                  <a:cubicBezTo>
                    <a:pt x="45" y="40"/>
                    <a:pt x="43" y="38"/>
                    <a:pt x="43" y="39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4" y="38"/>
                    <a:pt x="46" y="41"/>
                    <a:pt x="46" y="40"/>
                  </a:cubicBezTo>
                  <a:cubicBezTo>
                    <a:pt x="46" y="41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4"/>
                    <a:pt x="47" y="44"/>
                  </a:cubicBezTo>
                  <a:cubicBezTo>
                    <a:pt x="47" y="44"/>
                    <a:pt x="44" y="49"/>
                    <a:pt x="43" y="48"/>
                  </a:cubicBezTo>
                  <a:cubicBezTo>
                    <a:pt x="44" y="48"/>
                    <a:pt x="43" y="48"/>
                    <a:pt x="43" y="48"/>
                  </a:cubicBezTo>
                  <a:cubicBezTo>
                    <a:pt x="43" y="48"/>
                    <a:pt x="41" y="48"/>
                    <a:pt x="41" y="48"/>
                  </a:cubicBezTo>
                  <a:cubicBezTo>
                    <a:pt x="40" y="48"/>
                    <a:pt x="39" y="47"/>
                    <a:pt x="38" y="47"/>
                  </a:cubicBezTo>
                  <a:cubicBezTo>
                    <a:pt x="38" y="47"/>
                    <a:pt x="39" y="47"/>
                    <a:pt x="38" y="47"/>
                  </a:cubicBezTo>
                  <a:cubicBezTo>
                    <a:pt x="38" y="46"/>
                    <a:pt x="37" y="45"/>
                    <a:pt x="36" y="45"/>
                  </a:cubicBezTo>
                  <a:cubicBezTo>
                    <a:pt x="37" y="45"/>
                    <a:pt x="32" y="41"/>
                    <a:pt x="33" y="42"/>
                  </a:cubicBezTo>
                  <a:cubicBezTo>
                    <a:pt x="31" y="40"/>
                    <a:pt x="29" y="37"/>
                    <a:pt x="27" y="36"/>
                  </a:cubicBezTo>
                  <a:cubicBezTo>
                    <a:pt x="27" y="35"/>
                    <a:pt x="23" y="32"/>
                    <a:pt x="22" y="32"/>
                  </a:cubicBezTo>
                  <a:cubicBezTo>
                    <a:pt x="22" y="31"/>
                    <a:pt x="20" y="29"/>
                    <a:pt x="19" y="28"/>
                  </a:cubicBezTo>
                  <a:cubicBezTo>
                    <a:pt x="19" y="28"/>
                    <a:pt x="20" y="28"/>
                    <a:pt x="20" y="29"/>
                  </a:cubicBezTo>
                  <a:cubicBezTo>
                    <a:pt x="20" y="28"/>
                    <a:pt x="19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8" y="27"/>
                    <a:pt x="17" y="26"/>
                    <a:pt x="16" y="25"/>
                  </a:cubicBezTo>
                  <a:cubicBezTo>
                    <a:pt x="14" y="23"/>
                    <a:pt x="13" y="24"/>
                    <a:pt x="11" y="23"/>
                  </a:cubicBezTo>
                  <a:cubicBezTo>
                    <a:pt x="11" y="23"/>
                    <a:pt x="9" y="23"/>
                    <a:pt x="10" y="23"/>
                  </a:cubicBezTo>
                  <a:cubicBezTo>
                    <a:pt x="8" y="23"/>
                    <a:pt x="4" y="21"/>
                    <a:pt x="3" y="19"/>
                  </a:cubicBezTo>
                  <a:cubicBezTo>
                    <a:pt x="1" y="17"/>
                    <a:pt x="2" y="13"/>
                    <a:pt x="1" y="12"/>
                  </a:cubicBezTo>
                  <a:cubicBezTo>
                    <a:pt x="3" y="14"/>
                    <a:pt x="8" y="19"/>
                    <a:pt x="12" y="17"/>
                  </a:cubicBezTo>
                  <a:cubicBezTo>
                    <a:pt x="13" y="17"/>
                    <a:pt x="15" y="13"/>
                    <a:pt x="15" y="11"/>
                  </a:cubicBezTo>
                  <a:cubicBezTo>
                    <a:pt x="15" y="8"/>
                    <a:pt x="12" y="7"/>
                    <a:pt x="11" y="5"/>
                  </a:cubicBezTo>
                  <a:cubicBezTo>
                    <a:pt x="11" y="6"/>
                    <a:pt x="11" y="6"/>
                    <a:pt x="12" y="5"/>
                  </a:cubicBezTo>
                  <a:cubicBezTo>
                    <a:pt x="11" y="5"/>
                    <a:pt x="10" y="4"/>
                    <a:pt x="9" y="4"/>
                  </a:cubicBezTo>
                  <a:cubicBezTo>
                    <a:pt x="10" y="4"/>
                    <a:pt x="10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8" y="3"/>
                    <a:pt x="8" y="3"/>
                  </a:cubicBezTo>
                  <a:cubicBezTo>
                    <a:pt x="10" y="0"/>
                    <a:pt x="18" y="4"/>
                    <a:pt x="19" y="6"/>
                  </a:cubicBezTo>
                  <a:cubicBezTo>
                    <a:pt x="21" y="8"/>
                    <a:pt x="23" y="14"/>
                    <a:pt x="22" y="17"/>
                  </a:cubicBezTo>
                  <a:cubicBezTo>
                    <a:pt x="22" y="16"/>
                    <a:pt x="23" y="15"/>
                    <a:pt x="23" y="15"/>
                  </a:cubicBezTo>
                  <a:cubicBezTo>
                    <a:pt x="23" y="13"/>
                    <a:pt x="23" y="6"/>
                    <a:pt x="21" y="5"/>
                  </a:cubicBezTo>
                  <a:cubicBezTo>
                    <a:pt x="20" y="5"/>
                    <a:pt x="19" y="2"/>
                    <a:pt x="19" y="3"/>
                  </a:cubicBezTo>
                  <a:cubicBezTo>
                    <a:pt x="18" y="2"/>
                    <a:pt x="15" y="2"/>
                    <a:pt x="14" y="2"/>
                  </a:cubicBezTo>
                  <a:cubicBezTo>
                    <a:pt x="14" y="2"/>
                    <a:pt x="14" y="1"/>
                    <a:pt x="14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2" y="1"/>
                    <a:pt x="14" y="1"/>
                    <a:pt x="14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8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3"/>
                    <a:pt x="8" y="4"/>
                    <a:pt x="9" y="5"/>
                  </a:cubicBezTo>
                  <a:cubicBezTo>
                    <a:pt x="12" y="7"/>
                    <a:pt x="15" y="10"/>
                    <a:pt x="14" y="13"/>
                  </a:cubicBezTo>
                  <a:cubicBezTo>
                    <a:pt x="12" y="20"/>
                    <a:pt x="3" y="10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0" y="11"/>
                    <a:pt x="0" y="10"/>
                  </a:cubicBezTo>
                  <a:cubicBezTo>
                    <a:pt x="0" y="12"/>
                    <a:pt x="0" y="15"/>
                    <a:pt x="0" y="18"/>
                  </a:cubicBezTo>
                  <a:cubicBezTo>
                    <a:pt x="2" y="22"/>
                    <a:pt x="6" y="23"/>
                    <a:pt x="9" y="24"/>
                  </a:cubicBezTo>
                  <a:cubicBezTo>
                    <a:pt x="11" y="24"/>
                    <a:pt x="14" y="25"/>
                    <a:pt x="16" y="27"/>
                  </a:cubicBezTo>
                  <a:cubicBezTo>
                    <a:pt x="17" y="28"/>
                    <a:pt x="21" y="33"/>
                    <a:pt x="21" y="33"/>
                  </a:cubicBezTo>
                  <a:cubicBezTo>
                    <a:pt x="27" y="37"/>
                    <a:pt x="31" y="42"/>
                    <a:pt x="37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6" y="46"/>
                    <a:pt x="38" y="48"/>
                    <a:pt x="38" y="48"/>
                  </a:cubicBezTo>
                  <a:cubicBezTo>
                    <a:pt x="42" y="51"/>
                    <a:pt x="49" y="48"/>
                    <a:pt x="48" y="44"/>
                  </a:cubicBezTo>
                  <a:cubicBezTo>
                    <a:pt x="48" y="43"/>
                    <a:pt x="48" y="43"/>
                    <a:pt x="48" y="43"/>
                  </a:cubicBezTo>
                  <a:close/>
                  <a:moveTo>
                    <a:pt x="38" y="43"/>
                  </a:moveTo>
                  <a:cubicBezTo>
                    <a:pt x="38" y="43"/>
                    <a:pt x="38" y="43"/>
                    <a:pt x="38" y="43"/>
                  </a:cubicBezTo>
                  <a:close/>
                  <a:moveTo>
                    <a:pt x="41" y="46"/>
                  </a:moveTo>
                  <a:cubicBezTo>
                    <a:pt x="41" y="46"/>
                    <a:pt x="41" y="46"/>
                    <a:pt x="41" y="46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6"/>
                    <a:pt x="41" y="46"/>
                    <a:pt x="41" y="46"/>
                  </a:cubicBezTo>
                  <a:close/>
                  <a:moveTo>
                    <a:pt x="43" y="44"/>
                  </a:moveTo>
                  <a:cubicBezTo>
                    <a:pt x="42" y="43"/>
                    <a:pt x="42" y="44"/>
                    <a:pt x="42" y="44"/>
                  </a:cubicBezTo>
                  <a:cubicBezTo>
                    <a:pt x="42" y="44"/>
                    <a:pt x="42" y="45"/>
                    <a:pt x="42" y="45"/>
                  </a:cubicBezTo>
                  <a:cubicBezTo>
                    <a:pt x="41" y="44"/>
                    <a:pt x="42" y="46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5"/>
                    <a:pt x="40" y="44"/>
                    <a:pt x="39" y="45"/>
                  </a:cubicBezTo>
                  <a:cubicBezTo>
                    <a:pt x="39" y="45"/>
                    <a:pt x="39" y="45"/>
                    <a:pt x="39" y="44"/>
                  </a:cubicBezTo>
                  <a:cubicBezTo>
                    <a:pt x="39" y="44"/>
                    <a:pt x="38" y="44"/>
                    <a:pt x="38" y="44"/>
                  </a:cubicBezTo>
                  <a:cubicBezTo>
                    <a:pt x="38" y="44"/>
                    <a:pt x="39" y="44"/>
                    <a:pt x="39" y="44"/>
                  </a:cubicBezTo>
                  <a:cubicBezTo>
                    <a:pt x="38" y="43"/>
                    <a:pt x="38" y="42"/>
                    <a:pt x="39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0" y="40"/>
                    <a:pt x="41" y="39"/>
                    <a:pt x="42" y="40"/>
                  </a:cubicBezTo>
                  <a:cubicBezTo>
                    <a:pt x="44" y="41"/>
                    <a:pt x="43" y="42"/>
                    <a:pt x="43" y="44"/>
                  </a:cubicBezTo>
                  <a:close/>
                  <a:moveTo>
                    <a:pt x="9" y="3"/>
                  </a:moveTo>
                  <a:cubicBezTo>
                    <a:pt x="9" y="3"/>
                    <a:pt x="9" y="3"/>
                    <a:pt x="9" y="3"/>
                  </a:cubicBezTo>
                  <a:close/>
                  <a:moveTo>
                    <a:pt x="10" y="6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6"/>
                    <a:pt x="10" y="6"/>
                  </a:cubicBezTo>
                  <a:close/>
                  <a:moveTo>
                    <a:pt x="39" y="47"/>
                  </a:moveTo>
                  <a:cubicBezTo>
                    <a:pt x="39" y="47"/>
                    <a:pt x="39" y="47"/>
                    <a:pt x="39" y="47"/>
                  </a:cubicBezTo>
                  <a:cubicBezTo>
                    <a:pt x="39" y="47"/>
                    <a:pt x="39" y="47"/>
                    <a:pt x="39" y="48"/>
                  </a:cubicBezTo>
                  <a:cubicBezTo>
                    <a:pt x="39" y="47"/>
                    <a:pt x="39" y="47"/>
                    <a:pt x="39" y="4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1541"/>
            <p:cNvSpPr>
              <a:spLocks/>
            </p:cNvSpPr>
            <p:nvPr/>
          </p:nvSpPr>
          <p:spPr bwMode="auto">
            <a:xfrm>
              <a:off x="263525" y="269875"/>
              <a:ext cx="23813" cy="12700"/>
            </a:xfrm>
            <a:custGeom>
              <a:avLst/>
              <a:gdLst>
                <a:gd name="T0" fmla="*/ 0 w 4"/>
                <a:gd name="T1" fmla="*/ 2 h 2"/>
                <a:gd name="T2" fmla="*/ 3 w 4"/>
                <a:gd name="T3" fmla="*/ 0 h 2"/>
                <a:gd name="T4" fmla="*/ 3 w 4"/>
                <a:gd name="T5" fmla="*/ 0 h 2"/>
                <a:gd name="T6" fmla="*/ 0 w 4"/>
                <a:gd name="T7" fmla="*/ 2 h 2"/>
                <a:gd name="T8" fmla="*/ 0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2"/>
                    <a:pt x="2" y="1"/>
                    <a:pt x="3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1542"/>
            <p:cNvSpPr>
              <a:spLocks/>
            </p:cNvSpPr>
            <p:nvPr/>
          </p:nvSpPr>
          <p:spPr bwMode="auto">
            <a:xfrm>
              <a:off x="246062" y="252413"/>
              <a:ext cx="41275" cy="30163"/>
            </a:xfrm>
            <a:custGeom>
              <a:avLst/>
              <a:gdLst>
                <a:gd name="T0" fmla="*/ 7 w 7"/>
                <a:gd name="T1" fmla="*/ 0 h 5"/>
                <a:gd name="T2" fmla="*/ 0 w 7"/>
                <a:gd name="T3" fmla="*/ 5 h 5"/>
                <a:gd name="T4" fmla="*/ 0 w 7"/>
                <a:gd name="T5" fmla="*/ 5 h 5"/>
                <a:gd name="T6" fmla="*/ 7 w 7"/>
                <a:gd name="T7" fmla="*/ 0 h 5"/>
                <a:gd name="T8" fmla="*/ 7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7" y="0"/>
                  </a:moveTo>
                  <a:cubicBezTo>
                    <a:pt x="4" y="2"/>
                    <a:pt x="2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3"/>
                    <a:pt x="5" y="2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1543"/>
            <p:cNvSpPr>
              <a:spLocks/>
            </p:cNvSpPr>
            <p:nvPr/>
          </p:nvSpPr>
          <p:spPr bwMode="auto">
            <a:xfrm>
              <a:off x="269875" y="247650"/>
              <a:ext cx="11113" cy="11113"/>
            </a:xfrm>
            <a:custGeom>
              <a:avLst/>
              <a:gdLst>
                <a:gd name="T0" fmla="*/ 0 w 2"/>
                <a:gd name="T1" fmla="*/ 2 h 2"/>
                <a:gd name="T2" fmla="*/ 2 w 2"/>
                <a:gd name="T3" fmla="*/ 0 h 2"/>
                <a:gd name="T4" fmla="*/ 2 w 2"/>
                <a:gd name="T5" fmla="*/ 0 h 2"/>
                <a:gd name="T6" fmla="*/ 0 w 2"/>
                <a:gd name="T7" fmla="*/ 2 h 2"/>
                <a:gd name="T8" fmla="*/ 0 w 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1544"/>
            <p:cNvSpPr>
              <a:spLocks/>
            </p:cNvSpPr>
            <p:nvPr/>
          </p:nvSpPr>
          <p:spPr bwMode="auto">
            <a:xfrm>
              <a:off x="234950" y="269875"/>
              <a:ext cx="17463" cy="6350"/>
            </a:xfrm>
            <a:custGeom>
              <a:avLst/>
              <a:gdLst>
                <a:gd name="T0" fmla="*/ 1 w 3"/>
                <a:gd name="T1" fmla="*/ 1 h 1"/>
                <a:gd name="T2" fmla="*/ 3 w 3"/>
                <a:gd name="T3" fmla="*/ 0 h 1"/>
                <a:gd name="T4" fmla="*/ 3 w 3"/>
                <a:gd name="T5" fmla="*/ 0 h 1"/>
                <a:gd name="T6" fmla="*/ 1 w 3"/>
                <a:gd name="T7" fmla="*/ 1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cubicBezTo>
                    <a:pt x="2" y="1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1545"/>
            <p:cNvSpPr>
              <a:spLocks/>
            </p:cNvSpPr>
            <p:nvPr/>
          </p:nvSpPr>
          <p:spPr bwMode="auto">
            <a:xfrm>
              <a:off x="222250" y="258763"/>
              <a:ext cx="12700" cy="6350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2 w 2"/>
                <a:gd name="T5" fmla="*/ 0 h 1"/>
                <a:gd name="T6" fmla="*/ 0 w 2"/>
                <a:gd name="T7" fmla="*/ 1 h 1"/>
                <a:gd name="T8" fmla="*/ 0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1546"/>
            <p:cNvSpPr>
              <a:spLocks/>
            </p:cNvSpPr>
            <p:nvPr/>
          </p:nvSpPr>
          <p:spPr bwMode="auto">
            <a:xfrm>
              <a:off x="211137" y="241300"/>
              <a:ext cx="23813" cy="17463"/>
            </a:xfrm>
            <a:custGeom>
              <a:avLst/>
              <a:gdLst>
                <a:gd name="T0" fmla="*/ 3 w 4"/>
                <a:gd name="T1" fmla="*/ 0 h 3"/>
                <a:gd name="T2" fmla="*/ 0 w 4"/>
                <a:gd name="T3" fmla="*/ 2 h 3"/>
                <a:gd name="T4" fmla="*/ 0 w 4"/>
                <a:gd name="T5" fmla="*/ 2 h 3"/>
                <a:gd name="T6" fmla="*/ 3 w 4"/>
                <a:gd name="T7" fmla="*/ 0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3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1547"/>
            <p:cNvSpPr>
              <a:spLocks/>
            </p:cNvSpPr>
            <p:nvPr/>
          </p:nvSpPr>
          <p:spPr bwMode="auto">
            <a:xfrm>
              <a:off x="246062" y="217488"/>
              <a:ext cx="17463" cy="6350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3 w 3"/>
                <a:gd name="T7" fmla="*/ 0 h 1"/>
                <a:gd name="T8" fmla="*/ 3 w 3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1548"/>
            <p:cNvSpPr>
              <a:spLocks/>
            </p:cNvSpPr>
            <p:nvPr/>
          </p:nvSpPr>
          <p:spPr bwMode="auto">
            <a:xfrm>
              <a:off x="239712" y="211138"/>
              <a:ext cx="23813" cy="12700"/>
            </a:xfrm>
            <a:custGeom>
              <a:avLst/>
              <a:gdLst>
                <a:gd name="T0" fmla="*/ 1 w 4"/>
                <a:gd name="T1" fmla="*/ 2 h 2"/>
                <a:gd name="T2" fmla="*/ 3 w 4"/>
                <a:gd name="T3" fmla="*/ 0 h 2"/>
                <a:gd name="T4" fmla="*/ 3 w 4"/>
                <a:gd name="T5" fmla="*/ 0 h 2"/>
                <a:gd name="T6" fmla="*/ 1 w 4"/>
                <a:gd name="T7" fmla="*/ 2 h 2"/>
                <a:gd name="T8" fmla="*/ 1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1" y="2"/>
                  </a:moveTo>
                  <a:cubicBezTo>
                    <a:pt x="2" y="2"/>
                    <a:pt x="3" y="1"/>
                    <a:pt x="3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1549"/>
            <p:cNvSpPr>
              <a:spLocks/>
            </p:cNvSpPr>
            <p:nvPr/>
          </p:nvSpPr>
          <p:spPr bwMode="auto">
            <a:xfrm>
              <a:off x="204787" y="228600"/>
              <a:ext cx="30163" cy="23813"/>
            </a:xfrm>
            <a:custGeom>
              <a:avLst/>
              <a:gdLst>
                <a:gd name="T0" fmla="*/ 0 w 5"/>
                <a:gd name="T1" fmla="*/ 4 h 4"/>
                <a:gd name="T2" fmla="*/ 5 w 5"/>
                <a:gd name="T3" fmla="*/ 1 h 4"/>
                <a:gd name="T4" fmla="*/ 5 w 5"/>
                <a:gd name="T5" fmla="*/ 0 h 4"/>
                <a:gd name="T6" fmla="*/ 0 w 5"/>
                <a:gd name="T7" fmla="*/ 3 h 4"/>
                <a:gd name="T8" fmla="*/ 0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2" y="3"/>
                    <a:pt x="3" y="2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"/>
                    <a:pt x="2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1550"/>
            <p:cNvSpPr>
              <a:spLocks/>
            </p:cNvSpPr>
            <p:nvPr/>
          </p:nvSpPr>
          <p:spPr bwMode="auto">
            <a:xfrm>
              <a:off x="193675" y="193675"/>
              <a:ext cx="52388" cy="41275"/>
            </a:xfrm>
            <a:custGeom>
              <a:avLst/>
              <a:gdLst>
                <a:gd name="T0" fmla="*/ 8 w 9"/>
                <a:gd name="T1" fmla="*/ 1 h 7"/>
                <a:gd name="T2" fmla="*/ 0 w 9"/>
                <a:gd name="T3" fmla="*/ 7 h 7"/>
                <a:gd name="T4" fmla="*/ 0 w 9"/>
                <a:gd name="T5" fmla="*/ 7 h 7"/>
                <a:gd name="T6" fmla="*/ 9 w 9"/>
                <a:gd name="T7" fmla="*/ 1 h 7"/>
                <a:gd name="T8" fmla="*/ 8 w 9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7">
                  <a:moveTo>
                    <a:pt x="8" y="1"/>
                  </a:moveTo>
                  <a:cubicBezTo>
                    <a:pt x="5" y="3"/>
                    <a:pt x="2" y="5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5"/>
                    <a:pt x="6" y="3"/>
                    <a:pt x="9" y="1"/>
                  </a:cubicBezTo>
                  <a:cubicBezTo>
                    <a:pt x="9" y="1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1551"/>
            <p:cNvSpPr>
              <a:spLocks/>
            </p:cNvSpPr>
            <p:nvPr/>
          </p:nvSpPr>
          <p:spPr bwMode="auto">
            <a:xfrm>
              <a:off x="180975" y="193675"/>
              <a:ext cx="58738" cy="34925"/>
            </a:xfrm>
            <a:custGeom>
              <a:avLst/>
              <a:gdLst>
                <a:gd name="T0" fmla="*/ 1 w 10"/>
                <a:gd name="T1" fmla="*/ 5 h 6"/>
                <a:gd name="T2" fmla="*/ 9 w 10"/>
                <a:gd name="T3" fmla="*/ 0 h 6"/>
                <a:gd name="T4" fmla="*/ 9 w 10"/>
                <a:gd name="T5" fmla="*/ 0 h 6"/>
                <a:gd name="T6" fmla="*/ 1 w 10"/>
                <a:gd name="T7" fmla="*/ 5 h 6"/>
                <a:gd name="T8" fmla="*/ 1 w 10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" y="5"/>
                  </a:moveTo>
                  <a:cubicBezTo>
                    <a:pt x="4" y="4"/>
                    <a:pt x="7" y="2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2"/>
                    <a:pt x="4" y="4"/>
                    <a:pt x="1" y="5"/>
                  </a:cubicBezTo>
                  <a:cubicBezTo>
                    <a:pt x="0" y="6"/>
                    <a:pt x="1" y="6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1552"/>
            <p:cNvSpPr>
              <a:spLocks/>
            </p:cNvSpPr>
            <p:nvPr/>
          </p:nvSpPr>
          <p:spPr bwMode="auto">
            <a:xfrm>
              <a:off x="180975" y="187325"/>
              <a:ext cx="53975" cy="36513"/>
            </a:xfrm>
            <a:custGeom>
              <a:avLst/>
              <a:gdLst>
                <a:gd name="T0" fmla="*/ 8 w 9"/>
                <a:gd name="T1" fmla="*/ 0 h 6"/>
                <a:gd name="T2" fmla="*/ 0 w 9"/>
                <a:gd name="T3" fmla="*/ 6 h 6"/>
                <a:gd name="T4" fmla="*/ 0 w 9"/>
                <a:gd name="T5" fmla="*/ 6 h 6"/>
                <a:gd name="T6" fmla="*/ 8 w 9"/>
                <a:gd name="T7" fmla="*/ 0 h 6"/>
                <a:gd name="T8" fmla="*/ 8 w 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8" y="0"/>
                  </a:moveTo>
                  <a:cubicBezTo>
                    <a:pt x="5" y="2"/>
                    <a:pt x="3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4"/>
                    <a:pt x="6" y="2"/>
                    <a:pt x="8" y="0"/>
                  </a:cubicBezTo>
                  <a:cubicBezTo>
                    <a:pt x="9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1553"/>
            <p:cNvSpPr>
              <a:spLocks/>
            </p:cNvSpPr>
            <p:nvPr/>
          </p:nvSpPr>
          <p:spPr bwMode="auto">
            <a:xfrm>
              <a:off x="169862" y="182563"/>
              <a:ext cx="58738" cy="28575"/>
            </a:xfrm>
            <a:custGeom>
              <a:avLst/>
              <a:gdLst>
                <a:gd name="T0" fmla="*/ 1 w 10"/>
                <a:gd name="T1" fmla="*/ 5 h 5"/>
                <a:gd name="T2" fmla="*/ 9 w 10"/>
                <a:gd name="T3" fmla="*/ 0 h 5"/>
                <a:gd name="T4" fmla="*/ 9 w 10"/>
                <a:gd name="T5" fmla="*/ 0 h 5"/>
                <a:gd name="T6" fmla="*/ 1 w 10"/>
                <a:gd name="T7" fmla="*/ 5 h 5"/>
                <a:gd name="T8" fmla="*/ 1 w 10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5">
                  <a:moveTo>
                    <a:pt x="1" y="5"/>
                  </a:moveTo>
                  <a:cubicBezTo>
                    <a:pt x="4" y="4"/>
                    <a:pt x="7" y="2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2"/>
                    <a:pt x="4" y="4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1554"/>
            <p:cNvSpPr>
              <a:spLocks/>
            </p:cNvSpPr>
            <p:nvPr/>
          </p:nvSpPr>
          <p:spPr bwMode="auto">
            <a:xfrm>
              <a:off x="163512" y="169863"/>
              <a:ext cx="52388" cy="36513"/>
            </a:xfrm>
            <a:custGeom>
              <a:avLst/>
              <a:gdLst>
                <a:gd name="T0" fmla="*/ 9 w 9"/>
                <a:gd name="T1" fmla="*/ 0 h 6"/>
                <a:gd name="T2" fmla="*/ 0 w 9"/>
                <a:gd name="T3" fmla="*/ 6 h 6"/>
                <a:gd name="T4" fmla="*/ 1 w 9"/>
                <a:gd name="T5" fmla="*/ 6 h 6"/>
                <a:gd name="T6" fmla="*/ 9 w 9"/>
                <a:gd name="T7" fmla="*/ 0 h 6"/>
                <a:gd name="T8" fmla="*/ 9 w 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3" y="4"/>
                    <a:pt x="6" y="2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1555"/>
            <p:cNvSpPr>
              <a:spLocks/>
            </p:cNvSpPr>
            <p:nvPr/>
          </p:nvSpPr>
          <p:spPr bwMode="auto">
            <a:xfrm>
              <a:off x="152400" y="165100"/>
              <a:ext cx="52388" cy="28575"/>
            </a:xfrm>
            <a:custGeom>
              <a:avLst/>
              <a:gdLst>
                <a:gd name="T0" fmla="*/ 0 w 9"/>
                <a:gd name="T1" fmla="*/ 5 h 5"/>
                <a:gd name="T2" fmla="*/ 9 w 9"/>
                <a:gd name="T3" fmla="*/ 0 h 5"/>
                <a:gd name="T4" fmla="*/ 9 w 9"/>
                <a:gd name="T5" fmla="*/ 0 h 5"/>
                <a:gd name="T6" fmla="*/ 0 w 9"/>
                <a:gd name="T7" fmla="*/ 5 h 5"/>
                <a:gd name="T8" fmla="*/ 0 w 9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cubicBezTo>
                    <a:pt x="3" y="4"/>
                    <a:pt x="6" y="2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2"/>
                    <a:pt x="3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556"/>
            <p:cNvSpPr>
              <a:spLocks/>
            </p:cNvSpPr>
            <p:nvPr/>
          </p:nvSpPr>
          <p:spPr bwMode="auto">
            <a:xfrm>
              <a:off x="146050" y="152400"/>
              <a:ext cx="58738" cy="34925"/>
            </a:xfrm>
            <a:custGeom>
              <a:avLst/>
              <a:gdLst>
                <a:gd name="T0" fmla="*/ 9 w 10"/>
                <a:gd name="T1" fmla="*/ 0 h 6"/>
                <a:gd name="T2" fmla="*/ 0 w 10"/>
                <a:gd name="T3" fmla="*/ 6 h 6"/>
                <a:gd name="T4" fmla="*/ 0 w 10"/>
                <a:gd name="T5" fmla="*/ 6 h 6"/>
                <a:gd name="T6" fmla="*/ 9 w 10"/>
                <a:gd name="T7" fmla="*/ 0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3"/>
                    <a:pt x="3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4"/>
                    <a:pt x="6" y="3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557"/>
            <p:cNvSpPr>
              <a:spLocks/>
            </p:cNvSpPr>
            <p:nvPr/>
          </p:nvSpPr>
          <p:spPr bwMode="auto">
            <a:xfrm>
              <a:off x="134937" y="147638"/>
              <a:ext cx="58738" cy="34925"/>
            </a:xfrm>
            <a:custGeom>
              <a:avLst/>
              <a:gdLst>
                <a:gd name="T0" fmla="*/ 1 w 10"/>
                <a:gd name="T1" fmla="*/ 6 h 6"/>
                <a:gd name="T2" fmla="*/ 10 w 10"/>
                <a:gd name="T3" fmla="*/ 0 h 6"/>
                <a:gd name="T4" fmla="*/ 10 w 10"/>
                <a:gd name="T5" fmla="*/ 0 h 6"/>
                <a:gd name="T6" fmla="*/ 0 w 10"/>
                <a:gd name="T7" fmla="*/ 6 h 6"/>
                <a:gd name="T8" fmla="*/ 1 w 10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4" y="4"/>
                    <a:pt x="7" y="2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558"/>
            <p:cNvSpPr>
              <a:spLocks/>
            </p:cNvSpPr>
            <p:nvPr/>
          </p:nvSpPr>
          <p:spPr bwMode="auto">
            <a:xfrm>
              <a:off x="128587" y="141288"/>
              <a:ext cx="52388" cy="34925"/>
            </a:xfrm>
            <a:custGeom>
              <a:avLst/>
              <a:gdLst>
                <a:gd name="T0" fmla="*/ 9 w 9"/>
                <a:gd name="T1" fmla="*/ 0 h 6"/>
                <a:gd name="T2" fmla="*/ 0 w 9"/>
                <a:gd name="T3" fmla="*/ 6 h 6"/>
                <a:gd name="T4" fmla="*/ 1 w 9"/>
                <a:gd name="T5" fmla="*/ 6 h 6"/>
                <a:gd name="T6" fmla="*/ 9 w 9"/>
                <a:gd name="T7" fmla="*/ 0 h 6"/>
                <a:gd name="T8" fmla="*/ 9 w 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3" y="4"/>
                    <a:pt x="6" y="2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559"/>
            <p:cNvSpPr>
              <a:spLocks/>
            </p:cNvSpPr>
            <p:nvPr/>
          </p:nvSpPr>
          <p:spPr bwMode="auto">
            <a:xfrm>
              <a:off x="122237" y="134938"/>
              <a:ext cx="53975" cy="30163"/>
            </a:xfrm>
            <a:custGeom>
              <a:avLst/>
              <a:gdLst>
                <a:gd name="T0" fmla="*/ 0 w 9"/>
                <a:gd name="T1" fmla="*/ 5 h 5"/>
                <a:gd name="T2" fmla="*/ 9 w 9"/>
                <a:gd name="T3" fmla="*/ 0 h 5"/>
                <a:gd name="T4" fmla="*/ 9 w 9"/>
                <a:gd name="T5" fmla="*/ 0 h 5"/>
                <a:gd name="T6" fmla="*/ 0 w 9"/>
                <a:gd name="T7" fmla="*/ 5 h 5"/>
                <a:gd name="T8" fmla="*/ 0 w 9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cubicBezTo>
                    <a:pt x="3" y="4"/>
                    <a:pt x="6" y="2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2"/>
                    <a:pt x="3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560"/>
            <p:cNvSpPr>
              <a:spLocks/>
            </p:cNvSpPr>
            <p:nvPr/>
          </p:nvSpPr>
          <p:spPr bwMode="auto">
            <a:xfrm>
              <a:off x="117475" y="128588"/>
              <a:ext cx="52388" cy="36513"/>
            </a:xfrm>
            <a:custGeom>
              <a:avLst/>
              <a:gdLst>
                <a:gd name="T0" fmla="*/ 9 w 9"/>
                <a:gd name="T1" fmla="*/ 0 h 6"/>
                <a:gd name="T2" fmla="*/ 0 w 9"/>
                <a:gd name="T3" fmla="*/ 6 h 6"/>
                <a:gd name="T4" fmla="*/ 0 w 9"/>
                <a:gd name="T5" fmla="*/ 6 h 6"/>
                <a:gd name="T6" fmla="*/ 9 w 9"/>
                <a:gd name="T7" fmla="*/ 0 h 6"/>
                <a:gd name="T8" fmla="*/ 9 w 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4"/>
                    <a:pt x="6" y="2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1561"/>
            <p:cNvSpPr>
              <a:spLocks/>
            </p:cNvSpPr>
            <p:nvPr/>
          </p:nvSpPr>
          <p:spPr bwMode="auto">
            <a:xfrm>
              <a:off x="104775" y="123825"/>
              <a:ext cx="58738" cy="28575"/>
            </a:xfrm>
            <a:custGeom>
              <a:avLst/>
              <a:gdLst>
                <a:gd name="T0" fmla="*/ 0 w 10"/>
                <a:gd name="T1" fmla="*/ 5 h 5"/>
                <a:gd name="T2" fmla="*/ 10 w 10"/>
                <a:gd name="T3" fmla="*/ 0 h 5"/>
                <a:gd name="T4" fmla="*/ 10 w 10"/>
                <a:gd name="T5" fmla="*/ 0 h 5"/>
                <a:gd name="T6" fmla="*/ 0 w 10"/>
                <a:gd name="T7" fmla="*/ 5 h 5"/>
                <a:gd name="T8" fmla="*/ 0 w 10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5">
                  <a:moveTo>
                    <a:pt x="0" y="5"/>
                  </a:moveTo>
                  <a:cubicBezTo>
                    <a:pt x="3" y="3"/>
                    <a:pt x="6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1"/>
                    <a:pt x="3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1562"/>
            <p:cNvSpPr>
              <a:spLocks/>
            </p:cNvSpPr>
            <p:nvPr/>
          </p:nvSpPr>
          <p:spPr bwMode="auto">
            <a:xfrm>
              <a:off x="111125" y="117475"/>
              <a:ext cx="47625" cy="41275"/>
            </a:xfrm>
            <a:custGeom>
              <a:avLst/>
              <a:gdLst>
                <a:gd name="T0" fmla="*/ 8 w 8"/>
                <a:gd name="T1" fmla="*/ 0 h 7"/>
                <a:gd name="T2" fmla="*/ 0 w 8"/>
                <a:gd name="T3" fmla="*/ 6 h 7"/>
                <a:gd name="T4" fmla="*/ 0 w 8"/>
                <a:gd name="T5" fmla="*/ 7 h 7"/>
                <a:gd name="T6" fmla="*/ 8 w 8"/>
                <a:gd name="T7" fmla="*/ 0 h 7"/>
                <a:gd name="T8" fmla="*/ 8 w 8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8" y="0"/>
                  </a:moveTo>
                  <a:cubicBezTo>
                    <a:pt x="6" y="3"/>
                    <a:pt x="3" y="5"/>
                    <a:pt x="0" y="6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3" y="5"/>
                    <a:pt x="6" y="3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1563"/>
            <p:cNvSpPr>
              <a:spLocks/>
            </p:cNvSpPr>
            <p:nvPr/>
          </p:nvSpPr>
          <p:spPr bwMode="auto">
            <a:xfrm>
              <a:off x="82550" y="106363"/>
              <a:ext cx="69850" cy="34925"/>
            </a:xfrm>
            <a:custGeom>
              <a:avLst/>
              <a:gdLst>
                <a:gd name="T0" fmla="*/ 1 w 12"/>
                <a:gd name="T1" fmla="*/ 6 h 6"/>
                <a:gd name="T2" fmla="*/ 12 w 12"/>
                <a:gd name="T3" fmla="*/ 0 h 6"/>
                <a:gd name="T4" fmla="*/ 12 w 12"/>
                <a:gd name="T5" fmla="*/ 0 h 6"/>
                <a:gd name="T6" fmla="*/ 0 w 12"/>
                <a:gd name="T7" fmla="*/ 6 h 6"/>
                <a:gd name="T8" fmla="*/ 1 w 1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1" y="6"/>
                  </a:moveTo>
                  <a:cubicBezTo>
                    <a:pt x="4" y="4"/>
                    <a:pt x="8" y="1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1"/>
                    <a:pt x="4" y="3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564"/>
            <p:cNvSpPr>
              <a:spLocks/>
            </p:cNvSpPr>
            <p:nvPr/>
          </p:nvSpPr>
          <p:spPr bwMode="auto">
            <a:xfrm>
              <a:off x="87312" y="100013"/>
              <a:ext cx="65088" cy="41275"/>
            </a:xfrm>
            <a:custGeom>
              <a:avLst/>
              <a:gdLst>
                <a:gd name="T0" fmla="*/ 10 w 11"/>
                <a:gd name="T1" fmla="*/ 0 h 7"/>
                <a:gd name="T2" fmla="*/ 0 w 11"/>
                <a:gd name="T3" fmla="*/ 7 h 7"/>
                <a:gd name="T4" fmla="*/ 0 w 11"/>
                <a:gd name="T5" fmla="*/ 7 h 7"/>
                <a:gd name="T6" fmla="*/ 10 w 11"/>
                <a:gd name="T7" fmla="*/ 0 h 7"/>
                <a:gd name="T8" fmla="*/ 10 w 1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10" y="0"/>
                  </a:moveTo>
                  <a:cubicBezTo>
                    <a:pt x="7" y="2"/>
                    <a:pt x="3" y="5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5"/>
                    <a:pt x="7" y="2"/>
                    <a:pt x="10" y="0"/>
                  </a:cubicBezTo>
                  <a:cubicBezTo>
                    <a:pt x="11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565"/>
            <p:cNvSpPr>
              <a:spLocks/>
            </p:cNvSpPr>
            <p:nvPr/>
          </p:nvSpPr>
          <p:spPr bwMode="auto">
            <a:xfrm>
              <a:off x="63500" y="87313"/>
              <a:ext cx="82550" cy="47625"/>
            </a:xfrm>
            <a:custGeom>
              <a:avLst/>
              <a:gdLst>
                <a:gd name="T0" fmla="*/ 0 w 14"/>
                <a:gd name="T1" fmla="*/ 8 h 8"/>
                <a:gd name="T2" fmla="*/ 14 w 14"/>
                <a:gd name="T3" fmla="*/ 0 h 8"/>
                <a:gd name="T4" fmla="*/ 13 w 14"/>
                <a:gd name="T5" fmla="*/ 0 h 8"/>
                <a:gd name="T6" fmla="*/ 0 w 14"/>
                <a:gd name="T7" fmla="*/ 8 h 8"/>
                <a:gd name="T8" fmla="*/ 0 w 14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8"/>
                  </a:moveTo>
                  <a:cubicBezTo>
                    <a:pt x="4" y="5"/>
                    <a:pt x="9" y="2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9" y="2"/>
                    <a:pt x="4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566"/>
            <p:cNvSpPr>
              <a:spLocks/>
            </p:cNvSpPr>
            <p:nvPr/>
          </p:nvSpPr>
          <p:spPr bwMode="auto">
            <a:xfrm>
              <a:off x="58737" y="76200"/>
              <a:ext cx="87313" cy="58738"/>
            </a:xfrm>
            <a:custGeom>
              <a:avLst/>
              <a:gdLst>
                <a:gd name="T0" fmla="*/ 15 w 15"/>
                <a:gd name="T1" fmla="*/ 0 h 10"/>
                <a:gd name="T2" fmla="*/ 0 w 15"/>
                <a:gd name="T3" fmla="*/ 10 h 10"/>
                <a:gd name="T4" fmla="*/ 1 w 15"/>
                <a:gd name="T5" fmla="*/ 10 h 10"/>
                <a:gd name="T6" fmla="*/ 15 w 15"/>
                <a:gd name="T7" fmla="*/ 0 h 10"/>
                <a:gd name="T8" fmla="*/ 15 w 15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15" y="0"/>
                  </a:moveTo>
                  <a:cubicBezTo>
                    <a:pt x="10" y="3"/>
                    <a:pt x="5" y="7"/>
                    <a:pt x="0" y="10"/>
                  </a:cubicBezTo>
                  <a:cubicBezTo>
                    <a:pt x="0" y="10"/>
                    <a:pt x="0" y="10"/>
                    <a:pt x="1" y="10"/>
                  </a:cubicBezTo>
                  <a:cubicBezTo>
                    <a:pt x="5" y="7"/>
                    <a:pt x="10" y="3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567"/>
            <p:cNvSpPr>
              <a:spLocks/>
            </p:cNvSpPr>
            <p:nvPr/>
          </p:nvSpPr>
          <p:spPr bwMode="auto">
            <a:xfrm>
              <a:off x="34925" y="58738"/>
              <a:ext cx="111125" cy="58738"/>
            </a:xfrm>
            <a:custGeom>
              <a:avLst/>
              <a:gdLst>
                <a:gd name="T0" fmla="*/ 0 w 19"/>
                <a:gd name="T1" fmla="*/ 10 h 10"/>
                <a:gd name="T2" fmla="*/ 18 w 19"/>
                <a:gd name="T3" fmla="*/ 0 h 10"/>
                <a:gd name="T4" fmla="*/ 18 w 19"/>
                <a:gd name="T5" fmla="*/ 0 h 10"/>
                <a:gd name="T6" fmla="*/ 0 w 19"/>
                <a:gd name="T7" fmla="*/ 10 h 10"/>
                <a:gd name="T8" fmla="*/ 0 w 19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0" y="10"/>
                  </a:moveTo>
                  <a:cubicBezTo>
                    <a:pt x="6" y="7"/>
                    <a:pt x="12" y="3"/>
                    <a:pt x="18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2" y="3"/>
                    <a:pt x="6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1568"/>
            <p:cNvSpPr>
              <a:spLocks/>
            </p:cNvSpPr>
            <p:nvPr/>
          </p:nvSpPr>
          <p:spPr bwMode="auto">
            <a:xfrm>
              <a:off x="28575" y="87313"/>
              <a:ext cx="53975" cy="30163"/>
            </a:xfrm>
            <a:custGeom>
              <a:avLst/>
              <a:gdLst>
                <a:gd name="T0" fmla="*/ 9 w 9"/>
                <a:gd name="T1" fmla="*/ 0 h 5"/>
                <a:gd name="T2" fmla="*/ 1 w 9"/>
                <a:gd name="T3" fmla="*/ 5 h 5"/>
                <a:gd name="T4" fmla="*/ 1 w 9"/>
                <a:gd name="T5" fmla="*/ 5 h 5"/>
                <a:gd name="T6" fmla="*/ 9 w 9"/>
                <a:gd name="T7" fmla="*/ 0 h 5"/>
                <a:gd name="T8" fmla="*/ 9 w 9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cubicBezTo>
                    <a:pt x="6" y="2"/>
                    <a:pt x="3" y="4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4" y="4"/>
                    <a:pt x="6" y="2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1569"/>
            <p:cNvSpPr>
              <a:spLocks/>
            </p:cNvSpPr>
            <p:nvPr/>
          </p:nvSpPr>
          <p:spPr bwMode="auto">
            <a:xfrm>
              <a:off x="82550" y="46038"/>
              <a:ext cx="57150" cy="41275"/>
            </a:xfrm>
            <a:custGeom>
              <a:avLst/>
              <a:gdLst>
                <a:gd name="T0" fmla="*/ 10 w 10"/>
                <a:gd name="T1" fmla="*/ 0 h 7"/>
                <a:gd name="T2" fmla="*/ 0 w 10"/>
                <a:gd name="T3" fmla="*/ 7 h 7"/>
                <a:gd name="T4" fmla="*/ 1 w 10"/>
                <a:gd name="T5" fmla="*/ 7 h 7"/>
                <a:gd name="T6" fmla="*/ 10 w 10"/>
                <a:gd name="T7" fmla="*/ 0 h 7"/>
                <a:gd name="T8" fmla="*/ 10 w 10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10" y="0"/>
                  </a:moveTo>
                  <a:cubicBezTo>
                    <a:pt x="7" y="2"/>
                    <a:pt x="4" y="5"/>
                    <a:pt x="0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4" y="5"/>
                    <a:pt x="7" y="2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1570"/>
            <p:cNvSpPr>
              <a:spLocks/>
            </p:cNvSpPr>
            <p:nvPr/>
          </p:nvSpPr>
          <p:spPr bwMode="auto">
            <a:xfrm>
              <a:off x="93662" y="41275"/>
              <a:ext cx="41275" cy="17463"/>
            </a:xfrm>
            <a:custGeom>
              <a:avLst/>
              <a:gdLst>
                <a:gd name="T0" fmla="*/ 0 w 7"/>
                <a:gd name="T1" fmla="*/ 3 h 3"/>
                <a:gd name="T2" fmla="*/ 7 w 7"/>
                <a:gd name="T3" fmla="*/ 0 h 3"/>
                <a:gd name="T4" fmla="*/ 7 w 7"/>
                <a:gd name="T5" fmla="*/ 0 h 3"/>
                <a:gd name="T6" fmla="*/ 0 w 7"/>
                <a:gd name="T7" fmla="*/ 3 h 3"/>
                <a:gd name="T8" fmla="*/ 0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cubicBezTo>
                    <a:pt x="2" y="2"/>
                    <a:pt x="5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0"/>
                    <a:pt x="2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1571"/>
            <p:cNvSpPr>
              <a:spLocks/>
            </p:cNvSpPr>
            <p:nvPr/>
          </p:nvSpPr>
          <p:spPr bwMode="auto">
            <a:xfrm>
              <a:off x="23812" y="82550"/>
              <a:ext cx="28575" cy="23813"/>
            </a:xfrm>
            <a:custGeom>
              <a:avLst/>
              <a:gdLst>
                <a:gd name="T0" fmla="*/ 0 w 5"/>
                <a:gd name="T1" fmla="*/ 4 h 4"/>
                <a:gd name="T2" fmla="*/ 5 w 5"/>
                <a:gd name="T3" fmla="*/ 1 h 4"/>
                <a:gd name="T4" fmla="*/ 4 w 5"/>
                <a:gd name="T5" fmla="*/ 1 h 4"/>
                <a:gd name="T6" fmla="*/ 0 w 5"/>
                <a:gd name="T7" fmla="*/ 3 h 4"/>
                <a:gd name="T8" fmla="*/ 0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2" y="3"/>
                    <a:pt x="3" y="2"/>
                    <a:pt x="5" y="1"/>
                  </a:cubicBezTo>
                  <a:cubicBezTo>
                    <a:pt x="5" y="1"/>
                    <a:pt x="5" y="0"/>
                    <a:pt x="4" y="1"/>
                  </a:cubicBezTo>
                  <a:cubicBezTo>
                    <a:pt x="3" y="2"/>
                    <a:pt x="2" y="2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1572"/>
            <p:cNvSpPr>
              <a:spLocks/>
            </p:cNvSpPr>
            <p:nvPr/>
          </p:nvSpPr>
          <p:spPr bwMode="auto">
            <a:xfrm>
              <a:off x="23812" y="87313"/>
              <a:ext cx="22225" cy="12700"/>
            </a:xfrm>
            <a:custGeom>
              <a:avLst/>
              <a:gdLst>
                <a:gd name="T0" fmla="*/ 4 w 4"/>
                <a:gd name="T1" fmla="*/ 0 h 2"/>
                <a:gd name="T2" fmla="*/ 0 w 4"/>
                <a:gd name="T3" fmla="*/ 2 h 2"/>
                <a:gd name="T4" fmla="*/ 0 w 4"/>
                <a:gd name="T5" fmla="*/ 2 h 2"/>
                <a:gd name="T6" fmla="*/ 4 w 4"/>
                <a:gd name="T7" fmla="*/ 0 h 2"/>
                <a:gd name="T8" fmla="*/ 4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3" y="1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1573"/>
            <p:cNvSpPr>
              <a:spLocks/>
            </p:cNvSpPr>
            <p:nvPr/>
          </p:nvSpPr>
          <p:spPr bwMode="auto">
            <a:xfrm>
              <a:off x="93662" y="28575"/>
              <a:ext cx="41275" cy="30163"/>
            </a:xfrm>
            <a:custGeom>
              <a:avLst/>
              <a:gdLst>
                <a:gd name="T0" fmla="*/ 6 w 7"/>
                <a:gd name="T1" fmla="*/ 0 h 5"/>
                <a:gd name="T2" fmla="*/ 0 w 7"/>
                <a:gd name="T3" fmla="*/ 5 h 5"/>
                <a:gd name="T4" fmla="*/ 0 w 7"/>
                <a:gd name="T5" fmla="*/ 5 h 5"/>
                <a:gd name="T6" fmla="*/ 6 w 7"/>
                <a:gd name="T7" fmla="*/ 0 h 5"/>
                <a:gd name="T8" fmla="*/ 6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6" y="0"/>
                  </a:moveTo>
                  <a:cubicBezTo>
                    <a:pt x="4" y="2"/>
                    <a:pt x="2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3"/>
                    <a:pt x="4" y="2"/>
                    <a:pt x="6" y="0"/>
                  </a:cubicBezTo>
                  <a:cubicBezTo>
                    <a:pt x="7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1574"/>
            <p:cNvSpPr>
              <a:spLocks/>
            </p:cNvSpPr>
            <p:nvPr/>
          </p:nvSpPr>
          <p:spPr bwMode="auto">
            <a:xfrm>
              <a:off x="82550" y="23813"/>
              <a:ext cx="39688" cy="17463"/>
            </a:xfrm>
            <a:custGeom>
              <a:avLst/>
              <a:gdLst>
                <a:gd name="T0" fmla="*/ 0 w 7"/>
                <a:gd name="T1" fmla="*/ 3 h 3"/>
                <a:gd name="T2" fmla="*/ 7 w 7"/>
                <a:gd name="T3" fmla="*/ 0 h 3"/>
                <a:gd name="T4" fmla="*/ 7 w 7"/>
                <a:gd name="T5" fmla="*/ 0 h 3"/>
                <a:gd name="T6" fmla="*/ 0 w 7"/>
                <a:gd name="T7" fmla="*/ 3 h 3"/>
                <a:gd name="T8" fmla="*/ 0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cubicBezTo>
                    <a:pt x="2" y="2"/>
                    <a:pt x="5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1"/>
                    <a:pt x="2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1575"/>
            <p:cNvSpPr>
              <a:spLocks/>
            </p:cNvSpPr>
            <p:nvPr/>
          </p:nvSpPr>
          <p:spPr bwMode="auto">
            <a:xfrm>
              <a:off x="82550" y="17463"/>
              <a:ext cx="28575" cy="17463"/>
            </a:xfrm>
            <a:custGeom>
              <a:avLst/>
              <a:gdLst>
                <a:gd name="T0" fmla="*/ 4 w 5"/>
                <a:gd name="T1" fmla="*/ 0 h 3"/>
                <a:gd name="T2" fmla="*/ 0 w 5"/>
                <a:gd name="T3" fmla="*/ 3 h 3"/>
                <a:gd name="T4" fmla="*/ 0 w 5"/>
                <a:gd name="T5" fmla="*/ 3 h 3"/>
                <a:gd name="T6" fmla="*/ 5 w 5"/>
                <a:gd name="T7" fmla="*/ 0 h 3"/>
                <a:gd name="T8" fmla="*/ 4 w 5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2"/>
                    <a:pt x="3" y="1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1576"/>
            <p:cNvSpPr>
              <a:spLocks/>
            </p:cNvSpPr>
            <p:nvPr/>
          </p:nvSpPr>
          <p:spPr bwMode="auto">
            <a:xfrm>
              <a:off x="69850" y="11113"/>
              <a:ext cx="34925" cy="17463"/>
            </a:xfrm>
            <a:custGeom>
              <a:avLst/>
              <a:gdLst>
                <a:gd name="T0" fmla="*/ 1 w 6"/>
                <a:gd name="T1" fmla="*/ 3 h 3"/>
                <a:gd name="T2" fmla="*/ 6 w 6"/>
                <a:gd name="T3" fmla="*/ 0 h 3"/>
                <a:gd name="T4" fmla="*/ 6 w 6"/>
                <a:gd name="T5" fmla="*/ 0 h 3"/>
                <a:gd name="T6" fmla="*/ 1 w 6"/>
                <a:gd name="T7" fmla="*/ 3 h 3"/>
                <a:gd name="T8" fmla="*/ 1 w 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1" y="3"/>
                  </a:moveTo>
                  <a:cubicBezTo>
                    <a:pt x="3" y="2"/>
                    <a:pt x="4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1577"/>
            <p:cNvSpPr>
              <a:spLocks/>
            </p:cNvSpPr>
            <p:nvPr/>
          </p:nvSpPr>
          <p:spPr bwMode="auto">
            <a:xfrm>
              <a:off x="63500" y="11113"/>
              <a:ext cx="23813" cy="12700"/>
            </a:xfrm>
            <a:custGeom>
              <a:avLst/>
              <a:gdLst>
                <a:gd name="T0" fmla="*/ 3 w 4"/>
                <a:gd name="T1" fmla="*/ 0 h 2"/>
                <a:gd name="T2" fmla="*/ 0 w 4"/>
                <a:gd name="T3" fmla="*/ 2 h 2"/>
                <a:gd name="T4" fmla="*/ 0 w 4"/>
                <a:gd name="T5" fmla="*/ 2 h 2"/>
                <a:gd name="T6" fmla="*/ 3 w 4"/>
                <a:gd name="T7" fmla="*/ 0 h 2"/>
                <a:gd name="T8" fmla="*/ 3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1"/>
                    <a:pt x="2" y="1"/>
                    <a:pt x="3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1578"/>
            <p:cNvSpPr>
              <a:spLocks/>
            </p:cNvSpPr>
            <p:nvPr/>
          </p:nvSpPr>
          <p:spPr bwMode="auto">
            <a:xfrm>
              <a:off x="215900" y="128588"/>
              <a:ext cx="30163" cy="12700"/>
            </a:xfrm>
            <a:custGeom>
              <a:avLst/>
              <a:gdLst>
                <a:gd name="T0" fmla="*/ 0 w 5"/>
                <a:gd name="T1" fmla="*/ 2 h 2"/>
                <a:gd name="T2" fmla="*/ 5 w 5"/>
                <a:gd name="T3" fmla="*/ 0 h 2"/>
                <a:gd name="T4" fmla="*/ 5 w 5"/>
                <a:gd name="T5" fmla="*/ 0 h 2"/>
                <a:gd name="T6" fmla="*/ 0 w 5"/>
                <a:gd name="T7" fmla="*/ 2 h 2"/>
                <a:gd name="T8" fmla="*/ 0 w 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2" y="1"/>
                    <a:pt x="3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1579"/>
            <p:cNvSpPr>
              <a:spLocks/>
            </p:cNvSpPr>
            <p:nvPr/>
          </p:nvSpPr>
          <p:spPr bwMode="auto">
            <a:xfrm>
              <a:off x="211137" y="93663"/>
              <a:ext cx="63500" cy="47625"/>
            </a:xfrm>
            <a:custGeom>
              <a:avLst/>
              <a:gdLst>
                <a:gd name="T0" fmla="*/ 11 w 11"/>
                <a:gd name="T1" fmla="*/ 0 h 8"/>
                <a:gd name="T2" fmla="*/ 1 w 11"/>
                <a:gd name="T3" fmla="*/ 8 h 8"/>
                <a:gd name="T4" fmla="*/ 1 w 11"/>
                <a:gd name="T5" fmla="*/ 8 h 8"/>
                <a:gd name="T6" fmla="*/ 11 w 11"/>
                <a:gd name="T7" fmla="*/ 0 h 8"/>
                <a:gd name="T8" fmla="*/ 11 w 1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8">
                  <a:moveTo>
                    <a:pt x="11" y="0"/>
                  </a:moveTo>
                  <a:cubicBezTo>
                    <a:pt x="7" y="2"/>
                    <a:pt x="3" y="5"/>
                    <a:pt x="1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4" y="5"/>
                    <a:pt x="7" y="3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1580"/>
            <p:cNvSpPr>
              <a:spLocks/>
            </p:cNvSpPr>
            <p:nvPr/>
          </p:nvSpPr>
          <p:spPr bwMode="auto">
            <a:xfrm>
              <a:off x="193675" y="82550"/>
              <a:ext cx="93663" cy="46038"/>
            </a:xfrm>
            <a:custGeom>
              <a:avLst/>
              <a:gdLst>
                <a:gd name="T0" fmla="*/ 1 w 16"/>
                <a:gd name="T1" fmla="*/ 8 h 8"/>
                <a:gd name="T2" fmla="*/ 16 w 16"/>
                <a:gd name="T3" fmla="*/ 0 h 8"/>
                <a:gd name="T4" fmla="*/ 16 w 16"/>
                <a:gd name="T5" fmla="*/ 0 h 8"/>
                <a:gd name="T6" fmla="*/ 1 w 16"/>
                <a:gd name="T7" fmla="*/ 8 h 8"/>
                <a:gd name="T8" fmla="*/ 1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1" y="8"/>
                  </a:moveTo>
                  <a:cubicBezTo>
                    <a:pt x="6" y="6"/>
                    <a:pt x="11" y="3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3"/>
                    <a:pt x="6" y="6"/>
                    <a:pt x="1" y="8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1581"/>
            <p:cNvSpPr>
              <a:spLocks/>
            </p:cNvSpPr>
            <p:nvPr/>
          </p:nvSpPr>
          <p:spPr bwMode="auto">
            <a:xfrm>
              <a:off x="198437" y="58738"/>
              <a:ext cx="93663" cy="69850"/>
            </a:xfrm>
            <a:custGeom>
              <a:avLst/>
              <a:gdLst>
                <a:gd name="T0" fmla="*/ 16 w 16"/>
                <a:gd name="T1" fmla="*/ 0 h 12"/>
                <a:gd name="T2" fmla="*/ 0 w 16"/>
                <a:gd name="T3" fmla="*/ 12 h 12"/>
                <a:gd name="T4" fmla="*/ 0 w 16"/>
                <a:gd name="T5" fmla="*/ 12 h 12"/>
                <a:gd name="T6" fmla="*/ 16 w 16"/>
                <a:gd name="T7" fmla="*/ 0 h 12"/>
                <a:gd name="T8" fmla="*/ 16 w 1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2">
                  <a:moveTo>
                    <a:pt x="16" y="0"/>
                  </a:moveTo>
                  <a:cubicBezTo>
                    <a:pt x="10" y="4"/>
                    <a:pt x="4" y="7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7"/>
                    <a:pt x="10" y="4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1582"/>
            <p:cNvSpPr>
              <a:spLocks/>
            </p:cNvSpPr>
            <p:nvPr/>
          </p:nvSpPr>
          <p:spPr bwMode="auto">
            <a:xfrm>
              <a:off x="193675" y="58738"/>
              <a:ext cx="98425" cy="58738"/>
            </a:xfrm>
            <a:custGeom>
              <a:avLst/>
              <a:gdLst>
                <a:gd name="T0" fmla="*/ 0 w 17"/>
                <a:gd name="T1" fmla="*/ 10 h 10"/>
                <a:gd name="T2" fmla="*/ 17 w 17"/>
                <a:gd name="T3" fmla="*/ 0 h 10"/>
                <a:gd name="T4" fmla="*/ 17 w 17"/>
                <a:gd name="T5" fmla="*/ 0 h 10"/>
                <a:gd name="T6" fmla="*/ 0 w 17"/>
                <a:gd name="T7" fmla="*/ 10 h 10"/>
                <a:gd name="T8" fmla="*/ 0 w 17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0" y="10"/>
                  </a:moveTo>
                  <a:cubicBezTo>
                    <a:pt x="6" y="7"/>
                    <a:pt x="12" y="4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1" y="3"/>
                    <a:pt x="6" y="7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1583"/>
            <p:cNvSpPr>
              <a:spLocks/>
            </p:cNvSpPr>
            <p:nvPr/>
          </p:nvSpPr>
          <p:spPr bwMode="auto">
            <a:xfrm>
              <a:off x="187325" y="41275"/>
              <a:ext cx="104775" cy="69850"/>
            </a:xfrm>
            <a:custGeom>
              <a:avLst/>
              <a:gdLst>
                <a:gd name="T0" fmla="*/ 17 w 18"/>
                <a:gd name="T1" fmla="*/ 0 h 12"/>
                <a:gd name="T2" fmla="*/ 0 w 18"/>
                <a:gd name="T3" fmla="*/ 12 h 12"/>
                <a:gd name="T4" fmla="*/ 1 w 18"/>
                <a:gd name="T5" fmla="*/ 12 h 12"/>
                <a:gd name="T6" fmla="*/ 18 w 18"/>
                <a:gd name="T7" fmla="*/ 0 h 12"/>
                <a:gd name="T8" fmla="*/ 17 w 1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2">
                  <a:moveTo>
                    <a:pt x="17" y="0"/>
                  </a:moveTo>
                  <a:cubicBezTo>
                    <a:pt x="12" y="4"/>
                    <a:pt x="6" y="8"/>
                    <a:pt x="0" y="12"/>
                  </a:cubicBezTo>
                  <a:cubicBezTo>
                    <a:pt x="0" y="12"/>
                    <a:pt x="1" y="12"/>
                    <a:pt x="1" y="12"/>
                  </a:cubicBezTo>
                  <a:cubicBezTo>
                    <a:pt x="6" y="8"/>
                    <a:pt x="12" y="4"/>
                    <a:pt x="18" y="0"/>
                  </a:cubicBezTo>
                  <a:cubicBezTo>
                    <a:pt x="18" y="0"/>
                    <a:pt x="18" y="0"/>
                    <a:pt x="1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584"/>
            <p:cNvSpPr>
              <a:spLocks/>
            </p:cNvSpPr>
            <p:nvPr/>
          </p:nvSpPr>
          <p:spPr bwMode="auto">
            <a:xfrm>
              <a:off x="187325" y="41275"/>
              <a:ext cx="104775" cy="58738"/>
            </a:xfrm>
            <a:custGeom>
              <a:avLst/>
              <a:gdLst>
                <a:gd name="T0" fmla="*/ 1 w 18"/>
                <a:gd name="T1" fmla="*/ 9 h 10"/>
                <a:gd name="T2" fmla="*/ 17 w 18"/>
                <a:gd name="T3" fmla="*/ 0 h 10"/>
                <a:gd name="T4" fmla="*/ 17 w 18"/>
                <a:gd name="T5" fmla="*/ 0 h 10"/>
                <a:gd name="T6" fmla="*/ 1 w 18"/>
                <a:gd name="T7" fmla="*/ 9 h 10"/>
                <a:gd name="T8" fmla="*/ 1 w 18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" y="9"/>
                  </a:moveTo>
                  <a:cubicBezTo>
                    <a:pt x="6" y="6"/>
                    <a:pt x="12" y="3"/>
                    <a:pt x="17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2" y="3"/>
                    <a:pt x="6" y="6"/>
                    <a:pt x="1" y="9"/>
                  </a:cubicBezTo>
                  <a:cubicBezTo>
                    <a:pt x="0" y="9"/>
                    <a:pt x="1" y="10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585"/>
            <p:cNvSpPr>
              <a:spLocks/>
            </p:cNvSpPr>
            <p:nvPr/>
          </p:nvSpPr>
          <p:spPr bwMode="auto">
            <a:xfrm>
              <a:off x="34925" y="252413"/>
              <a:ext cx="58738" cy="41275"/>
            </a:xfrm>
            <a:custGeom>
              <a:avLst/>
              <a:gdLst>
                <a:gd name="T0" fmla="*/ 0 w 10"/>
                <a:gd name="T1" fmla="*/ 7 h 7"/>
                <a:gd name="T2" fmla="*/ 10 w 10"/>
                <a:gd name="T3" fmla="*/ 0 h 7"/>
                <a:gd name="T4" fmla="*/ 10 w 10"/>
                <a:gd name="T5" fmla="*/ 0 h 7"/>
                <a:gd name="T6" fmla="*/ 0 w 10"/>
                <a:gd name="T7" fmla="*/ 7 h 7"/>
                <a:gd name="T8" fmla="*/ 0 w 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7"/>
                  </a:moveTo>
                  <a:cubicBezTo>
                    <a:pt x="4" y="5"/>
                    <a:pt x="6" y="2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2"/>
                    <a:pt x="3" y="5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1586"/>
            <p:cNvSpPr>
              <a:spLocks/>
            </p:cNvSpPr>
            <p:nvPr/>
          </p:nvSpPr>
          <p:spPr bwMode="auto">
            <a:xfrm>
              <a:off x="28575" y="234950"/>
              <a:ext cx="71438" cy="53975"/>
            </a:xfrm>
            <a:custGeom>
              <a:avLst/>
              <a:gdLst>
                <a:gd name="T0" fmla="*/ 12 w 12"/>
                <a:gd name="T1" fmla="*/ 0 h 9"/>
                <a:gd name="T2" fmla="*/ 0 w 12"/>
                <a:gd name="T3" fmla="*/ 9 h 9"/>
                <a:gd name="T4" fmla="*/ 0 w 12"/>
                <a:gd name="T5" fmla="*/ 9 h 9"/>
                <a:gd name="T6" fmla="*/ 12 w 12"/>
                <a:gd name="T7" fmla="*/ 0 h 9"/>
                <a:gd name="T8" fmla="*/ 12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12" y="0"/>
                  </a:moveTo>
                  <a:cubicBezTo>
                    <a:pt x="8" y="4"/>
                    <a:pt x="3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6"/>
                    <a:pt x="8" y="4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1587"/>
            <p:cNvSpPr>
              <a:spLocks/>
            </p:cNvSpPr>
            <p:nvPr/>
          </p:nvSpPr>
          <p:spPr bwMode="auto">
            <a:xfrm>
              <a:off x="28575" y="217488"/>
              <a:ext cx="82550" cy="58738"/>
            </a:xfrm>
            <a:custGeom>
              <a:avLst/>
              <a:gdLst>
                <a:gd name="T0" fmla="*/ 0 w 14"/>
                <a:gd name="T1" fmla="*/ 10 h 10"/>
                <a:gd name="T2" fmla="*/ 14 w 14"/>
                <a:gd name="T3" fmla="*/ 0 h 10"/>
                <a:gd name="T4" fmla="*/ 14 w 14"/>
                <a:gd name="T5" fmla="*/ 0 h 10"/>
                <a:gd name="T6" fmla="*/ 0 w 14"/>
                <a:gd name="T7" fmla="*/ 9 h 10"/>
                <a:gd name="T8" fmla="*/ 0 w 14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0">
                  <a:moveTo>
                    <a:pt x="0" y="10"/>
                  </a:moveTo>
                  <a:cubicBezTo>
                    <a:pt x="5" y="6"/>
                    <a:pt x="9" y="3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8" y="2"/>
                    <a:pt x="4" y="6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1588"/>
            <p:cNvSpPr>
              <a:spLocks/>
            </p:cNvSpPr>
            <p:nvPr/>
          </p:nvSpPr>
          <p:spPr bwMode="auto">
            <a:xfrm>
              <a:off x="28575" y="223838"/>
              <a:ext cx="47625" cy="34925"/>
            </a:xfrm>
            <a:custGeom>
              <a:avLst/>
              <a:gdLst>
                <a:gd name="T0" fmla="*/ 7 w 8"/>
                <a:gd name="T1" fmla="*/ 0 h 6"/>
                <a:gd name="T2" fmla="*/ 1 w 8"/>
                <a:gd name="T3" fmla="*/ 6 h 6"/>
                <a:gd name="T4" fmla="*/ 1 w 8"/>
                <a:gd name="T5" fmla="*/ 6 h 6"/>
                <a:gd name="T6" fmla="*/ 8 w 8"/>
                <a:gd name="T7" fmla="*/ 0 h 6"/>
                <a:gd name="T8" fmla="*/ 7 w 8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6">
                  <a:moveTo>
                    <a:pt x="7" y="0"/>
                  </a:moveTo>
                  <a:cubicBezTo>
                    <a:pt x="5" y="2"/>
                    <a:pt x="3" y="4"/>
                    <a:pt x="1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3" y="4"/>
                    <a:pt x="5" y="2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" name="Group 6931"/>
          <p:cNvGrpSpPr>
            <a:grpSpLocks/>
          </p:cNvGrpSpPr>
          <p:nvPr/>
        </p:nvGrpSpPr>
        <p:grpSpPr bwMode="auto">
          <a:xfrm>
            <a:off x="796853" y="5475432"/>
            <a:ext cx="1201737" cy="1249363"/>
            <a:chOff x="0" y="0"/>
            <a:chExt cx="1201738" cy="1249363"/>
          </a:xfrm>
        </p:grpSpPr>
        <p:sp>
          <p:nvSpPr>
            <p:cNvPr id="85" name="Freeform 10623"/>
            <p:cNvSpPr>
              <a:spLocks noEditPoints="1"/>
            </p:cNvSpPr>
            <p:nvPr/>
          </p:nvSpPr>
          <p:spPr bwMode="auto">
            <a:xfrm>
              <a:off x="112713" y="115888"/>
              <a:ext cx="995363" cy="700088"/>
            </a:xfrm>
            <a:custGeom>
              <a:avLst/>
              <a:gdLst>
                <a:gd name="T0" fmla="*/ 236 w 265"/>
                <a:gd name="T1" fmla="*/ 3 h 186"/>
                <a:gd name="T2" fmla="*/ 220 w 265"/>
                <a:gd name="T3" fmla="*/ 5 h 186"/>
                <a:gd name="T4" fmla="*/ 206 w 265"/>
                <a:gd name="T5" fmla="*/ 4 h 186"/>
                <a:gd name="T6" fmla="*/ 204 w 265"/>
                <a:gd name="T7" fmla="*/ 3 h 186"/>
                <a:gd name="T8" fmla="*/ 166 w 265"/>
                <a:gd name="T9" fmla="*/ 3 h 186"/>
                <a:gd name="T10" fmla="*/ 88 w 265"/>
                <a:gd name="T11" fmla="*/ 6 h 186"/>
                <a:gd name="T12" fmla="*/ 66 w 265"/>
                <a:gd name="T13" fmla="*/ 3 h 186"/>
                <a:gd name="T14" fmla="*/ 61 w 265"/>
                <a:gd name="T15" fmla="*/ 4 h 186"/>
                <a:gd name="T16" fmla="*/ 7 w 265"/>
                <a:gd name="T17" fmla="*/ 10 h 186"/>
                <a:gd name="T18" fmla="*/ 7 w 265"/>
                <a:gd name="T19" fmla="*/ 16 h 186"/>
                <a:gd name="T20" fmla="*/ 7 w 265"/>
                <a:gd name="T21" fmla="*/ 138 h 186"/>
                <a:gd name="T22" fmla="*/ 24 w 265"/>
                <a:gd name="T23" fmla="*/ 181 h 186"/>
                <a:gd name="T24" fmla="*/ 96 w 265"/>
                <a:gd name="T25" fmla="*/ 177 h 186"/>
                <a:gd name="T26" fmla="*/ 110 w 265"/>
                <a:gd name="T27" fmla="*/ 177 h 186"/>
                <a:gd name="T28" fmla="*/ 198 w 265"/>
                <a:gd name="T29" fmla="*/ 178 h 186"/>
                <a:gd name="T30" fmla="*/ 227 w 265"/>
                <a:gd name="T31" fmla="*/ 186 h 186"/>
                <a:gd name="T32" fmla="*/ 233 w 265"/>
                <a:gd name="T33" fmla="*/ 174 h 186"/>
                <a:gd name="T34" fmla="*/ 240 w 265"/>
                <a:gd name="T35" fmla="*/ 175 h 186"/>
                <a:gd name="T36" fmla="*/ 255 w 265"/>
                <a:gd name="T37" fmla="*/ 173 h 186"/>
                <a:gd name="T38" fmla="*/ 257 w 265"/>
                <a:gd name="T39" fmla="*/ 172 h 186"/>
                <a:gd name="T40" fmla="*/ 261 w 265"/>
                <a:gd name="T41" fmla="*/ 172 h 186"/>
                <a:gd name="T42" fmla="*/ 257 w 265"/>
                <a:gd name="T43" fmla="*/ 156 h 186"/>
                <a:gd name="T44" fmla="*/ 253 w 265"/>
                <a:gd name="T45" fmla="*/ 168 h 186"/>
                <a:gd name="T46" fmla="*/ 223 w 265"/>
                <a:gd name="T47" fmla="*/ 167 h 186"/>
                <a:gd name="T48" fmla="*/ 185 w 265"/>
                <a:gd name="T49" fmla="*/ 166 h 186"/>
                <a:gd name="T50" fmla="*/ 151 w 265"/>
                <a:gd name="T51" fmla="*/ 170 h 186"/>
                <a:gd name="T52" fmla="*/ 131 w 265"/>
                <a:gd name="T53" fmla="*/ 168 h 186"/>
                <a:gd name="T54" fmla="*/ 126 w 265"/>
                <a:gd name="T55" fmla="*/ 168 h 186"/>
                <a:gd name="T56" fmla="*/ 13 w 265"/>
                <a:gd name="T57" fmla="*/ 170 h 186"/>
                <a:gd name="T58" fmla="*/ 17 w 265"/>
                <a:gd name="T59" fmla="*/ 108 h 186"/>
                <a:gd name="T60" fmla="*/ 17 w 265"/>
                <a:gd name="T61" fmla="*/ 12 h 186"/>
                <a:gd name="T62" fmla="*/ 75 w 265"/>
                <a:gd name="T63" fmla="*/ 12 h 186"/>
                <a:gd name="T64" fmla="*/ 198 w 265"/>
                <a:gd name="T65" fmla="*/ 10 h 186"/>
                <a:gd name="T66" fmla="*/ 207 w 265"/>
                <a:gd name="T67" fmla="*/ 10 h 186"/>
                <a:gd name="T68" fmla="*/ 223 w 265"/>
                <a:gd name="T69" fmla="*/ 11 h 186"/>
                <a:gd name="T70" fmla="*/ 258 w 265"/>
                <a:gd name="T71" fmla="*/ 19 h 186"/>
                <a:gd name="T72" fmla="*/ 258 w 265"/>
                <a:gd name="T73" fmla="*/ 23 h 186"/>
                <a:gd name="T74" fmla="*/ 258 w 265"/>
                <a:gd name="T75" fmla="*/ 26 h 186"/>
                <a:gd name="T76" fmla="*/ 256 w 265"/>
                <a:gd name="T77" fmla="*/ 60 h 186"/>
                <a:gd name="T78" fmla="*/ 256 w 265"/>
                <a:gd name="T79" fmla="*/ 131 h 186"/>
                <a:gd name="T80" fmla="*/ 262 w 265"/>
                <a:gd name="T81" fmla="*/ 124 h 186"/>
                <a:gd name="T82" fmla="*/ 261 w 265"/>
                <a:gd name="T83" fmla="*/ 123 h 186"/>
                <a:gd name="T84" fmla="*/ 263 w 265"/>
                <a:gd name="T85" fmla="*/ 60 h 186"/>
                <a:gd name="T86" fmla="*/ 263 w 265"/>
                <a:gd name="T87" fmla="*/ 42 h 186"/>
                <a:gd name="T88" fmla="*/ 264 w 265"/>
                <a:gd name="T89" fmla="*/ 26 h 186"/>
                <a:gd name="T90" fmla="*/ 246 w 265"/>
                <a:gd name="T91" fmla="*/ 1 h 186"/>
                <a:gd name="T92" fmla="*/ 112 w 265"/>
                <a:gd name="T93" fmla="*/ 178 h 186"/>
                <a:gd name="T94" fmla="*/ 230 w 265"/>
                <a:gd name="T95" fmla="*/ 172 h 186"/>
                <a:gd name="T96" fmla="*/ 228 w 265"/>
                <a:gd name="T97" fmla="*/ 172 h 186"/>
                <a:gd name="T98" fmla="*/ 160 w 265"/>
                <a:gd name="T99" fmla="*/ 171 h 186"/>
                <a:gd name="T100" fmla="*/ 160 w 265"/>
                <a:gd name="T101" fmla="*/ 171 h 186"/>
                <a:gd name="T102" fmla="*/ 98 w 265"/>
                <a:gd name="T103" fmla="*/ 17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65" h="186">
                  <a:moveTo>
                    <a:pt x="246" y="1"/>
                  </a:moveTo>
                  <a:cubicBezTo>
                    <a:pt x="245" y="1"/>
                    <a:pt x="237" y="6"/>
                    <a:pt x="236" y="3"/>
                  </a:cubicBezTo>
                  <a:cubicBezTo>
                    <a:pt x="241" y="4"/>
                    <a:pt x="237" y="3"/>
                    <a:pt x="238" y="2"/>
                  </a:cubicBezTo>
                  <a:cubicBezTo>
                    <a:pt x="232" y="3"/>
                    <a:pt x="225" y="4"/>
                    <a:pt x="220" y="5"/>
                  </a:cubicBezTo>
                  <a:cubicBezTo>
                    <a:pt x="222" y="4"/>
                    <a:pt x="212" y="4"/>
                    <a:pt x="207" y="4"/>
                  </a:cubicBezTo>
                  <a:cubicBezTo>
                    <a:pt x="207" y="4"/>
                    <a:pt x="206" y="4"/>
                    <a:pt x="206" y="4"/>
                  </a:cubicBezTo>
                  <a:cubicBezTo>
                    <a:pt x="206" y="4"/>
                    <a:pt x="206" y="4"/>
                    <a:pt x="205" y="4"/>
                  </a:cubicBezTo>
                  <a:cubicBezTo>
                    <a:pt x="203" y="4"/>
                    <a:pt x="202" y="4"/>
                    <a:pt x="204" y="3"/>
                  </a:cubicBezTo>
                  <a:cubicBezTo>
                    <a:pt x="198" y="2"/>
                    <a:pt x="190" y="3"/>
                    <a:pt x="185" y="3"/>
                  </a:cubicBezTo>
                  <a:cubicBezTo>
                    <a:pt x="181" y="4"/>
                    <a:pt x="161" y="4"/>
                    <a:pt x="166" y="3"/>
                  </a:cubicBezTo>
                  <a:cubicBezTo>
                    <a:pt x="151" y="3"/>
                    <a:pt x="136" y="9"/>
                    <a:pt x="120" y="6"/>
                  </a:cubicBezTo>
                  <a:cubicBezTo>
                    <a:pt x="119" y="0"/>
                    <a:pt x="90" y="4"/>
                    <a:pt x="88" y="6"/>
                  </a:cubicBezTo>
                  <a:cubicBezTo>
                    <a:pt x="90" y="4"/>
                    <a:pt x="62" y="6"/>
                    <a:pt x="57" y="6"/>
                  </a:cubicBezTo>
                  <a:cubicBezTo>
                    <a:pt x="60" y="5"/>
                    <a:pt x="63" y="4"/>
                    <a:pt x="66" y="3"/>
                  </a:cubicBezTo>
                  <a:cubicBezTo>
                    <a:pt x="64" y="3"/>
                    <a:pt x="59" y="4"/>
                    <a:pt x="58" y="4"/>
                  </a:cubicBezTo>
                  <a:cubicBezTo>
                    <a:pt x="59" y="4"/>
                    <a:pt x="60" y="4"/>
                    <a:pt x="61" y="4"/>
                  </a:cubicBezTo>
                  <a:cubicBezTo>
                    <a:pt x="50" y="10"/>
                    <a:pt x="35" y="3"/>
                    <a:pt x="24" y="2"/>
                  </a:cubicBezTo>
                  <a:cubicBezTo>
                    <a:pt x="19" y="2"/>
                    <a:pt x="7" y="11"/>
                    <a:pt x="7" y="10"/>
                  </a:cubicBezTo>
                  <a:cubicBezTo>
                    <a:pt x="6" y="14"/>
                    <a:pt x="6" y="17"/>
                    <a:pt x="5" y="20"/>
                  </a:cubicBezTo>
                  <a:cubicBezTo>
                    <a:pt x="6" y="19"/>
                    <a:pt x="6" y="18"/>
                    <a:pt x="7" y="16"/>
                  </a:cubicBezTo>
                  <a:cubicBezTo>
                    <a:pt x="7" y="16"/>
                    <a:pt x="8" y="31"/>
                    <a:pt x="5" y="25"/>
                  </a:cubicBezTo>
                  <a:cubicBezTo>
                    <a:pt x="11" y="62"/>
                    <a:pt x="0" y="104"/>
                    <a:pt x="7" y="138"/>
                  </a:cubicBezTo>
                  <a:cubicBezTo>
                    <a:pt x="2" y="141"/>
                    <a:pt x="5" y="160"/>
                    <a:pt x="6" y="165"/>
                  </a:cubicBezTo>
                  <a:cubicBezTo>
                    <a:pt x="7" y="176"/>
                    <a:pt x="15" y="179"/>
                    <a:pt x="24" y="181"/>
                  </a:cubicBezTo>
                  <a:cubicBezTo>
                    <a:pt x="48" y="183"/>
                    <a:pt x="79" y="169"/>
                    <a:pt x="102" y="177"/>
                  </a:cubicBezTo>
                  <a:cubicBezTo>
                    <a:pt x="100" y="177"/>
                    <a:pt x="98" y="177"/>
                    <a:pt x="96" y="177"/>
                  </a:cubicBezTo>
                  <a:cubicBezTo>
                    <a:pt x="98" y="179"/>
                    <a:pt x="112" y="182"/>
                    <a:pt x="117" y="177"/>
                  </a:cubicBezTo>
                  <a:cubicBezTo>
                    <a:pt x="116" y="178"/>
                    <a:pt x="111" y="177"/>
                    <a:pt x="110" y="177"/>
                  </a:cubicBezTo>
                  <a:cubicBezTo>
                    <a:pt x="117" y="173"/>
                    <a:pt x="133" y="180"/>
                    <a:pt x="138" y="176"/>
                  </a:cubicBezTo>
                  <a:cubicBezTo>
                    <a:pt x="158" y="172"/>
                    <a:pt x="178" y="179"/>
                    <a:pt x="198" y="178"/>
                  </a:cubicBezTo>
                  <a:cubicBezTo>
                    <a:pt x="205" y="177"/>
                    <a:pt x="216" y="175"/>
                    <a:pt x="227" y="173"/>
                  </a:cubicBezTo>
                  <a:cubicBezTo>
                    <a:pt x="227" y="178"/>
                    <a:pt x="228" y="182"/>
                    <a:pt x="227" y="186"/>
                  </a:cubicBezTo>
                  <a:cubicBezTo>
                    <a:pt x="228" y="176"/>
                    <a:pt x="230" y="174"/>
                    <a:pt x="234" y="174"/>
                  </a:cubicBezTo>
                  <a:cubicBezTo>
                    <a:pt x="234" y="174"/>
                    <a:pt x="233" y="174"/>
                    <a:pt x="233" y="174"/>
                  </a:cubicBezTo>
                  <a:cubicBezTo>
                    <a:pt x="236" y="174"/>
                    <a:pt x="239" y="175"/>
                    <a:pt x="242" y="175"/>
                  </a:cubicBezTo>
                  <a:cubicBezTo>
                    <a:pt x="241" y="175"/>
                    <a:pt x="241" y="175"/>
                    <a:pt x="240" y="175"/>
                  </a:cubicBezTo>
                  <a:cubicBezTo>
                    <a:pt x="242" y="175"/>
                    <a:pt x="243" y="175"/>
                    <a:pt x="245" y="174"/>
                  </a:cubicBezTo>
                  <a:cubicBezTo>
                    <a:pt x="249" y="174"/>
                    <a:pt x="252" y="174"/>
                    <a:pt x="255" y="173"/>
                  </a:cubicBezTo>
                  <a:cubicBezTo>
                    <a:pt x="257" y="173"/>
                    <a:pt x="258" y="174"/>
                    <a:pt x="259" y="174"/>
                  </a:cubicBezTo>
                  <a:cubicBezTo>
                    <a:pt x="259" y="174"/>
                    <a:pt x="258" y="173"/>
                    <a:pt x="257" y="172"/>
                  </a:cubicBezTo>
                  <a:cubicBezTo>
                    <a:pt x="258" y="172"/>
                    <a:pt x="260" y="171"/>
                    <a:pt x="260" y="170"/>
                  </a:cubicBezTo>
                  <a:cubicBezTo>
                    <a:pt x="260" y="172"/>
                    <a:pt x="260" y="173"/>
                    <a:pt x="261" y="172"/>
                  </a:cubicBezTo>
                  <a:cubicBezTo>
                    <a:pt x="259" y="168"/>
                    <a:pt x="258" y="161"/>
                    <a:pt x="258" y="155"/>
                  </a:cubicBezTo>
                  <a:cubicBezTo>
                    <a:pt x="257" y="147"/>
                    <a:pt x="259" y="154"/>
                    <a:pt x="257" y="156"/>
                  </a:cubicBezTo>
                  <a:cubicBezTo>
                    <a:pt x="256" y="161"/>
                    <a:pt x="257" y="164"/>
                    <a:pt x="259" y="169"/>
                  </a:cubicBezTo>
                  <a:cubicBezTo>
                    <a:pt x="258" y="168"/>
                    <a:pt x="256" y="168"/>
                    <a:pt x="253" y="168"/>
                  </a:cubicBezTo>
                  <a:cubicBezTo>
                    <a:pt x="252" y="168"/>
                    <a:pt x="252" y="167"/>
                    <a:pt x="252" y="167"/>
                  </a:cubicBezTo>
                  <a:cubicBezTo>
                    <a:pt x="245" y="165"/>
                    <a:pt x="231" y="168"/>
                    <a:pt x="223" y="167"/>
                  </a:cubicBezTo>
                  <a:cubicBezTo>
                    <a:pt x="220" y="167"/>
                    <a:pt x="200" y="169"/>
                    <a:pt x="198" y="167"/>
                  </a:cubicBezTo>
                  <a:cubicBezTo>
                    <a:pt x="197" y="171"/>
                    <a:pt x="182" y="164"/>
                    <a:pt x="185" y="166"/>
                  </a:cubicBezTo>
                  <a:cubicBezTo>
                    <a:pt x="181" y="166"/>
                    <a:pt x="169" y="169"/>
                    <a:pt x="162" y="170"/>
                  </a:cubicBezTo>
                  <a:cubicBezTo>
                    <a:pt x="161" y="170"/>
                    <a:pt x="158" y="170"/>
                    <a:pt x="151" y="170"/>
                  </a:cubicBezTo>
                  <a:cubicBezTo>
                    <a:pt x="151" y="169"/>
                    <a:pt x="159" y="168"/>
                    <a:pt x="158" y="168"/>
                  </a:cubicBezTo>
                  <a:cubicBezTo>
                    <a:pt x="153" y="169"/>
                    <a:pt x="129" y="170"/>
                    <a:pt x="131" y="168"/>
                  </a:cubicBezTo>
                  <a:cubicBezTo>
                    <a:pt x="129" y="168"/>
                    <a:pt x="126" y="169"/>
                    <a:pt x="123" y="169"/>
                  </a:cubicBezTo>
                  <a:cubicBezTo>
                    <a:pt x="124" y="169"/>
                    <a:pt x="125" y="169"/>
                    <a:pt x="126" y="168"/>
                  </a:cubicBezTo>
                  <a:cubicBezTo>
                    <a:pt x="114" y="164"/>
                    <a:pt x="21" y="185"/>
                    <a:pt x="15" y="167"/>
                  </a:cubicBezTo>
                  <a:cubicBezTo>
                    <a:pt x="13" y="172"/>
                    <a:pt x="14" y="170"/>
                    <a:pt x="13" y="170"/>
                  </a:cubicBezTo>
                  <a:cubicBezTo>
                    <a:pt x="18" y="165"/>
                    <a:pt x="17" y="126"/>
                    <a:pt x="17" y="117"/>
                  </a:cubicBezTo>
                  <a:cubicBezTo>
                    <a:pt x="16" y="119"/>
                    <a:pt x="17" y="111"/>
                    <a:pt x="17" y="108"/>
                  </a:cubicBezTo>
                  <a:cubicBezTo>
                    <a:pt x="18" y="95"/>
                    <a:pt x="18" y="82"/>
                    <a:pt x="17" y="70"/>
                  </a:cubicBezTo>
                  <a:cubicBezTo>
                    <a:pt x="15" y="52"/>
                    <a:pt x="12" y="29"/>
                    <a:pt x="17" y="12"/>
                  </a:cubicBezTo>
                  <a:cubicBezTo>
                    <a:pt x="26" y="15"/>
                    <a:pt x="41" y="14"/>
                    <a:pt x="51" y="13"/>
                  </a:cubicBezTo>
                  <a:cubicBezTo>
                    <a:pt x="59" y="13"/>
                    <a:pt x="67" y="12"/>
                    <a:pt x="75" y="12"/>
                  </a:cubicBezTo>
                  <a:cubicBezTo>
                    <a:pt x="77" y="12"/>
                    <a:pt x="89" y="10"/>
                    <a:pt x="85" y="13"/>
                  </a:cubicBezTo>
                  <a:cubicBezTo>
                    <a:pt x="121" y="7"/>
                    <a:pt x="161" y="13"/>
                    <a:pt x="198" y="10"/>
                  </a:cubicBezTo>
                  <a:cubicBezTo>
                    <a:pt x="198" y="11"/>
                    <a:pt x="197" y="11"/>
                    <a:pt x="197" y="11"/>
                  </a:cubicBezTo>
                  <a:cubicBezTo>
                    <a:pt x="202" y="10"/>
                    <a:pt x="207" y="9"/>
                    <a:pt x="207" y="10"/>
                  </a:cubicBezTo>
                  <a:cubicBezTo>
                    <a:pt x="207" y="11"/>
                    <a:pt x="206" y="12"/>
                    <a:pt x="206" y="12"/>
                  </a:cubicBezTo>
                  <a:cubicBezTo>
                    <a:pt x="210" y="12"/>
                    <a:pt x="225" y="11"/>
                    <a:pt x="223" y="11"/>
                  </a:cubicBezTo>
                  <a:cubicBezTo>
                    <a:pt x="238" y="11"/>
                    <a:pt x="254" y="4"/>
                    <a:pt x="258" y="20"/>
                  </a:cubicBezTo>
                  <a:cubicBezTo>
                    <a:pt x="258" y="20"/>
                    <a:pt x="258" y="20"/>
                    <a:pt x="258" y="19"/>
                  </a:cubicBezTo>
                  <a:cubicBezTo>
                    <a:pt x="258" y="20"/>
                    <a:pt x="258" y="20"/>
                    <a:pt x="258" y="21"/>
                  </a:cubicBezTo>
                  <a:cubicBezTo>
                    <a:pt x="258" y="22"/>
                    <a:pt x="258" y="22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4"/>
                    <a:pt x="258" y="25"/>
                    <a:pt x="258" y="26"/>
                  </a:cubicBezTo>
                  <a:cubicBezTo>
                    <a:pt x="259" y="20"/>
                    <a:pt x="257" y="47"/>
                    <a:pt x="257" y="49"/>
                  </a:cubicBezTo>
                  <a:cubicBezTo>
                    <a:pt x="257" y="51"/>
                    <a:pt x="257" y="68"/>
                    <a:pt x="256" y="60"/>
                  </a:cubicBezTo>
                  <a:cubicBezTo>
                    <a:pt x="256" y="64"/>
                    <a:pt x="257" y="77"/>
                    <a:pt x="257" y="78"/>
                  </a:cubicBezTo>
                  <a:cubicBezTo>
                    <a:pt x="262" y="80"/>
                    <a:pt x="255" y="130"/>
                    <a:pt x="256" y="131"/>
                  </a:cubicBezTo>
                  <a:cubicBezTo>
                    <a:pt x="257" y="136"/>
                    <a:pt x="258" y="143"/>
                    <a:pt x="259" y="150"/>
                  </a:cubicBezTo>
                  <a:cubicBezTo>
                    <a:pt x="259" y="140"/>
                    <a:pt x="261" y="130"/>
                    <a:pt x="262" y="124"/>
                  </a:cubicBezTo>
                  <a:cubicBezTo>
                    <a:pt x="259" y="124"/>
                    <a:pt x="259" y="128"/>
                    <a:pt x="258" y="123"/>
                  </a:cubicBezTo>
                  <a:cubicBezTo>
                    <a:pt x="263" y="126"/>
                    <a:pt x="258" y="118"/>
                    <a:pt x="261" y="123"/>
                  </a:cubicBezTo>
                  <a:cubicBezTo>
                    <a:pt x="262" y="118"/>
                    <a:pt x="261" y="105"/>
                    <a:pt x="260" y="95"/>
                  </a:cubicBezTo>
                  <a:cubicBezTo>
                    <a:pt x="260" y="79"/>
                    <a:pt x="265" y="71"/>
                    <a:pt x="263" y="60"/>
                  </a:cubicBezTo>
                  <a:cubicBezTo>
                    <a:pt x="263" y="61"/>
                    <a:pt x="262" y="62"/>
                    <a:pt x="262" y="63"/>
                  </a:cubicBezTo>
                  <a:cubicBezTo>
                    <a:pt x="262" y="57"/>
                    <a:pt x="261" y="46"/>
                    <a:pt x="263" y="42"/>
                  </a:cubicBezTo>
                  <a:cubicBezTo>
                    <a:pt x="258" y="46"/>
                    <a:pt x="262" y="24"/>
                    <a:pt x="263" y="23"/>
                  </a:cubicBezTo>
                  <a:cubicBezTo>
                    <a:pt x="263" y="23"/>
                    <a:pt x="264" y="25"/>
                    <a:pt x="264" y="26"/>
                  </a:cubicBezTo>
                  <a:cubicBezTo>
                    <a:pt x="264" y="24"/>
                    <a:pt x="265" y="22"/>
                    <a:pt x="265" y="21"/>
                  </a:cubicBezTo>
                  <a:cubicBezTo>
                    <a:pt x="265" y="12"/>
                    <a:pt x="255" y="3"/>
                    <a:pt x="246" y="1"/>
                  </a:cubicBezTo>
                  <a:close/>
                  <a:moveTo>
                    <a:pt x="113" y="178"/>
                  </a:moveTo>
                  <a:cubicBezTo>
                    <a:pt x="111" y="179"/>
                    <a:pt x="111" y="179"/>
                    <a:pt x="112" y="178"/>
                  </a:cubicBezTo>
                  <a:cubicBezTo>
                    <a:pt x="111" y="179"/>
                    <a:pt x="114" y="177"/>
                    <a:pt x="113" y="178"/>
                  </a:cubicBezTo>
                  <a:close/>
                  <a:moveTo>
                    <a:pt x="230" y="172"/>
                  </a:moveTo>
                  <a:cubicBezTo>
                    <a:pt x="229" y="173"/>
                    <a:pt x="229" y="173"/>
                    <a:pt x="229" y="173"/>
                  </a:cubicBezTo>
                  <a:cubicBezTo>
                    <a:pt x="229" y="172"/>
                    <a:pt x="229" y="172"/>
                    <a:pt x="228" y="172"/>
                  </a:cubicBezTo>
                  <a:cubicBezTo>
                    <a:pt x="227" y="168"/>
                    <a:pt x="229" y="171"/>
                    <a:pt x="230" y="172"/>
                  </a:cubicBezTo>
                  <a:close/>
                  <a:moveTo>
                    <a:pt x="160" y="171"/>
                  </a:moveTo>
                  <a:cubicBezTo>
                    <a:pt x="159" y="171"/>
                    <a:pt x="158" y="171"/>
                    <a:pt x="158" y="171"/>
                  </a:cubicBezTo>
                  <a:cubicBezTo>
                    <a:pt x="159" y="171"/>
                    <a:pt x="159" y="171"/>
                    <a:pt x="160" y="171"/>
                  </a:cubicBezTo>
                  <a:close/>
                  <a:moveTo>
                    <a:pt x="99" y="171"/>
                  </a:moveTo>
                  <a:cubicBezTo>
                    <a:pt x="99" y="171"/>
                    <a:pt x="99" y="171"/>
                    <a:pt x="98" y="171"/>
                  </a:cubicBezTo>
                  <a:cubicBezTo>
                    <a:pt x="103" y="171"/>
                    <a:pt x="101" y="171"/>
                    <a:pt x="99" y="17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10624"/>
            <p:cNvSpPr>
              <a:spLocks noEditPoints="1"/>
            </p:cNvSpPr>
            <p:nvPr/>
          </p:nvSpPr>
          <p:spPr bwMode="auto">
            <a:xfrm>
              <a:off x="0" y="0"/>
              <a:ext cx="1201738" cy="958850"/>
            </a:xfrm>
            <a:custGeom>
              <a:avLst/>
              <a:gdLst>
                <a:gd name="T0" fmla="*/ 319 w 320"/>
                <a:gd name="T1" fmla="*/ 57 h 255"/>
                <a:gd name="T2" fmla="*/ 316 w 320"/>
                <a:gd name="T3" fmla="*/ 36 h 255"/>
                <a:gd name="T4" fmla="*/ 311 w 320"/>
                <a:gd name="T5" fmla="*/ 21 h 255"/>
                <a:gd name="T6" fmla="*/ 298 w 320"/>
                <a:gd name="T7" fmla="*/ 13 h 255"/>
                <a:gd name="T8" fmla="*/ 290 w 320"/>
                <a:gd name="T9" fmla="*/ 9 h 255"/>
                <a:gd name="T10" fmla="*/ 257 w 320"/>
                <a:gd name="T11" fmla="*/ 9 h 255"/>
                <a:gd name="T12" fmla="*/ 222 w 320"/>
                <a:gd name="T13" fmla="*/ 7 h 255"/>
                <a:gd name="T14" fmla="*/ 174 w 320"/>
                <a:gd name="T15" fmla="*/ 12 h 255"/>
                <a:gd name="T16" fmla="*/ 175 w 320"/>
                <a:gd name="T17" fmla="*/ 10 h 255"/>
                <a:gd name="T18" fmla="*/ 172 w 320"/>
                <a:gd name="T19" fmla="*/ 9 h 255"/>
                <a:gd name="T20" fmla="*/ 129 w 320"/>
                <a:gd name="T21" fmla="*/ 10 h 255"/>
                <a:gd name="T22" fmla="*/ 42 w 320"/>
                <a:gd name="T23" fmla="*/ 9 h 255"/>
                <a:gd name="T24" fmla="*/ 10 w 320"/>
                <a:gd name="T25" fmla="*/ 118 h 255"/>
                <a:gd name="T26" fmla="*/ 11 w 320"/>
                <a:gd name="T27" fmla="*/ 231 h 255"/>
                <a:gd name="T28" fmla="*/ 99 w 320"/>
                <a:gd name="T29" fmla="*/ 250 h 255"/>
                <a:gd name="T30" fmla="*/ 257 w 320"/>
                <a:gd name="T31" fmla="*/ 251 h 255"/>
                <a:gd name="T32" fmla="*/ 292 w 320"/>
                <a:gd name="T33" fmla="*/ 251 h 255"/>
                <a:gd name="T34" fmla="*/ 316 w 320"/>
                <a:gd name="T35" fmla="*/ 189 h 255"/>
                <a:gd name="T36" fmla="*/ 316 w 320"/>
                <a:gd name="T37" fmla="*/ 150 h 255"/>
                <a:gd name="T38" fmla="*/ 320 w 320"/>
                <a:gd name="T39" fmla="*/ 66 h 255"/>
                <a:gd name="T40" fmla="*/ 107 w 320"/>
                <a:gd name="T41" fmla="*/ 10 h 255"/>
                <a:gd name="T42" fmla="*/ 99 w 320"/>
                <a:gd name="T43" fmla="*/ 10 h 255"/>
                <a:gd name="T44" fmla="*/ 266 w 320"/>
                <a:gd name="T45" fmla="*/ 244 h 255"/>
                <a:gd name="T46" fmla="*/ 268 w 320"/>
                <a:gd name="T47" fmla="*/ 245 h 255"/>
                <a:gd name="T48" fmla="*/ 271 w 320"/>
                <a:gd name="T49" fmla="*/ 246 h 255"/>
                <a:gd name="T50" fmla="*/ 271 w 320"/>
                <a:gd name="T51" fmla="*/ 246 h 255"/>
                <a:gd name="T52" fmla="*/ 316 w 320"/>
                <a:gd name="T53" fmla="*/ 77 h 255"/>
                <a:gd name="T54" fmla="*/ 315 w 320"/>
                <a:gd name="T55" fmla="*/ 77 h 255"/>
                <a:gd name="T56" fmla="*/ 311 w 320"/>
                <a:gd name="T57" fmla="*/ 141 h 255"/>
                <a:gd name="T58" fmla="*/ 311 w 320"/>
                <a:gd name="T59" fmla="*/ 174 h 255"/>
                <a:gd name="T60" fmla="*/ 310 w 320"/>
                <a:gd name="T61" fmla="*/ 196 h 255"/>
                <a:gd name="T62" fmla="*/ 306 w 320"/>
                <a:gd name="T63" fmla="*/ 231 h 255"/>
                <a:gd name="T64" fmla="*/ 302 w 320"/>
                <a:gd name="T65" fmla="*/ 237 h 255"/>
                <a:gd name="T66" fmla="*/ 292 w 320"/>
                <a:gd name="T67" fmla="*/ 244 h 255"/>
                <a:gd name="T68" fmla="*/ 265 w 320"/>
                <a:gd name="T69" fmla="*/ 243 h 255"/>
                <a:gd name="T70" fmla="*/ 245 w 320"/>
                <a:gd name="T71" fmla="*/ 242 h 255"/>
                <a:gd name="T72" fmla="*/ 216 w 320"/>
                <a:gd name="T73" fmla="*/ 242 h 255"/>
                <a:gd name="T74" fmla="*/ 194 w 320"/>
                <a:gd name="T75" fmla="*/ 239 h 255"/>
                <a:gd name="T76" fmla="*/ 119 w 320"/>
                <a:gd name="T77" fmla="*/ 241 h 255"/>
                <a:gd name="T78" fmla="*/ 84 w 320"/>
                <a:gd name="T79" fmla="*/ 244 h 255"/>
                <a:gd name="T80" fmla="*/ 85 w 320"/>
                <a:gd name="T81" fmla="*/ 242 h 255"/>
                <a:gd name="T82" fmla="*/ 26 w 320"/>
                <a:gd name="T83" fmla="*/ 237 h 255"/>
                <a:gd name="T84" fmla="*/ 18 w 320"/>
                <a:gd name="T85" fmla="*/ 159 h 255"/>
                <a:gd name="T86" fmla="*/ 28 w 320"/>
                <a:gd name="T87" fmla="*/ 23 h 255"/>
                <a:gd name="T88" fmla="*/ 94 w 320"/>
                <a:gd name="T89" fmla="*/ 16 h 255"/>
                <a:gd name="T90" fmla="*/ 113 w 320"/>
                <a:gd name="T91" fmla="*/ 17 h 255"/>
                <a:gd name="T92" fmla="*/ 214 w 320"/>
                <a:gd name="T93" fmla="*/ 19 h 255"/>
                <a:gd name="T94" fmla="*/ 274 w 320"/>
                <a:gd name="T95" fmla="*/ 16 h 255"/>
                <a:gd name="T96" fmla="*/ 277 w 320"/>
                <a:gd name="T97" fmla="*/ 16 h 255"/>
                <a:gd name="T98" fmla="*/ 295 w 320"/>
                <a:gd name="T99" fmla="*/ 13 h 255"/>
                <a:gd name="T100" fmla="*/ 297 w 320"/>
                <a:gd name="T101" fmla="*/ 14 h 255"/>
                <a:gd name="T102" fmla="*/ 301 w 320"/>
                <a:gd name="T103" fmla="*/ 14 h 255"/>
                <a:gd name="T104" fmla="*/ 302 w 320"/>
                <a:gd name="T105" fmla="*/ 16 h 255"/>
                <a:gd name="T106" fmla="*/ 314 w 320"/>
                <a:gd name="T107" fmla="*/ 74 h 255"/>
                <a:gd name="T108" fmla="*/ 316 w 320"/>
                <a:gd name="T109" fmla="*/ 77 h 255"/>
                <a:gd name="T110" fmla="*/ 115 w 320"/>
                <a:gd name="T111" fmla="*/ 19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0" h="255">
                  <a:moveTo>
                    <a:pt x="320" y="66"/>
                  </a:moveTo>
                  <a:cubicBezTo>
                    <a:pt x="320" y="63"/>
                    <a:pt x="320" y="60"/>
                    <a:pt x="319" y="57"/>
                  </a:cubicBezTo>
                  <a:cubicBezTo>
                    <a:pt x="319" y="57"/>
                    <a:pt x="319" y="59"/>
                    <a:pt x="318" y="60"/>
                  </a:cubicBezTo>
                  <a:cubicBezTo>
                    <a:pt x="319" y="55"/>
                    <a:pt x="316" y="38"/>
                    <a:pt x="316" y="36"/>
                  </a:cubicBezTo>
                  <a:cubicBezTo>
                    <a:pt x="319" y="46"/>
                    <a:pt x="316" y="37"/>
                    <a:pt x="318" y="35"/>
                  </a:cubicBezTo>
                  <a:cubicBezTo>
                    <a:pt x="317" y="29"/>
                    <a:pt x="311" y="19"/>
                    <a:pt x="311" y="21"/>
                  </a:cubicBezTo>
                  <a:cubicBezTo>
                    <a:pt x="311" y="19"/>
                    <a:pt x="303" y="13"/>
                    <a:pt x="300" y="11"/>
                  </a:cubicBezTo>
                  <a:cubicBezTo>
                    <a:pt x="299" y="11"/>
                    <a:pt x="298" y="12"/>
                    <a:pt x="298" y="13"/>
                  </a:cubicBezTo>
                  <a:cubicBezTo>
                    <a:pt x="297" y="13"/>
                    <a:pt x="296" y="13"/>
                    <a:pt x="295" y="13"/>
                  </a:cubicBezTo>
                  <a:cubicBezTo>
                    <a:pt x="294" y="11"/>
                    <a:pt x="293" y="9"/>
                    <a:pt x="290" y="9"/>
                  </a:cubicBezTo>
                  <a:cubicBezTo>
                    <a:pt x="293" y="8"/>
                    <a:pt x="281" y="8"/>
                    <a:pt x="281" y="8"/>
                  </a:cubicBezTo>
                  <a:cubicBezTo>
                    <a:pt x="273" y="8"/>
                    <a:pt x="265" y="10"/>
                    <a:pt x="257" y="9"/>
                  </a:cubicBezTo>
                  <a:cubicBezTo>
                    <a:pt x="253" y="9"/>
                    <a:pt x="228" y="6"/>
                    <a:pt x="221" y="9"/>
                  </a:cubicBezTo>
                  <a:cubicBezTo>
                    <a:pt x="221" y="8"/>
                    <a:pt x="222" y="8"/>
                    <a:pt x="222" y="7"/>
                  </a:cubicBezTo>
                  <a:cubicBezTo>
                    <a:pt x="222" y="7"/>
                    <a:pt x="204" y="12"/>
                    <a:pt x="205" y="7"/>
                  </a:cubicBezTo>
                  <a:cubicBezTo>
                    <a:pt x="196" y="7"/>
                    <a:pt x="179" y="14"/>
                    <a:pt x="174" y="12"/>
                  </a:cubicBezTo>
                  <a:cubicBezTo>
                    <a:pt x="174" y="12"/>
                    <a:pt x="174" y="11"/>
                    <a:pt x="174" y="11"/>
                  </a:cubicBezTo>
                  <a:cubicBezTo>
                    <a:pt x="175" y="12"/>
                    <a:pt x="175" y="11"/>
                    <a:pt x="175" y="10"/>
                  </a:cubicBezTo>
                  <a:cubicBezTo>
                    <a:pt x="171" y="11"/>
                    <a:pt x="168" y="11"/>
                    <a:pt x="164" y="11"/>
                  </a:cubicBezTo>
                  <a:cubicBezTo>
                    <a:pt x="163" y="10"/>
                    <a:pt x="173" y="9"/>
                    <a:pt x="172" y="9"/>
                  </a:cubicBezTo>
                  <a:cubicBezTo>
                    <a:pt x="166" y="10"/>
                    <a:pt x="137" y="11"/>
                    <a:pt x="139" y="8"/>
                  </a:cubicBezTo>
                  <a:cubicBezTo>
                    <a:pt x="136" y="9"/>
                    <a:pt x="133" y="10"/>
                    <a:pt x="129" y="10"/>
                  </a:cubicBezTo>
                  <a:cubicBezTo>
                    <a:pt x="131" y="9"/>
                    <a:pt x="132" y="9"/>
                    <a:pt x="133" y="9"/>
                  </a:cubicBezTo>
                  <a:cubicBezTo>
                    <a:pt x="105" y="0"/>
                    <a:pt x="70" y="12"/>
                    <a:pt x="42" y="9"/>
                  </a:cubicBezTo>
                  <a:cubicBezTo>
                    <a:pt x="0" y="5"/>
                    <a:pt x="10" y="89"/>
                    <a:pt x="9" y="115"/>
                  </a:cubicBezTo>
                  <a:cubicBezTo>
                    <a:pt x="10" y="109"/>
                    <a:pt x="10" y="118"/>
                    <a:pt x="10" y="118"/>
                  </a:cubicBezTo>
                  <a:cubicBezTo>
                    <a:pt x="8" y="131"/>
                    <a:pt x="6" y="154"/>
                    <a:pt x="7" y="171"/>
                  </a:cubicBezTo>
                  <a:cubicBezTo>
                    <a:pt x="8" y="189"/>
                    <a:pt x="15" y="217"/>
                    <a:pt x="11" y="231"/>
                  </a:cubicBezTo>
                  <a:cubicBezTo>
                    <a:pt x="21" y="250"/>
                    <a:pt x="47" y="255"/>
                    <a:pt x="67" y="253"/>
                  </a:cubicBezTo>
                  <a:cubicBezTo>
                    <a:pt x="77" y="253"/>
                    <a:pt x="88" y="251"/>
                    <a:pt x="99" y="250"/>
                  </a:cubicBezTo>
                  <a:cubicBezTo>
                    <a:pt x="102" y="249"/>
                    <a:pt x="123" y="247"/>
                    <a:pt x="118" y="250"/>
                  </a:cubicBezTo>
                  <a:cubicBezTo>
                    <a:pt x="163" y="242"/>
                    <a:pt x="212" y="249"/>
                    <a:pt x="257" y="251"/>
                  </a:cubicBezTo>
                  <a:cubicBezTo>
                    <a:pt x="257" y="253"/>
                    <a:pt x="248" y="250"/>
                    <a:pt x="248" y="252"/>
                  </a:cubicBezTo>
                  <a:cubicBezTo>
                    <a:pt x="264" y="252"/>
                    <a:pt x="277" y="255"/>
                    <a:pt x="292" y="251"/>
                  </a:cubicBezTo>
                  <a:cubicBezTo>
                    <a:pt x="318" y="245"/>
                    <a:pt x="318" y="211"/>
                    <a:pt x="317" y="195"/>
                  </a:cubicBezTo>
                  <a:cubicBezTo>
                    <a:pt x="315" y="206"/>
                    <a:pt x="315" y="190"/>
                    <a:pt x="316" y="189"/>
                  </a:cubicBezTo>
                  <a:cubicBezTo>
                    <a:pt x="313" y="182"/>
                    <a:pt x="314" y="173"/>
                    <a:pt x="315" y="166"/>
                  </a:cubicBezTo>
                  <a:cubicBezTo>
                    <a:pt x="316" y="167"/>
                    <a:pt x="315" y="153"/>
                    <a:pt x="316" y="150"/>
                  </a:cubicBezTo>
                  <a:cubicBezTo>
                    <a:pt x="316" y="151"/>
                    <a:pt x="317" y="152"/>
                    <a:pt x="317" y="153"/>
                  </a:cubicBezTo>
                  <a:cubicBezTo>
                    <a:pt x="317" y="140"/>
                    <a:pt x="318" y="65"/>
                    <a:pt x="320" y="66"/>
                  </a:cubicBezTo>
                  <a:close/>
                  <a:moveTo>
                    <a:pt x="107" y="10"/>
                  </a:moveTo>
                  <a:cubicBezTo>
                    <a:pt x="111" y="10"/>
                    <a:pt x="108" y="10"/>
                    <a:pt x="107" y="10"/>
                  </a:cubicBezTo>
                  <a:close/>
                  <a:moveTo>
                    <a:pt x="102" y="10"/>
                  </a:moveTo>
                  <a:cubicBezTo>
                    <a:pt x="101" y="11"/>
                    <a:pt x="100" y="11"/>
                    <a:pt x="99" y="10"/>
                  </a:cubicBezTo>
                  <a:cubicBezTo>
                    <a:pt x="100" y="10"/>
                    <a:pt x="101" y="10"/>
                    <a:pt x="102" y="10"/>
                  </a:cubicBezTo>
                  <a:close/>
                  <a:moveTo>
                    <a:pt x="266" y="244"/>
                  </a:moveTo>
                  <a:cubicBezTo>
                    <a:pt x="268" y="244"/>
                    <a:pt x="269" y="244"/>
                    <a:pt x="271" y="244"/>
                  </a:cubicBezTo>
                  <a:cubicBezTo>
                    <a:pt x="270" y="244"/>
                    <a:pt x="268" y="245"/>
                    <a:pt x="268" y="245"/>
                  </a:cubicBezTo>
                  <a:cubicBezTo>
                    <a:pt x="267" y="245"/>
                    <a:pt x="266" y="245"/>
                    <a:pt x="266" y="244"/>
                  </a:cubicBezTo>
                  <a:close/>
                  <a:moveTo>
                    <a:pt x="271" y="246"/>
                  </a:moveTo>
                  <a:cubicBezTo>
                    <a:pt x="271" y="246"/>
                    <a:pt x="271" y="246"/>
                    <a:pt x="271" y="246"/>
                  </a:cubicBezTo>
                  <a:cubicBezTo>
                    <a:pt x="271" y="246"/>
                    <a:pt x="271" y="246"/>
                    <a:pt x="271" y="246"/>
                  </a:cubicBezTo>
                  <a:cubicBezTo>
                    <a:pt x="271" y="246"/>
                    <a:pt x="271" y="246"/>
                    <a:pt x="271" y="246"/>
                  </a:cubicBezTo>
                  <a:close/>
                  <a:moveTo>
                    <a:pt x="316" y="77"/>
                  </a:moveTo>
                  <a:cubicBezTo>
                    <a:pt x="316" y="76"/>
                    <a:pt x="316" y="76"/>
                    <a:pt x="315" y="75"/>
                  </a:cubicBezTo>
                  <a:cubicBezTo>
                    <a:pt x="315" y="76"/>
                    <a:pt x="317" y="81"/>
                    <a:pt x="315" y="77"/>
                  </a:cubicBezTo>
                  <a:cubicBezTo>
                    <a:pt x="312" y="99"/>
                    <a:pt x="316" y="121"/>
                    <a:pt x="312" y="143"/>
                  </a:cubicBezTo>
                  <a:cubicBezTo>
                    <a:pt x="311" y="141"/>
                    <a:pt x="311" y="141"/>
                    <a:pt x="311" y="141"/>
                  </a:cubicBezTo>
                  <a:cubicBezTo>
                    <a:pt x="311" y="152"/>
                    <a:pt x="314" y="166"/>
                    <a:pt x="309" y="176"/>
                  </a:cubicBezTo>
                  <a:cubicBezTo>
                    <a:pt x="310" y="176"/>
                    <a:pt x="311" y="175"/>
                    <a:pt x="311" y="174"/>
                  </a:cubicBezTo>
                  <a:cubicBezTo>
                    <a:pt x="311" y="178"/>
                    <a:pt x="315" y="197"/>
                    <a:pt x="312" y="199"/>
                  </a:cubicBezTo>
                  <a:cubicBezTo>
                    <a:pt x="311" y="198"/>
                    <a:pt x="311" y="197"/>
                    <a:pt x="310" y="196"/>
                  </a:cubicBezTo>
                  <a:cubicBezTo>
                    <a:pt x="309" y="193"/>
                    <a:pt x="310" y="203"/>
                    <a:pt x="310" y="203"/>
                  </a:cubicBezTo>
                  <a:cubicBezTo>
                    <a:pt x="310" y="212"/>
                    <a:pt x="312" y="224"/>
                    <a:pt x="306" y="231"/>
                  </a:cubicBezTo>
                  <a:cubicBezTo>
                    <a:pt x="306" y="233"/>
                    <a:pt x="304" y="241"/>
                    <a:pt x="301" y="239"/>
                  </a:cubicBezTo>
                  <a:cubicBezTo>
                    <a:pt x="306" y="236"/>
                    <a:pt x="302" y="238"/>
                    <a:pt x="302" y="237"/>
                  </a:cubicBezTo>
                  <a:cubicBezTo>
                    <a:pt x="299" y="241"/>
                    <a:pt x="293" y="243"/>
                    <a:pt x="288" y="244"/>
                  </a:cubicBezTo>
                  <a:cubicBezTo>
                    <a:pt x="289" y="244"/>
                    <a:pt x="291" y="244"/>
                    <a:pt x="292" y="244"/>
                  </a:cubicBezTo>
                  <a:cubicBezTo>
                    <a:pt x="290" y="246"/>
                    <a:pt x="288" y="246"/>
                    <a:pt x="285" y="246"/>
                  </a:cubicBezTo>
                  <a:cubicBezTo>
                    <a:pt x="284" y="246"/>
                    <a:pt x="271" y="242"/>
                    <a:pt x="265" y="243"/>
                  </a:cubicBezTo>
                  <a:cubicBezTo>
                    <a:pt x="266" y="243"/>
                    <a:pt x="266" y="244"/>
                    <a:pt x="265" y="244"/>
                  </a:cubicBezTo>
                  <a:cubicBezTo>
                    <a:pt x="258" y="243"/>
                    <a:pt x="252" y="244"/>
                    <a:pt x="245" y="242"/>
                  </a:cubicBezTo>
                  <a:cubicBezTo>
                    <a:pt x="251" y="244"/>
                    <a:pt x="238" y="243"/>
                    <a:pt x="237" y="243"/>
                  </a:cubicBezTo>
                  <a:cubicBezTo>
                    <a:pt x="230" y="243"/>
                    <a:pt x="223" y="243"/>
                    <a:pt x="216" y="242"/>
                  </a:cubicBezTo>
                  <a:cubicBezTo>
                    <a:pt x="222" y="240"/>
                    <a:pt x="220" y="239"/>
                    <a:pt x="211" y="240"/>
                  </a:cubicBezTo>
                  <a:cubicBezTo>
                    <a:pt x="205" y="239"/>
                    <a:pt x="199" y="239"/>
                    <a:pt x="194" y="239"/>
                  </a:cubicBezTo>
                  <a:cubicBezTo>
                    <a:pt x="183" y="238"/>
                    <a:pt x="171" y="238"/>
                    <a:pt x="161" y="241"/>
                  </a:cubicBezTo>
                  <a:cubicBezTo>
                    <a:pt x="157" y="239"/>
                    <a:pt x="120" y="244"/>
                    <a:pt x="119" y="241"/>
                  </a:cubicBezTo>
                  <a:cubicBezTo>
                    <a:pt x="120" y="241"/>
                    <a:pt x="122" y="240"/>
                    <a:pt x="123" y="240"/>
                  </a:cubicBezTo>
                  <a:cubicBezTo>
                    <a:pt x="114" y="234"/>
                    <a:pt x="94" y="243"/>
                    <a:pt x="84" y="244"/>
                  </a:cubicBezTo>
                  <a:cubicBezTo>
                    <a:pt x="87" y="243"/>
                    <a:pt x="91" y="242"/>
                    <a:pt x="94" y="241"/>
                  </a:cubicBezTo>
                  <a:cubicBezTo>
                    <a:pt x="92" y="241"/>
                    <a:pt x="87" y="241"/>
                    <a:pt x="85" y="242"/>
                  </a:cubicBezTo>
                  <a:cubicBezTo>
                    <a:pt x="83" y="242"/>
                    <a:pt x="67" y="245"/>
                    <a:pt x="62" y="245"/>
                  </a:cubicBezTo>
                  <a:cubicBezTo>
                    <a:pt x="53" y="245"/>
                    <a:pt x="33" y="246"/>
                    <a:pt x="26" y="237"/>
                  </a:cubicBezTo>
                  <a:cubicBezTo>
                    <a:pt x="29" y="236"/>
                    <a:pt x="22" y="230"/>
                    <a:pt x="24" y="235"/>
                  </a:cubicBezTo>
                  <a:cubicBezTo>
                    <a:pt x="7" y="223"/>
                    <a:pt x="17" y="178"/>
                    <a:pt x="18" y="159"/>
                  </a:cubicBezTo>
                  <a:cubicBezTo>
                    <a:pt x="19" y="139"/>
                    <a:pt x="25" y="106"/>
                    <a:pt x="20" y="90"/>
                  </a:cubicBezTo>
                  <a:cubicBezTo>
                    <a:pt x="35" y="76"/>
                    <a:pt x="8" y="34"/>
                    <a:pt x="28" y="23"/>
                  </a:cubicBezTo>
                  <a:cubicBezTo>
                    <a:pt x="46" y="12"/>
                    <a:pt x="83" y="10"/>
                    <a:pt x="103" y="17"/>
                  </a:cubicBezTo>
                  <a:cubicBezTo>
                    <a:pt x="100" y="17"/>
                    <a:pt x="97" y="16"/>
                    <a:pt x="94" y="16"/>
                  </a:cubicBezTo>
                  <a:cubicBezTo>
                    <a:pt x="99" y="18"/>
                    <a:pt x="114" y="23"/>
                    <a:pt x="121" y="18"/>
                  </a:cubicBezTo>
                  <a:cubicBezTo>
                    <a:pt x="119" y="19"/>
                    <a:pt x="115" y="17"/>
                    <a:pt x="113" y="17"/>
                  </a:cubicBezTo>
                  <a:cubicBezTo>
                    <a:pt x="116" y="16"/>
                    <a:pt x="145" y="14"/>
                    <a:pt x="148" y="16"/>
                  </a:cubicBezTo>
                  <a:cubicBezTo>
                    <a:pt x="157" y="21"/>
                    <a:pt x="200" y="19"/>
                    <a:pt x="214" y="19"/>
                  </a:cubicBezTo>
                  <a:cubicBezTo>
                    <a:pt x="232" y="19"/>
                    <a:pt x="250" y="17"/>
                    <a:pt x="268" y="17"/>
                  </a:cubicBezTo>
                  <a:cubicBezTo>
                    <a:pt x="270" y="17"/>
                    <a:pt x="272" y="16"/>
                    <a:pt x="274" y="16"/>
                  </a:cubicBezTo>
                  <a:cubicBezTo>
                    <a:pt x="279" y="17"/>
                    <a:pt x="270" y="20"/>
                    <a:pt x="283" y="15"/>
                  </a:cubicBezTo>
                  <a:cubicBezTo>
                    <a:pt x="282" y="15"/>
                    <a:pt x="279" y="16"/>
                    <a:pt x="277" y="16"/>
                  </a:cubicBezTo>
                  <a:cubicBezTo>
                    <a:pt x="284" y="14"/>
                    <a:pt x="291" y="13"/>
                    <a:pt x="296" y="15"/>
                  </a:cubicBezTo>
                  <a:cubicBezTo>
                    <a:pt x="296" y="15"/>
                    <a:pt x="295" y="14"/>
                    <a:pt x="295" y="13"/>
                  </a:cubicBezTo>
                  <a:cubicBezTo>
                    <a:pt x="296" y="13"/>
                    <a:pt x="297" y="13"/>
                    <a:pt x="297" y="14"/>
                  </a:cubicBezTo>
                  <a:cubicBezTo>
                    <a:pt x="297" y="14"/>
                    <a:pt x="297" y="14"/>
                    <a:pt x="297" y="14"/>
                  </a:cubicBezTo>
                  <a:cubicBezTo>
                    <a:pt x="297" y="14"/>
                    <a:pt x="297" y="14"/>
                    <a:pt x="297" y="14"/>
                  </a:cubicBezTo>
                  <a:cubicBezTo>
                    <a:pt x="299" y="14"/>
                    <a:pt x="300" y="14"/>
                    <a:pt x="301" y="14"/>
                  </a:cubicBezTo>
                  <a:cubicBezTo>
                    <a:pt x="301" y="14"/>
                    <a:pt x="301" y="14"/>
                    <a:pt x="300" y="14"/>
                  </a:cubicBezTo>
                  <a:cubicBezTo>
                    <a:pt x="301" y="14"/>
                    <a:pt x="302" y="15"/>
                    <a:pt x="302" y="16"/>
                  </a:cubicBezTo>
                  <a:cubicBezTo>
                    <a:pt x="305" y="10"/>
                    <a:pt x="313" y="33"/>
                    <a:pt x="313" y="36"/>
                  </a:cubicBezTo>
                  <a:cubicBezTo>
                    <a:pt x="315" y="49"/>
                    <a:pt x="317" y="61"/>
                    <a:pt x="314" y="74"/>
                  </a:cubicBezTo>
                  <a:cubicBezTo>
                    <a:pt x="317" y="75"/>
                    <a:pt x="317" y="69"/>
                    <a:pt x="318" y="76"/>
                  </a:cubicBezTo>
                  <a:cubicBezTo>
                    <a:pt x="315" y="73"/>
                    <a:pt x="316" y="76"/>
                    <a:pt x="316" y="77"/>
                  </a:cubicBezTo>
                  <a:close/>
                  <a:moveTo>
                    <a:pt x="116" y="18"/>
                  </a:moveTo>
                  <a:cubicBezTo>
                    <a:pt x="114" y="19"/>
                    <a:pt x="114" y="19"/>
                    <a:pt x="115" y="19"/>
                  </a:cubicBezTo>
                  <a:cubicBezTo>
                    <a:pt x="113" y="19"/>
                    <a:pt x="117" y="17"/>
                    <a:pt x="116" y="1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10625"/>
            <p:cNvSpPr>
              <a:spLocks noEditPoints="1"/>
            </p:cNvSpPr>
            <p:nvPr/>
          </p:nvSpPr>
          <p:spPr bwMode="auto">
            <a:xfrm>
              <a:off x="319088" y="950913"/>
              <a:ext cx="623888" cy="298450"/>
            </a:xfrm>
            <a:custGeom>
              <a:avLst/>
              <a:gdLst>
                <a:gd name="T0" fmla="*/ 146 w 166"/>
                <a:gd name="T1" fmla="*/ 34 h 79"/>
                <a:gd name="T2" fmla="*/ 143 w 166"/>
                <a:gd name="T3" fmla="*/ 27 h 79"/>
                <a:gd name="T4" fmla="*/ 137 w 166"/>
                <a:gd name="T5" fmla="*/ 23 h 79"/>
                <a:gd name="T6" fmla="*/ 135 w 166"/>
                <a:gd name="T7" fmla="*/ 25 h 79"/>
                <a:gd name="T8" fmla="*/ 135 w 166"/>
                <a:gd name="T9" fmla="*/ 22 h 79"/>
                <a:gd name="T10" fmla="*/ 133 w 166"/>
                <a:gd name="T11" fmla="*/ 21 h 79"/>
                <a:gd name="T12" fmla="*/ 130 w 166"/>
                <a:gd name="T13" fmla="*/ 25 h 79"/>
                <a:gd name="T14" fmla="*/ 118 w 166"/>
                <a:gd name="T15" fmla="*/ 2 h 79"/>
                <a:gd name="T16" fmla="*/ 106 w 166"/>
                <a:gd name="T17" fmla="*/ 3 h 79"/>
                <a:gd name="T18" fmla="*/ 59 w 166"/>
                <a:gd name="T19" fmla="*/ 3 h 79"/>
                <a:gd name="T20" fmla="*/ 36 w 166"/>
                <a:gd name="T21" fmla="*/ 22 h 79"/>
                <a:gd name="T22" fmla="*/ 87 w 166"/>
                <a:gd name="T23" fmla="*/ 62 h 79"/>
                <a:gd name="T24" fmla="*/ 100 w 166"/>
                <a:gd name="T25" fmla="*/ 60 h 79"/>
                <a:gd name="T26" fmla="*/ 136 w 166"/>
                <a:gd name="T27" fmla="*/ 25 h 79"/>
                <a:gd name="T28" fmla="*/ 136 w 166"/>
                <a:gd name="T29" fmla="*/ 25 h 79"/>
                <a:gd name="T30" fmla="*/ 130 w 166"/>
                <a:gd name="T31" fmla="*/ 25 h 79"/>
                <a:gd name="T32" fmla="*/ 124 w 166"/>
                <a:gd name="T33" fmla="*/ 27 h 79"/>
                <a:gd name="T34" fmla="*/ 83 w 166"/>
                <a:gd name="T35" fmla="*/ 5 h 79"/>
                <a:gd name="T36" fmla="*/ 83 w 166"/>
                <a:gd name="T37" fmla="*/ 5 h 79"/>
                <a:gd name="T38" fmla="*/ 119 w 166"/>
                <a:gd name="T39" fmla="*/ 59 h 79"/>
                <a:gd name="T40" fmla="*/ 107 w 166"/>
                <a:gd name="T41" fmla="*/ 53 h 79"/>
                <a:gd name="T42" fmla="*/ 89 w 166"/>
                <a:gd name="T43" fmla="*/ 55 h 79"/>
                <a:gd name="T44" fmla="*/ 44 w 166"/>
                <a:gd name="T45" fmla="*/ 57 h 79"/>
                <a:gd name="T46" fmla="*/ 43 w 166"/>
                <a:gd name="T47" fmla="*/ 56 h 79"/>
                <a:gd name="T48" fmla="*/ 17 w 166"/>
                <a:gd name="T49" fmla="*/ 49 h 79"/>
                <a:gd name="T50" fmla="*/ 15 w 166"/>
                <a:gd name="T51" fmla="*/ 39 h 79"/>
                <a:gd name="T52" fmla="*/ 33 w 166"/>
                <a:gd name="T53" fmla="*/ 34 h 79"/>
                <a:gd name="T54" fmla="*/ 84 w 166"/>
                <a:gd name="T55" fmla="*/ 12 h 79"/>
                <a:gd name="T56" fmla="*/ 88 w 166"/>
                <a:gd name="T57" fmla="*/ 13 h 79"/>
                <a:gd name="T58" fmla="*/ 89 w 166"/>
                <a:gd name="T59" fmla="*/ 13 h 79"/>
                <a:gd name="T60" fmla="*/ 121 w 166"/>
                <a:gd name="T61" fmla="*/ 10 h 79"/>
                <a:gd name="T62" fmla="*/ 131 w 166"/>
                <a:gd name="T63" fmla="*/ 28 h 79"/>
                <a:gd name="T64" fmla="*/ 134 w 166"/>
                <a:gd name="T65" fmla="*/ 26 h 79"/>
                <a:gd name="T66" fmla="*/ 131 w 166"/>
                <a:gd name="T67" fmla="*/ 5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6" h="79">
                  <a:moveTo>
                    <a:pt x="147" y="32"/>
                  </a:moveTo>
                  <a:cubicBezTo>
                    <a:pt x="147" y="32"/>
                    <a:pt x="146" y="33"/>
                    <a:pt x="146" y="34"/>
                  </a:cubicBezTo>
                  <a:cubicBezTo>
                    <a:pt x="144" y="33"/>
                    <a:pt x="145" y="32"/>
                    <a:pt x="147" y="31"/>
                  </a:cubicBezTo>
                  <a:cubicBezTo>
                    <a:pt x="147" y="30"/>
                    <a:pt x="137" y="26"/>
                    <a:pt x="143" y="27"/>
                  </a:cubicBezTo>
                  <a:cubicBezTo>
                    <a:pt x="141" y="27"/>
                    <a:pt x="140" y="22"/>
                    <a:pt x="137" y="24"/>
                  </a:cubicBezTo>
                  <a:cubicBezTo>
                    <a:pt x="137" y="23"/>
                    <a:pt x="137" y="23"/>
                    <a:pt x="137" y="23"/>
                  </a:cubicBezTo>
                  <a:cubicBezTo>
                    <a:pt x="137" y="23"/>
                    <a:pt x="137" y="23"/>
                    <a:pt x="137" y="24"/>
                  </a:cubicBezTo>
                  <a:cubicBezTo>
                    <a:pt x="136" y="24"/>
                    <a:pt x="136" y="24"/>
                    <a:pt x="135" y="25"/>
                  </a:cubicBezTo>
                  <a:cubicBezTo>
                    <a:pt x="136" y="24"/>
                    <a:pt x="136" y="23"/>
                    <a:pt x="136" y="22"/>
                  </a:cubicBezTo>
                  <a:cubicBezTo>
                    <a:pt x="136" y="22"/>
                    <a:pt x="135" y="22"/>
                    <a:pt x="135" y="22"/>
                  </a:cubicBezTo>
                  <a:cubicBezTo>
                    <a:pt x="135" y="22"/>
                    <a:pt x="135" y="22"/>
                    <a:pt x="135" y="22"/>
                  </a:cubicBezTo>
                  <a:cubicBezTo>
                    <a:pt x="135" y="21"/>
                    <a:pt x="134" y="21"/>
                    <a:pt x="133" y="21"/>
                  </a:cubicBezTo>
                  <a:cubicBezTo>
                    <a:pt x="133" y="22"/>
                    <a:pt x="133" y="23"/>
                    <a:pt x="133" y="23"/>
                  </a:cubicBezTo>
                  <a:cubicBezTo>
                    <a:pt x="132" y="24"/>
                    <a:pt x="131" y="24"/>
                    <a:pt x="130" y="25"/>
                  </a:cubicBezTo>
                  <a:cubicBezTo>
                    <a:pt x="129" y="20"/>
                    <a:pt x="126" y="10"/>
                    <a:pt x="127" y="8"/>
                  </a:cubicBezTo>
                  <a:cubicBezTo>
                    <a:pt x="123" y="7"/>
                    <a:pt x="118" y="2"/>
                    <a:pt x="118" y="2"/>
                  </a:cubicBezTo>
                  <a:cubicBezTo>
                    <a:pt x="111" y="2"/>
                    <a:pt x="109" y="8"/>
                    <a:pt x="104" y="6"/>
                  </a:cubicBezTo>
                  <a:cubicBezTo>
                    <a:pt x="104" y="4"/>
                    <a:pt x="106" y="6"/>
                    <a:pt x="106" y="3"/>
                  </a:cubicBezTo>
                  <a:cubicBezTo>
                    <a:pt x="102" y="3"/>
                    <a:pt x="97" y="4"/>
                    <a:pt x="93" y="4"/>
                  </a:cubicBezTo>
                  <a:cubicBezTo>
                    <a:pt x="94" y="2"/>
                    <a:pt x="64" y="4"/>
                    <a:pt x="59" y="3"/>
                  </a:cubicBezTo>
                  <a:cubicBezTo>
                    <a:pt x="53" y="2"/>
                    <a:pt x="40" y="0"/>
                    <a:pt x="37" y="8"/>
                  </a:cubicBezTo>
                  <a:cubicBezTo>
                    <a:pt x="37" y="9"/>
                    <a:pt x="36" y="22"/>
                    <a:pt x="36" y="22"/>
                  </a:cubicBezTo>
                  <a:cubicBezTo>
                    <a:pt x="18" y="18"/>
                    <a:pt x="0" y="37"/>
                    <a:pt x="13" y="53"/>
                  </a:cubicBezTo>
                  <a:cubicBezTo>
                    <a:pt x="30" y="74"/>
                    <a:pt x="64" y="64"/>
                    <a:pt x="87" y="62"/>
                  </a:cubicBezTo>
                  <a:cubicBezTo>
                    <a:pt x="78" y="67"/>
                    <a:pt x="96" y="61"/>
                    <a:pt x="98" y="63"/>
                  </a:cubicBezTo>
                  <a:cubicBezTo>
                    <a:pt x="98" y="62"/>
                    <a:pt x="100" y="60"/>
                    <a:pt x="100" y="60"/>
                  </a:cubicBezTo>
                  <a:cubicBezTo>
                    <a:pt x="109" y="79"/>
                    <a:pt x="166" y="43"/>
                    <a:pt x="147" y="32"/>
                  </a:cubicBezTo>
                  <a:close/>
                  <a:moveTo>
                    <a:pt x="136" y="25"/>
                  </a:moveTo>
                  <a:cubicBezTo>
                    <a:pt x="136" y="26"/>
                    <a:pt x="136" y="26"/>
                    <a:pt x="135" y="26"/>
                  </a:cubicBezTo>
                  <a:cubicBezTo>
                    <a:pt x="136" y="25"/>
                    <a:pt x="136" y="25"/>
                    <a:pt x="136" y="25"/>
                  </a:cubicBezTo>
                  <a:close/>
                  <a:moveTo>
                    <a:pt x="130" y="25"/>
                  </a:moveTo>
                  <a:cubicBezTo>
                    <a:pt x="130" y="25"/>
                    <a:pt x="130" y="25"/>
                    <a:pt x="130" y="25"/>
                  </a:cubicBezTo>
                  <a:cubicBezTo>
                    <a:pt x="127" y="26"/>
                    <a:pt x="128" y="26"/>
                    <a:pt x="125" y="27"/>
                  </a:cubicBezTo>
                  <a:cubicBezTo>
                    <a:pt x="125" y="27"/>
                    <a:pt x="125" y="27"/>
                    <a:pt x="124" y="27"/>
                  </a:cubicBezTo>
                  <a:cubicBezTo>
                    <a:pt x="124" y="26"/>
                    <a:pt x="128" y="22"/>
                    <a:pt x="130" y="25"/>
                  </a:cubicBezTo>
                  <a:close/>
                  <a:moveTo>
                    <a:pt x="83" y="5"/>
                  </a:moveTo>
                  <a:cubicBezTo>
                    <a:pt x="83" y="5"/>
                    <a:pt x="83" y="5"/>
                    <a:pt x="82" y="5"/>
                  </a:cubicBezTo>
                  <a:cubicBezTo>
                    <a:pt x="84" y="5"/>
                    <a:pt x="84" y="6"/>
                    <a:pt x="83" y="5"/>
                  </a:cubicBezTo>
                  <a:close/>
                  <a:moveTo>
                    <a:pt x="131" y="55"/>
                  </a:moveTo>
                  <a:cubicBezTo>
                    <a:pt x="124" y="57"/>
                    <a:pt x="125" y="56"/>
                    <a:pt x="119" y="59"/>
                  </a:cubicBezTo>
                  <a:cubicBezTo>
                    <a:pt x="117" y="58"/>
                    <a:pt x="117" y="57"/>
                    <a:pt x="119" y="56"/>
                  </a:cubicBezTo>
                  <a:cubicBezTo>
                    <a:pt x="114" y="58"/>
                    <a:pt x="110" y="59"/>
                    <a:pt x="107" y="53"/>
                  </a:cubicBezTo>
                  <a:cubicBezTo>
                    <a:pt x="106" y="54"/>
                    <a:pt x="105" y="55"/>
                    <a:pt x="105" y="56"/>
                  </a:cubicBezTo>
                  <a:cubicBezTo>
                    <a:pt x="105" y="56"/>
                    <a:pt x="94" y="51"/>
                    <a:pt x="89" y="55"/>
                  </a:cubicBezTo>
                  <a:cubicBezTo>
                    <a:pt x="91" y="54"/>
                    <a:pt x="92" y="55"/>
                    <a:pt x="91" y="57"/>
                  </a:cubicBezTo>
                  <a:cubicBezTo>
                    <a:pt x="89" y="53"/>
                    <a:pt x="46" y="56"/>
                    <a:pt x="44" y="57"/>
                  </a:cubicBezTo>
                  <a:cubicBezTo>
                    <a:pt x="44" y="57"/>
                    <a:pt x="43" y="58"/>
                    <a:pt x="43" y="59"/>
                  </a:cubicBezTo>
                  <a:cubicBezTo>
                    <a:pt x="41" y="57"/>
                    <a:pt x="41" y="56"/>
                    <a:pt x="43" y="56"/>
                  </a:cubicBezTo>
                  <a:cubicBezTo>
                    <a:pt x="40" y="48"/>
                    <a:pt x="29" y="65"/>
                    <a:pt x="34" y="55"/>
                  </a:cubicBezTo>
                  <a:cubicBezTo>
                    <a:pt x="31" y="61"/>
                    <a:pt x="21" y="45"/>
                    <a:pt x="17" y="49"/>
                  </a:cubicBezTo>
                  <a:cubicBezTo>
                    <a:pt x="16" y="47"/>
                    <a:pt x="17" y="45"/>
                    <a:pt x="19" y="44"/>
                  </a:cubicBezTo>
                  <a:cubicBezTo>
                    <a:pt x="19" y="44"/>
                    <a:pt x="16" y="39"/>
                    <a:pt x="15" y="39"/>
                  </a:cubicBezTo>
                  <a:cubicBezTo>
                    <a:pt x="19" y="37"/>
                    <a:pt x="23" y="35"/>
                    <a:pt x="26" y="32"/>
                  </a:cubicBezTo>
                  <a:cubicBezTo>
                    <a:pt x="27" y="36"/>
                    <a:pt x="31" y="35"/>
                    <a:pt x="33" y="34"/>
                  </a:cubicBezTo>
                  <a:cubicBezTo>
                    <a:pt x="37" y="32"/>
                    <a:pt x="54" y="14"/>
                    <a:pt x="45" y="14"/>
                  </a:cubicBezTo>
                  <a:cubicBezTo>
                    <a:pt x="51" y="12"/>
                    <a:pt x="78" y="6"/>
                    <a:pt x="84" y="12"/>
                  </a:cubicBezTo>
                  <a:cubicBezTo>
                    <a:pt x="77" y="11"/>
                    <a:pt x="83" y="11"/>
                    <a:pt x="81" y="14"/>
                  </a:cubicBezTo>
                  <a:cubicBezTo>
                    <a:pt x="83" y="13"/>
                    <a:pt x="85" y="12"/>
                    <a:pt x="88" y="13"/>
                  </a:cubicBezTo>
                  <a:cubicBezTo>
                    <a:pt x="88" y="13"/>
                    <a:pt x="88" y="12"/>
                    <a:pt x="88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9" y="12"/>
                    <a:pt x="89" y="12"/>
                  </a:cubicBezTo>
                  <a:cubicBezTo>
                    <a:pt x="96" y="12"/>
                    <a:pt x="121" y="11"/>
                    <a:pt x="121" y="10"/>
                  </a:cubicBezTo>
                  <a:cubicBezTo>
                    <a:pt x="121" y="11"/>
                    <a:pt x="120" y="20"/>
                    <a:pt x="120" y="22"/>
                  </a:cubicBezTo>
                  <a:cubicBezTo>
                    <a:pt x="120" y="24"/>
                    <a:pt x="129" y="33"/>
                    <a:pt x="131" y="28"/>
                  </a:cubicBezTo>
                  <a:cubicBezTo>
                    <a:pt x="131" y="28"/>
                    <a:pt x="131" y="27"/>
                    <a:pt x="131" y="26"/>
                  </a:cubicBezTo>
                  <a:cubicBezTo>
                    <a:pt x="132" y="26"/>
                    <a:pt x="133" y="26"/>
                    <a:pt x="134" y="26"/>
                  </a:cubicBezTo>
                  <a:cubicBezTo>
                    <a:pt x="136" y="29"/>
                    <a:pt x="146" y="36"/>
                    <a:pt x="147" y="38"/>
                  </a:cubicBezTo>
                  <a:cubicBezTo>
                    <a:pt x="142" y="39"/>
                    <a:pt x="141" y="52"/>
                    <a:pt x="131" y="5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0626"/>
            <p:cNvSpPr>
              <a:spLocks/>
            </p:cNvSpPr>
            <p:nvPr/>
          </p:nvSpPr>
          <p:spPr bwMode="auto">
            <a:xfrm>
              <a:off x="739775" y="1101725"/>
              <a:ext cx="139700" cy="76200"/>
            </a:xfrm>
            <a:custGeom>
              <a:avLst/>
              <a:gdLst>
                <a:gd name="T0" fmla="*/ 2 w 37"/>
                <a:gd name="T1" fmla="*/ 20 h 20"/>
                <a:gd name="T2" fmla="*/ 36 w 37"/>
                <a:gd name="T3" fmla="*/ 0 h 20"/>
                <a:gd name="T4" fmla="*/ 35 w 37"/>
                <a:gd name="T5" fmla="*/ 0 h 20"/>
                <a:gd name="T6" fmla="*/ 1 w 37"/>
                <a:gd name="T7" fmla="*/ 20 h 20"/>
                <a:gd name="T8" fmla="*/ 2 w 37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20">
                  <a:moveTo>
                    <a:pt x="2" y="20"/>
                  </a:moveTo>
                  <a:cubicBezTo>
                    <a:pt x="14" y="14"/>
                    <a:pt x="25" y="7"/>
                    <a:pt x="36" y="0"/>
                  </a:cubicBezTo>
                  <a:cubicBezTo>
                    <a:pt x="37" y="0"/>
                    <a:pt x="35" y="0"/>
                    <a:pt x="35" y="0"/>
                  </a:cubicBezTo>
                  <a:cubicBezTo>
                    <a:pt x="23" y="7"/>
                    <a:pt x="12" y="14"/>
                    <a:pt x="1" y="20"/>
                  </a:cubicBezTo>
                  <a:cubicBezTo>
                    <a:pt x="0" y="20"/>
                    <a:pt x="2" y="20"/>
                    <a:pt x="2" y="2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10627"/>
            <p:cNvSpPr>
              <a:spLocks/>
            </p:cNvSpPr>
            <p:nvPr/>
          </p:nvSpPr>
          <p:spPr bwMode="auto">
            <a:xfrm>
              <a:off x="706438" y="1071563"/>
              <a:ext cx="149225" cy="101600"/>
            </a:xfrm>
            <a:custGeom>
              <a:avLst/>
              <a:gdLst>
                <a:gd name="T0" fmla="*/ 38 w 40"/>
                <a:gd name="T1" fmla="*/ 0 h 27"/>
                <a:gd name="T2" fmla="*/ 1 w 40"/>
                <a:gd name="T3" fmla="*/ 27 h 27"/>
                <a:gd name="T4" fmla="*/ 2 w 40"/>
                <a:gd name="T5" fmla="*/ 27 h 27"/>
                <a:gd name="T6" fmla="*/ 39 w 40"/>
                <a:gd name="T7" fmla="*/ 0 h 27"/>
                <a:gd name="T8" fmla="*/ 38 w 40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27">
                  <a:moveTo>
                    <a:pt x="38" y="0"/>
                  </a:moveTo>
                  <a:cubicBezTo>
                    <a:pt x="25" y="9"/>
                    <a:pt x="13" y="18"/>
                    <a:pt x="1" y="27"/>
                  </a:cubicBezTo>
                  <a:cubicBezTo>
                    <a:pt x="0" y="27"/>
                    <a:pt x="2" y="27"/>
                    <a:pt x="2" y="27"/>
                  </a:cubicBezTo>
                  <a:cubicBezTo>
                    <a:pt x="14" y="17"/>
                    <a:pt x="27" y="9"/>
                    <a:pt x="39" y="0"/>
                  </a:cubicBezTo>
                  <a:cubicBezTo>
                    <a:pt x="40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10628"/>
            <p:cNvSpPr>
              <a:spLocks/>
            </p:cNvSpPr>
            <p:nvPr/>
          </p:nvSpPr>
          <p:spPr bwMode="auto">
            <a:xfrm>
              <a:off x="1081088" y="873125"/>
              <a:ext cx="87313" cy="55563"/>
            </a:xfrm>
            <a:custGeom>
              <a:avLst/>
              <a:gdLst>
                <a:gd name="T0" fmla="*/ 21 w 23"/>
                <a:gd name="T1" fmla="*/ 1 h 15"/>
                <a:gd name="T2" fmla="*/ 1 w 23"/>
                <a:gd name="T3" fmla="*/ 13 h 15"/>
                <a:gd name="T4" fmla="*/ 2 w 23"/>
                <a:gd name="T5" fmla="*/ 14 h 15"/>
                <a:gd name="T6" fmla="*/ 22 w 23"/>
                <a:gd name="T7" fmla="*/ 2 h 15"/>
                <a:gd name="T8" fmla="*/ 21 w 23"/>
                <a:gd name="T9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5">
                  <a:moveTo>
                    <a:pt x="21" y="1"/>
                  </a:moveTo>
                  <a:cubicBezTo>
                    <a:pt x="14" y="5"/>
                    <a:pt x="8" y="9"/>
                    <a:pt x="1" y="13"/>
                  </a:cubicBezTo>
                  <a:cubicBezTo>
                    <a:pt x="0" y="14"/>
                    <a:pt x="1" y="15"/>
                    <a:pt x="2" y="14"/>
                  </a:cubicBezTo>
                  <a:cubicBezTo>
                    <a:pt x="9" y="10"/>
                    <a:pt x="16" y="6"/>
                    <a:pt x="22" y="2"/>
                  </a:cubicBezTo>
                  <a:cubicBezTo>
                    <a:pt x="23" y="1"/>
                    <a:pt x="22" y="0"/>
                    <a:pt x="2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10629"/>
            <p:cNvSpPr>
              <a:spLocks/>
            </p:cNvSpPr>
            <p:nvPr/>
          </p:nvSpPr>
          <p:spPr bwMode="auto">
            <a:xfrm>
              <a:off x="1020763" y="860425"/>
              <a:ext cx="147638" cy="76200"/>
            </a:xfrm>
            <a:custGeom>
              <a:avLst/>
              <a:gdLst>
                <a:gd name="T0" fmla="*/ 2 w 39"/>
                <a:gd name="T1" fmla="*/ 20 h 20"/>
                <a:gd name="T2" fmla="*/ 37 w 39"/>
                <a:gd name="T3" fmla="*/ 1 h 20"/>
                <a:gd name="T4" fmla="*/ 37 w 39"/>
                <a:gd name="T5" fmla="*/ 1 h 20"/>
                <a:gd name="T6" fmla="*/ 1 w 39"/>
                <a:gd name="T7" fmla="*/ 19 h 20"/>
                <a:gd name="T8" fmla="*/ 2 w 39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20">
                  <a:moveTo>
                    <a:pt x="2" y="20"/>
                  </a:moveTo>
                  <a:cubicBezTo>
                    <a:pt x="14" y="13"/>
                    <a:pt x="25" y="7"/>
                    <a:pt x="37" y="1"/>
                  </a:cubicBezTo>
                  <a:cubicBezTo>
                    <a:pt x="39" y="1"/>
                    <a:pt x="38" y="0"/>
                    <a:pt x="37" y="1"/>
                  </a:cubicBezTo>
                  <a:cubicBezTo>
                    <a:pt x="24" y="6"/>
                    <a:pt x="13" y="13"/>
                    <a:pt x="1" y="19"/>
                  </a:cubicBezTo>
                  <a:cubicBezTo>
                    <a:pt x="0" y="20"/>
                    <a:pt x="2" y="20"/>
                    <a:pt x="2" y="2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10630"/>
            <p:cNvSpPr>
              <a:spLocks/>
            </p:cNvSpPr>
            <p:nvPr/>
          </p:nvSpPr>
          <p:spPr bwMode="auto">
            <a:xfrm>
              <a:off x="649288" y="1060450"/>
              <a:ext cx="184150" cy="109538"/>
            </a:xfrm>
            <a:custGeom>
              <a:avLst/>
              <a:gdLst>
                <a:gd name="T0" fmla="*/ 2 w 49"/>
                <a:gd name="T1" fmla="*/ 29 h 29"/>
                <a:gd name="T2" fmla="*/ 48 w 49"/>
                <a:gd name="T3" fmla="*/ 2 h 29"/>
                <a:gd name="T4" fmla="*/ 47 w 49"/>
                <a:gd name="T5" fmla="*/ 1 h 29"/>
                <a:gd name="T6" fmla="*/ 1 w 49"/>
                <a:gd name="T7" fmla="*/ 28 h 29"/>
                <a:gd name="T8" fmla="*/ 2 w 49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2" y="29"/>
                  </a:moveTo>
                  <a:cubicBezTo>
                    <a:pt x="18" y="21"/>
                    <a:pt x="33" y="11"/>
                    <a:pt x="48" y="2"/>
                  </a:cubicBezTo>
                  <a:cubicBezTo>
                    <a:pt x="49" y="1"/>
                    <a:pt x="47" y="0"/>
                    <a:pt x="47" y="1"/>
                  </a:cubicBezTo>
                  <a:cubicBezTo>
                    <a:pt x="32" y="11"/>
                    <a:pt x="17" y="20"/>
                    <a:pt x="1" y="28"/>
                  </a:cubicBezTo>
                  <a:cubicBezTo>
                    <a:pt x="0" y="28"/>
                    <a:pt x="1" y="29"/>
                    <a:pt x="2" y="2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0631"/>
            <p:cNvSpPr>
              <a:spLocks/>
            </p:cNvSpPr>
            <p:nvPr/>
          </p:nvSpPr>
          <p:spPr bwMode="auto">
            <a:xfrm>
              <a:off x="630238" y="1143000"/>
              <a:ext cx="57150" cy="26988"/>
            </a:xfrm>
            <a:custGeom>
              <a:avLst/>
              <a:gdLst>
                <a:gd name="T0" fmla="*/ 8 w 15"/>
                <a:gd name="T1" fmla="*/ 7 h 7"/>
                <a:gd name="T2" fmla="*/ 14 w 15"/>
                <a:gd name="T3" fmla="*/ 2 h 7"/>
                <a:gd name="T4" fmla="*/ 14 w 15"/>
                <a:gd name="T5" fmla="*/ 0 h 7"/>
                <a:gd name="T6" fmla="*/ 1 w 15"/>
                <a:gd name="T7" fmla="*/ 6 h 7"/>
                <a:gd name="T8" fmla="*/ 2 w 15"/>
                <a:gd name="T9" fmla="*/ 6 h 7"/>
                <a:gd name="T10" fmla="*/ 12 w 15"/>
                <a:gd name="T11" fmla="*/ 1 h 7"/>
                <a:gd name="T12" fmla="*/ 12 w 15"/>
                <a:gd name="T13" fmla="*/ 3 h 7"/>
                <a:gd name="T14" fmla="*/ 6 w 15"/>
                <a:gd name="T15" fmla="*/ 6 h 7"/>
                <a:gd name="T16" fmla="*/ 8 w 15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7">
                  <a:moveTo>
                    <a:pt x="8" y="7"/>
                  </a:moveTo>
                  <a:cubicBezTo>
                    <a:pt x="10" y="6"/>
                    <a:pt x="13" y="5"/>
                    <a:pt x="14" y="2"/>
                  </a:cubicBezTo>
                  <a:cubicBezTo>
                    <a:pt x="15" y="2"/>
                    <a:pt x="15" y="1"/>
                    <a:pt x="14" y="0"/>
                  </a:cubicBezTo>
                  <a:cubicBezTo>
                    <a:pt x="9" y="0"/>
                    <a:pt x="4" y="3"/>
                    <a:pt x="1" y="6"/>
                  </a:cubicBezTo>
                  <a:cubicBezTo>
                    <a:pt x="0" y="6"/>
                    <a:pt x="2" y="6"/>
                    <a:pt x="2" y="6"/>
                  </a:cubicBezTo>
                  <a:cubicBezTo>
                    <a:pt x="5" y="4"/>
                    <a:pt x="9" y="1"/>
                    <a:pt x="12" y="1"/>
                  </a:cubicBezTo>
                  <a:cubicBezTo>
                    <a:pt x="13" y="1"/>
                    <a:pt x="13" y="2"/>
                    <a:pt x="12" y="3"/>
                  </a:cubicBezTo>
                  <a:cubicBezTo>
                    <a:pt x="11" y="5"/>
                    <a:pt x="8" y="5"/>
                    <a:pt x="6" y="6"/>
                  </a:cubicBezTo>
                  <a:cubicBezTo>
                    <a:pt x="5" y="7"/>
                    <a:pt x="7" y="7"/>
                    <a:pt x="8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0632"/>
            <p:cNvSpPr>
              <a:spLocks/>
            </p:cNvSpPr>
            <p:nvPr/>
          </p:nvSpPr>
          <p:spPr bwMode="auto">
            <a:xfrm>
              <a:off x="638175" y="1049338"/>
              <a:ext cx="173038" cy="115888"/>
            </a:xfrm>
            <a:custGeom>
              <a:avLst/>
              <a:gdLst>
                <a:gd name="T0" fmla="*/ 44 w 46"/>
                <a:gd name="T1" fmla="*/ 0 h 31"/>
                <a:gd name="T2" fmla="*/ 1 w 46"/>
                <a:gd name="T3" fmla="*/ 30 h 31"/>
                <a:gd name="T4" fmla="*/ 2 w 46"/>
                <a:gd name="T5" fmla="*/ 30 h 31"/>
                <a:gd name="T6" fmla="*/ 45 w 46"/>
                <a:gd name="T7" fmla="*/ 1 h 31"/>
                <a:gd name="T8" fmla="*/ 44 w 46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1">
                  <a:moveTo>
                    <a:pt x="44" y="0"/>
                  </a:moveTo>
                  <a:cubicBezTo>
                    <a:pt x="29" y="10"/>
                    <a:pt x="15" y="19"/>
                    <a:pt x="1" y="30"/>
                  </a:cubicBezTo>
                  <a:cubicBezTo>
                    <a:pt x="0" y="30"/>
                    <a:pt x="1" y="31"/>
                    <a:pt x="2" y="30"/>
                  </a:cubicBezTo>
                  <a:cubicBezTo>
                    <a:pt x="16" y="20"/>
                    <a:pt x="30" y="11"/>
                    <a:pt x="45" y="1"/>
                  </a:cubicBezTo>
                  <a:cubicBezTo>
                    <a:pt x="46" y="1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0633"/>
            <p:cNvSpPr>
              <a:spLocks/>
            </p:cNvSpPr>
            <p:nvPr/>
          </p:nvSpPr>
          <p:spPr bwMode="auto">
            <a:xfrm>
              <a:off x="990600" y="835025"/>
              <a:ext cx="180975" cy="101600"/>
            </a:xfrm>
            <a:custGeom>
              <a:avLst/>
              <a:gdLst>
                <a:gd name="T0" fmla="*/ 46 w 48"/>
                <a:gd name="T1" fmla="*/ 1 h 27"/>
                <a:gd name="T2" fmla="*/ 1 w 48"/>
                <a:gd name="T3" fmla="*/ 26 h 27"/>
                <a:gd name="T4" fmla="*/ 2 w 48"/>
                <a:gd name="T5" fmla="*/ 27 h 27"/>
                <a:gd name="T6" fmla="*/ 47 w 48"/>
                <a:gd name="T7" fmla="*/ 1 h 27"/>
                <a:gd name="T8" fmla="*/ 46 w 48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27">
                  <a:moveTo>
                    <a:pt x="46" y="1"/>
                  </a:moveTo>
                  <a:cubicBezTo>
                    <a:pt x="31" y="9"/>
                    <a:pt x="16" y="18"/>
                    <a:pt x="1" y="26"/>
                  </a:cubicBezTo>
                  <a:cubicBezTo>
                    <a:pt x="0" y="27"/>
                    <a:pt x="1" y="27"/>
                    <a:pt x="2" y="27"/>
                  </a:cubicBezTo>
                  <a:cubicBezTo>
                    <a:pt x="17" y="18"/>
                    <a:pt x="32" y="10"/>
                    <a:pt x="47" y="1"/>
                  </a:cubicBezTo>
                  <a:cubicBezTo>
                    <a:pt x="48" y="1"/>
                    <a:pt x="46" y="0"/>
                    <a:pt x="4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0634"/>
            <p:cNvSpPr>
              <a:spLocks/>
            </p:cNvSpPr>
            <p:nvPr/>
          </p:nvSpPr>
          <p:spPr bwMode="auto">
            <a:xfrm>
              <a:off x="935038" y="815975"/>
              <a:ext cx="236538" cy="123825"/>
            </a:xfrm>
            <a:custGeom>
              <a:avLst/>
              <a:gdLst>
                <a:gd name="T0" fmla="*/ 2 w 63"/>
                <a:gd name="T1" fmla="*/ 32 h 33"/>
                <a:gd name="T2" fmla="*/ 62 w 63"/>
                <a:gd name="T3" fmla="*/ 1 h 33"/>
                <a:gd name="T4" fmla="*/ 60 w 63"/>
                <a:gd name="T5" fmla="*/ 0 h 33"/>
                <a:gd name="T6" fmla="*/ 1 w 63"/>
                <a:gd name="T7" fmla="*/ 32 h 33"/>
                <a:gd name="T8" fmla="*/ 2 w 63"/>
                <a:gd name="T9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33">
                  <a:moveTo>
                    <a:pt x="2" y="32"/>
                  </a:moveTo>
                  <a:cubicBezTo>
                    <a:pt x="22" y="22"/>
                    <a:pt x="42" y="11"/>
                    <a:pt x="62" y="1"/>
                  </a:cubicBezTo>
                  <a:cubicBezTo>
                    <a:pt x="63" y="0"/>
                    <a:pt x="61" y="0"/>
                    <a:pt x="60" y="0"/>
                  </a:cubicBezTo>
                  <a:cubicBezTo>
                    <a:pt x="40" y="11"/>
                    <a:pt x="21" y="21"/>
                    <a:pt x="1" y="32"/>
                  </a:cubicBezTo>
                  <a:cubicBezTo>
                    <a:pt x="0" y="32"/>
                    <a:pt x="2" y="33"/>
                    <a:pt x="2" y="3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0635"/>
            <p:cNvSpPr>
              <a:spLocks/>
            </p:cNvSpPr>
            <p:nvPr/>
          </p:nvSpPr>
          <p:spPr bwMode="auto">
            <a:xfrm>
              <a:off x="481013" y="1019175"/>
              <a:ext cx="311150" cy="161925"/>
            </a:xfrm>
            <a:custGeom>
              <a:avLst/>
              <a:gdLst>
                <a:gd name="T0" fmla="*/ 3 w 83"/>
                <a:gd name="T1" fmla="*/ 43 h 43"/>
                <a:gd name="T2" fmla="*/ 82 w 83"/>
                <a:gd name="T3" fmla="*/ 1 h 43"/>
                <a:gd name="T4" fmla="*/ 81 w 83"/>
                <a:gd name="T5" fmla="*/ 1 h 43"/>
                <a:gd name="T6" fmla="*/ 2 w 83"/>
                <a:gd name="T7" fmla="*/ 42 h 43"/>
                <a:gd name="T8" fmla="*/ 3 w 83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43">
                  <a:moveTo>
                    <a:pt x="3" y="43"/>
                  </a:moveTo>
                  <a:cubicBezTo>
                    <a:pt x="29" y="29"/>
                    <a:pt x="56" y="15"/>
                    <a:pt x="82" y="1"/>
                  </a:cubicBezTo>
                  <a:cubicBezTo>
                    <a:pt x="83" y="0"/>
                    <a:pt x="81" y="0"/>
                    <a:pt x="81" y="1"/>
                  </a:cubicBezTo>
                  <a:cubicBezTo>
                    <a:pt x="54" y="15"/>
                    <a:pt x="28" y="29"/>
                    <a:pt x="2" y="42"/>
                  </a:cubicBezTo>
                  <a:cubicBezTo>
                    <a:pt x="0" y="43"/>
                    <a:pt x="2" y="43"/>
                    <a:pt x="3" y="4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0636"/>
            <p:cNvSpPr>
              <a:spLocks/>
            </p:cNvSpPr>
            <p:nvPr/>
          </p:nvSpPr>
          <p:spPr bwMode="auto">
            <a:xfrm>
              <a:off x="476250" y="992188"/>
              <a:ext cx="274638" cy="180975"/>
            </a:xfrm>
            <a:custGeom>
              <a:avLst/>
              <a:gdLst>
                <a:gd name="T0" fmla="*/ 70 w 73"/>
                <a:gd name="T1" fmla="*/ 1 h 48"/>
                <a:gd name="T2" fmla="*/ 1 w 73"/>
                <a:gd name="T3" fmla="*/ 48 h 48"/>
                <a:gd name="T4" fmla="*/ 3 w 73"/>
                <a:gd name="T5" fmla="*/ 48 h 48"/>
                <a:gd name="T6" fmla="*/ 72 w 73"/>
                <a:gd name="T7" fmla="*/ 1 h 48"/>
                <a:gd name="T8" fmla="*/ 70 w 73"/>
                <a:gd name="T9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48">
                  <a:moveTo>
                    <a:pt x="70" y="1"/>
                  </a:moveTo>
                  <a:cubicBezTo>
                    <a:pt x="46" y="15"/>
                    <a:pt x="22" y="30"/>
                    <a:pt x="1" y="48"/>
                  </a:cubicBezTo>
                  <a:cubicBezTo>
                    <a:pt x="0" y="48"/>
                    <a:pt x="2" y="48"/>
                    <a:pt x="3" y="48"/>
                  </a:cubicBezTo>
                  <a:cubicBezTo>
                    <a:pt x="24" y="30"/>
                    <a:pt x="48" y="15"/>
                    <a:pt x="72" y="1"/>
                  </a:cubicBezTo>
                  <a:cubicBezTo>
                    <a:pt x="73" y="0"/>
                    <a:pt x="71" y="1"/>
                    <a:pt x="7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0637"/>
            <p:cNvSpPr>
              <a:spLocks/>
            </p:cNvSpPr>
            <p:nvPr/>
          </p:nvSpPr>
          <p:spPr bwMode="auto">
            <a:xfrm>
              <a:off x="860425" y="763588"/>
              <a:ext cx="319088" cy="169863"/>
            </a:xfrm>
            <a:custGeom>
              <a:avLst/>
              <a:gdLst>
                <a:gd name="T0" fmla="*/ 82 w 85"/>
                <a:gd name="T1" fmla="*/ 0 h 45"/>
                <a:gd name="T2" fmla="*/ 1 w 85"/>
                <a:gd name="T3" fmla="*/ 44 h 45"/>
                <a:gd name="T4" fmla="*/ 2 w 85"/>
                <a:gd name="T5" fmla="*/ 44 h 45"/>
                <a:gd name="T6" fmla="*/ 83 w 85"/>
                <a:gd name="T7" fmla="*/ 1 h 45"/>
                <a:gd name="T8" fmla="*/ 82 w 85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45">
                  <a:moveTo>
                    <a:pt x="82" y="0"/>
                  </a:moveTo>
                  <a:cubicBezTo>
                    <a:pt x="56" y="15"/>
                    <a:pt x="28" y="29"/>
                    <a:pt x="1" y="44"/>
                  </a:cubicBezTo>
                  <a:cubicBezTo>
                    <a:pt x="0" y="44"/>
                    <a:pt x="2" y="45"/>
                    <a:pt x="2" y="44"/>
                  </a:cubicBezTo>
                  <a:cubicBezTo>
                    <a:pt x="29" y="30"/>
                    <a:pt x="57" y="16"/>
                    <a:pt x="83" y="1"/>
                  </a:cubicBezTo>
                  <a:cubicBezTo>
                    <a:pt x="85" y="0"/>
                    <a:pt x="83" y="0"/>
                    <a:pt x="8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0639"/>
            <p:cNvSpPr>
              <a:spLocks/>
            </p:cNvSpPr>
            <p:nvPr/>
          </p:nvSpPr>
          <p:spPr bwMode="auto">
            <a:xfrm>
              <a:off x="788988" y="730250"/>
              <a:ext cx="382588" cy="190500"/>
            </a:xfrm>
            <a:custGeom>
              <a:avLst/>
              <a:gdLst>
                <a:gd name="T0" fmla="*/ 2 w 102"/>
                <a:gd name="T1" fmla="*/ 50 h 51"/>
                <a:gd name="T2" fmla="*/ 101 w 102"/>
                <a:gd name="T3" fmla="*/ 1 h 51"/>
                <a:gd name="T4" fmla="*/ 100 w 102"/>
                <a:gd name="T5" fmla="*/ 0 h 51"/>
                <a:gd name="T6" fmla="*/ 1 w 102"/>
                <a:gd name="T7" fmla="*/ 50 h 51"/>
                <a:gd name="T8" fmla="*/ 2 w 102"/>
                <a:gd name="T9" fmla="*/ 5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51">
                  <a:moveTo>
                    <a:pt x="2" y="50"/>
                  </a:moveTo>
                  <a:cubicBezTo>
                    <a:pt x="35" y="33"/>
                    <a:pt x="67" y="16"/>
                    <a:pt x="101" y="1"/>
                  </a:cubicBezTo>
                  <a:cubicBezTo>
                    <a:pt x="102" y="0"/>
                    <a:pt x="101" y="0"/>
                    <a:pt x="100" y="0"/>
                  </a:cubicBezTo>
                  <a:cubicBezTo>
                    <a:pt x="66" y="15"/>
                    <a:pt x="34" y="32"/>
                    <a:pt x="1" y="50"/>
                  </a:cubicBezTo>
                  <a:cubicBezTo>
                    <a:pt x="0" y="50"/>
                    <a:pt x="2" y="51"/>
                    <a:pt x="2" y="5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0640"/>
            <p:cNvSpPr>
              <a:spLocks/>
            </p:cNvSpPr>
            <p:nvPr/>
          </p:nvSpPr>
          <p:spPr bwMode="auto">
            <a:xfrm>
              <a:off x="442913" y="985838"/>
              <a:ext cx="225425" cy="127000"/>
            </a:xfrm>
            <a:custGeom>
              <a:avLst/>
              <a:gdLst>
                <a:gd name="T0" fmla="*/ 48 w 60"/>
                <a:gd name="T1" fmla="*/ 1 h 34"/>
                <a:gd name="T2" fmla="*/ 1 w 60"/>
                <a:gd name="T3" fmla="*/ 33 h 34"/>
                <a:gd name="T4" fmla="*/ 2 w 60"/>
                <a:gd name="T5" fmla="*/ 34 h 34"/>
                <a:gd name="T6" fmla="*/ 59 w 60"/>
                <a:gd name="T7" fmla="*/ 2 h 34"/>
                <a:gd name="T8" fmla="*/ 58 w 60"/>
                <a:gd name="T9" fmla="*/ 1 h 34"/>
                <a:gd name="T10" fmla="*/ 9 w 60"/>
                <a:gd name="T11" fmla="*/ 29 h 34"/>
                <a:gd name="T12" fmla="*/ 9 w 60"/>
                <a:gd name="T13" fmla="*/ 29 h 34"/>
                <a:gd name="T14" fmla="*/ 23 w 60"/>
                <a:gd name="T15" fmla="*/ 19 h 34"/>
                <a:gd name="T16" fmla="*/ 49 w 60"/>
                <a:gd name="T17" fmla="*/ 2 h 34"/>
                <a:gd name="T18" fmla="*/ 48 w 60"/>
                <a:gd name="T19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34">
                  <a:moveTo>
                    <a:pt x="48" y="1"/>
                  </a:moveTo>
                  <a:cubicBezTo>
                    <a:pt x="32" y="11"/>
                    <a:pt x="16" y="22"/>
                    <a:pt x="1" y="33"/>
                  </a:cubicBezTo>
                  <a:cubicBezTo>
                    <a:pt x="0" y="34"/>
                    <a:pt x="1" y="34"/>
                    <a:pt x="2" y="34"/>
                  </a:cubicBezTo>
                  <a:cubicBezTo>
                    <a:pt x="21" y="24"/>
                    <a:pt x="40" y="13"/>
                    <a:pt x="59" y="2"/>
                  </a:cubicBezTo>
                  <a:cubicBezTo>
                    <a:pt x="60" y="2"/>
                    <a:pt x="59" y="1"/>
                    <a:pt x="58" y="1"/>
                  </a:cubicBezTo>
                  <a:cubicBezTo>
                    <a:pt x="41" y="10"/>
                    <a:pt x="25" y="20"/>
                    <a:pt x="9" y="29"/>
                  </a:cubicBezTo>
                  <a:cubicBezTo>
                    <a:pt x="2" y="32"/>
                    <a:pt x="6" y="31"/>
                    <a:pt x="9" y="29"/>
                  </a:cubicBezTo>
                  <a:cubicBezTo>
                    <a:pt x="14" y="25"/>
                    <a:pt x="19" y="22"/>
                    <a:pt x="23" y="19"/>
                  </a:cubicBezTo>
                  <a:cubicBezTo>
                    <a:pt x="32" y="13"/>
                    <a:pt x="40" y="7"/>
                    <a:pt x="49" y="2"/>
                  </a:cubicBezTo>
                  <a:cubicBezTo>
                    <a:pt x="50" y="1"/>
                    <a:pt x="48" y="0"/>
                    <a:pt x="4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641"/>
            <p:cNvSpPr>
              <a:spLocks/>
            </p:cNvSpPr>
            <p:nvPr/>
          </p:nvSpPr>
          <p:spPr bwMode="auto">
            <a:xfrm>
              <a:off x="747713" y="788988"/>
              <a:ext cx="225425" cy="125413"/>
            </a:xfrm>
            <a:custGeom>
              <a:avLst/>
              <a:gdLst>
                <a:gd name="T0" fmla="*/ 58 w 60"/>
                <a:gd name="T1" fmla="*/ 0 h 33"/>
                <a:gd name="T2" fmla="*/ 1 w 60"/>
                <a:gd name="T3" fmla="*/ 32 h 33"/>
                <a:gd name="T4" fmla="*/ 3 w 60"/>
                <a:gd name="T5" fmla="*/ 33 h 33"/>
                <a:gd name="T6" fmla="*/ 59 w 60"/>
                <a:gd name="T7" fmla="*/ 1 h 33"/>
                <a:gd name="T8" fmla="*/ 58 w 60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33">
                  <a:moveTo>
                    <a:pt x="58" y="0"/>
                  </a:moveTo>
                  <a:cubicBezTo>
                    <a:pt x="39" y="11"/>
                    <a:pt x="20" y="22"/>
                    <a:pt x="1" y="32"/>
                  </a:cubicBezTo>
                  <a:cubicBezTo>
                    <a:pt x="0" y="33"/>
                    <a:pt x="2" y="33"/>
                    <a:pt x="3" y="33"/>
                  </a:cubicBezTo>
                  <a:cubicBezTo>
                    <a:pt x="21" y="22"/>
                    <a:pt x="40" y="12"/>
                    <a:pt x="59" y="1"/>
                  </a:cubicBezTo>
                  <a:cubicBezTo>
                    <a:pt x="60" y="1"/>
                    <a:pt x="59" y="0"/>
                    <a:pt x="5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0642"/>
            <p:cNvSpPr>
              <a:spLocks/>
            </p:cNvSpPr>
            <p:nvPr/>
          </p:nvSpPr>
          <p:spPr bwMode="auto">
            <a:xfrm>
              <a:off x="1096963" y="673100"/>
              <a:ext cx="77788" cy="41275"/>
            </a:xfrm>
            <a:custGeom>
              <a:avLst/>
              <a:gdLst>
                <a:gd name="T0" fmla="*/ 3 w 21"/>
                <a:gd name="T1" fmla="*/ 7 h 11"/>
                <a:gd name="T2" fmla="*/ 20 w 21"/>
                <a:gd name="T3" fmla="*/ 0 h 11"/>
                <a:gd name="T4" fmla="*/ 19 w 21"/>
                <a:gd name="T5" fmla="*/ 0 h 11"/>
                <a:gd name="T6" fmla="*/ 1 w 21"/>
                <a:gd name="T7" fmla="*/ 11 h 11"/>
                <a:gd name="T8" fmla="*/ 2 w 21"/>
                <a:gd name="T9" fmla="*/ 11 h 11"/>
                <a:gd name="T10" fmla="*/ 20 w 21"/>
                <a:gd name="T11" fmla="*/ 0 h 11"/>
                <a:gd name="T12" fmla="*/ 19 w 21"/>
                <a:gd name="T13" fmla="*/ 0 h 11"/>
                <a:gd name="T14" fmla="*/ 2 w 21"/>
                <a:gd name="T15" fmla="*/ 7 h 11"/>
                <a:gd name="T16" fmla="*/ 3 w 21"/>
                <a:gd name="T17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1">
                  <a:moveTo>
                    <a:pt x="3" y="7"/>
                  </a:moveTo>
                  <a:cubicBezTo>
                    <a:pt x="9" y="5"/>
                    <a:pt x="14" y="2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4"/>
                    <a:pt x="7" y="7"/>
                    <a:pt x="1" y="11"/>
                  </a:cubicBezTo>
                  <a:cubicBezTo>
                    <a:pt x="0" y="11"/>
                    <a:pt x="2" y="11"/>
                    <a:pt x="2" y="11"/>
                  </a:cubicBezTo>
                  <a:cubicBezTo>
                    <a:pt x="8" y="7"/>
                    <a:pt x="14" y="4"/>
                    <a:pt x="20" y="0"/>
                  </a:cubicBezTo>
                  <a:cubicBezTo>
                    <a:pt x="21" y="0"/>
                    <a:pt x="19" y="0"/>
                    <a:pt x="19" y="0"/>
                  </a:cubicBezTo>
                  <a:cubicBezTo>
                    <a:pt x="13" y="2"/>
                    <a:pt x="8" y="4"/>
                    <a:pt x="2" y="7"/>
                  </a:cubicBezTo>
                  <a:cubicBezTo>
                    <a:pt x="1" y="7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0643"/>
            <p:cNvSpPr>
              <a:spLocks/>
            </p:cNvSpPr>
            <p:nvPr/>
          </p:nvSpPr>
          <p:spPr bwMode="auto">
            <a:xfrm>
              <a:off x="695325" y="788988"/>
              <a:ext cx="225425" cy="128588"/>
            </a:xfrm>
            <a:custGeom>
              <a:avLst/>
              <a:gdLst>
                <a:gd name="T0" fmla="*/ 3 w 60"/>
                <a:gd name="T1" fmla="*/ 33 h 34"/>
                <a:gd name="T2" fmla="*/ 59 w 60"/>
                <a:gd name="T3" fmla="*/ 2 h 34"/>
                <a:gd name="T4" fmla="*/ 58 w 60"/>
                <a:gd name="T5" fmla="*/ 0 h 34"/>
                <a:gd name="T6" fmla="*/ 2 w 60"/>
                <a:gd name="T7" fmla="*/ 32 h 34"/>
                <a:gd name="T8" fmla="*/ 3 w 60"/>
                <a:gd name="T9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34">
                  <a:moveTo>
                    <a:pt x="3" y="33"/>
                  </a:moveTo>
                  <a:cubicBezTo>
                    <a:pt x="21" y="22"/>
                    <a:pt x="40" y="12"/>
                    <a:pt x="59" y="2"/>
                  </a:cubicBezTo>
                  <a:cubicBezTo>
                    <a:pt x="60" y="1"/>
                    <a:pt x="59" y="0"/>
                    <a:pt x="58" y="0"/>
                  </a:cubicBezTo>
                  <a:cubicBezTo>
                    <a:pt x="39" y="11"/>
                    <a:pt x="20" y="21"/>
                    <a:pt x="2" y="32"/>
                  </a:cubicBezTo>
                  <a:cubicBezTo>
                    <a:pt x="0" y="32"/>
                    <a:pt x="2" y="34"/>
                    <a:pt x="3" y="3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644"/>
            <p:cNvSpPr>
              <a:spLocks/>
            </p:cNvSpPr>
            <p:nvPr/>
          </p:nvSpPr>
          <p:spPr bwMode="auto">
            <a:xfrm>
              <a:off x="390525" y="989013"/>
              <a:ext cx="168275" cy="82550"/>
            </a:xfrm>
            <a:custGeom>
              <a:avLst/>
              <a:gdLst>
                <a:gd name="T0" fmla="*/ 24 w 45"/>
                <a:gd name="T1" fmla="*/ 4 h 22"/>
                <a:gd name="T2" fmla="*/ 1 w 45"/>
                <a:gd name="T3" fmla="*/ 21 h 22"/>
                <a:gd name="T4" fmla="*/ 2 w 45"/>
                <a:gd name="T5" fmla="*/ 22 h 22"/>
                <a:gd name="T6" fmla="*/ 43 w 45"/>
                <a:gd name="T7" fmla="*/ 2 h 22"/>
                <a:gd name="T8" fmla="*/ 43 w 45"/>
                <a:gd name="T9" fmla="*/ 1 h 22"/>
                <a:gd name="T10" fmla="*/ 13 w 45"/>
                <a:gd name="T11" fmla="*/ 16 h 22"/>
                <a:gd name="T12" fmla="*/ 7 w 45"/>
                <a:gd name="T13" fmla="*/ 18 h 22"/>
                <a:gd name="T14" fmla="*/ 10 w 45"/>
                <a:gd name="T15" fmla="*/ 16 h 22"/>
                <a:gd name="T16" fmla="*/ 25 w 45"/>
                <a:gd name="T17" fmla="*/ 4 h 22"/>
                <a:gd name="T18" fmla="*/ 24 w 45"/>
                <a:gd name="T1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22">
                  <a:moveTo>
                    <a:pt x="24" y="4"/>
                  </a:moveTo>
                  <a:cubicBezTo>
                    <a:pt x="16" y="9"/>
                    <a:pt x="8" y="15"/>
                    <a:pt x="1" y="21"/>
                  </a:cubicBezTo>
                  <a:cubicBezTo>
                    <a:pt x="0" y="22"/>
                    <a:pt x="2" y="22"/>
                    <a:pt x="2" y="22"/>
                  </a:cubicBezTo>
                  <a:cubicBezTo>
                    <a:pt x="16" y="16"/>
                    <a:pt x="30" y="9"/>
                    <a:pt x="43" y="2"/>
                  </a:cubicBezTo>
                  <a:cubicBezTo>
                    <a:pt x="45" y="1"/>
                    <a:pt x="44" y="0"/>
                    <a:pt x="43" y="1"/>
                  </a:cubicBezTo>
                  <a:cubicBezTo>
                    <a:pt x="33" y="6"/>
                    <a:pt x="23" y="11"/>
                    <a:pt x="13" y="16"/>
                  </a:cubicBezTo>
                  <a:cubicBezTo>
                    <a:pt x="11" y="17"/>
                    <a:pt x="9" y="17"/>
                    <a:pt x="7" y="18"/>
                  </a:cubicBezTo>
                  <a:cubicBezTo>
                    <a:pt x="0" y="22"/>
                    <a:pt x="9" y="17"/>
                    <a:pt x="10" y="16"/>
                  </a:cubicBezTo>
                  <a:cubicBezTo>
                    <a:pt x="15" y="12"/>
                    <a:pt x="20" y="8"/>
                    <a:pt x="25" y="4"/>
                  </a:cubicBezTo>
                  <a:cubicBezTo>
                    <a:pt x="26" y="3"/>
                    <a:pt x="24" y="3"/>
                    <a:pt x="24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645"/>
            <p:cNvSpPr>
              <a:spLocks/>
            </p:cNvSpPr>
            <p:nvPr/>
          </p:nvSpPr>
          <p:spPr bwMode="auto">
            <a:xfrm>
              <a:off x="630238" y="785813"/>
              <a:ext cx="225425" cy="120650"/>
            </a:xfrm>
            <a:custGeom>
              <a:avLst/>
              <a:gdLst>
                <a:gd name="T0" fmla="*/ 58 w 60"/>
                <a:gd name="T1" fmla="*/ 1 h 32"/>
                <a:gd name="T2" fmla="*/ 1 w 60"/>
                <a:gd name="T3" fmla="*/ 32 h 32"/>
                <a:gd name="T4" fmla="*/ 3 w 60"/>
                <a:gd name="T5" fmla="*/ 32 h 32"/>
                <a:gd name="T6" fmla="*/ 59 w 60"/>
                <a:gd name="T7" fmla="*/ 1 h 32"/>
                <a:gd name="T8" fmla="*/ 58 w 60"/>
                <a:gd name="T9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32">
                  <a:moveTo>
                    <a:pt x="58" y="1"/>
                  </a:moveTo>
                  <a:cubicBezTo>
                    <a:pt x="39" y="11"/>
                    <a:pt x="20" y="21"/>
                    <a:pt x="1" y="32"/>
                  </a:cubicBezTo>
                  <a:cubicBezTo>
                    <a:pt x="0" y="32"/>
                    <a:pt x="2" y="32"/>
                    <a:pt x="3" y="32"/>
                  </a:cubicBezTo>
                  <a:cubicBezTo>
                    <a:pt x="21" y="21"/>
                    <a:pt x="40" y="11"/>
                    <a:pt x="59" y="1"/>
                  </a:cubicBezTo>
                  <a:cubicBezTo>
                    <a:pt x="60" y="0"/>
                    <a:pt x="58" y="1"/>
                    <a:pt x="58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646"/>
            <p:cNvSpPr>
              <a:spLocks/>
            </p:cNvSpPr>
            <p:nvPr/>
          </p:nvSpPr>
          <p:spPr bwMode="auto">
            <a:xfrm>
              <a:off x="1096963" y="593725"/>
              <a:ext cx="82550" cy="52388"/>
            </a:xfrm>
            <a:custGeom>
              <a:avLst/>
              <a:gdLst>
                <a:gd name="T0" fmla="*/ 20 w 22"/>
                <a:gd name="T1" fmla="*/ 0 h 14"/>
                <a:gd name="T2" fmla="*/ 1 w 22"/>
                <a:gd name="T3" fmla="*/ 13 h 14"/>
                <a:gd name="T4" fmla="*/ 2 w 22"/>
                <a:gd name="T5" fmla="*/ 13 h 14"/>
                <a:gd name="T6" fmla="*/ 21 w 22"/>
                <a:gd name="T7" fmla="*/ 0 h 14"/>
                <a:gd name="T8" fmla="*/ 20 w 22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4">
                  <a:moveTo>
                    <a:pt x="20" y="0"/>
                  </a:moveTo>
                  <a:cubicBezTo>
                    <a:pt x="13" y="5"/>
                    <a:pt x="7" y="9"/>
                    <a:pt x="1" y="13"/>
                  </a:cubicBezTo>
                  <a:cubicBezTo>
                    <a:pt x="0" y="14"/>
                    <a:pt x="2" y="14"/>
                    <a:pt x="2" y="13"/>
                  </a:cubicBezTo>
                  <a:cubicBezTo>
                    <a:pt x="9" y="9"/>
                    <a:pt x="15" y="5"/>
                    <a:pt x="21" y="0"/>
                  </a:cubicBezTo>
                  <a:cubicBezTo>
                    <a:pt x="22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0647"/>
            <p:cNvSpPr>
              <a:spLocks/>
            </p:cNvSpPr>
            <p:nvPr/>
          </p:nvSpPr>
          <p:spPr bwMode="auto">
            <a:xfrm>
              <a:off x="1100138" y="571500"/>
              <a:ext cx="79375" cy="33338"/>
            </a:xfrm>
            <a:custGeom>
              <a:avLst/>
              <a:gdLst>
                <a:gd name="T0" fmla="*/ 2 w 21"/>
                <a:gd name="T1" fmla="*/ 8 h 9"/>
                <a:gd name="T2" fmla="*/ 20 w 21"/>
                <a:gd name="T3" fmla="*/ 1 h 9"/>
                <a:gd name="T4" fmla="*/ 19 w 21"/>
                <a:gd name="T5" fmla="*/ 0 h 9"/>
                <a:gd name="T6" fmla="*/ 1 w 21"/>
                <a:gd name="T7" fmla="*/ 8 h 9"/>
                <a:gd name="T8" fmla="*/ 2 w 21"/>
                <a:gd name="T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9">
                  <a:moveTo>
                    <a:pt x="2" y="8"/>
                  </a:moveTo>
                  <a:cubicBezTo>
                    <a:pt x="8" y="6"/>
                    <a:pt x="13" y="3"/>
                    <a:pt x="20" y="1"/>
                  </a:cubicBezTo>
                  <a:cubicBezTo>
                    <a:pt x="21" y="1"/>
                    <a:pt x="20" y="0"/>
                    <a:pt x="19" y="0"/>
                  </a:cubicBezTo>
                  <a:cubicBezTo>
                    <a:pt x="13" y="2"/>
                    <a:pt x="7" y="5"/>
                    <a:pt x="1" y="8"/>
                  </a:cubicBezTo>
                  <a:cubicBezTo>
                    <a:pt x="0" y="8"/>
                    <a:pt x="1" y="9"/>
                    <a:pt x="2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0648"/>
            <p:cNvSpPr>
              <a:spLocks/>
            </p:cNvSpPr>
            <p:nvPr/>
          </p:nvSpPr>
          <p:spPr bwMode="auto">
            <a:xfrm>
              <a:off x="420688" y="771525"/>
              <a:ext cx="315913" cy="157163"/>
            </a:xfrm>
            <a:custGeom>
              <a:avLst/>
              <a:gdLst>
                <a:gd name="T0" fmla="*/ 3 w 84"/>
                <a:gd name="T1" fmla="*/ 42 h 42"/>
                <a:gd name="T2" fmla="*/ 83 w 84"/>
                <a:gd name="T3" fmla="*/ 1 h 42"/>
                <a:gd name="T4" fmla="*/ 82 w 84"/>
                <a:gd name="T5" fmla="*/ 0 h 42"/>
                <a:gd name="T6" fmla="*/ 2 w 84"/>
                <a:gd name="T7" fmla="*/ 42 h 42"/>
                <a:gd name="T8" fmla="*/ 3 w 84"/>
                <a:gd name="T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42">
                  <a:moveTo>
                    <a:pt x="3" y="42"/>
                  </a:moveTo>
                  <a:cubicBezTo>
                    <a:pt x="30" y="29"/>
                    <a:pt x="56" y="14"/>
                    <a:pt x="83" y="1"/>
                  </a:cubicBezTo>
                  <a:cubicBezTo>
                    <a:pt x="84" y="0"/>
                    <a:pt x="82" y="0"/>
                    <a:pt x="82" y="0"/>
                  </a:cubicBezTo>
                  <a:cubicBezTo>
                    <a:pt x="55" y="14"/>
                    <a:pt x="28" y="28"/>
                    <a:pt x="2" y="42"/>
                  </a:cubicBezTo>
                  <a:cubicBezTo>
                    <a:pt x="0" y="42"/>
                    <a:pt x="2" y="42"/>
                    <a:pt x="3" y="4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0649"/>
            <p:cNvSpPr>
              <a:spLocks/>
            </p:cNvSpPr>
            <p:nvPr/>
          </p:nvSpPr>
          <p:spPr bwMode="auto">
            <a:xfrm>
              <a:off x="390525" y="766763"/>
              <a:ext cx="277813" cy="150813"/>
            </a:xfrm>
            <a:custGeom>
              <a:avLst/>
              <a:gdLst>
                <a:gd name="T0" fmla="*/ 71 w 74"/>
                <a:gd name="T1" fmla="*/ 1 h 40"/>
                <a:gd name="T2" fmla="*/ 1 w 74"/>
                <a:gd name="T3" fmla="*/ 39 h 40"/>
                <a:gd name="T4" fmla="*/ 2 w 74"/>
                <a:gd name="T5" fmla="*/ 39 h 40"/>
                <a:gd name="T6" fmla="*/ 72 w 74"/>
                <a:gd name="T7" fmla="*/ 1 h 40"/>
                <a:gd name="T8" fmla="*/ 71 w 74"/>
                <a:gd name="T9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0">
                  <a:moveTo>
                    <a:pt x="71" y="1"/>
                  </a:moveTo>
                  <a:cubicBezTo>
                    <a:pt x="47" y="13"/>
                    <a:pt x="23" y="25"/>
                    <a:pt x="1" y="39"/>
                  </a:cubicBezTo>
                  <a:cubicBezTo>
                    <a:pt x="0" y="40"/>
                    <a:pt x="2" y="39"/>
                    <a:pt x="2" y="39"/>
                  </a:cubicBezTo>
                  <a:cubicBezTo>
                    <a:pt x="25" y="25"/>
                    <a:pt x="49" y="13"/>
                    <a:pt x="72" y="1"/>
                  </a:cubicBezTo>
                  <a:cubicBezTo>
                    <a:pt x="74" y="0"/>
                    <a:pt x="72" y="1"/>
                    <a:pt x="7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0650"/>
            <p:cNvSpPr>
              <a:spLocks/>
            </p:cNvSpPr>
            <p:nvPr/>
          </p:nvSpPr>
          <p:spPr bwMode="auto">
            <a:xfrm>
              <a:off x="1092200" y="503238"/>
              <a:ext cx="41275" cy="26988"/>
            </a:xfrm>
            <a:custGeom>
              <a:avLst/>
              <a:gdLst>
                <a:gd name="T0" fmla="*/ 3 w 11"/>
                <a:gd name="T1" fmla="*/ 3 h 7"/>
                <a:gd name="T2" fmla="*/ 10 w 11"/>
                <a:gd name="T3" fmla="*/ 1 h 7"/>
                <a:gd name="T4" fmla="*/ 9 w 11"/>
                <a:gd name="T5" fmla="*/ 0 h 7"/>
                <a:gd name="T6" fmla="*/ 2 w 11"/>
                <a:gd name="T7" fmla="*/ 6 h 7"/>
                <a:gd name="T8" fmla="*/ 3 w 11"/>
                <a:gd name="T9" fmla="*/ 6 h 7"/>
                <a:gd name="T10" fmla="*/ 10 w 11"/>
                <a:gd name="T11" fmla="*/ 1 h 7"/>
                <a:gd name="T12" fmla="*/ 9 w 11"/>
                <a:gd name="T13" fmla="*/ 0 h 7"/>
                <a:gd name="T14" fmla="*/ 2 w 11"/>
                <a:gd name="T15" fmla="*/ 2 h 7"/>
                <a:gd name="T16" fmla="*/ 3 w 11"/>
                <a:gd name="T1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7">
                  <a:moveTo>
                    <a:pt x="3" y="3"/>
                  </a:moveTo>
                  <a:cubicBezTo>
                    <a:pt x="5" y="2"/>
                    <a:pt x="7" y="2"/>
                    <a:pt x="10" y="1"/>
                  </a:cubicBezTo>
                  <a:cubicBezTo>
                    <a:pt x="9" y="1"/>
                    <a:pt x="9" y="0"/>
                    <a:pt x="9" y="0"/>
                  </a:cubicBezTo>
                  <a:cubicBezTo>
                    <a:pt x="6" y="2"/>
                    <a:pt x="4" y="4"/>
                    <a:pt x="2" y="6"/>
                  </a:cubicBezTo>
                  <a:cubicBezTo>
                    <a:pt x="1" y="6"/>
                    <a:pt x="2" y="7"/>
                    <a:pt x="3" y="6"/>
                  </a:cubicBezTo>
                  <a:cubicBezTo>
                    <a:pt x="6" y="5"/>
                    <a:pt x="8" y="3"/>
                    <a:pt x="10" y="1"/>
                  </a:cubicBezTo>
                  <a:cubicBezTo>
                    <a:pt x="11" y="0"/>
                    <a:pt x="10" y="0"/>
                    <a:pt x="9" y="0"/>
                  </a:cubicBezTo>
                  <a:cubicBezTo>
                    <a:pt x="7" y="0"/>
                    <a:pt x="4" y="1"/>
                    <a:pt x="2" y="2"/>
                  </a:cubicBezTo>
                  <a:cubicBezTo>
                    <a:pt x="0" y="3"/>
                    <a:pt x="2" y="4"/>
                    <a:pt x="3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0651"/>
            <p:cNvSpPr>
              <a:spLocks/>
            </p:cNvSpPr>
            <p:nvPr/>
          </p:nvSpPr>
          <p:spPr bwMode="auto">
            <a:xfrm>
              <a:off x="217488" y="766763"/>
              <a:ext cx="327025" cy="173038"/>
            </a:xfrm>
            <a:custGeom>
              <a:avLst/>
              <a:gdLst>
                <a:gd name="T0" fmla="*/ 2 w 87"/>
                <a:gd name="T1" fmla="*/ 45 h 46"/>
                <a:gd name="T2" fmla="*/ 86 w 87"/>
                <a:gd name="T3" fmla="*/ 0 h 46"/>
                <a:gd name="T4" fmla="*/ 85 w 87"/>
                <a:gd name="T5" fmla="*/ 0 h 46"/>
                <a:gd name="T6" fmla="*/ 1 w 87"/>
                <a:gd name="T7" fmla="*/ 45 h 46"/>
                <a:gd name="T8" fmla="*/ 2 w 87"/>
                <a:gd name="T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46">
                  <a:moveTo>
                    <a:pt x="2" y="45"/>
                  </a:moveTo>
                  <a:cubicBezTo>
                    <a:pt x="30" y="31"/>
                    <a:pt x="58" y="15"/>
                    <a:pt x="86" y="0"/>
                  </a:cubicBezTo>
                  <a:cubicBezTo>
                    <a:pt x="87" y="0"/>
                    <a:pt x="85" y="0"/>
                    <a:pt x="85" y="0"/>
                  </a:cubicBezTo>
                  <a:cubicBezTo>
                    <a:pt x="57" y="15"/>
                    <a:pt x="29" y="30"/>
                    <a:pt x="1" y="45"/>
                  </a:cubicBezTo>
                  <a:cubicBezTo>
                    <a:pt x="0" y="45"/>
                    <a:pt x="2" y="46"/>
                    <a:pt x="2" y="4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0652"/>
            <p:cNvSpPr>
              <a:spLocks/>
            </p:cNvSpPr>
            <p:nvPr/>
          </p:nvSpPr>
          <p:spPr bwMode="auto">
            <a:xfrm>
              <a:off x="176213" y="763588"/>
              <a:ext cx="304800" cy="173038"/>
            </a:xfrm>
            <a:custGeom>
              <a:avLst/>
              <a:gdLst>
                <a:gd name="T0" fmla="*/ 79 w 81"/>
                <a:gd name="T1" fmla="*/ 0 h 46"/>
                <a:gd name="T2" fmla="*/ 1 w 81"/>
                <a:gd name="T3" fmla="*/ 45 h 46"/>
                <a:gd name="T4" fmla="*/ 3 w 81"/>
                <a:gd name="T5" fmla="*/ 46 h 46"/>
                <a:gd name="T6" fmla="*/ 80 w 81"/>
                <a:gd name="T7" fmla="*/ 1 h 46"/>
                <a:gd name="T8" fmla="*/ 79 w 81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46">
                  <a:moveTo>
                    <a:pt x="79" y="0"/>
                  </a:moveTo>
                  <a:cubicBezTo>
                    <a:pt x="53" y="15"/>
                    <a:pt x="27" y="29"/>
                    <a:pt x="1" y="45"/>
                  </a:cubicBezTo>
                  <a:cubicBezTo>
                    <a:pt x="0" y="46"/>
                    <a:pt x="2" y="46"/>
                    <a:pt x="3" y="46"/>
                  </a:cubicBezTo>
                  <a:cubicBezTo>
                    <a:pt x="28" y="30"/>
                    <a:pt x="54" y="16"/>
                    <a:pt x="80" y="1"/>
                  </a:cubicBezTo>
                  <a:cubicBezTo>
                    <a:pt x="81" y="1"/>
                    <a:pt x="80" y="0"/>
                    <a:pt x="7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10653"/>
            <p:cNvSpPr>
              <a:spLocks/>
            </p:cNvSpPr>
            <p:nvPr/>
          </p:nvSpPr>
          <p:spPr bwMode="auto">
            <a:xfrm>
              <a:off x="1089025" y="395288"/>
              <a:ext cx="96838" cy="44450"/>
            </a:xfrm>
            <a:custGeom>
              <a:avLst/>
              <a:gdLst>
                <a:gd name="T0" fmla="*/ 24 w 26"/>
                <a:gd name="T1" fmla="*/ 1 h 12"/>
                <a:gd name="T2" fmla="*/ 1 w 26"/>
                <a:gd name="T3" fmla="*/ 11 h 12"/>
                <a:gd name="T4" fmla="*/ 3 w 26"/>
                <a:gd name="T5" fmla="*/ 12 h 12"/>
                <a:gd name="T6" fmla="*/ 25 w 26"/>
                <a:gd name="T7" fmla="*/ 1 h 12"/>
                <a:gd name="T8" fmla="*/ 24 w 26"/>
                <a:gd name="T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2">
                  <a:moveTo>
                    <a:pt x="24" y="1"/>
                  </a:moveTo>
                  <a:cubicBezTo>
                    <a:pt x="16" y="4"/>
                    <a:pt x="9" y="7"/>
                    <a:pt x="1" y="11"/>
                  </a:cubicBezTo>
                  <a:cubicBezTo>
                    <a:pt x="0" y="12"/>
                    <a:pt x="2" y="12"/>
                    <a:pt x="3" y="12"/>
                  </a:cubicBezTo>
                  <a:cubicBezTo>
                    <a:pt x="10" y="8"/>
                    <a:pt x="17" y="5"/>
                    <a:pt x="25" y="1"/>
                  </a:cubicBezTo>
                  <a:cubicBezTo>
                    <a:pt x="26" y="1"/>
                    <a:pt x="25" y="0"/>
                    <a:pt x="24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10654"/>
            <p:cNvSpPr>
              <a:spLocks/>
            </p:cNvSpPr>
            <p:nvPr/>
          </p:nvSpPr>
          <p:spPr bwMode="auto">
            <a:xfrm>
              <a:off x="1096963" y="379413"/>
              <a:ext cx="88900" cy="41275"/>
            </a:xfrm>
            <a:custGeom>
              <a:avLst/>
              <a:gdLst>
                <a:gd name="T0" fmla="*/ 2 w 24"/>
                <a:gd name="T1" fmla="*/ 11 h 11"/>
                <a:gd name="T2" fmla="*/ 22 w 24"/>
                <a:gd name="T3" fmla="*/ 2 h 11"/>
                <a:gd name="T4" fmla="*/ 22 w 24"/>
                <a:gd name="T5" fmla="*/ 1 h 11"/>
                <a:gd name="T6" fmla="*/ 1 w 24"/>
                <a:gd name="T7" fmla="*/ 9 h 11"/>
                <a:gd name="T8" fmla="*/ 2 w 24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2" y="11"/>
                  </a:moveTo>
                  <a:cubicBezTo>
                    <a:pt x="9" y="8"/>
                    <a:pt x="16" y="5"/>
                    <a:pt x="22" y="2"/>
                  </a:cubicBezTo>
                  <a:cubicBezTo>
                    <a:pt x="24" y="2"/>
                    <a:pt x="23" y="0"/>
                    <a:pt x="22" y="1"/>
                  </a:cubicBezTo>
                  <a:cubicBezTo>
                    <a:pt x="15" y="4"/>
                    <a:pt x="8" y="7"/>
                    <a:pt x="1" y="9"/>
                  </a:cubicBezTo>
                  <a:cubicBezTo>
                    <a:pt x="0" y="10"/>
                    <a:pt x="1" y="11"/>
                    <a:pt x="2" y="1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Freeform 10655"/>
            <p:cNvSpPr>
              <a:spLocks/>
            </p:cNvSpPr>
            <p:nvPr/>
          </p:nvSpPr>
          <p:spPr bwMode="auto">
            <a:xfrm>
              <a:off x="101600" y="774700"/>
              <a:ext cx="277813" cy="146050"/>
            </a:xfrm>
            <a:custGeom>
              <a:avLst/>
              <a:gdLst>
                <a:gd name="T0" fmla="*/ 2 w 74"/>
                <a:gd name="T1" fmla="*/ 39 h 39"/>
                <a:gd name="T2" fmla="*/ 72 w 74"/>
                <a:gd name="T3" fmla="*/ 1 h 39"/>
                <a:gd name="T4" fmla="*/ 71 w 74"/>
                <a:gd name="T5" fmla="*/ 0 h 39"/>
                <a:gd name="T6" fmla="*/ 1 w 74"/>
                <a:gd name="T7" fmla="*/ 38 h 39"/>
                <a:gd name="T8" fmla="*/ 2 w 74"/>
                <a:gd name="T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9">
                  <a:moveTo>
                    <a:pt x="2" y="39"/>
                  </a:moveTo>
                  <a:cubicBezTo>
                    <a:pt x="26" y="26"/>
                    <a:pt x="49" y="13"/>
                    <a:pt x="72" y="1"/>
                  </a:cubicBezTo>
                  <a:cubicBezTo>
                    <a:pt x="74" y="0"/>
                    <a:pt x="72" y="0"/>
                    <a:pt x="71" y="0"/>
                  </a:cubicBezTo>
                  <a:cubicBezTo>
                    <a:pt x="48" y="13"/>
                    <a:pt x="24" y="26"/>
                    <a:pt x="1" y="38"/>
                  </a:cubicBezTo>
                  <a:cubicBezTo>
                    <a:pt x="0" y="39"/>
                    <a:pt x="2" y="39"/>
                    <a:pt x="2" y="3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10656"/>
            <p:cNvSpPr>
              <a:spLocks/>
            </p:cNvSpPr>
            <p:nvPr/>
          </p:nvSpPr>
          <p:spPr bwMode="auto">
            <a:xfrm>
              <a:off x="85725" y="777875"/>
              <a:ext cx="222250" cy="139700"/>
            </a:xfrm>
            <a:custGeom>
              <a:avLst/>
              <a:gdLst>
                <a:gd name="T0" fmla="*/ 56 w 59"/>
                <a:gd name="T1" fmla="*/ 0 h 37"/>
                <a:gd name="T2" fmla="*/ 1 w 59"/>
                <a:gd name="T3" fmla="*/ 36 h 37"/>
                <a:gd name="T4" fmla="*/ 2 w 59"/>
                <a:gd name="T5" fmla="*/ 37 h 37"/>
                <a:gd name="T6" fmla="*/ 57 w 59"/>
                <a:gd name="T7" fmla="*/ 1 h 37"/>
                <a:gd name="T8" fmla="*/ 56 w 59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37">
                  <a:moveTo>
                    <a:pt x="56" y="0"/>
                  </a:moveTo>
                  <a:cubicBezTo>
                    <a:pt x="37" y="11"/>
                    <a:pt x="19" y="23"/>
                    <a:pt x="1" y="36"/>
                  </a:cubicBezTo>
                  <a:cubicBezTo>
                    <a:pt x="0" y="37"/>
                    <a:pt x="1" y="37"/>
                    <a:pt x="2" y="37"/>
                  </a:cubicBezTo>
                  <a:cubicBezTo>
                    <a:pt x="20" y="24"/>
                    <a:pt x="39" y="12"/>
                    <a:pt x="57" y="1"/>
                  </a:cubicBezTo>
                  <a:cubicBezTo>
                    <a:pt x="59" y="0"/>
                    <a:pt x="57" y="0"/>
                    <a:pt x="5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Freeform 10657"/>
            <p:cNvSpPr>
              <a:spLocks/>
            </p:cNvSpPr>
            <p:nvPr/>
          </p:nvSpPr>
          <p:spPr bwMode="auto">
            <a:xfrm>
              <a:off x="1089025" y="296863"/>
              <a:ext cx="101600" cy="57150"/>
            </a:xfrm>
            <a:custGeom>
              <a:avLst/>
              <a:gdLst>
                <a:gd name="T0" fmla="*/ 24 w 27"/>
                <a:gd name="T1" fmla="*/ 1 h 15"/>
                <a:gd name="T2" fmla="*/ 1 w 27"/>
                <a:gd name="T3" fmla="*/ 14 h 15"/>
                <a:gd name="T4" fmla="*/ 3 w 27"/>
                <a:gd name="T5" fmla="*/ 15 h 15"/>
                <a:gd name="T6" fmla="*/ 26 w 27"/>
                <a:gd name="T7" fmla="*/ 1 h 15"/>
                <a:gd name="T8" fmla="*/ 24 w 27"/>
                <a:gd name="T9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5">
                  <a:moveTo>
                    <a:pt x="24" y="1"/>
                  </a:moveTo>
                  <a:cubicBezTo>
                    <a:pt x="17" y="5"/>
                    <a:pt x="9" y="10"/>
                    <a:pt x="1" y="14"/>
                  </a:cubicBezTo>
                  <a:cubicBezTo>
                    <a:pt x="0" y="15"/>
                    <a:pt x="2" y="15"/>
                    <a:pt x="3" y="15"/>
                  </a:cubicBezTo>
                  <a:cubicBezTo>
                    <a:pt x="10" y="10"/>
                    <a:pt x="18" y="6"/>
                    <a:pt x="26" y="1"/>
                  </a:cubicBezTo>
                  <a:cubicBezTo>
                    <a:pt x="27" y="0"/>
                    <a:pt x="25" y="0"/>
                    <a:pt x="24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Freeform 10658"/>
            <p:cNvSpPr>
              <a:spLocks/>
            </p:cNvSpPr>
            <p:nvPr/>
          </p:nvSpPr>
          <p:spPr bwMode="auto">
            <a:xfrm>
              <a:off x="1089025" y="277813"/>
              <a:ext cx="101600" cy="41275"/>
            </a:xfrm>
            <a:custGeom>
              <a:avLst/>
              <a:gdLst>
                <a:gd name="T0" fmla="*/ 2 w 27"/>
                <a:gd name="T1" fmla="*/ 10 h 11"/>
                <a:gd name="T2" fmla="*/ 26 w 27"/>
                <a:gd name="T3" fmla="*/ 2 h 11"/>
                <a:gd name="T4" fmla="*/ 25 w 27"/>
                <a:gd name="T5" fmla="*/ 1 h 11"/>
                <a:gd name="T6" fmla="*/ 1 w 27"/>
                <a:gd name="T7" fmla="*/ 9 h 11"/>
                <a:gd name="T8" fmla="*/ 2 w 27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1">
                  <a:moveTo>
                    <a:pt x="2" y="10"/>
                  </a:moveTo>
                  <a:cubicBezTo>
                    <a:pt x="10" y="7"/>
                    <a:pt x="18" y="5"/>
                    <a:pt x="26" y="2"/>
                  </a:cubicBezTo>
                  <a:cubicBezTo>
                    <a:pt x="27" y="2"/>
                    <a:pt x="27" y="0"/>
                    <a:pt x="25" y="1"/>
                  </a:cubicBezTo>
                  <a:cubicBezTo>
                    <a:pt x="17" y="3"/>
                    <a:pt x="9" y="6"/>
                    <a:pt x="1" y="9"/>
                  </a:cubicBezTo>
                  <a:cubicBezTo>
                    <a:pt x="0" y="10"/>
                    <a:pt x="1" y="11"/>
                    <a:pt x="2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Freeform 10659"/>
            <p:cNvSpPr>
              <a:spLocks/>
            </p:cNvSpPr>
            <p:nvPr/>
          </p:nvSpPr>
          <p:spPr bwMode="auto">
            <a:xfrm>
              <a:off x="49213" y="771525"/>
              <a:ext cx="131763" cy="63500"/>
            </a:xfrm>
            <a:custGeom>
              <a:avLst/>
              <a:gdLst>
                <a:gd name="T0" fmla="*/ 3 w 35"/>
                <a:gd name="T1" fmla="*/ 17 h 17"/>
                <a:gd name="T2" fmla="*/ 34 w 35"/>
                <a:gd name="T3" fmla="*/ 1 h 17"/>
                <a:gd name="T4" fmla="*/ 33 w 35"/>
                <a:gd name="T5" fmla="*/ 1 h 17"/>
                <a:gd name="T6" fmla="*/ 1 w 35"/>
                <a:gd name="T7" fmla="*/ 17 h 17"/>
                <a:gd name="T8" fmla="*/ 3 w 35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3" y="17"/>
                  </a:moveTo>
                  <a:cubicBezTo>
                    <a:pt x="13" y="12"/>
                    <a:pt x="23" y="7"/>
                    <a:pt x="34" y="1"/>
                  </a:cubicBezTo>
                  <a:cubicBezTo>
                    <a:pt x="35" y="0"/>
                    <a:pt x="33" y="0"/>
                    <a:pt x="33" y="1"/>
                  </a:cubicBezTo>
                  <a:cubicBezTo>
                    <a:pt x="22" y="6"/>
                    <a:pt x="12" y="12"/>
                    <a:pt x="1" y="17"/>
                  </a:cubicBezTo>
                  <a:cubicBezTo>
                    <a:pt x="0" y="17"/>
                    <a:pt x="2" y="17"/>
                    <a:pt x="3" y="1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10660"/>
            <p:cNvSpPr>
              <a:spLocks/>
            </p:cNvSpPr>
            <p:nvPr/>
          </p:nvSpPr>
          <p:spPr bwMode="auto">
            <a:xfrm>
              <a:off x="49213" y="725488"/>
              <a:ext cx="115888" cy="71438"/>
            </a:xfrm>
            <a:custGeom>
              <a:avLst/>
              <a:gdLst>
                <a:gd name="T0" fmla="*/ 29 w 31"/>
                <a:gd name="T1" fmla="*/ 1 h 19"/>
                <a:gd name="T2" fmla="*/ 1 w 31"/>
                <a:gd name="T3" fmla="*/ 17 h 19"/>
                <a:gd name="T4" fmla="*/ 2 w 31"/>
                <a:gd name="T5" fmla="*/ 18 h 19"/>
                <a:gd name="T6" fmla="*/ 30 w 31"/>
                <a:gd name="T7" fmla="*/ 2 h 19"/>
                <a:gd name="T8" fmla="*/ 29 w 31"/>
                <a:gd name="T9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9">
                  <a:moveTo>
                    <a:pt x="29" y="1"/>
                  </a:moveTo>
                  <a:cubicBezTo>
                    <a:pt x="19" y="6"/>
                    <a:pt x="10" y="12"/>
                    <a:pt x="1" y="17"/>
                  </a:cubicBezTo>
                  <a:cubicBezTo>
                    <a:pt x="0" y="18"/>
                    <a:pt x="1" y="19"/>
                    <a:pt x="2" y="18"/>
                  </a:cubicBezTo>
                  <a:cubicBezTo>
                    <a:pt x="11" y="13"/>
                    <a:pt x="20" y="7"/>
                    <a:pt x="30" y="2"/>
                  </a:cubicBezTo>
                  <a:cubicBezTo>
                    <a:pt x="31" y="1"/>
                    <a:pt x="30" y="0"/>
                    <a:pt x="29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10661"/>
            <p:cNvSpPr>
              <a:spLocks/>
            </p:cNvSpPr>
            <p:nvPr/>
          </p:nvSpPr>
          <p:spPr bwMode="auto">
            <a:xfrm>
              <a:off x="44450" y="684213"/>
              <a:ext cx="109538" cy="57150"/>
            </a:xfrm>
            <a:custGeom>
              <a:avLst/>
              <a:gdLst>
                <a:gd name="T0" fmla="*/ 2 w 29"/>
                <a:gd name="T1" fmla="*/ 15 h 15"/>
                <a:gd name="T2" fmla="*/ 27 w 29"/>
                <a:gd name="T3" fmla="*/ 0 h 15"/>
                <a:gd name="T4" fmla="*/ 26 w 29"/>
                <a:gd name="T5" fmla="*/ 0 h 15"/>
                <a:gd name="T6" fmla="*/ 1 w 29"/>
                <a:gd name="T7" fmla="*/ 14 h 15"/>
                <a:gd name="T8" fmla="*/ 2 w 29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5">
                  <a:moveTo>
                    <a:pt x="2" y="15"/>
                  </a:moveTo>
                  <a:cubicBezTo>
                    <a:pt x="11" y="10"/>
                    <a:pt x="19" y="5"/>
                    <a:pt x="27" y="0"/>
                  </a:cubicBezTo>
                  <a:cubicBezTo>
                    <a:pt x="29" y="0"/>
                    <a:pt x="27" y="0"/>
                    <a:pt x="26" y="0"/>
                  </a:cubicBezTo>
                  <a:cubicBezTo>
                    <a:pt x="18" y="4"/>
                    <a:pt x="9" y="9"/>
                    <a:pt x="1" y="14"/>
                  </a:cubicBezTo>
                  <a:cubicBezTo>
                    <a:pt x="0" y="15"/>
                    <a:pt x="2" y="15"/>
                    <a:pt x="2" y="1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Freeform 10662"/>
            <p:cNvSpPr>
              <a:spLocks/>
            </p:cNvSpPr>
            <p:nvPr/>
          </p:nvSpPr>
          <p:spPr bwMode="auto">
            <a:xfrm>
              <a:off x="41275" y="646113"/>
              <a:ext cx="112713" cy="68263"/>
            </a:xfrm>
            <a:custGeom>
              <a:avLst/>
              <a:gdLst>
                <a:gd name="T0" fmla="*/ 27 w 30"/>
                <a:gd name="T1" fmla="*/ 0 h 18"/>
                <a:gd name="T2" fmla="*/ 2 w 30"/>
                <a:gd name="T3" fmla="*/ 17 h 18"/>
                <a:gd name="T4" fmla="*/ 3 w 30"/>
                <a:gd name="T5" fmla="*/ 18 h 18"/>
                <a:gd name="T6" fmla="*/ 29 w 30"/>
                <a:gd name="T7" fmla="*/ 1 h 18"/>
                <a:gd name="T8" fmla="*/ 27 w 30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8">
                  <a:moveTo>
                    <a:pt x="27" y="0"/>
                  </a:moveTo>
                  <a:cubicBezTo>
                    <a:pt x="19" y="6"/>
                    <a:pt x="10" y="11"/>
                    <a:pt x="2" y="17"/>
                  </a:cubicBezTo>
                  <a:cubicBezTo>
                    <a:pt x="0" y="18"/>
                    <a:pt x="2" y="18"/>
                    <a:pt x="3" y="18"/>
                  </a:cubicBezTo>
                  <a:cubicBezTo>
                    <a:pt x="11" y="12"/>
                    <a:pt x="20" y="7"/>
                    <a:pt x="29" y="1"/>
                  </a:cubicBezTo>
                  <a:cubicBezTo>
                    <a:pt x="30" y="1"/>
                    <a:pt x="28" y="0"/>
                    <a:pt x="2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10663"/>
            <p:cNvSpPr>
              <a:spLocks/>
            </p:cNvSpPr>
            <p:nvPr/>
          </p:nvSpPr>
          <p:spPr bwMode="auto">
            <a:xfrm>
              <a:off x="1100138" y="115888"/>
              <a:ext cx="85725" cy="49213"/>
            </a:xfrm>
            <a:custGeom>
              <a:avLst/>
              <a:gdLst>
                <a:gd name="T0" fmla="*/ 21 w 23"/>
                <a:gd name="T1" fmla="*/ 0 h 13"/>
                <a:gd name="T2" fmla="*/ 1 w 23"/>
                <a:gd name="T3" fmla="*/ 11 h 13"/>
                <a:gd name="T4" fmla="*/ 2 w 23"/>
                <a:gd name="T5" fmla="*/ 12 h 13"/>
                <a:gd name="T6" fmla="*/ 21 w 23"/>
                <a:gd name="T7" fmla="*/ 2 h 13"/>
                <a:gd name="T8" fmla="*/ 21 w 23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3">
                  <a:moveTo>
                    <a:pt x="21" y="0"/>
                  </a:moveTo>
                  <a:cubicBezTo>
                    <a:pt x="14" y="4"/>
                    <a:pt x="7" y="8"/>
                    <a:pt x="1" y="11"/>
                  </a:cubicBezTo>
                  <a:cubicBezTo>
                    <a:pt x="0" y="12"/>
                    <a:pt x="1" y="13"/>
                    <a:pt x="2" y="12"/>
                  </a:cubicBezTo>
                  <a:cubicBezTo>
                    <a:pt x="8" y="9"/>
                    <a:pt x="15" y="5"/>
                    <a:pt x="21" y="2"/>
                  </a:cubicBezTo>
                  <a:cubicBezTo>
                    <a:pt x="23" y="1"/>
                    <a:pt x="22" y="0"/>
                    <a:pt x="21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10664"/>
            <p:cNvSpPr>
              <a:spLocks/>
            </p:cNvSpPr>
            <p:nvPr/>
          </p:nvSpPr>
          <p:spPr bwMode="auto">
            <a:xfrm>
              <a:off x="1081088" y="101600"/>
              <a:ext cx="93663" cy="38100"/>
            </a:xfrm>
            <a:custGeom>
              <a:avLst/>
              <a:gdLst>
                <a:gd name="T0" fmla="*/ 2 w 25"/>
                <a:gd name="T1" fmla="*/ 10 h 10"/>
                <a:gd name="T2" fmla="*/ 24 w 25"/>
                <a:gd name="T3" fmla="*/ 0 h 10"/>
                <a:gd name="T4" fmla="*/ 23 w 25"/>
                <a:gd name="T5" fmla="*/ 0 h 10"/>
                <a:gd name="T6" fmla="*/ 1 w 25"/>
                <a:gd name="T7" fmla="*/ 10 h 10"/>
                <a:gd name="T8" fmla="*/ 2 w 25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0">
                  <a:moveTo>
                    <a:pt x="2" y="10"/>
                  </a:moveTo>
                  <a:cubicBezTo>
                    <a:pt x="9" y="7"/>
                    <a:pt x="17" y="4"/>
                    <a:pt x="24" y="0"/>
                  </a:cubicBezTo>
                  <a:cubicBezTo>
                    <a:pt x="25" y="0"/>
                    <a:pt x="23" y="0"/>
                    <a:pt x="23" y="0"/>
                  </a:cubicBezTo>
                  <a:cubicBezTo>
                    <a:pt x="15" y="3"/>
                    <a:pt x="8" y="7"/>
                    <a:pt x="1" y="10"/>
                  </a:cubicBezTo>
                  <a:cubicBezTo>
                    <a:pt x="0" y="10"/>
                    <a:pt x="2" y="10"/>
                    <a:pt x="2" y="1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10665"/>
            <p:cNvSpPr>
              <a:spLocks/>
            </p:cNvSpPr>
            <p:nvPr/>
          </p:nvSpPr>
          <p:spPr bwMode="auto">
            <a:xfrm>
              <a:off x="38100" y="579438"/>
              <a:ext cx="112713" cy="60325"/>
            </a:xfrm>
            <a:custGeom>
              <a:avLst/>
              <a:gdLst>
                <a:gd name="T0" fmla="*/ 2 w 30"/>
                <a:gd name="T1" fmla="*/ 16 h 16"/>
                <a:gd name="T2" fmla="*/ 29 w 30"/>
                <a:gd name="T3" fmla="*/ 2 h 16"/>
                <a:gd name="T4" fmla="*/ 28 w 30"/>
                <a:gd name="T5" fmla="*/ 1 h 16"/>
                <a:gd name="T6" fmla="*/ 1 w 30"/>
                <a:gd name="T7" fmla="*/ 15 h 16"/>
                <a:gd name="T8" fmla="*/ 2 w 30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6">
                  <a:moveTo>
                    <a:pt x="2" y="16"/>
                  </a:moveTo>
                  <a:cubicBezTo>
                    <a:pt x="11" y="11"/>
                    <a:pt x="20" y="6"/>
                    <a:pt x="29" y="2"/>
                  </a:cubicBezTo>
                  <a:cubicBezTo>
                    <a:pt x="30" y="1"/>
                    <a:pt x="29" y="0"/>
                    <a:pt x="28" y="1"/>
                  </a:cubicBezTo>
                  <a:cubicBezTo>
                    <a:pt x="19" y="5"/>
                    <a:pt x="10" y="10"/>
                    <a:pt x="1" y="15"/>
                  </a:cubicBezTo>
                  <a:cubicBezTo>
                    <a:pt x="0" y="16"/>
                    <a:pt x="2" y="16"/>
                    <a:pt x="2" y="1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10666"/>
            <p:cNvSpPr>
              <a:spLocks/>
            </p:cNvSpPr>
            <p:nvPr/>
          </p:nvSpPr>
          <p:spPr bwMode="auto">
            <a:xfrm>
              <a:off x="38100" y="582613"/>
              <a:ext cx="112713" cy="57150"/>
            </a:xfrm>
            <a:custGeom>
              <a:avLst/>
              <a:gdLst>
                <a:gd name="T0" fmla="*/ 28 w 30"/>
                <a:gd name="T1" fmla="*/ 0 h 15"/>
                <a:gd name="T2" fmla="*/ 1 w 30"/>
                <a:gd name="T3" fmla="*/ 14 h 15"/>
                <a:gd name="T4" fmla="*/ 2 w 30"/>
                <a:gd name="T5" fmla="*/ 15 h 15"/>
                <a:gd name="T6" fmla="*/ 29 w 30"/>
                <a:gd name="T7" fmla="*/ 0 h 15"/>
                <a:gd name="T8" fmla="*/ 28 w 3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5">
                  <a:moveTo>
                    <a:pt x="28" y="0"/>
                  </a:moveTo>
                  <a:cubicBezTo>
                    <a:pt x="19" y="5"/>
                    <a:pt x="10" y="9"/>
                    <a:pt x="1" y="14"/>
                  </a:cubicBezTo>
                  <a:cubicBezTo>
                    <a:pt x="0" y="15"/>
                    <a:pt x="2" y="15"/>
                    <a:pt x="2" y="15"/>
                  </a:cubicBezTo>
                  <a:cubicBezTo>
                    <a:pt x="11" y="10"/>
                    <a:pt x="20" y="5"/>
                    <a:pt x="29" y="0"/>
                  </a:cubicBezTo>
                  <a:cubicBezTo>
                    <a:pt x="30" y="0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10667"/>
            <p:cNvSpPr>
              <a:spLocks/>
            </p:cNvSpPr>
            <p:nvPr/>
          </p:nvSpPr>
          <p:spPr bwMode="auto">
            <a:xfrm>
              <a:off x="1003300" y="74613"/>
              <a:ext cx="134938" cy="49213"/>
            </a:xfrm>
            <a:custGeom>
              <a:avLst/>
              <a:gdLst>
                <a:gd name="T0" fmla="*/ 2 w 36"/>
                <a:gd name="T1" fmla="*/ 12 h 13"/>
                <a:gd name="T2" fmla="*/ 30 w 36"/>
                <a:gd name="T3" fmla="*/ 3 h 13"/>
                <a:gd name="T4" fmla="*/ 25 w 36"/>
                <a:gd name="T5" fmla="*/ 5 h 13"/>
                <a:gd name="T6" fmla="*/ 12 w 36"/>
                <a:gd name="T7" fmla="*/ 13 h 13"/>
                <a:gd name="T8" fmla="*/ 13 w 36"/>
                <a:gd name="T9" fmla="*/ 13 h 13"/>
                <a:gd name="T10" fmla="*/ 35 w 36"/>
                <a:gd name="T11" fmla="*/ 1 h 13"/>
                <a:gd name="T12" fmla="*/ 34 w 36"/>
                <a:gd name="T13" fmla="*/ 0 h 13"/>
                <a:gd name="T14" fmla="*/ 2 w 36"/>
                <a:gd name="T15" fmla="*/ 11 h 13"/>
                <a:gd name="T16" fmla="*/ 2 w 36"/>
                <a:gd name="T17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3">
                  <a:moveTo>
                    <a:pt x="2" y="12"/>
                  </a:moveTo>
                  <a:cubicBezTo>
                    <a:pt x="11" y="9"/>
                    <a:pt x="20" y="5"/>
                    <a:pt x="30" y="3"/>
                  </a:cubicBezTo>
                  <a:cubicBezTo>
                    <a:pt x="36" y="1"/>
                    <a:pt x="26" y="4"/>
                    <a:pt x="25" y="5"/>
                  </a:cubicBezTo>
                  <a:cubicBezTo>
                    <a:pt x="21" y="8"/>
                    <a:pt x="16" y="10"/>
                    <a:pt x="12" y="13"/>
                  </a:cubicBezTo>
                  <a:cubicBezTo>
                    <a:pt x="11" y="13"/>
                    <a:pt x="13" y="13"/>
                    <a:pt x="13" y="13"/>
                  </a:cubicBezTo>
                  <a:cubicBezTo>
                    <a:pt x="20" y="9"/>
                    <a:pt x="28" y="5"/>
                    <a:pt x="35" y="1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23" y="3"/>
                    <a:pt x="12" y="7"/>
                    <a:pt x="2" y="11"/>
                  </a:cubicBezTo>
                  <a:cubicBezTo>
                    <a:pt x="0" y="12"/>
                    <a:pt x="1" y="12"/>
                    <a:pt x="2" y="1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10668"/>
            <p:cNvSpPr>
              <a:spLocks/>
            </p:cNvSpPr>
            <p:nvPr/>
          </p:nvSpPr>
          <p:spPr bwMode="auto">
            <a:xfrm>
              <a:off x="30163" y="533400"/>
              <a:ext cx="123825" cy="60325"/>
            </a:xfrm>
            <a:custGeom>
              <a:avLst/>
              <a:gdLst>
                <a:gd name="T0" fmla="*/ 2 w 33"/>
                <a:gd name="T1" fmla="*/ 16 h 16"/>
                <a:gd name="T2" fmla="*/ 32 w 33"/>
                <a:gd name="T3" fmla="*/ 1 h 16"/>
                <a:gd name="T4" fmla="*/ 31 w 33"/>
                <a:gd name="T5" fmla="*/ 0 h 16"/>
                <a:gd name="T6" fmla="*/ 1 w 33"/>
                <a:gd name="T7" fmla="*/ 15 h 16"/>
                <a:gd name="T8" fmla="*/ 2 w 3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6">
                  <a:moveTo>
                    <a:pt x="2" y="16"/>
                  </a:moveTo>
                  <a:cubicBezTo>
                    <a:pt x="12" y="11"/>
                    <a:pt x="22" y="6"/>
                    <a:pt x="32" y="1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1" y="5"/>
                    <a:pt x="11" y="10"/>
                    <a:pt x="1" y="15"/>
                  </a:cubicBezTo>
                  <a:cubicBezTo>
                    <a:pt x="0" y="15"/>
                    <a:pt x="1" y="16"/>
                    <a:pt x="2" y="1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10669"/>
            <p:cNvSpPr>
              <a:spLocks/>
            </p:cNvSpPr>
            <p:nvPr/>
          </p:nvSpPr>
          <p:spPr bwMode="auto">
            <a:xfrm>
              <a:off x="33338" y="503238"/>
              <a:ext cx="120650" cy="65088"/>
            </a:xfrm>
            <a:custGeom>
              <a:avLst/>
              <a:gdLst>
                <a:gd name="T0" fmla="*/ 30 w 32"/>
                <a:gd name="T1" fmla="*/ 1 h 17"/>
                <a:gd name="T2" fmla="*/ 1 w 32"/>
                <a:gd name="T3" fmla="*/ 15 h 17"/>
                <a:gd name="T4" fmla="*/ 2 w 32"/>
                <a:gd name="T5" fmla="*/ 16 h 17"/>
                <a:gd name="T6" fmla="*/ 31 w 32"/>
                <a:gd name="T7" fmla="*/ 2 h 17"/>
                <a:gd name="T8" fmla="*/ 30 w 32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7">
                  <a:moveTo>
                    <a:pt x="30" y="1"/>
                  </a:moveTo>
                  <a:cubicBezTo>
                    <a:pt x="21" y="6"/>
                    <a:pt x="11" y="10"/>
                    <a:pt x="1" y="15"/>
                  </a:cubicBezTo>
                  <a:cubicBezTo>
                    <a:pt x="0" y="16"/>
                    <a:pt x="1" y="17"/>
                    <a:pt x="2" y="16"/>
                  </a:cubicBezTo>
                  <a:cubicBezTo>
                    <a:pt x="12" y="11"/>
                    <a:pt x="22" y="7"/>
                    <a:pt x="31" y="2"/>
                  </a:cubicBezTo>
                  <a:cubicBezTo>
                    <a:pt x="32" y="1"/>
                    <a:pt x="31" y="0"/>
                    <a:pt x="3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10670"/>
            <p:cNvSpPr>
              <a:spLocks/>
            </p:cNvSpPr>
            <p:nvPr/>
          </p:nvSpPr>
          <p:spPr bwMode="auto">
            <a:xfrm>
              <a:off x="904875" y="30162"/>
              <a:ext cx="192088" cy="82550"/>
            </a:xfrm>
            <a:custGeom>
              <a:avLst/>
              <a:gdLst>
                <a:gd name="T0" fmla="*/ 48 w 51"/>
                <a:gd name="T1" fmla="*/ 0 h 22"/>
                <a:gd name="T2" fmla="*/ 2 w 51"/>
                <a:gd name="T3" fmla="*/ 22 h 22"/>
                <a:gd name="T4" fmla="*/ 3 w 51"/>
                <a:gd name="T5" fmla="*/ 22 h 22"/>
                <a:gd name="T6" fmla="*/ 50 w 51"/>
                <a:gd name="T7" fmla="*/ 0 h 22"/>
                <a:gd name="T8" fmla="*/ 48 w 5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2">
                  <a:moveTo>
                    <a:pt x="48" y="0"/>
                  </a:moveTo>
                  <a:cubicBezTo>
                    <a:pt x="33" y="8"/>
                    <a:pt x="17" y="14"/>
                    <a:pt x="2" y="22"/>
                  </a:cubicBezTo>
                  <a:cubicBezTo>
                    <a:pt x="0" y="22"/>
                    <a:pt x="2" y="22"/>
                    <a:pt x="3" y="22"/>
                  </a:cubicBezTo>
                  <a:cubicBezTo>
                    <a:pt x="18" y="14"/>
                    <a:pt x="35" y="8"/>
                    <a:pt x="50" y="0"/>
                  </a:cubicBezTo>
                  <a:cubicBezTo>
                    <a:pt x="51" y="0"/>
                    <a:pt x="49" y="0"/>
                    <a:pt x="4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10671"/>
            <p:cNvSpPr>
              <a:spLocks/>
            </p:cNvSpPr>
            <p:nvPr/>
          </p:nvSpPr>
          <p:spPr bwMode="auto">
            <a:xfrm>
              <a:off x="825500" y="30162"/>
              <a:ext cx="219075" cy="93663"/>
            </a:xfrm>
            <a:custGeom>
              <a:avLst/>
              <a:gdLst>
                <a:gd name="T0" fmla="*/ 2 w 58"/>
                <a:gd name="T1" fmla="*/ 25 h 25"/>
                <a:gd name="T2" fmla="*/ 56 w 58"/>
                <a:gd name="T3" fmla="*/ 2 h 25"/>
                <a:gd name="T4" fmla="*/ 55 w 58"/>
                <a:gd name="T5" fmla="*/ 1 h 25"/>
                <a:gd name="T6" fmla="*/ 2 w 58"/>
                <a:gd name="T7" fmla="*/ 24 h 25"/>
                <a:gd name="T8" fmla="*/ 2 w 58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5">
                  <a:moveTo>
                    <a:pt x="2" y="25"/>
                  </a:moveTo>
                  <a:cubicBezTo>
                    <a:pt x="20" y="17"/>
                    <a:pt x="38" y="9"/>
                    <a:pt x="56" y="2"/>
                  </a:cubicBezTo>
                  <a:cubicBezTo>
                    <a:pt x="58" y="1"/>
                    <a:pt x="56" y="0"/>
                    <a:pt x="55" y="1"/>
                  </a:cubicBezTo>
                  <a:cubicBezTo>
                    <a:pt x="37" y="8"/>
                    <a:pt x="19" y="16"/>
                    <a:pt x="2" y="24"/>
                  </a:cubicBezTo>
                  <a:cubicBezTo>
                    <a:pt x="0" y="24"/>
                    <a:pt x="1" y="25"/>
                    <a:pt x="2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10672"/>
            <p:cNvSpPr>
              <a:spLocks/>
            </p:cNvSpPr>
            <p:nvPr/>
          </p:nvSpPr>
          <p:spPr bwMode="auto">
            <a:xfrm>
              <a:off x="38100" y="461963"/>
              <a:ext cx="107950" cy="53975"/>
            </a:xfrm>
            <a:custGeom>
              <a:avLst/>
              <a:gdLst>
                <a:gd name="T0" fmla="*/ 2 w 29"/>
                <a:gd name="T1" fmla="*/ 14 h 14"/>
                <a:gd name="T2" fmla="*/ 28 w 29"/>
                <a:gd name="T3" fmla="*/ 1 h 14"/>
                <a:gd name="T4" fmla="*/ 27 w 29"/>
                <a:gd name="T5" fmla="*/ 1 h 14"/>
                <a:gd name="T6" fmla="*/ 1 w 29"/>
                <a:gd name="T7" fmla="*/ 13 h 14"/>
                <a:gd name="T8" fmla="*/ 2 w 29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4">
                  <a:moveTo>
                    <a:pt x="2" y="14"/>
                  </a:moveTo>
                  <a:cubicBezTo>
                    <a:pt x="11" y="9"/>
                    <a:pt x="19" y="5"/>
                    <a:pt x="28" y="1"/>
                  </a:cubicBezTo>
                  <a:cubicBezTo>
                    <a:pt x="29" y="0"/>
                    <a:pt x="27" y="0"/>
                    <a:pt x="27" y="1"/>
                  </a:cubicBezTo>
                  <a:cubicBezTo>
                    <a:pt x="18" y="5"/>
                    <a:pt x="10" y="9"/>
                    <a:pt x="1" y="13"/>
                  </a:cubicBezTo>
                  <a:cubicBezTo>
                    <a:pt x="0" y="14"/>
                    <a:pt x="2" y="14"/>
                    <a:pt x="2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10673"/>
            <p:cNvSpPr>
              <a:spLocks/>
            </p:cNvSpPr>
            <p:nvPr/>
          </p:nvSpPr>
          <p:spPr bwMode="auto">
            <a:xfrm>
              <a:off x="33338" y="450850"/>
              <a:ext cx="117475" cy="60325"/>
            </a:xfrm>
            <a:custGeom>
              <a:avLst/>
              <a:gdLst>
                <a:gd name="T0" fmla="*/ 29 w 31"/>
                <a:gd name="T1" fmla="*/ 0 h 16"/>
                <a:gd name="T2" fmla="*/ 1 w 31"/>
                <a:gd name="T3" fmla="*/ 15 h 16"/>
                <a:gd name="T4" fmla="*/ 3 w 31"/>
                <a:gd name="T5" fmla="*/ 16 h 16"/>
                <a:gd name="T6" fmla="*/ 30 w 31"/>
                <a:gd name="T7" fmla="*/ 1 h 16"/>
                <a:gd name="T8" fmla="*/ 29 w 31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6">
                  <a:moveTo>
                    <a:pt x="29" y="0"/>
                  </a:moveTo>
                  <a:cubicBezTo>
                    <a:pt x="19" y="5"/>
                    <a:pt x="10" y="10"/>
                    <a:pt x="1" y="15"/>
                  </a:cubicBezTo>
                  <a:cubicBezTo>
                    <a:pt x="0" y="16"/>
                    <a:pt x="2" y="16"/>
                    <a:pt x="3" y="16"/>
                  </a:cubicBezTo>
                  <a:cubicBezTo>
                    <a:pt x="12" y="11"/>
                    <a:pt x="21" y="6"/>
                    <a:pt x="30" y="1"/>
                  </a:cubicBezTo>
                  <a:cubicBezTo>
                    <a:pt x="31" y="0"/>
                    <a:pt x="29" y="0"/>
                    <a:pt x="2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0674"/>
            <p:cNvSpPr>
              <a:spLocks/>
            </p:cNvSpPr>
            <p:nvPr/>
          </p:nvSpPr>
          <p:spPr bwMode="auto">
            <a:xfrm>
              <a:off x="777875" y="33337"/>
              <a:ext cx="195263" cy="98425"/>
            </a:xfrm>
            <a:custGeom>
              <a:avLst/>
              <a:gdLst>
                <a:gd name="T0" fmla="*/ 50 w 52"/>
                <a:gd name="T1" fmla="*/ 0 h 26"/>
                <a:gd name="T2" fmla="*/ 1 w 52"/>
                <a:gd name="T3" fmla="*/ 24 h 26"/>
                <a:gd name="T4" fmla="*/ 2 w 52"/>
                <a:gd name="T5" fmla="*/ 25 h 26"/>
                <a:gd name="T6" fmla="*/ 51 w 52"/>
                <a:gd name="T7" fmla="*/ 1 h 26"/>
                <a:gd name="T8" fmla="*/ 50 w 52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6">
                  <a:moveTo>
                    <a:pt x="50" y="0"/>
                  </a:moveTo>
                  <a:cubicBezTo>
                    <a:pt x="34" y="9"/>
                    <a:pt x="18" y="17"/>
                    <a:pt x="1" y="24"/>
                  </a:cubicBezTo>
                  <a:cubicBezTo>
                    <a:pt x="0" y="25"/>
                    <a:pt x="1" y="26"/>
                    <a:pt x="2" y="25"/>
                  </a:cubicBezTo>
                  <a:cubicBezTo>
                    <a:pt x="19" y="18"/>
                    <a:pt x="35" y="10"/>
                    <a:pt x="51" y="1"/>
                  </a:cubicBezTo>
                  <a:cubicBezTo>
                    <a:pt x="52" y="1"/>
                    <a:pt x="51" y="0"/>
                    <a:pt x="5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10675"/>
            <p:cNvSpPr>
              <a:spLocks/>
            </p:cNvSpPr>
            <p:nvPr/>
          </p:nvSpPr>
          <p:spPr bwMode="auto">
            <a:xfrm>
              <a:off x="665163" y="41275"/>
              <a:ext cx="184150" cy="85725"/>
            </a:xfrm>
            <a:custGeom>
              <a:avLst/>
              <a:gdLst>
                <a:gd name="T0" fmla="*/ 2 w 49"/>
                <a:gd name="T1" fmla="*/ 23 h 23"/>
                <a:gd name="T2" fmla="*/ 48 w 49"/>
                <a:gd name="T3" fmla="*/ 1 h 23"/>
                <a:gd name="T4" fmla="*/ 47 w 49"/>
                <a:gd name="T5" fmla="*/ 1 h 23"/>
                <a:gd name="T6" fmla="*/ 1 w 49"/>
                <a:gd name="T7" fmla="*/ 23 h 23"/>
                <a:gd name="T8" fmla="*/ 2 w 49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3">
                  <a:moveTo>
                    <a:pt x="2" y="23"/>
                  </a:moveTo>
                  <a:cubicBezTo>
                    <a:pt x="17" y="15"/>
                    <a:pt x="32" y="8"/>
                    <a:pt x="48" y="1"/>
                  </a:cubicBezTo>
                  <a:cubicBezTo>
                    <a:pt x="49" y="0"/>
                    <a:pt x="47" y="0"/>
                    <a:pt x="47" y="1"/>
                  </a:cubicBezTo>
                  <a:cubicBezTo>
                    <a:pt x="31" y="8"/>
                    <a:pt x="16" y="15"/>
                    <a:pt x="1" y="23"/>
                  </a:cubicBezTo>
                  <a:cubicBezTo>
                    <a:pt x="0" y="23"/>
                    <a:pt x="2" y="23"/>
                    <a:pt x="2" y="2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10676"/>
            <p:cNvSpPr>
              <a:spLocks/>
            </p:cNvSpPr>
            <p:nvPr/>
          </p:nvSpPr>
          <p:spPr bwMode="auto">
            <a:xfrm>
              <a:off x="44450" y="390525"/>
              <a:ext cx="95250" cy="52388"/>
            </a:xfrm>
            <a:custGeom>
              <a:avLst/>
              <a:gdLst>
                <a:gd name="T0" fmla="*/ 2 w 25"/>
                <a:gd name="T1" fmla="*/ 14 h 14"/>
                <a:gd name="T2" fmla="*/ 24 w 25"/>
                <a:gd name="T3" fmla="*/ 2 h 14"/>
                <a:gd name="T4" fmla="*/ 23 w 25"/>
                <a:gd name="T5" fmla="*/ 1 h 14"/>
                <a:gd name="T6" fmla="*/ 2 w 25"/>
                <a:gd name="T7" fmla="*/ 13 h 14"/>
                <a:gd name="T8" fmla="*/ 2 w 25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4">
                  <a:moveTo>
                    <a:pt x="2" y="14"/>
                  </a:moveTo>
                  <a:cubicBezTo>
                    <a:pt x="9" y="10"/>
                    <a:pt x="16" y="5"/>
                    <a:pt x="24" y="2"/>
                  </a:cubicBezTo>
                  <a:cubicBezTo>
                    <a:pt x="25" y="1"/>
                    <a:pt x="24" y="0"/>
                    <a:pt x="23" y="1"/>
                  </a:cubicBezTo>
                  <a:cubicBezTo>
                    <a:pt x="15" y="4"/>
                    <a:pt x="8" y="8"/>
                    <a:pt x="2" y="13"/>
                  </a:cubicBezTo>
                  <a:cubicBezTo>
                    <a:pt x="0" y="13"/>
                    <a:pt x="1" y="14"/>
                    <a:pt x="2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10677"/>
            <p:cNvSpPr>
              <a:spLocks/>
            </p:cNvSpPr>
            <p:nvPr/>
          </p:nvSpPr>
          <p:spPr bwMode="auto">
            <a:xfrm>
              <a:off x="52388" y="371475"/>
              <a:ext cx="87313" cy="49213"/>
            </a:xfrm>
            <a:custGeom>
              <a:avLst/>
              <a:gdLst>
                <a:gd name="T0" fmla="*/ 21 w 23"/>
                <a:gd name="T1" fmla="*/ 1 h 13"/>
                <a:gd name="T2" fmla="*/ 1 w 23"/>
                <a:gd name="T3" fmla="*/ 12 h 13"/>
                <a:gd name="T4" fmla="*/ 2 w 23"/>
                <a:gd name="T5" fmla="*/ 13 h 13"/>
                <a:gd name="T6" fmla="*/ 21 w 23"/>
                <a:gd name="T7" fmla="*/ 2 h 13"/>
                <a:gd name="T8" fmla="*/ 21 w 23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3">
                  <a:moveTo>
                    <a:pt x="21" y="1"/>
                  </a:moveTo>
                  <a:cubicBezTo>
                    <a:pt x="14" y="4"/>
                    <a:pt x="8" y="8"/>
                    <a:pt x="1" y="12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9" y="9"/>
                    <a:pt x="15" y="6"/>
                    <a:pt x="21" y="2"/>
                  </a:cubicBezTo>
                  <a:cubicBezTo>
                    <a:pt x="23" y="1"/>
                    <a:pt x="22" y="0"/>
                    <a:pt x="2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10678"/>
            <p:cNvSpPr>
              <a:spLocks/>
            </p:cNvSpPr>
            <p:nvPr/>
          </p:nvSpPr>
          <p:spPr bwMode="auto">
            <a:xfrm>
              <a:off x="596900" y="41275"/>
              <a:ext cx="184150" cy="90488"/>
            </a:xfrm>
            <a:custGeom>
              <a:avLst/>
              <a:gdLst>
                <a:gd name="T0" fmla="*/ 46 w 49"/>
                <a:gd name="T1" fmla="*/ 1 h 24"/>
                <a:gd name="T2" fmla="*/ 1 w 49"/>
                <a:gd name="T3" fmla="*/ 23 h 24"/>
                <a:gd name="T4" fmla="*/ 2 w 49"/>
                <a:gd name="T5" fmla="*/ 23 h 24"/>
                <a:gd name="T6" fmla="*/ 47 w 49"/>
                <a:gd name="T7" fmla="*/ 1 h 24"/>
                <a:gd name="T8" fmla="*/ 46 w 49"/>
                <a:gd name="T9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4">
                  <a:moveTo>
                    <a:pt x="46" y="1"/>
                  </a:moveTo>
                  <a:cubicBezTo>
                    <a:pt x="31" y="8"/>
                    <a:pt x="16" y="15"/>
                    <a:pt x="1" y="23"/>
                  </a:cubicBezTo>
                  <a:cubicBezTo>
                    <a:pt x="0" y="23"/>
                    <a:pt x="1" y="24"/>
                    <a:pt x="2" y="23"/>
                  </a:cubicBezTo>
                  <a:cubicBezTo>
                    <a:pt x="17" y="16"/>
                    <a:pt x="32" y="9"/>
                    <a:pt x="47" y="1"/>
                  </a:cubicBezTo>
                  <a:cubicBezTo>
                    <a:pt x="49" y="1"/>
                    <a:pt x="47" y="0"/>
                    <a:pt x="4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10679"/>
            <p:cNvSpPr>
              <a:spLocks/>
            </p:cNvSpPr>
            <p:nvPr/>
          </p:nvSpPr>
          <p:spPr bwMode="auto">
            <a:xfrm>
              <a:off x="525463" y="41275"/>
              <a:ext cx="192088" cy="93663"/>
            </a:xfrm>
            <a:custGeom>
              <a:avLst/>
              <a:gdLst>
                <a:gd name="T0" fmla="*/ 3 w 51"/>
                <a:gd name="T1" fmla="*/ 25 h 25"/>
                <a:gd name="T2" fmla="*/ 49 w 51"/>
                <a:gd name="T3" fmla="*/ 2 h 25"/>
                <a:gd name="T4" fmla="*/ 48 w 51"/>
                <a:gd name="T5" fmla="*/ 1 h 25"/>
                <a:gd name="T6" fmla="*/ 2 w 51"/>
                <a:gd name="T7" fmla="*/ 24 h 25"/>
                <a:gd name="T8" fmla="*/ 3 w 51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5">
                  <a:moveTo>
                    <a:pt x="3" y="25"/>
                  </a:moveTo>
                  <a:cubicBezTo>
                    <a:pt x="18" y="17"/>
                    <a:pt x="34" y="9"/>
                    <a:pt x="49" y="2"/>
                  </a:cubicBezTo>
                  <a:cubicBezTo>
                    <a:pt x="51" y="1"/>
                    <a:pt x="49" y="0"/>
                    <a:pt x="48" y="1"/>
                  </a:cubicBezTo>
                  <a:cubicBezTo>
                    <a:pt x="33" y="8"/>
                    <a:pt x="17" y="16"/>
                    <a:pt x="2" y="24"/>
                  </a:cubicBezTo>
                  <a:cubicBezTo>
                    <a:pt x="0" y="24"/>
                    <a:pt x="2" y="25"/>
                    <a:pt x="3" y="2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10680"/>
            <p:cNvSpPr>
              <a:spLocks/>
            </p:cNvSpPr>
            <p:nvPr/>
          </p:nvSpPr>
          <p:spPr bwMode="auto">
            <a:xfrm>
              <a:off x="60325" y="346075"/>
              <a:ext cx="79375" cy="38100"/>
            </a:xfrm>
            <a:custGeom>
              <a:avLst/>
              <a:gdLst>
                <a:gd name="T0" fmla="*/ 2 w 21"/>
                <a:gd name="T1" fmla="*/ 9 h 10"/>
                <a:gd name="T2" fmla="*/ 20 w 21"/>
                <a:gd name="T3" fmla="*/ 0 h 10"/>
                <a:gd name="T4" fmla="*/ 18 w 21"/>
                <a:gd name="T5" fmla="*/ 0 h 10"/>
                <a:gd name="T6" fmla="*/ 1 w 21"/>
                <a:gd name="T7" fmla="*/ 9 h 10"/>
                <a:gd name="T8" fmla="*/ 2 w 21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0">
                  <a:moveTo>
                    <a:pt x="2" y="9"/>
                  </a:moveTo>
                  <a:cubicBezTo>
                    <a:pt x="8" y="6"/>
                    <a:pt x="14" y="3"/>
                    <a:pt x="20" y="0"/>
                  </a:cubicBezTo>
                  <a:cubicBezTo>
                    <a:pt x="21" y="0"/>
                    <a:pt x="19" y="0"/>
                    <a:pt x="18" y="0"/>
                  </a:cubicBezTo>
                  <a:cubicBezTo>
                    <a:pt x="13" y="3"/>
                    <a:pt x="7" y="6"/>
                    <a:pt x="1" y="9"/>
                  </a:cubicBezTo>
                  <a:cubicBezTo>
                    <a:pt x="0" y="10"/>
                    <a:pt x="2" y="9"/>
                    <a:pt x="2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10681"/>
            <p:cNvSpPr>
              <a:spLocks/>
            </p:cNvSpPr>
            <p:nvPr/>
          </p:nvSpPr>
          <p:spPr bwMode="auto">
            <a:xfrm>
              <a:off x="57150" y="312738"/>
              <a:ext cx="77788" cy="52388"/>
            </a:xfrm>
            <a:custGeom>
              <a:avLst/>
              <a:gdLst>
                <a:gd name="T0" fmla="*/ 19 w 21"/>
                <a:gd name="T1" fmla="*/ 1 h 14"/>
                <a:gd name="T2" fmla="*/ 1 w 21"/>
                <a:gd name="T3" fmla="*/ 13 h 14"/>
                <a:gd name="T4" fmla="*/ 2 w 21"/>
                <a:gd name="T5" fmla="*/ 13 h 14"/>
                <a:gd name="T6" fmla="*/ 20 w 21"/>
                <a:gd name="T7" fmla="*/ 1 h 14"/>
                <a:gd name="T8" fmla="*/ 19 w 21"/>
                <a:gd name="T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4">
                  <a:moveTo>
                    <a:pt x="19" y="1"/>
                  </a:moveTo>
                  <a:cubicBezTo>
                    <a:pt x="13" y="4"/>
                    <a:pt x="7" y="8"/>
                    <a:pt x="1" y="13"/>
                  </a:cubicBezTo>
                  <a:cubicBezTo>
                    <a:pt x="0" y="13"/>
                    <a:pt x="1" y="14"/>
                    <a:pt x="2" y="13"/>
                  </a:cubicBezTo>
                  <a:cubicBezTo>
                    <a:pt x="8" y="9"/>
                    <a:pt x="14" y="5"/>
                    <a:pt x="20" y="1"/>
                  </a:cubicBezTo>
                  <a:cubicBezTo>
                    <a:pt x="21" y="1"/>
                    <a:pt x="19" y="0"/>
                    <a:pt x="19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10682"/>
            <p:cNvSpPr>
              <a:spLocks/>
            </p:cNvSpPr>
            <p:nvPr/>
          </p:nvSpPr>
          <p:spPr bwMode="auto">
            <a:xfrm>
              <a:off x="450850" y="44450"/>
              <a:ext cx="168275" cy="87313"/>
            </a:xfrm>
            <a:custGeom>
              <a:avLst/>
              <a:gdLst>
                <a:gd name="T0" fmla="*/ 43 w 45"/>
                <a:gd name="T1" fmla="*/ 0 h 23"/>
                <a:gd name="T2" fmla="*/ 2 w 45"/>
                <a:gd name="T3" fmla="*/ 22 h 23"/>
                <a:gd name="T4" fmla="*/ 3 w 45"/>
                <a:gd name="T5" fmla="*/ 23 h 23"/>
                <a:gd name="T6" fmla="*/ 44 w 45"/>
                <a:gd name="T7" fmla="*/ 1 h 23"/>
                <a:gd name="T8" fmla="*/ 43 w 45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3">
                  <a:moveTo>
                    <a:pt x="43" y="0"/>
                  </a:moveTo>
                  <a:cubicBezTo>
                    <a:pt x="29" y="8"/>
                    <a:pt x="15" y="15"/>
                    <a:pt x="2" y="22"/>
                  </a:cubicBezTo>
                  <a:cubicBezTo>
                    <a:pt x="0" y="23"/>
                    <a:pt x="2" y="23"/>
                    <a:pt x="3" y="23"/>
                  </a:cubicBezTo>
                  <a:cubicBezTo>
                    <a:pt x="17" y="16"/>
                    <a:pt x="30" y="8"/>
                    <a:pt x="44" y="1"/>
                  </a:cubicBezTo>
                  <a:cubicBezTo>
                    <a:pt x="45" y="0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10683"/>
            <p:cNvSpPr>
              <a:spLocks/>
            </p:cNvSpPr>
            <p:nvPr/>
          </p:nvSpPr>
          <p:spPr bwMode="auto">
            <a:xfrm>
              <a:off x="382588" y="49212"/>
              <a:ext cx="184150" cy="85725"/>
            </a:xfrm>
            <a:custGeom>
              <a:avLst/>
              <a:gdLst>
                <a:gd name="T0" fmla="*/ 2 w 49"/>
                <a:gd name="T1" fmla="*/ 23 h 23"/>
                <a:gd name="T2" fmla="*/ 48 w 49"/>
                <a:gd name="T3" fmla="*/ 1 h 23"/>
                <a:gd name="T4" fmla="*/ 47 w 49"/>
                <a:gd name="T5" fmla="*/ 0 h 23"/>
                <a:gd name="T6" fmla="*/ 1 w 49"/>
                <a:gd name="T7" fmla="*/ 22 h 23"/>
                <a:gd name="T8" fmla="*/ 2 w 49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3">
                  <a:moveTo>
                    <a:pt x="2" y="23"/>
                  </a:moveTo>
                  <a:cubicBezTo>
                    <a:pt x="18" y="16"/>
                    <a:pt x="33" y="9"/>
                    <a:pt x="48" y="1"/>
                  </a:cubicBezTo>
                  <a:cubicBezTo>
                    <a:pt x="49" y="0"/>
                    <a:pt x="47" y="0"/>
                    <a:pt x="47" y="0"/>
                  </a:cubicBezTo>
                  <a:cubicBezTo>
                    <a:pt x="32" y="8"/>
                    <a:pt x="17" y="16"/>
                    <a:pt x="1" y="22"/>
                  </a:cubicBezTo>
                  <a:cubicBezTo>
                    <a:pt x="0" y="22"/>
                    <a:pt x="1" y="23"/>
                    <a:pt x="2" y="2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10684"/>
            <p:cNvSpPr>
              <a:spLocks/>
            </p:cNvSpPr>
            <p:nvPr/>
          </p:nvSpPr>
          <p:spPr bwMode="auto">
            <a:xfrm>
              <a:off x="57150" y="266700"/>
              <a:ext cx="69850" cy="33338"/>
            </a:xfrm>
            <a:custGeom>
              <a:avLst/>
              <a:gdLst>
                <a:gd name="T0" fmla="*/ 3 w 19"/>
                <a:gd name="T1" fmla="*/ 8 h 9"/>
                <a:gd name="T2" fmla="*/ 17 w 19"/>
                <a:gd name="T3" fmla="*/ 1 h 9"/>
                <a:gd name="T4" fmla="*/ 16 w 19"/>
                <a:gd name="T5" fmla="*/ 1 h 9"/>
                <a:gd name="T6" fmla="*/ 1 w 19"/>
                <a:gd name="T7" fmla="*/ 8 h 9"/>
                <a:gd name="T8" fmla="*/ 3 w 19"/>
                <a:gd name="T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9">
                  <a:moveTo>
                    <a:pt x="3" y="8"/>
                  </a:moveTo>
                  <a:cubicBezTo>
                    <a:pt x="8" y="6"/>
                    <a:pt x="12" y="3"/>
                    <a:pt x="17" y="1"/>
                  </a:cubicBezTo>
                  <a:cubicBezTo>
                    <a:pt x="19" y="0"/>
                    <a:pt x="17" y="0"/>
                    <a:pt x="16" y="1"/>
                  </a:cubicBezTo>
                  <a:cubicBezTo>
                    <a:pt x="11" y="3"/>
                    <a:pt x="6" y="6"/>
                    <a:pt x="1" y="8"/>
                  </a:cubicBezTo>
                  <a:cubicBezTo>
                    <a:pt x="0" y="9"/>
                    <a:pt x="2" y="9"/>
                    <a:pt x="3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0685"/>
            <p:cNvSpPr>
              <a:spLocks/>
            </p:cNvSpPr>
            <p:nvPr/>
          </p:nvSpPr>
          <p:spPr bwMode="auto">
            <a:xfrm>
              <a:off x="57150" y="244475"/>
              <a:ext cx="66675" cy="38100"/>
            </a:xfrm>
            <a:custGeom>
              <a:avLst/>
              <a:gdLst>
                <a:gd name="T0" fmla="*/ 15 w 18"/>
                <a:gd name="T1" fmla="*/ 0 h 10"/>
                <a:gd name="T2" fmla="*/ 1 w 18"/>
                <a:gd name="T3" fmla="*/ 9 h 10"/>
                <a:gd name="T4" fmla="*/ 3 w 18"/>
                <a:gd name="T5" fmla="*/ 10 h 10"/>
                <a:gd name="T6" fmla="*/ 17 w 18"/>
                <a:gd name="T7" fmla="*/ 1 h 10"/>
                <a:gd name="T8" fmla="*/ 15 w 1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5" y="0"/>
                  </a:moveTo>
                  <a:cubicBezTo>
                    <a:pt x="11" y="3"/>
                    <a:pt x="6" y="6"/>
                    <a:pt x="1" y="9"/>
                  </a:cubicBezTo>
                  <a:cubicBezTo>
                    <a:pt x="0" y="10"/>
                    <a:pt x="2" y="10"/>
                    <a:pt x="3" y="10"/>
                  </a:cubicBezTo>
                  <a:cubicBezTo>
                    <a:pt x="7" y="7"/>
                    <a:pt x="12" y="4"/>
                    <a:pt x="17" y="1"/>
                  </a:cubicBezTo>
                  <a:cubicBezTo>
                    <a:pt x="18" y="0"/>
                    <a:pt x="16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10686"/>
            <p:cNvSpPr>
              <a:spLocks/>
            </p:cNvSpPr>
            <p:nvPr/>
          </p:nvSpPr>
          <p:spPr bwMode="auto">
            <a:xfrm>
              <a:off x="322263" y="44450"/>
              <a:ext cx="158750" cy="82550"/>
            </a:xfrm>
            <a:custGeom>
              <a:avLst/>
              <a:gdLst>
                <a:gd name="T0" fmla="*/ 40 w 42"/>
                <a:gd name="T1" fmla="*/ 1 h 22"/>
                <a:gd name="T2" fmla="*/ 1 w 42"/>
                <a:gd name="T3" fmla="*/ 22 h 22"/>
                <a:gd name="T4" fmla="*/ 2 w 42"/>
                <a:gd name="T5" fmla="*/ 22 h 22"/>
                <a:gd name="T6" fmla="*/ 41 w 42"/>
                <a:gd name="T7" fmla="*/ 1 h 22"/>
                <a:gd name="T8" fmla="*/ 40 w 42"/>
                <a:gd name="T9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22">
                  <a:moveTo>
                    <a:pt x="40" y="1"/>
                  </a:moveTo>
                  <a:cubicBezTo>
                    <a:pt x="27" y="8"/>
                    <a:pt x="14" y="15"/>
                    <a:pt x="1" y="22"/>
                  </a:cubicBezTo>
                  <a:cubicBezTo>
                    <a:pt x="0" y="22"/>
                    <a:pt x="1" y="22"/>
                    <a:pt x="2" y="22"/>
                  </a:cubicBezTo>
                  <a:cubicBezTo>
                    <a:pt x="15" y="15"/>
                    <a:pt x="28" y="8"/>
                    <a:pt x="41" y="1"/>
                  </a:cubicBezTo>
                  <a:cubicBezTo>
                    <a:pt x="42" y="0"/>
                    <a:pt x="40" y="0"/>
                    <a:pt x="4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10687"/>
            <p:cNvSpPr>
              <a:spLocks/>
            </p:cNvSpPr>
            <p:nvPr/>
          </p:nvSpPr>
          <p:spPr bwMode="auto">
            <a:xfrm>
              <a:off x="274638" y="41275"/>
              <a:ext cx="179388" cy="90488"/>
            </a:xfrm>
            <a:custGeom>
              <a:avLst/>
              <a:gdLst>
                <a:gd name="T0" fmla="*/ 2 w 48"/>
                <a:gd name="T1" fmla="*/ 24 h 24"/>
                <a:gd name="T2" fmla="*/ 47 w 48"/>
                <a:gd name="T3" fmla="*/ 2 h 24"/>
                <a:gd name="T4" fmla="*/ 46 w 48"/>
                <a:gd name="T5" fmla="*/ 1 h 24"/>
                <a:gd name="T6" fmla="*/ 1 w 48"/>
                <a:gd name="T7" fmla="*/ 23 h 24"/>
                <a:gd name="T8" fmla="*/ 2 w 48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24">
                  <a:moveTo>
                    <a:pt x="2" y="24"/>
                  </a:moveTo>
                  <a:cubicBezTo>
                    <a:pt x="17" y="16"/>
                    <a:pt x="32" y="9"/>
                    <a:pt x="47" y="2"/>
                  </a:cubicBezTo>
                  <a:cubicBezTo>
                    <a:pt x="48" y="1"/>
                    <a:pt x="47" y="0"/>
                    <a:pt x="46" y="1"/>
                  </a:cubicBezTo>
                  <a:cubicBezTo>
                    <a:pt x="31" y="8"/>
                    <a:pt x="16" y="15"/>
                    <a:pt x="1" y="23"/>
                  </a:cubicBezTo>
                  <a:cubicBezTo>
                    <a:pt x="0" y="23"/>
                    <a:pt x="1" y="24"/>
                    <a:pt x="2" y="2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10688"/>
            <p:cNvSpPr>
              <a:spLocks/>
            </p:cNvSpPr>
            <p:nvPr/>
          </p:nvSpPr>
          <p:spPr bwMode="auto">
            <a:xfrm>
              <a:off x="60325" y="206375"/>
              <a:ext cx="63500" cy="38100"/>
            </a:xfrm>
            <a:custGeom>
              <a:avLst/>
              <a:gdLst>
                <a:gd name="T0" fmla="*/ 2 w 17"/>
                <a:gd name="T1" fmla="*/ 9 h 10"/>
                <a:gd name="T2" fmla="*/ 15 w 17"/>
                <a:gd name="T3" fmla="*/ 2 h 10"/>
                <a:gd name="T4" fmla="*/ 15 w 17"/>
                <a:gd name="T5" fmla="*/ 1 h 10"/>
                <a:gd name="T6" fmla="*/ 1 w 17"/>
                <a:gd name="T7" fmla="*/ 8 h 10"/>
                <a:gd name="T8" fmla="*/ 2 w 17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2" y="9"/>
                  </a:moveTo>
                  <a:cubicBezTo>
                    <a:pt x="6" y="7"/>
                    <a:pt x="11" y="4"/>
                    <a:pt x="15" y="2"/>
                  </a:cubicBezTo>
                  <a:cubicBezTo>
                    <a:pt x="17" y="1"/>
                    <a:pt x="16" y="0"/>
                    <a:pt x="15" y="1"/>
                  </a:cubicBezTo>
                  <a:cubicBezTo>
                    <a:pt x="10" y="3"/>
                    <a:pt x="5" y="6"/>
                    <a:pt x="1" y="8"/>
                  </a:cubicBezTo>
                  <a:cubicBezTo>
                    <a:pt x="0" y="9"/>
                    <a:pt x="1" y="10"/>
                    <a:pt x="2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10689"/>
            <p:cNvSpPr>
              <a:spLocks/>
            </p:cNvSpPr>
            <p:nvPr/>
          </p:nvSpPr>
          <p:spPr bwMode="auto">
            <a:xfrm>
              <a:off x="52388" y="180975"/>
              <a:ext cx="68263" cy="41275"/>
            </a:xfrm>
            <a:custGeom>
              <a:avLst/>
              <a:gdLst>
                <a:gd name="T0" fmla="*/ 16 w 18"/>
                <a:gd name="T1" fmla="*/ 1 h 11"/>
                <a:gd name="T2" fmla="*/ 1 w 18"/>
                <a:gd name="T3" fmla="*/ 9 h 11"/>
                <a:gd name="T4" fmla="*/ 2 w 18"/>
                <a:gd name="T5" fmla="*/ 10 h 11"/>
                <a:gd name="T6" fmla="*/ 16 w 18"/>
                <a:gd name="T7" fmla="*/ 2 h 11"/>
                <a:gd name="T8" fmla="*/ 16 w 18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6" y="1"/>
                  </a:moveTo>
                  <a:cubicBezTo>
                    <a:pt x="11" y="4"/>
                    <a:pt x="6" y="6"/>
                    <a:pt x="1" y="9"/>
                  </a:cubicBezTo>
                  <a:cubicBezTo>
                    <a:pt x="0" y="10"/>
                    <a:pt x="1" y="11"/>
                    <a:pt x="2" y="10"/>
                  </a:cubicBezTo>
                  <a:cubicBezTo>
                    <a:pt x="7" y="8"/>
                    <a:pt x="12" y="5"/>
                    <a:pt x="16" y="2"/>
                  </a:cubicBezTo>
                  <a:cubicBezTo>
                    <a:pt x="18" y="1"/>
                    <a:pt x="17" y="0"/>
                    <a:pt x="16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10690"/>
            <p:cNvSpPr>
              <a:spLocks/>
            </p:cNvSpPr>
            <p:nvPr/>
          </p:nvSpPr>
          <p:spPr bwMode="auto">
            <a:xfrm>
              <a:off x="168275" y="33337"/>
              <a:ext cx="222250" cy="120650"/>
            </a:xfrm>
            <a:custGeom>
              <a:avLst/>
              <a:gdLst>
                <a:gd name="T0" fmla="*/ 57 w 59"/>
                <a:gd name="T1" fmla="*/ 0 h 32"/>
                <a:gd name="T2" fmla="*/ 1 w 59"/>
                <a:gd name="T3" fmla="*/ 31 h 32"/>
                <a:gd name="T4" fmla="*/ 2 w 59"/>
                <a:gd name="T5" fmla="*/ 32 h 32"/>
                <a:gd name="T6" fmla="*/ 58 w 59"/>
                <a:gd name="T7" fmla="*/ 1 h 32"/>
                <a:gd name="T8" fmla="*/ 57 w 59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32">
                  <a:moveTo>
                    <a:pt x="57" y="0"/>
                  </a:moveTo>
                  <a:cubicBezTo>
                    <a:pt x="38" y="11"/>
                    <a:pt x="19" y="21"/>
                    <a:pt x="1" y="31"/>
                  </a:cubicBezTo>
                  <a:cubicBezTo>
                    <a:pt x="0" y="32"/>
                    <a:pt x="1" y="32"/>
                    <a:pt x="2" y="32"/>
                  </a:cubicBezTo>
                  <a:cubicBezTo>
                    <a:pt x="21" y="21"/>
                    <a:pt x="39" y="11"/>
                    <a:pt x="58" y="1"/>
                  </a:cubicBezTo>
                  <a:cubicBezTo>
                    <a:pt x="59" y="0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10691"/>
            <p:cNvSpPr>
              <a:spLocks/>
            </p:cNvSpPr>
            <p:nvPr/>
          </p:nvSpPr>
          <p:spPr bwMode="auto">
            <a:xfrm>
              <a:off x="49213" y="30162"/>
              <a:ext cx="333375" cy="168275"/>
            </a:xfrm>
            <a:custGeom>
              <a:avLst/>
              <a:gdLst>
                <a:gd name="T0" fmla="*/ 3 w 89"/>
                <a:gd name="T1" fmla="*/ 45 h 45"/>
                <a:gd name="T2" fmla="*/ 88 w 89"/>
                <a:gd name="T3" fmla="*/ 1 h 45"/>
                <a:gd name="T4" fmla="*/ 87 w 89"/>
                <a:gd name="T5" fmla="*/ 0 h 45"/>
                <a:gd name="T6" fmla="*/ 2 w 89"/>
                <a:gd name="T7" fmla="*/ 43 h 45"/>
                <a:gd name="T8" fmla="*/ 3 w 89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45">
                  <a:moveTo>
                    <a:pt x="3" y="45"/>
                  </a:moveTo>
                  <a:cubicBezTo>
                    <a:pt x="31" y="31"/>
                    <a:pt x="59" y="15"/>
                    <a:pt x="88" y="1"/>
                  </a:cubicBezTo>
                  <a:cubicBezTo>
                    <a:pt x="89" y="1"/>
                    <a:pt x="88" y="0"/>
                    <a:pt x="87" y="0"/>
                  </a:cubicBezTo>
                  <a:cubicBezTo>
                    <a:pt x="58" y="14"/>
                    <a:pt x="30" y="30"/>
                    <a:pt x="2" y="43"/>
                  </a:cubicBezTo>
                  <a:cubicBezTo>
                    <a:pt x="0" y="44"/>
                    <a:pt x="2" y="45"/>
                    <a:pt x="3" y="4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10692"/>
            <p:cNvSpPr>
              <a:spLocks/>
            </p:cNvSpPr>
            <p:nvPr/>
          </p:nvSpPr>
          <p:spPr bwMode="auto">
            <a:xfrm>
              <a:off x="52388" y="33337"/>
              <a:ext cx="247650" cy="139700"/>
            </a:xfrm>
            <a:custGeom>
              <a:avLst/>
              <a:gdLst>
                <a:gd name="T0" fmla="*/ 63 w 66"/>
                <a:gd name="T1" fmla="*/ 1 h 37"/>
                <a:gd name="T2" fmla="*/ 2 w 66"/>
                <a:gd name="T3" fmla="*/ 36 h 37"/>
                <a:gd name="T4" fmla="*/ 3 w 66"/>
                <a:gd name="T5" fmla="*/ 36 h 37"/>
                <a:gd name="T6" fmla="*/ 65 w 66"/>
                <a:gd name="T7" fmla="*/ 1 h 37"/>
                <a:gd name="T8" fmla="*/ 63 w 66"/>
                <a:gd name="T9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7">
                  <a:moveTo>
                    <a:pt x="63" y="1"/>
                  </a:moveTo>
                  <a:cubicBezTo>
                    <a:pt x="43" y="13"/>
                    <a:pt x="22" y="24"/>
                    <a:pt x="2" y="36"/>
                  </a:cubicBezTo>
                  <a:cubicBezTo>
                    <a:pt x="0" y="36"/>
                    <a:pt x="2" y="37"/>
                    <a:pt x="3" y="36"/>
                  </a:cubicBezTo>
                  <a:cubicBezTo>
                    <a:pt x="24" y="25"/>
                    <a:pt x="44" y="14"/>
                    <a:pt x="65" y="1"/>
                  </a:cubicBezTo>
                  <a:cubicBezTo>
                    <a:pt x="66" y="1"/>
                    <a:pt x="64" y="0"/>
                    <a:pt x="63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10693"/>
            <p:cNvSpPr>
              <a:spLocks/>
            </p:cNvSpPr>
            <p:nvPr/>
          </p:nvSpPr>
          <p:spPr bwMode="auto">
            <a:xfrm>
              <a:off x="57150" y="33337"/>
              <a:ext cx="187325" cy="101600"/>
            </a:xfrm>
            <a:custGeom>
              <a:avLst/>
              <a:gdLst>
                <a:gd name="T0" fmla="*/ 2 w 50"/>
                <a:gd name="T1" fmla="*/ 26 h 27"/>
                <a:gd name="T2" fmla="*/ 49 w 50"/>
                <a:gd name="T3" fmla="*/ 1 h 27"/>
                <a:gd name="T4" fmla="*/ 48 w 50"/>
                <a:gd name="T5" fmla="*/ 1 h 27"/>
                <a:gd name="T6" fmla="*/ 1 w 50"/>
                <a:gd name="T7" fmla="*/ 25 h 27"/>
                <a:gd name="T8" fmla="*/ 2 w 50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7">
                  <a:moveTo>
                    <a:pt x="2" y="26"/>
                  </a:moveTo>
                  <a:cubicBezTo>
                    <a:pt x="18" y="18"/>
                    <a:pt x="33" y="9"/>
                    <a:pt x="49" y="1"/>
                  </a:cubicBezTo>
                  <a:cubicBezTo>
                    <a:pt x="50" y="1"/>
                    <a:pt x="49" y="0"/>
                    <a:pt x="48" y="1"/>
                  </a:cubicBezTo>
                  <a:cubicBezTo>
                    <a:pt x="32" y="9"/>
                    <a:pt x="17" y="17"/>
                    <a:pt x="1" y="25"/>
                  </a:cubicBezTo>
                  <a:cubicBezTo>
                    <a:pt x="0" y="26"/>
                    <a:pt x="1" y="27"/>
                    <a:pt x="2" y="2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3389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4072" y="264785"/>
            <a:ext cx="4363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accent3"/>
                </a:solidFill>
              </a:rPr>
              <a:t>各</a:t>
            </a:r>
            <a:r>
              <a:rPr lang="zh-CN" altLang="en-US" sz="3600" b="1" dirty="0">
                <a:solidFill>
                  <a:schemeClr val="accent3"/>
                </a:solidFill>
              </a:rPr>
              <a:t>人员</a:t>
            </a:r>
            <a:r>
              <a:rPr lang="zh-CN" altLang="en-US" sz="3600" b="1" dirty="0" smtClean="0">
                <a:solidFill>
                  <a:schemeClr val="accent3"/>
                </a:solidFill>
              </a:rPr>
              <a:t>之间的关系</a:t>
            </a:r>
            <a:endParaRPr lang="zh-CN" altLang="en-US" sz="3600" b="1" dirty="0">
              <a:solidFill>
                <a:schemeClr val="accent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1679" y="2521526"/>
            <a:ext cx="8271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3"/>
                </a:solidFill>
              </a:rPr>
              <a:t>SQA</a:t>
            </a:r>
            <a:r>
              <a:rPr lang="zh-CN" altLang="en-US" sz="2800" dirty="0" smtClean="0">
                <a:solidFill>
                  <a:schemeClr val="accent3"/>
                </a:solidFill>
              </a:rPr>
              <a:t>人员、项目经理、开发人员、测试人员等</a:t>
            </a:r>
            <a:endParaRPr lang="zh-CN" altLang="en-US" sz="2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2364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AutoShape 24"/>
          <p:cNvSpPr>
            <a:spLocks noChangeArrowheads="1"/>
          </p:cNvSpPr>
          <p:nvPr/>
        </p:nvSpPr>
        <p:spPr bwMode="auto">
          <a:xfrm>
            <a:off x="5125837" y="2413686"/>
            <a:ext cx="5902381" cy="1441161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 smtClean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产品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不合格率居高不下，根悉在于组织系统，而非员工能力。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 smtClean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——</a:t>
            </a:r>
            <a:r>
              <a:rPr lang="zh-CN" altLang="en-US" dirty="0" smtClean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约翰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·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伊万切维奇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John </a:t>
            </a:r>
            <a:r>
              <a:rPr lang="en-US" altLang="zh-CN" dirty="0" err="1">
                <a:solidFill>
                  <a:schemeClr val="bg1"/>
                </a:solidFill>
                <a:ea typeface="宋体" panose="02010600030101010101" pitchFamily="2" charset="-122"/>
                <a:sym typeface="Calibri" panose="020F0502020204030204" pitchFamily="34" charset="0"/>
              </a:rPr>
              <a:t>Ivancevich</a:t>
            </a:r>
            <a:endParaRPr lang="en-US" altLang="zh-CN" dirty="0">
              <a:solidFill>
                <a:schemeClr val="bg1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  <a:p>
            <a:pPr eaLnBrk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dirty="0">
              <a:solidFill>
                <a:schemeClr val="bg1"/>
              </a:solidFill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grpSp>
        <p:nvGrpSpPr>
          <p:cNvPr id="19465" name="Group 9"/>
          <p:cNvGrpSpPr>
            <a:grpSpLocks/>
          </p:cNvGrpSpPr>
          <p:nvPr/>
        </p:nvGrpSpPr>
        <p:grpSpPr bwMode="auto">
          <a:xfrm>
            <a:off x="1755775" y="1784350"/>
            <a:ext cx="2584450" cy="2643188"/>
            <a:chOff x="0" y="0"/>
            <a:chExt cx="558800" cy="571500"/>
          </a:xfrm>
        </p:grpSpPr>
        <p:sp>
          <p:nvSpPr>
            <p:cNvPr id="19466" name="Freeform 9411"/>
            <p:cNvSpPr>
              <a:spLocks/>
            </p:cNvSpPr>
            <p:nvPr/>
          </p:nvSpPr>
          <p:spPr bwMode="auto">
            <a:xfrm>
              <a:off x="52387" y="93663"/>
              <a:ext cx="457200" cy="331788"/>
            </a:xfrm>
            <a:custGeom>
              <a:avLst/>
              <a:gdLst>
                <a:gd name="T0" fmla="*/ 120 w 122"/>
                <a:gd name="T1" fmla="*/ 76 h 88"/>
                <a:gd name="T2" fmla="*/ 118 w 122"/>
                <a:gd name="T3" fmla="*/ 19 h 88"/>
                <a:gd name="T4" fmla="*/ 117 w 122"/>
                <a:gd name="T5" fmla="*/ 13 h 88"/>
                <a:gd name="T6" fmla="*/ 116 w 122"/>
                <a:gd name="T7" fmla="*/ 13 h 88"/>
                <a:gd name="T8" fmla="*/ 116 w 122"/>
                <a:gd name="T9" fmla="*/ 37 h 88"/>
                <a:gd name="T10" fmla="*/ 117 w 122"/>
                <a:gd name="T11" fmla="*/ 53 h 88"/>
                <a:gd name="T12" fmla="*/ 116 w 122"/>
                <a:gd name="T13" fmla="*/ 55 h 88"/>
                <a:gd name="T14" fmla="*/ 116 w 122"/>
                <a:gd name="T15" fmla="*/ 69 h 88"/>
                <a:gd name="T16" fmla="*/ 89 w 122"/>
                <a:gd name="T17" fmla="*/ 81 h 88"/>
                <a:gd name="T18" fmla="*/ 15 w 122"/>
                <a:gd name="T19" fmla="*/ 83 h 88"/>
                <a:gd name="T20" fmla="*/ 7 w 122"/>
                <a:gd name="T21" fmla="*/ 51 h 88"/>
                <a:gd name="T22" fmla="*/ 12 w 122"/>
                <a:gd name="T23" fmla="*/ 6 h 88"/>
                <a:gd name="T24" fmla="*/ 15 w 122"/>
                <a:gd name="T25" fmla="*/ 6 h 88"/>
                <a:gd name="T26" fmla="*/ 44 w 122"/>
                <a:gd name="T27" fmla="*/ 4 h 88"/>
                <a:gd name="T28" fmla="*/ 56 w 122"/>
                <a:gd name="T29" fmla="*/ 4 h 88"/>
                <a:gd name="T30" fmla="*/ 69 w 122"/>
                <a:gd name="T31" fmla="*/ 4 h 88"/>
                <a:gd name="T32" fmla="*/ 103 w 122"/>
                <a:gd name="T33" fmla="*/ 3 h 88"/>
                <a:gd name="T34" fmla="*/ 118 w 122"/>
                <a:gd name="T35" fmla="*/ 9 h 88"/>
                <a:gd name="T36" fmla="*/ 117 w 122"/>
                <a:gd name="T37" fmla="*/ 6 h 88"/>
                <a:gd name="T38" fmla="*/ 89 w 122"/>
                <a:gd name="T39" fmla="*/ 1 h 88"/>
                <a:gd name="T40" fmla="*/ 89 w 122"/>
                <a:gd name="T41" fmla="*/ 2 h 88"/>
                <a:gd name="T42" fmla="*/ 63 w 122"/>
                <a:gd name="T43" fmla="*/ 2 h 88"/>
                <a:gd name="T44" fmla="*/ 44 w 122"/>
                <a:gd name="T45" fmla="*/ 2 h 88"/>
                <a:gd name="T46" fmla="*/ 43 w 122"/>
                <a:gd name="T47" fmla="*/ 1 h 88"/>
                <a:gd name="T48" fmla="*/ 29 w 122"/>
                <a:gd name="T49" fmla="*/ 0 h 88"/>
                <a:gd name="T50" fmla="*/ 16 w 122"/>
                <a:gd name="T51" fmla="*/ 2 h 88"/>
                <a:gd name="T52" fmla="*/ 15 w 122"/>
                <a:gd name="T53" fmla="*/ 2 h 88"/>
                <a:gd name="T54" fmla="*/ 12 w 122"/>
                <a:gd name="T55" fmla="*/ 2 h 88"/>
                <a:gd name="T56" fmla="*/ 3 w 122"/>
                <a:gd name="T57" fmla="*/ 37 h 88"/>
                <a:gd name="T58" fmla="*/ 4 w 122"/>
                <a:gd name="T59" fmla="*/ 64 h 88"/>
                <a:gd name="T60" fmla="*/ 2 w 122"/>
                <a:gd name="T61" fmla="*/ 79 h 88"/>
                <a:gd name="T62" fmla="*/ 9 w 122"/>
                <a:gd name="T63" fmla="*/ 86 h 88"/>
                <a:gd name="T64" fmla="*/ 89 w 122"/>
                <a:gd name="T65" fmla="*/ 86 h 88"/>
                <a:gd name="T66" fmla="*/ 118 w 122"/>
                <a:gd name="T67" fmla="*/ 8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2" h="88">
                  <a:moveTo>
                    <a:pt x="120" y="73"/>
                  </a:moveTo>
                  <a:cubicBezTo>
                    <a:pt x="120" y="73"/>
                    <a:pt x="120" y="76"/>
                    <a:pt x="120" y="76"/>
                  </a:cubicBezTo>
                  <a:cubicBezTo>
                    <a:pt x="116" y="65"/>
                    <a:pt x="121" y="49"/>
                    <a:pt x="121" y="37"/>
                  </a:cubicBezTo>
                  <a:cubicBezTo>
                    <a:pt x="120" y="33"/>
                    <a:pt x="119" y="26"/>
                    <a:pt x="118" y="19"/>
                  </a:cubicBezTo>
                  <a:cubicBezTo>
                    <a:pt x="117" y="17"/>
                    <a:pt x="117" y="15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6" y="13"/>
                    <a:pt x="116" y="13"/>
                    <a:pt x="116" y="13"/>
                  </a:cubicBezTo>
                  <a:cubicBezTo>
                    <a:pt x="115" y="16"/>
                    <a:pt x="116" y="23"/>
                    <a:pt x="116" y="26"/>
                  </a:cubicBezTo>
                  <a:cubicBezTo>
                    <a:pt x="116" y="27"/>
                    <a:pt x="117" y="36"/>
                    <a:pt x="116" y="37"/>
                  </a:cubicBezTo>
                  <a:cubicBezTo>
                    <a:pt x="118" y="38"/>
                    <a:pt x="114" y="44"/>
                    <a:pt x="115" y="43"/>
                  </a:cubicBezTo>
                  <a:cubicBezTo>
                    <a:pt x="115" y="45"/>
                    <a:pt x="117" y="50"/>
                    <a:pt x="117" y="53"/>
                  </a:cubicBezTo>
                  <a:cubicBezTo>
                    <a:pt x="117" y="54"/>
                    <a:pt x="117" y="55"/>
                    <a:pt x="117" y="58"/>
                  </a:cubicBezTo>
                  <a:cubicBezTo>
                    <a:pt x="117" y="58"/>
                    <a:pt x="116" y="54"/>
                    <a:pt x="116" y="55"/>
                  </a:cubicBezTo>
                  <a:cubicBezTo>
                    <a:pt x="118" y="60"/>
                    <a:pt x="117" y="66"/>
                    <a:pt x="117" y="70"/>
                  </a:cubicBezTo>
                  <a:cubicBezTo>
                    <a:pt x="116" y="70"/>
                    <a:pt x="116" y="69"/>
                    <a:pt x="116" y="69"/>
                  </a:cubicBezTo>
                  <a:cubicBezTo>
                    <a:pt x="114" y="75"/>
                    <a:pt x="118" y="80"/>
                    <a:pt x="108" y="82"/>
                  </a:cubicBezTo>
                  <a:cubicBezTo>
                    <a:pt x="102" y="83"/>
                    <a:pt x="95" y="82"/>
                    <a:pt x="89" y="81"/>
                  </a:cubicBezTo>
                  <a:cubicBezTo>
                    <a:pt x="79" y="81"/>
                    <a:pt x="61" y="78"/>
                    <a:pt x="54" y="82"/>
                  </a:cubicBezTo>
                  <a:cubicBezTo>
                    <a:pt x="42" y="79"/>
                    <a:pt x="27" y="87"/>
                    <a:pt x="15" y="83"/>
                  </a:cubicBezTo>
                  <a:cubicBezTo>
                    <a:pt x="6" y="80"/>
                    <a:pt x="7" y="76"/>
                    <a:pt x="7" y="69"/>
                  </a:cubicBezTo>
                  <a:cubicBezTo>
                    <a:pt x="7" y="66"/>
                    <a:pt x="7" y="51"/>
                    <a:pt x="7" y="51"/>
                  </a:cubicBezTo>
                  <a:cubicBezTo>
                    <a:pt x="6" y="44"/>
                    <a:pt x="8" y="37"/>
                    <a:pt x="6" y="30"/>
                  </a:cubicBezTo>
                  <a:cubicBezTo>
                    <a:pt x="5" y="24"/>
                    <a:pt x="4" y="9"/>
                    <a:pt x="12" y="6"/>
                  </a:cubicBezTo>
                  <a:cubicBezTo>
                    <a:pt x="6" y="10"/>
                    <a:pt x="15" y="5"/>
                    <a:pt x="15" y="5"/>
                  </a:cubicBezTo>
                  <a:cubicBezTo>
                    <a:pt x="15" y="5"/>
                    <a:pt x="15" y="6"/>
                    <a:pt x="15" y="6"/>
                  </a:cubicBezTo>
                  <a:cubicBezTo>
                    <a:pt x="17" y="6"/>
                    <a:pt x="24" y="4"/>
                    <a:pt x="23" y="5"/>
                  </a:cubicBezTo>
                  <a:cubicBezTo>
                    <a:pt x="28" y="4"/>
                    <a:pt x="41" y="5"/>
                    <a:pt x="44" y="4"/>
                  </a:cubicBezTo>
                  <a:cubicBezTo>
                    <a:pt x="51" y="4"/>
                    <a:pt x="38" y="4"/>
                    <a:pt x="48" y="3"/>
                  </a:cubicBezTo>
                  <a:cubicBezTo>
                    <a:pt x="51" y="3"/>
                    <a:pt x="54" y="3"/>
                    <a:pt x="56" y="4"/>
                  </a:cubicBezTo>
                  <a:cubicBezTo>
                    <a:pt x="56" y="4"/>
                    <a:pt x="64" y="5"/>
                    <a:pt x="61" y="5"/>
                  </a:cubicBezTo>
                  <a:cubicBezTo>
                    <a:pt x="62" y="5"/>
                    <a:pt x="68" y="4"/>
                    <a:pt x="69" y="4"/>
                  </a:cubicBezTo>
                  <a:cubicBezTo>
                    <a:pt x="70" y="2"/>
                    <a:pt x="91" y="4"/>
                    <a:pt x="95" y="4"/>
                  </a:cubicBezTo>
                  <a:cubicBezTo>
                    <a:pt x="93" y="3"/>
                    <a:pt x="102" y="3"/>
                    <a:pt x="103" y="3"/>
                  </a:cubicBezTo>
                  <a:cubicBezTo>
                    <a:pt x="99" y="3"/>
                    <a:pt x="102" y="3"/>
                    <a:pt x="103" y="4"/>
                  </a:cubicBezTo>
                  <a:cubicBezTo>
                    <a:pt x="109" y="5"/>
                    <a:pt x="112" y="5"/>
                    <a:pt x="118" y="9"/>
                  </a:cubicBezTo>
                  <a:cubicBezTo>
                    <a:pt x="118" y="9"/>
                    <a:pt x="118" y="8"/>
                    <a:pt x="118" y="8"/>
                  </a:cubicBezTo>
                  <a:cubicBezTo>
                    <a:pt x="117" y="7"/>
                    <a:pt x="117" y="6"/>
                    <a:pt x="117" y="6"/>
                  </a:cubicBezTo>
                  <a:cubicBezTo>
                    <a:pt x="115" y="5"/>
                    <a:pt x="111" y="4"/>
                    <a:pt x="109" y="3"/>
                  </a:cubicBezTo>
                  <a:cubicBezTo>
                    <a:pt x="108" y="4"/>
                    <a:pt x="91" y="2"/>
                    <a:pt x="89" y="1"/>
                  </a:cubicBezTo>
                  <a:cubicBezTo>
                    <a:pt x="90" y="2"/>
                    <a:pt x="90" y="3"/>
                    <a:pt x="89" y="3"/>
                  </a:cubicBezTo>
                  <a:cubicBezTo>
                    <a:pt x="90" y="1"/>
                    <a:pt x="87" y="3"/>
                    <a:pt x="89" y="2"/>
                  </a:cubicBezTo>
                  <a:cubicBezTo>
                    <a:pt x="87" y="2"/>
                    <a:pt x="83" y="1"/>
                    <a:pt x="80" y="2"/>
                  </a:cubicBezTo>
                  <a:cubicBezTo>
                    <a:pt x="73" y="3"/>
                    <a:pt x="67" y="2"/>
                    <a:pt x="63" y="2"/>
                  </a:cubicBezTo>
                  <a:cubicBezTo>
                    <a:pt x="60" y="1"/>
                    <a:pt x="56" y="3"/>
                    <a:pt x="53" y="1"/>
                  </a:cubicBezTo>
                  <a:cubicBezTo>
                    <a:pt x="55" y="3"/>
                    <a:pt x="44" y="2"/>
                    <a:pt x="44" y="2"/>
                  </a:cubicBezTo>
                  <a:cubicBezTo>
                    <a:pt x="45" y="1"/>
                    <a:pt x="45" y="1"/>
                    <a:pt x="46" y="1"/>
                  </a:cubicBezTo>
                  <a:cubicBezTo>
                    <a:pt x="45" y="1"/>
                    <a:pt x="44" y="1"/>
                    <a:pt x="43" y="1"/>
                  </a:cubicBezTo>
                  <a:cubicBezTo>
                    <a:pt x="44" y="1"/>
                    <a:pt x="32" y="0"/>
                    <a:pt x="29" y="0"/>
                  </a:cubicBezTo>
                  <a:cubicBezTo>
                    <a:pt x="29" y="0"/>
                    <a:pt x="28" y="0"/>
                    <a:pt x="29" y="0"/>
                  </a:cubicBezTo>
                  <a:cubicBezTo>
                    <a:pt x="26" y="1"/>
                    <a:pt x="23" y="1"/>
                    <a:pt x="21" y="2"/>
                  </a:cubicBezTo>
                  <a:cubicBezTo>
                    <a:pt x="22" y="1"/>
                    <a:pt x="19" y="2"/>
                    <a:pt x="16" y="2"/>
                  </a:cubicBezTo>
                  <a:cubicBezTo>
                    <a:pt x="17" y="2"/>
                    <a:pt x="17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3" y="2"/>
                    <a:pt x="12" y="2"/>
                    <a:pt x="14" y="2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4" y="4"/>
                    <a:pt x="2" y="15"/>
                    <a:pt x="2" y="19"/>
                  </a:cubicBezTo>
                  <a:cubicBezTo>
                    <a:pt x="2" y="25"/>
                    <a:pt x="4" y="32"/>
                    <a:pt x="3" y="37"/>
                  </a:cubicBezTo>
                  <a:cubicBezTo>
                    <a:pt x="2" y="41"/>
                    <a:pt x="2" y="48"/>
                    <a:pt x="4" y="50"/>
                  </a:cubicBezTo>
                  <a:cubicBezTo>
                    <a:pt x="3" y="49"/>
                    <a:pt x="4" y="61"/>
                    <a:pt x="4" y="64"/>
                  </a:cubicBezTo>
                  <a:cubicBezTo>
                    <a:pt x="0" y="56"/>
                    <a:pt x="2" y="63"/>
                    <a:pt x="3" y="62"/>
                  </a:cubicBezTo>
                  <a:cubicBezTo>
                    <a:pt x="6" y="67"/>
                    <a:pt x="0" y="73"/>
                    <a:pt x="2" y="79"/>
                  </a:cubicBezTo>
                  <a:cubicBezTo>
                    <a:pt x="2" y="80"/>
                    <a:pt x="8" y="85"/>
                    <a:pt x="7" y="85"/>
                  </a:cubicBezTo>
                  <a:cubicBezTo>
                    <a:pt x="8" y="85"/>
                    <a:pt x="12" y="88"/>
                    <a:pt x="9" y="86"/>
                  </a:cubicBezTo>
                  <a:cubicBezTo>
                    <a:pt x="26" y="88"/>
                    <a:pt x="46" y="86"/>
                    <a:pt x="64" y="85"/>
                  </a:cubicBezTo>
                  <a:cubicBezTo>
                    <a:pt x="66" y="88"/>
                    <a:pt x="84" y="86"/>
                    <a:pt x="89" y="86"/>
                  </a:cubicBezTo>
                  <a:cubicBezTo>
                    <a:pt x="98" y="85"/>
                    <a:pt x="112" y="87"/>
                    <a:pt x="119" y="80"/>
                  </a:cubicBezTo>
                  <a:cubicBezTo>
                    <a:pt x="116" y="88"/>
                    <a:pt x="119" y="81"/>
                    <a:pt x="118" y="84"/>
                  </a:cubicBezTo>
                  <a:cubicBezTo>
                    <a:pt x="119" y="82"/>
                    <a:pt x="122" y="75"/>
                    <a:pt x="120" y="7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7" name="Freeform 9412"/>
            <p:cNvSpPr>
              <a:spLocks/>
            </p:cNvSpPr>
            <p:nvPr/>
          </p:nvSpPr>
          <p:spPr bwMode="auto">
            <a:xfrm>
              <a:off x="0" y="0"/>
              <a:ext cx="558800" cy="571500"/>
            </a:xfrm>
            <a:custGeom>
              <a:avLst/>
              <a:gdLst>
                <a:gd name="T0" fmla="*/ 147 w 149"/>
                <a:gd name="T1" fmla="*/ 20 h 152"/>
                <a:gd name="T2" fmla="*/ 139 w 149"/>
                <a:gd name="T3" fmla="*/ 40 h 152"/>
                <a:gd name="T4" fmla="*/ 139 w 149"/>
                <a:gd name="T5" fmla="*/ 53 h 152"/>
                <a:gd name="T6" fmla="*/ 138 w 149"/>
                <a:gd name="T7" fmla="*/ 66 h 152"/>
                <a:gd name="T8" fmla="*/ 140 w 149"/>
                <a:gd name="T9" fmla="*/ 75 h 152"/>
                <a:gd name="T10" fmla="*/ 139 w 149"/>
                <a:gd name="T11" fmla="*/ 77 h 152"/>
                <a:gd name="T12" fmla="*/ 139 w 149"/>
                <a:gd name="T13" fmla="*/ 91 h 152"/>
                <a:gd name="T14" fmla="*/ 136 w 149"/>
                <a:gd name="T15" fmla="*/ 113 h 152"/>
                <a:gd name="T16" fmla="*/ 131 w 149"/>
                <a:gd name="T17" fmla="*/ 115 h 152"/>
                <a:gd name="T18" fmla="*/ 118 w 149"/>
                <a:gd name="T19" fmla="*/ 114 h 152"/>
                <a:gd name="T20" fmla="*/ 105 w 149"/>
                <a:gd name="T21" fmla="*/ 115 h 152"/>
                <a:gd name="T22" fmla="*/ 103 w 149"/>
                <a:gd name="T23" fmla="*/ 114 h 152"/>
                <a:gd name="T24" fmla="*/ 94 w 149"/>
                <a:gd name="T25" fmla="*/ 114 h 152"/>
                <a:gd name="T26" fmla="*/ 92 w 149"/>
                <a:gd name="T27" fmla="*/ 117 h 152"/>
                <a:gd name="T28" fmla="*/ 104 w 149"/>
                <a:gd name="T29" fmla="*/ 128 h 152"/>
                <a:gd name="T30" fmla="*/ 111 w 149"/>
                <a:gd name="T31" fmla="*/ 135 h 152"/>
                <a:gd name="T32" fmla="*/ 111 w 149"/>
                <a:gd name="T33" fmla="*/ 145 h 152"/>
                <a:gd name="T34" fmla="*/ 103 w 149"/>
                <a:gd name="T35" fmla="*/ 145 h 152"/>
                <a:gd name="T36" fmla="*/ 92 w 149"/>
                <a:gd name="T37" fmla="*/ 135 h 152"/>
                <a:gd name="T38" fmla="*/ 67 w 149"/>
                <a:gd name="T39" fmla="*/ 125 h 152"/>
                <a:gd name="T40" fmla="*/ 51 w 149"/>
                <a:gd name="T41" fmla="*/ 142 h 152"/>
                <a:gd name="T42" fmla="*/ 36 w 149"/>
                <a:gd name="T43" fmla="*/ 141 h 152"/>
                <a:gd name="T44" fmla="*/ 56 w 149"/>
                <a:gd name="T45" fmla="*/ 120 h 152"/>
                <a:gd name="T46" fmla="*/ 62 w 149"/>
                <a:gd name="T47" fmla="*/ 114 h 152"/>
                <a:gd name="T48" fmla="*/ 56 w 149"/>
                <a:gd name="T49" fmla="*/ 114 h 152"/>
                <a:gd name="T50" fmla="*/ 18 w 149"/>
                <a:gd name="T51" fmla="*/ 114 h 152"/>
                <a:gd name="T52" fmla="*/ 12 w 149"/>
                <a:gd name="T53" fmla="*/ 39 h 152"/>
                <a:gd name="T54" fmla="*/ 7 w 149"/>
                <a:gd name="T55" fmla="*/ 17 h 152"/>
                <a:gd name="T56" fmla="*/ 17 w 149"/>
                <a:gd name="T57" fmla="*/ 15 h 152"/>
                <a:gd name="T58" fmla="*/ 30 w 149"/>
                <a:gd name="T59" fmla="*/ 15 h 152"/>
                <a:gd name="T60" fmla="*/ 43 w 149"/>
                <a:gd name="T61" fmla="*/ 7 h 152"/>
                <a:gd name="T62" fmla="*/ 50 w 149"/>
                <a:gd name="T63" fmla="*/ 5 h 152"/>
                <a:gd name="T64" fmla="*/ 105 w 149"/>
                <a:gd name="T65" fmla="*/ 7 h 152"/>
                <a:gd name="T66" fmla="*/ 123 w 149"/>
                <a:gd name="T67" fmla="*/ 15 h 152"/>
                <a:gd name="T68" fmla="*/ 135 w 149"/>
                <a:gd name="T69" fmla="*/ 11 h 152"/>
                <a:gd name="T70" fmla="*/ 117 w 149"/>
                <a:gd name="T71" fmla="*/ 9 h 152"/>
                <a:gd name="T72" fmla="*/ 100 w 149"/>
                <a:gd name="T73" fmla="*/ 2 h 152"/>
                <a:gd name="T74" fmla="*/ 74 w 149"/>
                <a:gd name="T75" fmla="*/ 4 h 152"/>
                <a:gd name="T76" fmla="*/ 73 w 149"/>
                <a:gd name="T77" fmla="*/ 5 h 152"/>
                <a:gd name="T78" fmla="*/ 71 w 149"/>
                <a:gd name="T79" fmla="*/ 4 h 152"/>
                <a:gd name="T80" fmla="*/ 52 w 149"/>
                <a:gd name="T81" fmla="*/ 2 h 152"/>
                <a:gd name="T82" fmla="*/ 49 w 149"/>
                <a:gd name="T83" fmla="*/ 2 h 152"/>
                <a:gd name="T84" fmla="*/ 1 w 149"/>
                <a:gd name="T85" fmla="*/ 18 h 152"/>
                <a:gd name="T86" fmla="*/ 9 w 149"/>
                <a:gd name="T87" fmla="*/ 38 h 152"/>
                <a:gd name="T88" fmla="*/ 8 w 149"/>
                <a:gd name="T89" fmla="*/ 62 h 152"/>
                <a:gd name="T90" fmla="*/ 8 w 149"/>
                <a:gd name="T91" fmla="*/ 86 h 152"/>
                <a:gd name="T92" fmla="*/ 12 w 149"/>
                <a:gd name="T93" fmla="*/ 114 h 152"/>
                <a:gd name="T94" fmla="*/ 51 w 149"/>
                <a:gd name="T95" fmla="*/ 119 h 152"/>
                <a:gd name="T96" fmla="*/ 40 w 149"/>
                <a:gd name="T97" fmla="*/ 150 h 152"/>
                <a:gd name="T98" fmla="*/ 53 w 149"/>
                <a:gd name="T99" fmla="*/ 146 h 152"/>
                <a:gd name="T100" fmla="*/ 76 w 149"/>
                <a:gd name="T101" fmla="*/ 121 h 152"/>
                <a:gd name="T102" fmla="*/ 109 w 149"/>
                <a:gd name="T103" fmla="*/ 150 h 152"/>
                <a:gd name="T104" fmla="*/ 115 w 149"/>
                <a:gd name="T105" fmla="*/ 144 h 152"/>
                <a:gd name="T106" fmla="*/ 97 w 149"/>
                <a:gd name="T107" fmla="*/ 117 h 152"/>
                <a:gd name="T108" fmla="*/ 107 w 149"/>
                <a:gd name="T109" fmla="*/ 117 h 152"/>
                <a:gd name="T110" fmla="*/ 123 w 149"/>
                <a:gd name="T111" fmla="*/ 117 h 152"/>
                <a:gd name="T112" fmla="*/ 131 w 149"/>
                <a:gd name="T113" fmla="*/ 118 h 152"/>
                <a:gd name="T114" fmla="*/ 141 w 149"/>
                <a:gd name="T115" fmla="*/ 67 h 152"/>
                <a:gd name="T116" fmla="*/ 140 w 149"/>
                <a:gd name="T117" fmla="*/ 54 h 152"/>
                <a:gd name="T118" fmla="*/ 140 w 149"/>
                <a:gd name="T119" fmla="*/ 44 h 152"/>
                <a:gd name="T120" fmla="*/ 141 w 149"/>
                <a:gd name="T121" fmla="*/ 38 h 152"/>
                <a:gd name="T122" fmla="*/ 148 w 149"/>
                <a:gd name="T123" fmla="*/ 2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9" h="152">
                  <a:moveTo>
                    <a:pt x="147" y="18"/>
                  </a:moveTo>
                  <a:cubicBezTo>
                    <a:pt x="146" y="18"/>
                    <a:pt x="147" y="20"/>
                    <a:pt x="147" y="20"/>
                  </a:cubicBezTo>
                  <a:cubicBezTo>
                    <a:pt x="147" y="20"/>
                    <a:pt x="147" y="22"/>
                    <a:pt x="147" y="24"/>
                  </a:cubicBezTo>
                  <a:cubicBezTo>
                    <a:pt x="141" y="20"/>
                    <a:pt x="140" y="39"/>
                    <a:pt x="139" y="40"/>
                  </a:cubicBezTo>
                  <a:cubicBezTo>
                    <a:pt x="140" y="39"/>
                    <a:pt x="140" y="42"/>
                    <a:pt x="139" y="44"/>
                  </a:cubicBezTo>
                  <a:cubicBezTo>
                    <a:pt x="138" y="42"/>
                    <a:pt x="139" y="51"/>
                    <a:pt x="139" y="53"/>
                  </a:cubicBezTo>
                  <a:cubicBezTo>
                    <a:pt x="139" y="57"/>
                    <a:pt x="139" y="62"/>
                    <a:pt x="139" y="67"/>
                  </a:cubicBezTo>
                  <a:cubicBezTo>
                    <a:pt x="139" y="67"/>
                    <a:pt x="138" y="66"/>
                    <a:pt x="138" y="66"/>
                  </a:cubicBezTo>
                  <a:cubicBezTo>
                    <a:pt x="139" y="69"/>
                    <a:pt x="139" y="73"/>
                    <a:pt x="139" y="76"/>
                  </a:cubicBezTo>
                  <a:cubicBezTo>
                    <a:pt x="139" y="76"/>
                    <a:pt x="140" y="76"/>
                    <a:pt x="140" y="75"/>
                  </a:cubicBezTo>
                  <a:cubicBezTo>
                    <a:pt x="141" y="76"/>
                    <a:pt x="140" y="78"/>
                    <a:pt x="140" y="78"/>
                  </a:cubicBezTo>
                  <a:cubicBezTo>
                    <a:pt x="140" y="78"/>
                    <a:pt x="139" y="77"/>
                    <a:pt x="139" y="77"/>
                  </a:cubicBezTo>
                  <a:cubicBezTo>
                    <a:pt x="139" y="77"/>
                    <a:pt x="139" y="78"/>
                    <a:pt x="139" y="78"/>
                  </a:cubicBezTo>
                  <a:cubicBezTo>
                    <a:pt x="139" y="82"/>
                    <a:pt x="138" y="87"/>
                    <a:pt x="139" y="91"/>
                  </a:cubicBezTo>
                  <a:cubicBezTo>
                    <a:pt x="141" y="97"/>
                    <a:pt x="142" y="109"/>
                    <a:pt x="136" y="114"/>
                  </a:cubicBezTo>
                  <a:cubicBezTo>
                    <a:pt x="136" y="113"/>
                    <a:pt x="136" y="113"/>
                    <a:pt x="136" y="113"/>
                  </a:cubicBezTo>
                  <a:cubicBezTo>
                    <a:pt x="136" y="113"/>
                    <a:pt x="136" y="113"/>
                    <a:pt x="137" y="112"/>
                  </a:cubicBezTo>
                  <a:cubicBezTo>
                    <a:pt x="135" y="114"/>
                    <a:pt x="133" y="115"/>
                    <a:pt x="131" y="115"/>
                  </a:cubicBezTo>
                  <a:cubicBezTo>
                    <a:pt x="134" y="115"/>
                    <a:pt x="130" y="115"/>
                    <a:pt x="129" y="115"/>
                  </a:cubicBezTo>
                  <a:cubicBezTo>
                    <a:pt x="127" y="114"/>
                    <a:pt x="121" y="115"/>
                    <a:pt x="118" y="114"/>
                  </a:cubicBezTo>
                  <a:cubicBezTo>
                    <a:pt x="118" y="114"/>
                    <a:pt x="119" y="115"/>
                    <a:pt x="119" y="115"/>
                  </a:cubicBezTo>
                  <a:cubicBezTo>
                    <a:pt x="117" y="115"/>
                    <a:pt x="107" y="117"/>
                    <a:pt x="105" y="115"/>
                  </a:cubicBezTo>
                  <a:cubicBezTo>
                    <a:pt x="105" y="115"/>
                    <a:pt x="107" y="114"/>
                    <a:pt x="107" y="114"/>
                  </a:cubicBezTo>
                  <a:cubicBezTo>
                    <a:pt x="106" y="114"/>
                    <a:pt x="102" y="114"/>
                    <a:pt x="103" y="114"/>
                  </a:cubicBezTo>
                  <a:cubicBezTo>
                    <a:pt x="100" y="114"/>
                    <a:pt x="97" y="114"/>
                    <a:pt x="94" y="114"/>
                  </a:cubicBezTo>
                  <a:cubicBezTo>
                    <a:pt x="94" y="114"/>
                    <a:pt x="94" y="114"/>
                    <a:pt x="94" y="114"/>
                  </a:cubicBezTo>
                  <a:cubicBezTo>
                    <a:pt x="93" y="114"/>
                    <a:pt x="91" y="114"/>
                    <a:pt x="91" y="115"/>
                  </a:cubicBezTo>
                  <a:cubicBezTo>
                    <a:pt x="91" y="116"/>
                    <a:pt x="97" y="121"/>
                    <a:pt x="92" y="117"/>
                  </a:cubicBezTo>
                  <a:cubicBezTo>
                    <a:pt x="94" y="119"/>
                    <a:pt x="96" y="121"/>
                    <a:pt x="98" y="124"/>
                  </a:cubicBezTo>
                  <a:cubicBezTo>
                    <a:pt x="100" y="124"/>
                    <a:pt x="104" y="126"/>
                    <a:pt x="104" y="128"/>
                  </a:cubicBezTo>
                  <a:cubicBezTo>
                    <a:pt x="101" y="125"/>
                    <a:pt x="103" y="127"/>
                    <a:pt x="102" y="127"/>
                  </a:cubicBezTo>
                  <a:cubicBezTo>
                    <a:pt x="105" y="129"/>
                    <a:pt x="109" y="133"/>
                    <a:pt x="111" y="135"/>
                  </a:cubicBezTo>
                  <a:cubicBezTo>
                    <a:pt x="111" y="136"/>
                    <a:pt x="112" y="140"/>
                    <a:pt x="111" y="143"/>
                  </a:cubicBezTo>
                  <a:cubicBezTo>
                    <a:pt x="111" y="143"/>
                    <a:pt x="111" y="143"/>
                    <a:pt x="111" y="145"/>
                  </a:cubicBezTo>
                  <a:cubicBezTo>
                    <a:pt x="111" y="146"/>
                    <a:pt x="110" y="147"/>
                    <a:pt x="110" y="147"/>
                  </a:cubicBezTo>
                  <a:cubicBezTo>
                    <a:pt x="108" y="146"/>
                    <a:pt x="105" y="145"/>
                    <a:pt x="103" y="145"/>
                  </a:cubicBezTo>
                  <a:cubicBezTo>
                    <a:pt x="99" y="145"/>
                    <a:pt x="93" y="138"/>
                    <a:pt x="91" y="134"/>
                  </a:cubicBezTo>
                  <a:cubicBezTo>
                    <a:pt x="92" y="135"/>
                    <a:pt x="90" y="133"/>
                    <a:pt x="92" y="135"/>
                  </a:cubicBezTo>
                  <a:cubicBezTo>
                    <a:pt x="89" y="130"/>
                    <a:pt x="86" y="125"/>
                    <a:pt x="81" y="122"/>
                  </a:cubicBezTo>
                  <a:cubicBezTo>
                    <a:pt x="75" y="117"/>
                    <a:pt x="72" y="121"/>
                    <a:pt x="67" y="125"/>
                  </a:cubicBezTo>
                  <a:cubicBezTo>
                    <a:pt x="67" y="124"/>
                    <a:pt x="67" y="124"/>
                    <a:pt x="67" y="124"/>
                  </a:cubicBezTo>
                  <a:cubicBezTo>
                    <a:pt x="62" y="121"/>
                    <a:pt x="54" y="144"/>
                    <a:pt x="51" y="142"/>
                  </a:cubicBezTo>
                  <a:cubicBezTo>
                    <a:pt x="51" y="142"/>
                    <a:pt x="51" y="141"/>
                    <a:pt x="52" y="141"/>
                  </a:cubicBezTo>
                  <a:cubicBezTo>
                    <a:pt x="49" y="142"/>
                    <a:pt x="38" y="152"/>
                    <a:pt x="36" y="141"/>
                  </a:cubicBezTo>
                  <a:cubicBezTo>
                    <a:pt x="37" y="143"/>
                    <a:pt x="38" y="144"/>
                    <a:pt x="40" y="144"/>
                  </a:cubicBezTo>
                  <a:cubicBezTo>
                    <a:pt x="30" y="138"/>
                    <a:pt x="50" y="125"/>
                    <a:pt x="56" y="120"/>
                  </a:cubicBezTo>
                  <a:cubicBezTo>
                    <a:pt x="54" y="121"/>
                    <a:pt x="60" y="115"/>
                    <a:pt x="60" y="114"/>
                  </a:cubicBezTo>
                  <a:cubicBezTo>
                    <a:pt x="61" y="114"/>
                    <a:pt x="62" y="114"/>
                    <a:pt x="62" y="114"/>
                  </a:cubicBezTo>
                  <a:cubicBezTo>
                    <a:pt x="60" y="114"/>
                    <a:pt x="58" y="114"/>
                    <a:pt x="55" y="113"/>
                  </a:cubicBezTo>
                  <a:cubicBezTo>
                    <a:pt x="56" y="114"/>
                    <a:pt x="56" y="114"/>
                    <a:pt x="56" y="114"/>
                  </a:cubicBezTo>
                  <a:cubicBezTo>
                    <a:pt x="53" y="115"/>
                    <a:pt x="49" y="113"/>
                    <a:pt x="46" y="114"/>
                  </a:cubicBezTo>
                  <a:cubicBezTo>
                    <a:pt x="42" y="116"/>
                    <a:pt x="24" y="117"/>
                    <a:pt x="18" y="114"/>
                  </a:cubicBezTo>
                  <a:cubicBezTo>
                    <a:pt x="7" y="115"/>
                    <a:pt x="16" y="75"/>
                    <a:pt x="13" y="70"/>
                  </a:cubicBezTo>
                  <a:cubicBezTo>
                    <a:pt x="18" y="64"/>
                    <a:pt x="12" y="46"/>
                    <a:pt x="12" y="39"/>
                  </a:cubicBezTo>
                  <a:cubicBezTo>
                    <a:pt x="13" y="33"/>
                    <a:pt x="13" y="30"/>
                    <a:pt x="9" y="25"/>
                  </a:cubicBezTo>
                  <a:cubicBezTo>
                    <a:pt x="6" y="22"/>
                    <a:pt x="3" y="21"/>
                    <a:pt x="7" y="17"/>
                  </a:cubicBezTo>
                  <a:cubicBezTo>
                    <a:pt x="10" y="15"/>
                    <a:pt x="14" y="14"/>
                    <a:pt x="18" y="14"/>
                  </a:cubicBezTo>
                  <a:cubicBezTo>
                    <a:pt x="18" y="14"/>
                    <a:pt x="18" y="15"/>
                    <a:pt x="17" y="15"/>
                  </a:cubicBezTo>
                  <a:cubicBezTo>
                    <a:pt x="24" y="15"/>
                    <a:pt x="30" y="16"/>
                    <a:pt x="35" y="12"/>
                  </a:cubicBezTo>
                  <a:cubicBezTo>
                    <a:pt x="34" y="14"/>
                    <a:pt x="32" y="15"/>
                    <a:pt x="30" y="15"/>
                  </a:cubicBezTo>
                  <a:cubicBezTo>
                    <a:pt x="30" y="16"/>
                    <a:pt x="34" y="15"/>
                    <a:pt x="31" y="16"/>
                  </a:cubicBezTo>
                  <a:cubicBezTo>
                    <a:pt x="35" y="15"/>
                    <a:pt x="40" y="10"/>
                    <a:pt x="43" y="7"/>
                  </a:cubicBezTo>
                  <a:cubicBezTo>
                    <a:pt x="42" y="7"/>
                    <a:pt x="40" y="8"/>
                    <a:pt x="39" y="8"/>
                  </a:cubicBezTo>
                  <a:cubicBezTo>
                    <a:pt x="41" y="6"/>
                    <a:pt x="47" y="5"/>
                    <a:pt x="50" y="5"/>
                  </a:cubicBezTo>
                  <a:cubicBezTo>
                    <a:pt x="51" y="5"/>
                    <a:pt x="56" y="6"/>
                    <a:pt x="57" y="6"/>
                  </a:cubicBezTo>
                  <a:cubicBezTo>
                    <a:pt x="73" y="6"/>
                    <a:pt x="89" y="6"/>
                    <a:pt x="105" y="7"/>
                  </a:cubicBezTo>
                  <a:cubicBezTo>
                    <a:pt x="109" y="7"/>
                    <a:pt x="112" y="6"/>
                    <a:pt x="115" y="10"/>
                  </a:cubicBezTo>
                  <a:cubicBezTo>
                    <a:pt x="117" y="13"/>
                    <a:pt x="118" y="15"/>
                    <a:pt x="123" y="15"/>
                  </a:cubicBezTo>
                  <a:cubicBezTo>
                    <a:pt x="128" y="15"/>
                    <a:pt x="135" y="13"/>
                    <a:pt x="139" y="14"/>
                  </a:cubicBezTo>
                  <a:cubicBezTo>
                    <a:pt x="139" y="14"/>
                    <a:pt x="139" y="11"/>
                    <a:pt x="135" y="11"/>
                  </a:cubicBezTo>
                  <a:cubicBezTo>
                    <a:pt x="135" y="11"/>
                    <a:pt x="129" y="12"/>
                    <a:pt x="128" y="12"/>
                  </a:cubicBezTo>
                  <a:cubicBezTo>
                    <a:pt x="124" y="12"/>
                    <a:pt x="121" y="12"/>
                    <a:pt x="117" y="9"/>
                  </a:cubicBezTo>
                  <a:cubicBezTo>
                    <a:pt x="114" y="6"/>
                    <a:pt x="111" y="3"/>
                    <a:pt x="106" y="3"/>
                  </a:cubicBezTo>
                  <a:cubicBezTo>
                    <a:pt x="103" y="4"/>
                    <a:pt x="99" y="3"/>
                    <a:pt x="100" y="2"/>
                  </a:cubicBezTo>
                  <a:cubicBezTo>
                    <a:pt x="100" y="3"/>
                    <a:pt x="90" y="2"/>
                    <a:pt x="89" y="2"/>
                  </a:cubicBezTo>
                  <a:cubicBezTo>
                    <a:pt x="86" y="2"/>
                    <a:pt x="76" y="7"/>
                    <a:pt x="74" y="4"/>
                  </a:cubicBezTo>
                  <a:cubicBezTo>
                    <a:pt x="75" y="5"/>
                    <a:pt x="72" y="6"/>
                    <a:pt x="72" y="5"/>
                  </a:cubicBezTo>
                  <a:cubicBezTo>
                    <a:pt x="71" y="5"/>
                    <a:pt x="73" y="5"/>
                    <a:pt x="73" y="5"/>
                  </a:cubicBezTo>
                  <a:cubicBezTo>
                    <a:pt x="72" y="4"/>
                    <a:pt x="69" y="5"/>
                    <a:pt x="67" y="5"/>
                  </a:cubicBezTo>
                  <a:cubicBezTo>
                    <a:pt x="68" y="4"/>
                    <a:pt x="71" y="4"/>
                    <a:pt x="71" y="4"/>
                  </a:cubicBezTo>
                  <a:cubicBezTo>
                    <a:pt x="68" y="4"/>
                    <a:pt x="65" y="4"/>
                    <a:pt x="61" y="4"/>
                  </a:cubicBezTo>
                  <a:cubicBezTo>
                    <a:pt x="60" y="4"/>
                    <a:pt x="50" y="3"/>
                    <a:pt x="52" y="2"/>
                  </a:cubicBezTo>
                  <a:cubicBezTo>
                    <a:pt x="51" y="2"/>
                    <a:pt x="49" y="2"/>
                    <a:pt x="47" y="2"/>
                  </a:cubicBezTo>
                  <a:cubicBezTo>
                    <a:pt x="48" y="2"/>
                    <a:pt x="48" y="2"/>
                    <a:pt x="49" y="2"/>
                  </a:cubicBezTo>
                  <a:cubicBezTo>
                    <a:pt x="39" y="0"/>
                    <a:pt x="35" y="11"/>
                    <a:pt x="26" y="11"/>
                  </a:cubicBezTo>
                  <a:cubicBezTo>
                    <a:pt x="20" y="11"/>
                    <a:pt x="2" y="10"/>
                    <a:pt x="1" y="18"/>
                  </a:cubicBezTo>
                  <a:cubicBezTo>
                    <a:pt x="0" y="22"/>
                    <a:pt x="3" y="24"/>
                    <a:pt x="6" y="26"/>
                  </a:cubicBezTo>
                  <a:cubicBezTo>
                    <a:pt x="10" y="29"/>
                    <a:pt x="9" y="33"/>
                    <a:pt x="9" y="38"/>
                  </a:cubicBezTo>
                  <a:cubicBezTo>
                    <a:pt x="9" y="43"/>
                    <a:pt x="8" y="47"/>
                    <a:pt x="9" y="52"/>
                  </a:cubicBezTo>
                  <a:cubicBezTo>
                    <a:pt x="9" y="54"/>
                    <a:pt x="9" y="66"/>
                    <a:pt x="8" y="62"/>
                  </a:cubicBezTo>
                  <a:cubicBezTo>
                    <a:pt x="10" y="69"/>
                    <a:pt x="8" y="77"/>
                    <a:pt x="8" y="84"/>
                  </a:cubicBezTo>
                  <a:cubicBezTo>
                    <a:pt x="9" y="81"/>
                    <a:pt x="9" y="86"/>
                    <a:pt x="8" y="86"/>
                  </a:cubicBezTo>
                  <a:cubicBezTo>
                    <a:pt x="8" y="88"/>
                    <a:pt x="7" y="95"/>
                    <a:pt x="7" y="100"/>
                  </a:cubicBezTo>
                  <a:cubicBezTo>
                    <a:pt x="8" y="105"/>
                    <a:pt x="9" y="110"/>
                    <a:pt x="12" y="114"/>
                  </a:cubicBezTo>
                  <a:cubicBezTo>
                    <a:pt x="14" y="116"/>
                    <a:pt x="25" y="121"/>
                    <a:pt x="24" y="119"/>
                  </a:cubicBezTo>
                  <a:cubicBezTo>
                    <a:pt x="33" y="119"/>
                    <a:pt x="42" y="119"/>
                    <a:pt x="51" y="119"/>
                  </a:cubicBezTo>
                  <a:cubicBezTo>
                    <a:pt x="44" y="126"/>
                    <a:pt x="37" y="128"/>
                    <a:pt x="34" y="139"/>
                  </a:cubicBezTo>
                  <a:cubicBezTo>
                    <a:pt x="33" y="144"/>
                    <a:pt x="35" y="149"/>
                    <a:pt x="40" y="150"/>
                  </a:cubicBezTo>
                  <a:cubicBezTo>
                    <a:pt x="43" y="151"/>
                    <a:pt x="46" y="149"/>
                    <a:pt x="48" y="148"/>
                  </a:cubicBezTo>
                  <a:cubicBezTo>
                    <a:pt x="49" y="147"/>
                    <a:pt x="54" y="142"/>
                    <a:pt x="53" y="146"/>
                  </a:cubicBezTo>
                  <a:cubicBezTo>
                    <a:pt x="57" y="141"/>
                    <a:pt x="62" y="133"/>
                    <a:pt x="67" y="130"/>
                  </a:cubicBezTo>
                  <a:cubicBezTo>
                    <a:pt x="69" y="128"/>
                    <a:pt x="74" y="124"/>
                    <a:pt x="76" y="121"/>
                  </a:cubicBezTo>
                  <a:cubicBezTo>
                    <a:pt x="76" y="123"/>
                    <a:pt x="86" y="134"/>
                    <a:pt x="88" y="136"/>
                  </a:cubicBezTo>
                  <a:cubicBezTo>
                    <a:pt x="93" y="143"/>
                    <a:pt x="99" y="150"/>
                    <a:pt x="109" y="150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12" y="149"/>
                    <a:pt x="116" y="148"/>
                    <a:pt x="115" y="144"/>
                  </a:cubicBezTo>
                  <a:cubicBezTo>
                    <a:pt x="115" y="149"/>
                    <a:pt x="113" y="128"/>
                    <a:pt x="111" y="130"/>
                  </a:cubicBezTo>
                  <a:cubicBezTo>
                    <a:pt x="111" y="131"/>
                    <a:pt x="101" y="118"/>
                    <a:pt x="97" y="117"/>
                  </a:cubicBezTo>
                  <a:cubicBezTo>
                    <a:pt x="100" y="117"/>
                    <a:pt x="106" y="116"/>
                    <a:pt x="103" y="117"/>
                  </a:cubicBezTo>
                  <a:cubicBezTo>
                    <a:pt x="107" y="117"/>
                    <a:pt x="107" y="117"/>
                    <a:pt x="107" y="117"/>
                  </a:cubicBezTo>
                  <a:cubicBezTo>
                    <a:pt x="106" y="117"/>
                    <a:pt x="106" y="117"/>
                    <a:pt x="105" y="117"/>
                  </a:cubicBezTo>
                  <a:cubicBezTo>
                    <a:pt x="111" y="116"/>
                    <a:pt x="120" y="117"/>
                    <a:pt x="123" y="117"/>
                  </a:cubicBezTo>
                  <a:cubicBezTo>
                    <a:pt x="126" y="118"/>
                    <a:pt x="130" y="117"/>
                    <a:pt x="133" y="117"/>
                  </a:cubicBezTo>
                  <a:cubicBezTo>
                    <a:pt x="133" y="117"/>
                    <a:pt x="131" y="118"/>
                    <a:pt x="131" y="118"/>
                  </a:cubicBezTo>
                  <a:cubicBezTo>
                    <a:pt x="140" y="117"/>
                    <a:pt x="142" y="108"/>
                    <a:pt x="142" y="100"/>
                  </a:cubicBezTo>
                  <a:cubicBezTo>
                    <a:pt x="142" y="89"/>
                    <a:pt x="142" y="75"/>
                    <a:pt x="141" y="67"/>
                  </a:cubicBezTo>
                  <a:cubicBezTo>
                    <a:pt x="139" y="69"/>
                    <a:pt x="140" y="67"/>
                    <a:pt x="140" y="64"/>
                  </a:cubicBezTo>
                  <a:cubicBezTo>
                    <a:pt x="140" y="57"/>
                    <a:pt x="140" y="61"/>
                    <a:pt x="140" y="54"/>
                  </a:cubicBezTo>
                  <a:cubicBezTo>
                    <a:pt x="141" y="60"/>
                    <a:pt x="140" y="55"/>
                    <a:pt x="141" y="54"/>
                  </a:cubicBezTo>
                  <a:cubicBezTo>
                    <a:pt x="142" y="51"/>
                    <a:pt x="141" y="47"/>
                    <a:pt x="140" y="44"/>
                  </a:cubicBezTo>
                  <a:cubicBezTo>
                    <a:pt x="141" y="47"/>
                    <a:pt x="141" y="37"/>
                    <a:pt x="142" y="37"/>
                  </a:cubicBezTo>
                  <a:cubicBezTo>
                    <a:pt x="141" y="37"/>
                    <a:pt x="141" y="38"/>
                    <a:pt x="141" y="38"/>
                  </a:cubicBezTo>
                  <a:cubicBezTo>
                    <a:pt x="140" y="34"/>
                    <a:pt x="143" y="29"/>
                    <a:pt x="145" y="26"/>
                  </a:cubicBezTo>
                  <a:cubicBezTo>
                    <a:pt x="147" y="24"/>
                    <a:pt x="149" y="25"/>
                    <a:pt x="148" y="21"/>
                  </a:cubicBezTo>
                  <a:cubicBezTo>
                    <a:pt x="148" y="20"/>
                    <a:pt x="148" y="19"/>
                    <a:pt x="147" y="1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Freeform 9413"/>
            <p:cNvSpPr>
              <a:spLocks noEditPoints="1"/>
            </p:cNvSpPr>
            <p:nvPr/>
          </p:nvSpPr>
          <p:spPr bwMode="auto">
            <a:xfrm>
              <a:off x="149225" y="187325"/>
              <a:ext cx="87313" cy="200025"/>
            </a:xfrm>
            <a:custGeom>
              <a:avLst/>
              <a:gdLst>
                <a:gd name="T0" fmla="*/ 23 w 23"/>
                <a:gd name="T1" fmla="*/ 41 h 53"/>
                <a:gd name="T2" fmla="*/ 22 w 23"/>
                <a:gd name="T3" fmla="*/ 30 h 53"/>
                <a:gd name="T4" fmla="*/ 21 w 23"/>
                <a:gd name="T5" fmla="*/ 10 h 53"/>
                <a:gd name="T6" fmla="*/ 7 w 23"/>
                <a:gd name="T7" fmla="*/ 4 h 53"/>
                <a:gd name="T8" fmla="*/ 3 w 23"/>
                <a:gd name="T9" fmla="*/ 29 h 53"/>
                <a:gd name="T10" fmla="*/ 4 w 23"/>
                <a:gd name="T11" fmla="*/ 33 h 53"/>
                <a:gd name="T12" fmla="*/ 3 w 23"/>
                <a:gd name="T13" fmla="*/ 41 h 53"/>
                <a:gd name="T14" fmla="*/ 6 w 23"/>
                <a:gd name="T15" fmla="*/ 48 h 53"/>
                <a:gd name="T16" fmla="*/ 12 w 23"/>
                <a:gd name="T17" fmla="*/ 51 h 53"/>
                <a:gd name="T18" fmla="*/ 12 w 23"/>
                <a:gd name="T19" fmla="*/ 52 h 53"/>
                <a:gd name="T20" fmla="*/ 13 w 23"/>
                <a:gd name="T21" fmla="*/ 52 h 53"/>
                <a:gd name="T22" fmla="*/ 15 w 23"/>
                <a:gd name="T23" fmla="*/ 52 h 53"/>
                <a:gd name="T24" fmla="*/ 20 w 23"/>
                <a:gd name="T25" fmla="*/ 47 h 53"/>
                <a:gd name="T26" fmla="*/ 23 w 23"/>
                <a:gd name="T27" fmla="*/ 46 h 53"/>
                <a:gd name="T28" fmla="*/ 22 w 23"/>
                <a:gd name="T29" fmla="*/ 40 h 53"/>
                <a:gd name="T30" fmla="*/ 23 w 23"/>
                <a:gd name="T31" fmla="*/ 41 h 53"/>
                <a:gd name="T32" fmla="*/ 19 w 23"/>
                <a:gd name="T33" fmla="*/ 35 h 53"/>
                <a:gd name="T34" fmla="*/ 19 w 23"/>
                <a:gd name="T35" fmla="*/ 35 h 53"/>
                <a:gd name="T36" fmla="*/ 15 w 23"/>
                <a:gd name="T37" fmla="*/ 48 h 53"/>
                <a:gd name="T38" fmla="*/ 14 w 23"/>
                <a:gd name="T39" fmla="*/ 49 h 53"/>
                <a:gd name="T40" fmla="*/ 13 w 23"/>
                <a:gd name="T41" fmla="*/ 50 h 53"/>
                <a:gd name="T42" fmla="*/ 12 w 23"/>
                <a:gd name="T43" fmla="*/ 50 h 53"/>
                <a:gd name="T44" fmla="*/ 13 w 23"/>
                <a:gd name="T45" fmla="*/ 50 h 53"/>
                <a:gd name="T46" fmla="*/ 13 w 23"/>
                <a:gd name="T47" fmla="*/ 50 h 53"/>
                <a:gd name="T48" fmla="*/ 11 w 23"/>
                <a:gd name="T49" fmla="*/ 51 h 53"/>
                <a:gd name="T50" fmla="*/ 5 w 23"/>
                <a:gd name="T51" fmla="*/ 40 h 53"/>
                <a:gd name="T52" fmla="*/ 6 w 23"/>
                <a:gd name="T53" fmla="*/ 40 h 53"/>
                <a:gd name="T54" fmla="*/ 7 w 23"/>
                <a:gd name="T55" fmla="*/ 36 h 53"/>
                <a:gd name="T56" fmla="*/ 6 w 23"/>
                <a:gd name="T57" fmla="*/ 35 h 53"/>
                <a:gd name="T58" fmla="*/ 7 w 23"/>
                <a:gd name="T59" fmla="*/ 34 h 53"/>
                <a:gd name="T60" fmla="*/ 6 w 23"/>
                <a:gd name="T61" fmla="*/ 30 h 53"/>
                <a:gd name="T62" fmla="*/ 6 w 23"/>
                <a:gd name="T63" fmla="*/ 30 h 53"/>
                <a:gd name="T64" fmla="*/ 6 w 23"/>
                <a:gd name="T65" fmla="*/ 15 h 53"/>
                <a:gd name="T66" fmla="*/ 6 w 23"/>
                <a:gd name="T67" fmla="*/ 10 h 53"/>
                <a:gd name="T68" fmla="*/ 7 w 23"/>
                <a:gd name="T69" fmla="*/ 11 h 53"/>
                <a:gd name="T70" fmla="*/ 10 w 23"/>
                <a:gd name="T71" fmla="*/ 7 h 53"/>
                <a:gd name="T72" fmla="*/ 11 w 23"/>
                <a:gd name="T73" fmla="*/ 8 h 53"/>
                <a:gd name="T74" fmla="*/ 18 w 23"/>
                <a:gd name="T75" fmla="*/ 9 h 53"/>
                <a:gd name="T76" fmla="*/ 18 w 23"/>
                <a:gd name="T77" fmla="*/ 19 h 53"/>
                <a:gd name="T78" fmla="*/ 19 w 23"/>
                <a:gd name="T79" fmla="*/ 33 h 53"/>
                <a:gd name="T80" fmla="*/ 18 w 23"/>
                <a:gd name="T81" fmla="*/ 33 h 53"/>
                <a:gd name="T82" fmla="*/ 19 w 23"/>
                <a:gd name="T83" fmla="*/ 35 h 53"/>
                <a:gd name="T84" fmla="*/ 22 w 23"/>
                <a:gd name="T85" fmla="*/ 33 h 53"/>
                <a:gd name="T86" fmla="*/ 22 w 23"/>
                <a:gd name="T87" fmla="*/ 3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" h="53">
                  <a:moveTo>
                    <a:pt x="23" y="41"/>
                  </a:moveTo>
                  <a:cubicBezTo>
                    <a:pt x="23" y="41"/>
                    <a:pt x="23" y="30"/>
                    <a:pt x="22" y="30"/>
                  </a:cubicBezTo>
                  <a:cubicBezTo>
                    <a:pt x="20" y="24"/>
                    <a:pt x="23" y="17"/>
                    <a:pt x="21" y="10"/>
                  </a:cubicBezTo>
                  <a:cubicBezTo>
                    <a:pt x="20" y="5"/>
                    <a:pt x="11" y="0"/>
                    <a:pt x="7" y="4"/>
                  </a:cubicBezTo>
                  <a:cubicBezTo>
                    <a:pt x="0" y="10"/>
                    <a:pt x="2" y="21"/>
                    <a:pt x="3" y="29"/>
                  </a:cubicBezTo>
                  <a:cubicBezTo>
                    <a:pt x="2" y="27"/>
                    <a:pt x="2" y="33"/>
                    <a:pt x="4" y="33"/>
                  </a:cubicBezTo>
                  <a:cubicBezTo>
                    <a:pt x="1" y="35"/>
                    <a:pt x="5" y="40"/>
                    <a:pt x="3" y="41"/>
                  </a:cubicBezTo>
                  <a:cubicBezTo>
                    <a:pt x="4" y="41"/>
                    <a:pt x="5" y="48"/>
                    <a:pt x="6" y="48"/>
                  </a:cubicBezTo>
                  <a:cubicBezTo>
                    <a:pt x="7" y="50"/>
                    <a:pt x="11" y="51"/>
                    <a:pt x="12" y="51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52"/>
                    <a:pt x="12" y="52"/>
                    <a:pt x="13" y="52"/>
                  </a:cubicBezTo>
                  <a:cubicBezTo>
                    <a:pt x="13" y="53"/>
                    <a:pt x="15" y="53"/>
                    <a:pt x="15" y="52"/>
                  </a:cubicBezTo>
                  <a:cubicBezTo>
                    <a:pt x="16" y="52"/>
                    <a:pt x="23" y="50"/>
                    <a:pt x="20" y="47"/>
                  </a:cubicBezTo>
                  <a:cubicBezTo>
                    <a:pt x="22" y="47"/>
                    <a:pt x="22" y="47"/>
                    <a:pt x="23" y="46"/>
                  </a:cubicBezTo>
                  <a:cubicBezTo>
                    <a:pt x="23" y="43"/>
                    <a:pt x="20" y="42"/>
                    <a:pt x="22" y="40"/>
                  </a:cubicBezTo>
                  <a:cubicBezTo>
                    <a:pt x="22" y="40"/>
                    <a:pt x="22" y="41"/>
                    <a:pt x="23" y="41"/>
                  </a:cubicBezTo>
                  <a:close/>
                  <a:moveTo>
                    <a:pt x="19" y="35"/>
                  </a:moveTo>
                  <a:cubicBezTo>
                    <a:pt x="19" y="35"/>
                    <a:pt x="19" y="35"/>
                    <a:pt x="19" y="35"/>
                  </a:cubicBezTo>
                  <a:cubicBezTo>
                    <a:pt x="19" y="39"/>
                    <a:pt x="21" y="45"/>
                    <a:pt x="15" y="48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3" y="49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2" y="51"/>
                    <a:pt x="11" y="51"/>
                  </a:cubicBezTo>
                  <a:cubicBezTo>
                    <a:pt x="11" y="49"/>
                    <a:pt x="6" y="41"/>
                    <a:pt x="5" y="40"/>
                  </a:cubicBezTo>
                  <a:cubicBezTo>
                    <a:pt x="5" y="39"/>
                    <a:pt x="6" y="39"/>
                    <a:pt x="6" y="40"/>
                  </a:cubicBezTo>
                  <a:cubicBezTo>
                    <a:pt x="5" y="38"/>
                    <a:pt x="5" y="37"/>
                    <a:pt x="7" y="36"/>
                  </a:cubicBezTo>
                  <a:cubicBezTo>
                    <a:pt x="7" y="35"/>
                    <a:pt x="7" y="35"/>
                    <a:pt x="6" y="35"/>
                  </a:cubicBezTo>
                  <a:cubicBezTo>
                    <a:pt x="6" y="35"/>
                    <a:pt x="7" y="34"/>
                    <a:pt x="7" y="34"/>
                  </a:cubicBezTo>
                  <a:cubicBezTo>
                    <a:pt x="7" y="34"/>
                    <a:pt x="6" y="32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7" y="30"/>
                    <a:pt x="5" y="14"/>
                    <a:pt x="6" y="15"/>
                  </a:cubicBezTo>
                  <a:cubicBezTo>
                    <a:pt x="5" y="13"/>
                    <a:pt x="6" y="12"/>
                    <a:pt x="6" y="10"/>
                  </a:cubicBezTo>
                  <a:cubicBezTo>
                    <a:pt x="7" y="13"/>
                    <a:pt x="7" y="11"/>
                    <a:pt x="7" y="11"/>
                  </a:cubicBezTo>
                  <a:cubicBezTo>
                    <a:pt x="5" y="9"/>
                    <a:pt x="12" y="9"/>
                    <a:pt x="10" y="7"/>
                  </a:cubicBezTo>
                  <a:cubicBezTo>
                    <a:pt x="11" y="7"/>
                    <a:pt x="11" y="8"/>
                    <a:pt x="11" y="8"/>
                  </a:cubicBezTo>
                  <a:cubicBezTo>
                    <a:pt x="13" y="7"/>
                    <a:pt x="15" y="7"/>
                    <a:pt x="18" y="9"/>
                  </a:cubicBezTo>
                  <a:cubicBezTo>
                    <a:pt x="17" y="12"/>
                    <a:pt x="19" y="16"/>
                    <a:pt x="18" y="19"/>
                  </a:cubicBezTo>
                  <a:cubicBezTo>
                    <a:pt x="18" y="21"/>
                    <a:pt x="20" y="32"/>
                    <a:pt x="19" y="33"/>
                  </a:cubicBezTo>
                  <a:cubicBezTo>
                    <a:pt x="19" y="33"/>
                    <a:pt x="18" y="33"/>
                    <a:pt x="18" y="33"/>
                  </a:cubicBezTo>
                  <a:cubicBezTo>
                    <a:pt x="19" y="34"/>
                    <a:pt x="19" y="35"/>
                    <a:pt x="19" y="35"/>
                  </a:cubicBezTo>
                  <a:close/>
                  <a:moveTo>
                    <a:pt x="22" y="33"/>
                  </a:moveTo>
                  <a:cubicBezTo>
                    <a:pt x="22" y="33"/>
                    <a:pt x="21" y="33"/>
                    <a:pt x="22" y="3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Freeform 9414"/>
            <p:cNvSpPr>
              <a:spLocks noEditPoints="1"/>
            </p:cNvSpPr>
            <p:nvPr/>
          </p:nvSpPr>
          <p:spPr bwMode="auto">
            <a:xfrm>
              <a:off x="236537" y="134938"/>
              <a:ext cx="88900" cy="252413"/>
            </a:xfrm>
            <a:custGeom>
              <a:avLst/>
              <a:gdLst>
                <a:gd name="T0" fmla="*/ 22 w 24"/>
                <a:gd name="T1" fmla="*/ 45 h 67"/>
                <a:gd name="T2" fmla="*/ 2 w 24"/>
                <a:gd name="T3" fmla="*/ 9 h 67"/>
                <a:gd name="T4" fmla="*/ 2 w 24"/>
                <a:gd name="T5" fmla="*/ 32 h 67"/>
                <a:gd name="T6" fmla="*/ 3 w 24"/>
                <a:gd name="T7" fmla="*/ 51 h 67"/>
                <a:gd name="T8" fmla="*/ 8 w 24"/>
                <a:gd name="T9" fmla="*/ 63 h 67"/>
                <a:gd name="T10" fmla="*/ 6 w 24"/>
                <a:gd name="T11" fmla="*/ 47 h 67"/>
                <a:gd name="T12" fmla="*/ 6 w 24"/>
                <a:gd name="T13" fmla="*/ 41 h 67"/>
                <a:gd name="T14" fmla="*/ 6 w 24"/>
                <a:gd name="T15" fmla="*/ 34 h 67"/>
                <a:gd name="T16" fmla="*/ 5 w 24"/>
                <a:gd name="T17" fmla="*/ 16 h 67"/>
                <a:gd name="T18" fmla="*/ 5 w 24"/>
                <a:gd name="T19" fmla="*/ 15 h 67"/>
                <a:gd name="T20" fmla="*/ 11 w 24"/>
                <a:gd name="T21" fmla="*/ 5 h 67"/>
                <a:gd name="T22" fmla="*/ 19 w 24"/>
                <a:gd name="T23" fmla="*/ 17 h 67"/>
                <a:gd name="T24" fmla="*/ 19 w 24"/>
                <a:gd name="T25" fmla="*/ 42 h 67"/>
                <a:gd name="T26" fmla="*/ 18 w 24"/>
                <a:gd name="T27" fmla="*/ 44 h 67"/>
                <a:gd name="T28" fmla="*/ 18 w 24"/>
                <a:gd name="T29" fmla="*/ 44 h 67"/>
                <a:gd name="T30" fmla="*/ 13 w 24"/>
                <a:gd name="T31" fmla="*/ 63 h 67"/>
                <a:gd name="T32" fmla="*/ 8 w 24"/>
                <a:gd name="T33" fmla="*/ 63 h 67"/>
                <a:gd name="T34" fmla="*/ 11 w 24"/>
                <a:gd name="T35" fmla="*/ 65 h 67"/>
                <a:gd name="T36" fmla="*/ 11 w 24"/>
                <a:gd name="T37" fmla="*/ 65 h 67"/>
                <a:gd name="T38" fmla="*/ 13 w 24"/>
                <a:gd name="T39" fmla="*/ 66 h 67"/>
                <a:gd name="T40" fmla="*/ 11 w 24"/>
                <a:gd name="T41" fmla="*/ 66 h 67"/>
                <a:gd name="T42" fmla="*/ 16 w 24"/>
                <a:gd name="T43" fmla="*/ 67 h 67"/>
                <a:gd name="T44" fmla="*/ 16 w 24"/>
                <a:gd name="T45" fmla="*/ 65 h 67"/>
                <a:gd name="T46" fmla="*/ 16 w 24"/>
                <a:gd name="T47" fmla="*/ 64 h 67"/>
                <a:gd name="T48" fmla="*/ 17 w 24"/>
                <a:gd name="T49" fmla="*/ 64 h 67"/>
                <a:gd name="T50" fmla="*/ 17 w 24"/>
                <a:gd name="T51" fmla="*/ 64 h 67"/>
                <a:gd name="T52" fmla="*/ 21 w 24"/>
                <a:gd name="T53" fmla="*/ 59 h 67"/>
                <a:gd name="T54" fmla="*/ 22 w 24"/>
                <a:gd name="T55" fmla="*/ 50 h 67"/>
                <a:gd name="T56" fmla="*/ 11 w 24"/>
                <a:gd name="T57" fmla="*/ 64 h 67"/>
                <a:gd name="T58" fmla="*/ 12 w 24"/>
                <a:gd name="T59" fmla="*/ 64 h 67"/>
                <a:gd name="T60" fmla="*/ 13 w 24"/>
                <a:gd name="T61" fmla="*/ 66 h 67"/>
                <a:gd name="T62" fmla="*/ 13 w 24"/>
                <a:gd name="T63" fmla="*/ 66 h 67"/>
                <a:gd name="T64" fmla="*/ 13 w 24"/>
                <a:gd name="T65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67">
                  <a:moveTo>
                    <a:pt x="23" y="51"/>
                  </a:moveTo>
                  <a:cubicBezTo>
                    <a:pt x="23" y="49"/>
                    <a:pt x="23" y="47"/>
                    <a:pt x="22" y="45"/>
                  </a:cubicBezTo>
                  <a:cubicBezTo>
                    <a:pt x="19" y="44"/>
                    <a:pt x="23" y="15"/>
                    <a:pt x="22" y="10"/>
                  </a:cubicBezTo>
                  <a:cubicBezTo>
                    <a:pt x="20" y="0"/>
                    <a:pt x="6" y="1"/>
                    <a:pt x="2" y="9"/>
                  </a:cubicBezTo>
                  <a:cubicBezTo>
                    <a:pt x="0" y="13"/>
                    <a:pt x="2" y="17"/>
                    <a:pt x="2" y="22"/>
                  </a:cubicBezTo>
                  <a:cubicBezTo>
                    <a:pt x="2" y="24"/>
                    <a:pt x="4" y="34"/>
                    <a:pt x="2" y="32"/>
                  </a:cubicBezTo>
                  <a:cubicBezTo>
                    <a:pt x="3" y="35"/>
                    <a:pt x="2" y="39"/>
                    <a:pt x="4" y="39"/>
                  </a:cubicBezTo>
                  <a:cubicBezTo>
                    <a:pt x="2" y="40"/>
                    <a:pt x="2" y="49"/>
                    <a:pt x="3" y="51"/>
                  </a:cubicBezTo>
                  <a:cubicBezTo>
                    <a:pt x="4" y="53"/>
                    <a:pt x="2" y="53"/>
                    <a:pt x="3" y="57"/>
                  </a:cubicBezTo>
                  <a:cubicBezTo>
                    <a:pt x="3" y="58"/>
                    <a:pt x="6" y="61"/>
                    <a:pt x="8" y="63"/>
                  </a:cubicBezTo>
                  <a:cubicBezTo>
                    <a:pt x="8" y="61"/>
                    <a:pt x="5" y="49"/>
                    <a:pt x="4" y="47"/>
                  </a:cubicBezTo>
                  <a:cubicBezTo>
                    <a:pt x="5" y="45"/>
                    <a:pt x="5" y="48"/>
                    <a:pt x="6" y="47"/>
                  </a:cubicBezTo>
                  <a:cubicBezTo>
                    <a:pt x="5" y="45"/>
                    <a:pt x="5" y="43"/>
                    <a:pt x="7" y="42"/>
                  </a:cubicBezTo>
                  <a:cubicBezTo>
                    <a:pt x="7" y="42"/>
                    <a:pt x="6" y="41"/>
                    <a:pt x="6" y="41"/>
                  </a:cubicBezTo>
                  <a:cubicBezTo>
                    <a:pt x="6" y="40"/>
                    <a:pt x="6" y="40"/>
                    <a:pt x="7" y="41"/>
                  </a:cubicBezTo>
                  <a:cubicBezTo>
                    <a:pt x="6" y="40"/>
                    <a:pt x="7" y="35"/>
                    <a:pt x="6" y="34"/>
                  </a:cubicBezTo>
                  <a:cubicBezTo>
                    <a:pt x="7" y="36"/>
                    <a:pt x="7" y="35"/>
                    <a:pt x="6" y="36"/>
                  </a:cubicBezTo>
                  <a:cubicBezTo>
                    <a:pt x="7" y="35"/>
                    <a:pt x="5" y="16"/>
                    <a:pt x="5" y="16"/>
                  </a:cubicBezTo>
                  <a:cubicBezTo>
                    <a:pt x="5" y="15"/>
                    <a:pt x="5" y="15"/>
                    <a:pt x="4" y="15"/>
                  </a:cubicBezTo>
                  <a:cubicBezTo>
                    <a:pt x="5" y="14"/>
                    <a:pt x="5" y="14"/>
                    <a:pt x="5" y="15"/>
                  </a:cubicBezTo>
                  <a:cubicBezTo>
                    <a:pt x="9" y="14"/>
                    <a:pt x="2" y="8"/>
                    <a:pt x="6" y="11"/>
                  </a:cubicBezTo>
                  <a:cubicBezTo>
                    <a:pt x="4" y="9"/>
                    <a:pt x="11" y="7"/>
                    <a:pt x="11" y="5"/>
                  </a:cubicBezTo>
                  <a:cubicBezTo>
                    <a:pt x="11" y="6"/>
                    <a:pt x="12" y="6"/>
                    <a:pt x="12" y="7"/>
                  </a:cubicBezTo>
                  <a:cubicBezTo>
                    <a:pt x="16" y="5"/>
                    <a:pt x="18" y="12"/>
                    <a:pt x="19" y="17"/>
                  </a:cubicBezTo>
                  <a:cubicBezTo>
                    <a:pt x="20" y="20"/>
                    <a:pt x="19" y="26"/>
                    <a:pt x="17" y="28"/>
                  </a:cubicBezTo>
                  <a:cubicBezTo>
                    <a:pt x="18" y="28"/>
                    <a:pt x="20" y="41"/>
                    <a:pt x="19" y="42"/>
                  </a:cubicBezTo>
                  <a:cubicBezTo>
                    <a:pt x="19" y="39"/>
                    <a:pt x="19" y="42"/>
                    <a:pt x="18" y="41"/>
                  </a:cubicBezTo>
                  <a:cubicBezTo>
                    <a:pt x="18" y="42"/>
                    <a:pt x="19" y="43"/>
                    <a:pt x="18" y="44"/>
                  </a:cubicBezTo>
                  <a:cubicBezTo>
                    <a:pt x="19" y="44"/>
                    <a:pt x="19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50"/>
                    <a:pt x="21" y="62"/>
                    <a:pt x="13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0" y="64"/>
                    <a:pt x="9" y="64"/>
                    <a:pt x="8" y="63"/>
                  </a:cubicBezTo>
                  <a:cubicBezTo>
                    <a:pt x="9" y="64"/>
                    <a:pt x="10" y="65"/>
                    <a:pt x="9" y="64"/>
                  </a:cubicBezTo>
                  <a:cubicBezTo>
                    <a:pt x="10" y="65"/>
                    <a:pt x="10" y="65"/>
                    <a:pt x="11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1" y="65"/>
                    <a:pt x="12" y="65"/>
                    <a:pt x="12" y="65"/>
                  </a:cubicBezTo>
                  <a:cubicBezTo>
                    <a:pt x="12" y="65"/>
                    <a:pt x="12" y="65"/>
                    <a:pt x="13" y="66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2" y="65"/>
                    <a:pt x="11" y="66"/>
                    <a:pt x="11" y="66"/>
                  </a:cubicBezTo>
                  <a:cubicBezTo>
                    <a:pt x="10" y="67"/>
                    <a:pt x="12" y="67"/>
                    <a:pt x="14" y="66"/>
                  </a:cubicBezTo>
                  <a:cubicBezTo>
                    <a:pt x="15" y="66"/>
                    <a:pt x="15" y="67"/>
                    <a:pt x="16" y="67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5"/>
                    <a:pt x="16" y="65"/>
                    <a:pt x="16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5"/>
                    <a:pt x="17" y="66"/>
                    <a:pt x="17" y="66"/>
                  </a:cubicBezTo>
                  <a:cubicBezTo>
                    <a:pt x="19" y="64"/>
                    <a:pt x="23" y="62"/>
                    <a:pt x="21" y="59"/>
                  </a:cubicBezTo>
                  <a:cubicBezTo>
                    <a:pt x="22" y="59"/>
                    <a:pt x="22" y="58"/>
                    <a:pt x="23" y="57"/>
                  </a:cubicBezTo>
                  <a:cubicBezTo>
                    <a:pt x="24" y="54"/>
                    <a:pt x="21" y="53"/>
                    <a:pt x="22" y="50"/>
                  </a:cubicBezTo>
                  <a:cubicBezTo>
                    <a:pt x="23" y="50"/>
                    <a:pt x="22" y="51"/>
                    <a:pt x="23" y="51"/>
                  </a:cubicBezTo>
                  <a:close/>
                  <a:moveTo>
                    <a:pt x="11" y="64"/>
                  </a:moveTo>
                  <a:cubicBezTo>
                    <a:pt x="12" y="64"/>
                    <a:pt x="12" y="64"/>
                    <a:pt x="12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64"/>
                    <a:pt x="12" y="64"/>
                    <a:pt x="11" y="64"/>
                  </a:cubicBezTo>
                  <a:close/>
                  <a:moveTo>
                    <a:pt x="13" y="66"/>
                  </a:move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13" y="66"/>
                    <a:pt x="13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Freeform 9415"/>
            <p:cNvSpPr>
              <a:spLocks noEditPoints="1"/>
            </p:cNvSpPr>
            <p:nvPr/>
          </p:nvSpPr>
          <p:spPr bwMode="auto">
            <a:xfrm>
              <a:off x="319087" y="233363"/>
              <a:ext cx="96838" cy="153988"/>
            </a:xfrm>
            <a:custGeom>
              <a:avLst/>
              <a:gdLst>
                <a:gd name="T0" fmla="*/ 23 w 26"/>
                <a:gd name="T1" fmla="*/ 32 h 41"/>
                <a:gd name="T2" fmla="*/ 21 w 26"/>
                <a:gd name="T3" fmla="*/ 8 h 41"/>
                <a:gd name="T4" fmla="*/ 15 w 26"/>
                <a:gd name="T5" fmla="*/ 4 h 41"/>
                <a:gd name="T6" fmla="*/ 4 w 26"/>
                <a:gd name="T7" fmla="*/ 7 h 41"/>
                <a:gd name="T8" fmla="*/ 4 w 26"/>
                <a:gd name="T9" fmla="*/ 29 h 41"/>
                <a:gd name="T10" fmla="*/ 12 w 26"/>
                <a:gd name="T11" fmla="*/ 39 h 41"/>
                <a:gd name="T12" fmla="*/ 13 w 26"/>
                <a:gd name="T13" fmla="*/ 39 h 41"/>
                <a:gd name="T14" fmla="*/ 13 w 26"/>
                <a:gd name="T15" fmla="*/ 39 h 41"/>
                <a:gd name="T16" fmla="*/ 14 w 26"/>
                <a:gd name="T17" fmla="*/ 40 h 41"/>
                <a:gd name="T18" fmla="*/ 13 w 26"/>
                <a:gd name="T19" fmla="*/ 40 h 41"/>
                <a:gd name="T20" fmla="*/ 14 w 26"/>
                <a:gd name="T21" fmla="*/ 41 h 41"/>
                <a:gd name="T22" fmla="*/ 17 w 26"/>
                <a:gd name="T23" fmla="*/ 39 h 41"/>
                <a:gd name="T24" fmla="*/ 17 w 26"/>
                <a:gd name="T25" fmla="*/ 40 h 41"/>
                <a:gd name="T26" fmla="*/ 18 w 26"/>
                <a:gd name="T27" fmla="*/ 39 h 41"/>
                <a:gd name="T28" fmla="*/ 21 w 26"/>
                <a:gd name="T29" fmla="*/ 37 h 41"/>
                <a:gd name="T30" fmla="*/ 22 w 26"/>
                <a:gd name="T31" fmla="*/ 36 h 41"/>
                <a:gd name="T32" fmla="*/ 22 w 26"/>
                <a:gd name="T33" fmla="*/ 32 h 41"/>
                <a:gd name="T34" fmla="*/ 22 w 26"/>
                <a:gd name="T35" fmla="*/ 31 h 41"/>
                <a:gd name="T36" fmla="*/ 23 w 26"/>
                <a:gd name="T37" fmla="*/ 32 h 41"/>
                <a:gd name="T38" fmla="*/ 20 w 26"/>
                <a:gd name="T39" fmla="*/ 29 h 41"/>
                <a:gd name="T40" fmla="*/ 20 w 26"/>
                <a:gd name="T41" fmla="*/ 29 h 41"/>
                <a:gd name="T42" fmla="*/ 19 w 26"/>
                <a:gd name="T43" fmla="*/ 34 h 41"/>
                <a:gd name="T44" fmla="*/ 14 w 26"/>
                <a:gd name="T45" fmla="*/ 37 h 41"/>
                <a:gd name="T46" fmla="*/ 13 w 26"/>
                <a:gd name="T47" fmla="*/ 37 h 41"/>
                <a:gd name="T48" fmla="*/ 13 w 26"/>
                <a:gd name="T49" fmla="*/ 37 h 41"/>
                <a:gd name="T50" fmla="*/ 13 w 26"/>
                <a:gd name="T51" fmla="*/ 37 h 41"/>
                <a:gd name="T52" fmla="*/ 13 w 26"/>
                <a:gd name="T53" fmla="*/ 38 h 41"/>
                <a:gd name="T54" fmla="*/ 13 w 26"/>
                <a:gd name="T55" fmla="*/ 38 h 41"/>
                <a:gd name="T56" fmla="*/ 13 w 26"/>
                <a:gd name="T57" fmla="*/ 38 h 41"/>
                <a:gd name="T58" fmla="*/ 13 w 26"/>
                <a:gd name="T59" fmla="*/ 37 h 41"/>
                <a:gd name="T60" fmla="*/ 7 w 26"/>
                <a:gd name="T61" fmla="*/ 33 h 41"/>
                <a:gd name="T62" fmla="*/ 7 w 26"/>
                <a:gd name="T63" fmla="*/ 33 h 41"/>
                <a:gd name="T64" fmla="*/ 7 w 26"/>
                <a:gd name="T65" fmla="*/ 33 h 41"/>
                <a:gd name="T66" fmla="*/ 5 w 26"/>
                <a:gd name="T67" fmla="*/ 24 h 41"/>
                <a:gd name="T68" fmla="*/ 6 w 26"/>
                <a:gd name="T69" fmla="*/ 21 h 41"/>
                <a:gd name="T70" fmla="*/ 7 w 26"/>
                <a:gd name="T71" fmla="*/ 10 h 41"/>
                <a:gd name="T72" fmla="*/ 10 w 26"/>
                <a:gd name="T73" fmla="*/ 7 h 41"/>
                <a:gd name="T74" fmla="*/ 12 w 26"/>
                <a:gd name="T75" fmla="*/ 8 h 41"/>
                <a:gd name="T76" fmla="*/ 22 w 26"/>
                <a:gd name="T77" fmla="*/ 24 h 41"/>
                <a:gd name="T78" fmla="*/ 20 w 26"/>
                <a:gd name="T7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" h="41">
                  <a:moveTo>
                    <a:pt x="23" y="32"/>
                  </a:moveTo>
                  <a:cubicBezTo>
                    <a:pt x="26" y="29"/>
                    <a:pt x="22" y="8"/>
                    <a:pt x="21" y="8"/>
                  </a:cubicBezTo>
                  <a:cubicBezTo>
                    <a:pt x="20" y="9"/>
                    <a:pt x="18" y="0"/>
                    <a:pt x="15" y="4"/>
                  </a:cubicBezTo>
                  <a:cubicBezTo>
                    <a:pt x="10" y="4"/>
                    <a:pt x="7" y="2"/>
                    <a:pt x="4" y="7"/>
                  </a:cubicBezTo>
                  <a:cubicBezTo>
                    <a:pt x="2" y="12"/>
                    <a:pt x="0" y="29"/>
                    <a:pt x="4" y="29"/>
                  </a:cubicBezTo>
                  <a:cubicBezTo>
                    <a:pt x="0" y="31"/>
                    <a:pt x="8" y="37"/>
                    <a:pt x="12" y="39"/>
                  </a:cubicBezTo>
                  <a:cubicBezTo>
                    <a:pt x="12" y="39"/>
                    <a:pt x="12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4" y="40"/>
                    <a:pt x="14" y="40"/>
                  </a:cubicBezTo>
                  <a:cubicBezTo>
                    <a:pt x="14" y="40"/>
                    <a:pt x="13" y="40"/>
                    <a:pt x="13" y="40"/>
                  </a:cubicBezTo>
                  <a:cubicBezTo>
                    <a:pt x="13" y="40"/>
                    <a:pt x="13" y="41"/>
                    <a:pt x="14" y="41"/>
                  </a:cubicBezTo>
                  <a:cubicBezTo>
                    <a:pt x="14" y="41"/>
                    <a:pt x="15" y="40"/>
                    <a:pt x="17" y="39"/>
                  </a:cubicBezTo>
                  <a:cubicBezTo>
                    <a:pt x="17" y="39"/>
                    <a:pt x="17" y="40"/>
                    <a:pt x="17" y="40"/>
                  </a:cubicBezTo>
                  <a:cubicBezTo>
                    <a:pt x="17" y="40"/>
                    <a:pt x="17" y="39"/>
                    <a:pt x="18" y="39"/>
                  </a:cubicBezTo>
                  <a:cubicBezTo>
                    <a:pt x="19" y="38"/>
                    <a:pt x="21" y="37"/>
                    <a:pt x="21" y="37"/>
                  </a:cubicBezTo>
                  <a:cubicBezTo>
                    <a:pt x="20" y="35"/>
                    <a:pt x="22" y="36"/>
                    <a:pt x="22" y="36"/>
                  </a:cubicBezTo>
                  <a:cubicBezTo>
                    <a:pt x="22" y="36"/>
                    <a:pt x="22" y="32"/>
                    <a:pt x="22" y="32"/>
                  </a:cubicBezTo>
                  <a:cubicBezTo>
                    <a:pt x="22" y="32"/>
                    <a:pt x="22" y="31"/>
                    <a:pt x="22" y="31"/>
                  </a:cubicBezTo>
                  <a:cubicBezTo>
                    <a:pt x="23" y="31"/>
                    <a:pt x="22" y="32"/>
                    <a:pt x="23" y="32"/>
                  </a:cubicBezTo>
                  <a:close/>
                  <a:moveTo>
                    <a:pt x="20" y="29"/>
                  </a:moveTo>
                  <a:cubicBezTo>
                    <a:pt x="20" y="29"/>
                    <a:pt x="20" y="29"/>
                    <a:pt x="20" y="29"/>
                  </a:cubicBezTo>
                  <a:cubicBezTo>
                    <a:pt x="20" y="31"/>
                    <a:pt x="20" y="33"/>
                    <a:pt x="19" y="34"/>
                  </a:cubicBezTo>
                  <a:cubicBezTo>
                    <a:pt x="18" y="34"/>
                    <a:pt x="15" y="36"/>
                    <a:pt x="14" y="37"/>
                  </a:cubicBezTo>
                  <a:cubicBezTo>
                    <a:pt x="14" y="37"/>
                    <a:pt x="14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1" y="37"/>
                    <a:pt x="7" y="33"/>
                    <a:pt x="7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5" y="31"/>
                    <a:pt x="4" y="26"/>
                    <a:pt x="5" y="24"/>
                  </a:cubicBezTo>
                  <a:cubicBezTo>
                    <a:pt x="6" y="22"/>
                    <a:pt x="6" y="21"/>
                    <a:pt x="6" y="21"/>
                  </a:cubicBezTo>
                  <a:cubicBezTo>
                    <a:pt x="6" y="17"/>
                    <a:pt x="6" y="14"/>
                    <a:pt x="7" y="10"/>
                  </a:cubicBezTo>
                  <a:cubicBezTo>
                    <a:pt x="8" y="13"/>
                    <a:pt x="10" y="6"/>
                    <a:pt x="10" y="7"/>
                  </a:cubicBezTo>
                  <a:cubicBezTo>
                    <a:pt x="11" y="7"/>
                    <a:pt x="11" y="7"/>
                    <a:pt x="12" y="8"/>
                  </a:cubicBezTo>
                  <a:cubicBezTo>
                    <a:pt x="14" y="2"/>
                    <a:pt x="23" y="19"/>
                    <a:pt x="22" y="24"/>
                  </a:cubicBezTo>
                  <a:cubicBezTo>
                    <a:pt x="22" y="26"/>
                    <a:pt x="22" y="27"/>
                    <a:pt x="20" y="2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Freeform 9416"/>
            <p:cNvSpPr>
              <a:spLocks/>
            </p:cNvSpPr>
            <p:nvPr/>
          </p:nvSpPr>
          <p:spPr bwMode="auto">
            <a:xfrm>
              <a:off x="22225" y="49213"/>
              <a:ext cx="79375" cy="44450"/>
            </a:xfrm>
            <a:custGeom>
              <a:avLst/>
              <a:gdLst>
                <a:gd name="T0" fmla="*/ 5 w 21"/>
                <a:gd name="T1" fmla="*/ 11 h 12"/>
                <a:gd name="T2" fmla="*/ 19 w 21"/>
                <a:gd name="T3" fmla="*/ 2 h 12"/>
                <a:gd name="T4" fmla="*/ 17 w 21"/>
                <a:gd name="T5" fmla="*/ 1 h 12"/>
                <a:gd name="T6" fmla="*/ 2 w 21"/>
                <a:gd name="T7" fmla="*/ 10 h 12"/>
                <a:gd name="T8" fmla="*/ 5 w 21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2">
                  <a:moveTo>
                    <a:pt x="5" y="11"/>
                  </a:moveTo>
                  <a:cubicBezTo>
                    <a:pt x="9" y="8"/>
                    <a:pt x="14" y="5"/>
                    <a:pt x="19" y="2"/>
                  </a:cubicBezTo>
                  <a:cubicBezTo>
                    <a:pt x="21" y="1"/>
                    <a:pt x="18" y="0"/>
                    <a:pt x="17" y="1"/>
                  </a:cubicBezTo>
                  <a:cubicBezTo>
                    <a:pt x="12" y="4"/>
                    <a:pt x="7" y="6"/>
                    <a:pt x="2" y="10"/>
                  </a:cubicBezTo>
                  <a:cubicBezTo>
                    <a:pt x="0" y="11"/>
                    <a:pt x="3" y="12"/>
                    <a:pt x="5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Freeform 9417"/>
            <p:cNvSpPr>
              <a:spLocks/>
            </p:cNvSpPr>
            <p:nvPr/>
          </p:nvSpPr>
          <p:spPr bwMode="auto">
            <a:xfrm>
              <a:off x="390525" y="530225"/>
              <a:ext cx="30163" cy="19050"/>
            </a:xfrm>
            <a:custGeom>
              <a:avLst/>
              <a:gdLst>
                <a:gd name="T0" fmla="*/ 1 w 8"/>
                <a:gd name="T1" fmla="*/ 5 h 5"/>
                <a:gd name="T2" fmla="*/ 8 w 8"/>
                <a:gd name="T3" fmla="*/ 0 h 5"/>
                <a:gd name="T4" fmla="*/ 7 w 8"/>
                <a:gd name="T5" fmla="*/ 0 h 5"/>
                <a:gd name="T6" fmla="*/ 1 w 8"/>
                <a:gd name="T7" fmla="*/ 4 h 5"/>
                <a:gd name="T8" fmla="*/ 1 w 8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1" y="5"/>
                  </a:moveTo>
                  <a:cubicBezTo>
                    <a:pt x="4" y="3"/>
                    <a:pt x="6" y="2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5" y="2"/>
                    <a:pt x="3" y="3"/>
                    <a:pt x="1" y="4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Freeform 9418"/>
            <p:cNvSpPr>
              <a:spLocks/>
            </p:cNvSpPr>
            <p:nvPr/>
          </p:nvSpPr>
          <p:spPr bwMode="auto">
            <a:xfrm>
              <a:off x="363537" y="503238"/>
              <a:ext cx="52388" cy="38100"/>
            </a:xfrm>
            <a:custGeom>
              <a:avLst/>
              <a:gdLst>
                <a:gd name="T0" fmla="*/ 13 w 14"/>
                <a:gd name="T1" fmla="*/ 1 h 10"/>
                <a:gd name="T2" fmla="*/ 0 w 14"/>
                <a:gd name="T3" fmla="*/ 10 h 10"/>
                <a:gd name="T4" fmla="*/ 1 w 14"/>
                <a:gd name="T5" fmla="*/ 10 h 10"/>
                <a:gd name="T6" fmla="*/ 14 w 14"/>
                <a:gd name="T7" fmla="*/ 1 h 10"/>
                <a:gd name="T8" fmla="*/ 13 w 14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0">
                  <a:moveTo>
                    <a:pt x="13" y="1"/>
                  </a:moveTo>
                  <a:cubicBezTo>
                    <a:pt x="9" y="3"/>
                    <a:pt x="4" y="6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5" y="6"/>
                    <a:pt x="9" y="4"/>
                    <a:pt x="14" y="1"/>
                  </a:cubicBezTo>
                  <a:cubicBezTo>
                    <a:pt x="14" y="0"/>
                    <a:pt x="13" y="0"/>
                    <a:pt x="13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Freeform 9419"/>
            <p:cNvSpPr>
              <a:spLocks/>
            </p:cNvSpPr>
            <p:nvPr/>
          </p:nvSpPr>
          <p:spPr bwMode="auto">
            <a:xfrm>
              <a:off x="446087" y="417513"/>
              <a:ext cx="79375" cy="22225"/>
            </a:xfrm>
            <a:custGeom>
              <a:avLst/>
              <a:gdLst>
                <a:gd name="T0" fmla="*/ 1 w 21"/>
                <a:gd name="T1" fmla="*/ 5 h 6"/>
                <a:gd name="T2" fmla="*/ 19 w 21"/>
                <a:gd name="T3" fmla="*/ 0 h 6"/>
                <a:gd name="T4" fmla="*/ 16 w 21"/>
                <a:gd name="T5" fmla="*/ 1 h 6"/>
                <a:gd name="T6" fmla="*/ 19 w 21"/>
                <a:gd name="T7" fmla="*/ 1 h 6"/>
                <a:gd name="T8" fmla="*/ 17 w 21"/>
                <a:gd name="T9" fmla="*/ 4 h 6"/>
                <a:gd name="T10" fmla="*/ 18 w 21"/>
                <a:gd name="T11" fmla="*/ 4 h 6"/>
                <a:gd name="T12" fmla="*/ 21 w 21"/>
                <a:gd name="T13" fmla="*/ 0 h 6"/>
                <a:gd name="T14" fmla="*/ 21 w 21"/>
                <a:gd name="T15" fmla="*/ 0 h 6"/>
                <a:gd name="T16" fmla="*/ 16 w 21"/>
                <a:gd name="T17" fmla="*/ 3 h 6"/>
                <a:gd name="T18" fmla="*/ 21 w 21"/>
                <a:gd name="T19" fmla="*/ 0 h 6"/>
                <a:gd name="T20" fmla="*/ 21 w 21"/>
                <a:gd name="T21" fmla="*/ 0 h 6"/>
                <a:gd name="T22" fmla="*/ 1 w 21"/>
                <a:gd name="T23" fmla="*/ 5 h 6"/>
                <a:gd name="T24" fmla="*/ 1 w 21"/>
                <a:gd name="T2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6">
                  <a:moveTo>
                    <a:pt x="1" y="5"/>
                  </a:moveTo>
                  <a:cubicBezTo>
                    <a:pt x="7" y="2"/>
                    <a:pt x="13" y="1"/>
                    <a:pt x="19" y="0"/>
                  </a:cubicBezTo>
                  <a:cubicBezTo>
                    <a:pt x="21" y="0"/>
                    <a:pt x="16" y="5"/>
                    <a:pt x="16" y="1"/>
                  </a:cubicBezTo>
                  <a:cubicBezTo>
                    <a:pt x="17" y="0"/>
                    <a:pt x="20" y="0"/>
                    <a:pt x="19" y="1"/>
                  </a:cubicBezTo>
                  <a:cubicBezTo>
                    <a:pt x="19" y="2"/>
                    <a:pt x="18" y="3"/>
                    <a:pt x="17" y="4"/>
                  </a:cubicBezTo>
                  <a:cubicBezTo>
                    <a:pt x="17" y="4"/>
                    <a:pt x="18" y="4"/>
                    <a:pt x="18" y="4"/>
                  </a:cubicBezTo>
                  <a:cubicBezTo>
                    <a:pt x="19" y="3"/>
                    <a:pt x="20" y="1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5" y="0"/>
                    <a:pt x="16" y="3"/>
                  </a:cubicBezTo>
                  <a:cubicBezTo>
                    <a:pt x="16" y="6"/>
                    <a:pt x="21" y="1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4" y="0"/>
                    <a:pt x="7" y="2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5" name="Freeform 9420"/>
            <p:cNvSpPr>
              <a:spLocks/>
            </p:cNvSpPr>
            <p:nvPr/>
          </p:nvSpPr>
          <p:spPr bwMode="auto">
            <a:xfrm>
              <a:off x="333375" y="474663"/>
              <a:ext cx="60325" cy="33338"/>
            </a:xfrm>
            <a:custGeom>
              <a:avLst/>
              <a:gdLst>
                <a:gd name="T0" fmla="*/ 1 w 16"/>
                <a:gd name="T1" fmla="*/ 9 h 9"/>
                <a:gd name="T2" fmla="*/ 15 w 16"/>
                <a:gd name="T3" fmla="*/ 0 h 9"/>
                <a:gd name="T4" fmla="*/ 15 w 16"/>
                <a:gd name="T5" fmla="*/ 0 h 9"/>
                <a:gd name="T6" fmla="*/ 1 w 16"/>
                <a:gd name="T7" fmla="*/ 8 h 9"/>
                <a:gd name="T8" fmla="*/ 1 w 16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" y="9"/>
                  </a:moveTo>
                  <a:cubicBezTo>
                    <a:pt x="6" y="6"/>
                    <a:pt x="11" y="3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0" y="3"/>
                    <a:pt x="6" y="6"/>
                    <a:pt x="1" y="8"/>
                  </a:cubicBezTo>
                  <a:cubicBezTo>
                    <a:pt x="0" y="9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6" name="Freeform 9421"/>
            <p:cNvSpPr>
              <a:spLocks/>
            </p:cNvSpPr>
            <p:nvPr/>
          </p:nvSpPr>
          <p:spPr bwMode="auto">
            <a:xfrm>
              <a:off x="333375" y="469900"/>
              <a:ext cx="60325" cy="41275"/>
            </a:xfrm>
            <a:custGeom>
              <a:avLst/>
              <a:gdLst>
                <a:gd name="T0" fmla="*/ 15 w 16"/>
                <a:gd name="T1" fmla="*/ 0 h 11"/>
                <a:gd name="T2" fmla="*/ 1 w 16"/>
                <a:gd name="T3" fmla="*/ 11 h 11"/>
                <a:gd name="T4" fmla="*/ 1 w 16"/>
                <a:gd name="T5" fmla="*/ 11 h 11"/>
                <a:gd name="T6" fmla="*/ 16 w 16"/>
                <a:gd name="T7" fmla="*/ 1 h 11"/>
                <a:gd name="T8" fmla="*/ 15 w 1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5" y="0"/>
                  </a:moveTo>
                  <a:cubicBezTo>
                    <a:pt x="10" y="4"/>
                    <a:pt x="5" y="7"/>
                    <a:pt x="1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6" y="7"/>
                    <a:pt x="11" y="4"/>
                    <a:pt x="16" y="1"/>
                  </a:cubicBezTo>
                  <a:cubicBezTo>
                    <a:pt x="16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7" name="Freeform 9422"/>
            <p:cNvSpPr>
              <a:spLocks/>
            </p:cNvSpPr>
            <p:nvPr/>
          </p:nvSpPr>
          <p:spPr bwMode="auto">
            <a:xfrm>
              <a:off x="442912" y="387350"/>
              <a:ext cx="90488" cy="49213"/>
            </a:xfrm>
            <a:custGeom>
              <a:avLst/>
              <a:gdLst>
                <a:gd name="T0" fmla="*/ 23 w 24"/>
                <a:gd name="T1" fmla="*/ 0 h 13"/>
                <a:gd name="T2" fmla="*/ 1 w 24"/>
                <a:gd name="T3" fmla="*/ 13 h 13"/>
                <a:gd name="T4" fmla="*/ 2 w 24"/>
                <a:gd name="T5" fmla="*/ 13 h 13"/>
                <a:gd name="T6" fmla="*/ 24 w 24"/>
                <a:gd name="T7" fmla="*/ 0 h 13"/>
                <a:gd name="T8" fmla="*/ 23 w 2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3">
                  <a:moveTo>
                    <a:pt x="23" y="0"/>
                  </a:moveTo>
                  <a:cubicBezTo>
                    <a:pt x="16" y="5"/>
                    <a:pt x="8" y="8"/>
                    <a:pt x="1" y="13"/>
                  </a:cubicBezTo>
                  <a:cubicBezTo>
                    <a:pt x="0" y="13"/>
                    <a:pt x="1" y="13"/>
                    <a:pt x="2" y="13"/>
                  </a:cubicBezTo>
                  <a:cubicBezTo>
                    <a:pt x="9" y="8"/>
                    <a:pt x="17" y="5"/>
                    <a:pt x="24" y="0"/>
                  </a:cubicBezTo>
                  <a:cubicBezTo>
                    <a:pt x="24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Freeform 9423"/>
            <p:cNvSpPr>
              <a:spLocks/>
            </p:cNvSpPr>
            <p:nvPr/>
          </p:nvSpPr>
          <p:spPr bwMode="auto">
            <a:xfrm>
              <a:off x="487362" y="365125"/>
              <a:ext cx="46038" cy="19050"/>
            </a:xfrm>
            <a:custGeom>
              <a:avLst/>
              <a:gdLst>
                <a:gd name="T0" fmla="*/ 1 w 12"/>
                <a:gd name="T1" fmla="*/ 5 h 5"/>
                <a:gd name="T2" fmla="*/ 12 w 12"/>
                <a:gd name="T3" fmla="*/ 1 h 5"/>
                <a:gd name="T4" fmla="*/ 11 w 12"/>
                <a:gd name="T5" fmla="*/ 0 h 5"/>
                <a:gd name="T6" fmla="*/ 1 w 12"/>
                <a:gd name="T7" fmla="*/ 5 h 5"/>
                <a:gd name="T8" fmla="*/ 1 w 1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5">
                  <a:moveTo>
                    <a:pt x="1" y="5"/>
                  </a:moveTo>
                  <a:cubicBezTo>
                    <a:pt x="5" y="4"/>
                    <a:pt x="8" y="2"/>
                    <a:pt x="12" y="1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8" y="2"/>
                    <a:pt x="4" y="3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Freeform 9424"/>
            <p:cNvSpPr>
              <a:spLocks/>
            </p:cNvSpPr>
            <p:nvPr/>
          </p:nvSpPr>
          <p:spPr bwMode="auto">
            <a:xfrm>
              <a:off x="390525" y="406400"/>
              <a:ext cx="52388" cy="25400"/>
            </a:xfrm>
            <a:custGeom>
              <a:avLst/>
              <a:gdLst>
                <a:gd name="T0" fmla="*/ 1 w 14"/>
                <a:gd name="T1" fmla="*/ 7 h 7"/>
                <a:gd name="T2" fmla="*/ 14 w 14"/>
                <a:gd name="T3" fmla="*/ 1 h 7"/>
                <a:gd name="T4" fmla="*/ 13 w 14"/>
                <a:gd name="T5" fmla="*/ 0 h 7"/>
                <a:gd name="T6" fmla="*/ 1 w 14"/>
                <a:gd name="T7" fmla="*/ 7 h 7"/>
                <a:gd name="T8" fmla="*/ 1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1" y="7"/>
                  </a:moveTo>
                  <a:cubicBezTo>
                    <a:pt x="5" y="5"/>
                    <a:pt x="9" y="3"/>
                    <a:pt x="14" y="1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9" y="2"/>
                    <a:pt x="5" y="5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Freeform 9425"/>
            <p:cNvSpPr>
              <a:spLocks/>
            </p:cNvSpPr>
            <p:nvPr/>
          </p:nvSpPr>
          <p:spPr bwMode="auto">
            <a:xfrm>
              <a:off x="314325" y="447675"/>
              <a:ext cx="52388" cy="30163"/>
            </a:xfrm>
            <a:custGeom>
              <a:avLst/>
              <a:gdLst>
                <a:gd name="T0" fmla="*/ 1 w 14"/>
                <a:gd name="T1" fmla="*/ 7 h 8"/>
                <a:gd name="T2" fmla="*/ 14 w 14"/>
                <a:gd name="T3" fmla="*/ 0 h 8"/>
                <a:gd name="T4" fmla="*/ 13 w 14"/>
                <a:gd name="T5" fmla="*/ 0 h 8"/>
                <a:gd name="T6" fmla="*/ 0 w 14"/>
                <a:gd name="T7" fmla="*/ 7 h 8"/>
                <a:gd name="T8" fmla="*/ 1 w 14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1" y="7"/>
                  </a:moveTo>
                  <a:cubicBezTo>
                    <a:pt x="5" y="5"/>
                    <a:pt x="9" y="3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9" y="2"/>
                    <a:pt x="5" y="4"/>
                    <a:pt x="0" y="7"/>
                  </a:cubicBezTo>
                  <a:cubicBezTo>
                    <a:pt x="0" y="7"/>
                    <a:pt x="0" y="8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1" name="Freeform 9426"/>
            <p:cNvSpPr>
              <a:spLocks/>
            </p:cNvSpPr>
            <p:nvPr/>
          </p:nvSpPr>
          <p:spPr bwMode="auto">
            <a:xfrm>
              <a:off x="176212" y="538163"/>
              <a:ext cx="25400" cy="19050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1 h 5"/>
                <a:gd name="T4" fmla="*/ 6 w 7"/>
                <a:gd name="T5" fmla="*/ 1 h 5"/>
                <a:gd name="T6" fmla="*/ 0 w 7"/>
                <a:gd name="T7" fmla="*/ 4 h 5"/>
                <a:gd name="T8" fmla="*/ 1 w 7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3" y="3"/>
                    <a:pt x="4" y="2"/>
                    <a:pt x="6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4" y="2"/>
                    <a:pt x="2" y="3"/>
                    <a:pt x="0" y="4"/>
                  </a:cubicBezTo>
                  <a:cubicBezTo>
                    <a:pt x="0" y="4"/>
                    <a:pt x="0" y="5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2" name="Freeform 9427"/>
            <p:cNvSpPr>
              <a:spLocks/>
            </p:cNvSpPr>
            <p:nvPr/>
          </p:nvSpPr>
          <p:spPr bwMode="auto">
            <a:xfrm>
              <a:off x="303212" y="406400"/>
              <a:ext cx="90488" cy="63500"/>
            </a:xfrm>
            <a:custGeom>
              <a:avLst/>
              <a:gdLst>
                <a:gd name="T0" fmla="*/ 23 w 24"/>
                <a:gd name="T1" fmla="*/ 1 h 17"/>
                <a:gd name="T2" fmla="*/ 0 w 24"/>
                <a:gd name="T3" fmla="*/ 16 h 17"/>
                <a:gd name="T4" fmla="*/ 1 w 24"/>
                <a:gd name="T5" fmla="*/ 16 h 17"/>
                <a:gd name="T6" fmla="*/ 23 w 24"/>
                <a:gd name="T7" fmla="*/ 1 h 17"/>
                <a:gd name="T8" fmla="*/ 23 w 24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7">
                  <a:moveTo>
                    <a:pt x="23" y="1"/>
                  </a:moveTo>
                  <a:cubicBezTo>
                    <a:pt x="15" y="6"/>
                    <a:pt x="8" y="11"/>
                    <a:pt x="0" y="16"/>
                  </a:cubicBezTo>
                  <a:cubicBezTo>
                    <a:pt x="0" y="16"/>
                    <a:pt x="0" y="17"/>
                    <a:pt x="1" y="16"/>
                  </a:cubicBezTo>
                  <a:cubicBezTo>
                    <a:pt x="8" y="11"/>
                    <a:pt x="16" y="6"/>
                    <a:pt x="23" y="1"/>
                  </a:cubicBezTo>
                  <a:cubicBezTo>
                    <a:pt x="24" y="1"/>
                    <a:pt x="23" y="0"/>
                    <a:pt x="23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3" name="Freeform 9428"/>
            <p:cNvSpPr>
              <a:spLocks/>
            </p:cNvSpPr>
            <p:nvPr/>
          </p:nvSpPr>
          <p:spPr bwMode="auto">
            <a:xfrm>
              <a:off x="495300" y="315913"/>
              <a:ext cx="38100" cy="22225"/>
            </a:xfrm>
            <a:custGeom>
              <a:avLst/>
              <a:gdLst>
                <a:gd name="T0" fmla="*/ 9 w 10"/>
                <a:gd name="T1" fmla="*/ 0 h 6"/>
                <a:gd name="T2" fmla="*/ 0 w 10"/>
                <a:gd name="T3" fmla="*/ 6 h 6"/>
                <a:gd name="T4" fmla="*/ 1 w 10"/>
                <a:gd name="T5" fmla="*/ 6 h 6"/>
                <a:gd name="T6" fmla="*/ 9 w 10"/>
                <a:gd name="T7" fmla="*/ 0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4" y="4"/>
                    <a:pt x="7" y="2"/>
                    <a:pt x="9" y="0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4" name="Freeform 9429"/>
            <p:cNvSpPr>
              <a:spLocks/>
            </p:cNvSpPr>
            <p:nvPr/>
          </p:nvSpPr>
          <p:spPr bwMode="auto">
            <a:xfrm>
              <a:off x="498475" y="282575"/>
              <a:ext cx="30163" cy="14288"/>
            </a:xfrm>
            <a:custGeom>
              <a:avLst/>
              <a:gdLst>
                <a:gd name="T0" fmla="*/ 0 w 8"/>
                <a:gd name="T1" fmla="*/ 4 h 4"/>
                <a:gd name="T2" fmla="*/ 7 w 8"/>
                <a:gd name="T3" fmla="*/ 1 h 4"/>
                <a:gd name="T4" fmla="*/ 7 w 8"/>
                <a:gd name="T5" fmla="*/ 1 h 4"/>
                <a:gd name="T6" fmla="*/ 0 w 8"/>
                <a:gd name="T7" fmla="*/ 3 h 4"/>
                <a:gd name="T8" fmla="*/ 0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0" y="4"/>
                  </a:moveTo>
                  <a:cubicBezTo>
                    <a:pt x="3" y="3"/>
                    <a:pt x="5" y="2"/>
                    <a:pt x="7" y="1"/>
                  </a:cubicBezTo>
                  <a:cubicBezTo>
                    <a:pt x="8" y="1"/>
                    <a:pt x="8" y="0"/>
                    <a:pt x="7" y="1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5" name="Freeform 9430"/>
            <p:cNvSpPr>
              <a:spLocks/>
            </p:cNvSpPr>
            <p:nvPr/>
          </p:nvSpPr>
          <p:spPr bwMode="auto">
            <a:xfrm>
              <a:off x="349250" y="338138"/>
              <a:ext cx="55563" cy="30163"/>
            </a:xfrm>
            <a:custGeom>
              <a:avLst/>
              <a:gdLst>
                <a:gd name="T0" fmla="*/ 1 w 15"/>
                <a:gd name="T1" fmla="*/ 8 h 8"/>
                <a:gd name="T2" fmla="*/ 14 w 15"/>
                <a:gd name="T3" fmla="*/ 0 h 8"/>
                <a:gd name="T4" fmla="*/ 14 w 15"/>
                <a:gd name="T5" fmla="*/ 0 h 8"/>
                <a:gd name="T6" fmla="*/ 0 w 15"/>
                <a:gd name="T7" fmla="*/ 7 h 8"/>
                <a:gd name="T8" fmla="*/ 1 w 1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" y="8"/>
                  </a:moveTo>
                  <a:cubicBezTo>
                    <a:pt x="5" y="5"/>
                    <a:pt x="10" y="3"/>
                    <a:pt x="14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9" y="2"/>
                    <a:pt x="5" y="5"/>
                    <a:pt x="0" y="7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6" name="Freeform 9431"/>
            <p:cNvSpPr>
              <a:spLocks/>
            </p:cNvSpPr>
            <p:nvPr/>
          </p:nvSpPr>
          <p:spPr bwMode="auto">
            <a:xfrm>
              <a:off x="184150" y="403225"/>
              <a:ext cx="107950" cy="58738"/>
            </a:xfrm>
            <a:custGeom>
              <a:avLst/>
              <a:gdLst>
                <a:gd name="T0" fmla="*/ 1 w 29"/>
                <a:gd name="T1" fmla="*/ 16 h 16"/>
                <a:gd name="T2" fmla="*/ 28 w 29"/>
                <a:gd name="T3" fmla="*/ 0 h 16"/>
                <a:gd name="T4" fmla="*/ 28 w 29"/>
                <a:gd name="T5" fmla="*/ 0 h 16"/>
                <a:gd name="T6" fmla="*/ 0 w 29"/>
                <a:gd name="T7" fmla="*/ 16 h 16"/>
                <a:gd name="T8" fmla="*/ 1 w 29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6">
                  <a:moveTo>
                    <a:pt x="1" y="16"/>
                  </a:moveTo>
                  <a:cubicBezTo>
                    <a:pt x="10" y="11"/>
                    <a:pt x="19" y="5"/>
                    <a:pt x="28" y="0"/>
                  </a:cubicBezTo>
                  <a:cubicBezTo>
                    <a:pt x="29" y="0"/>
                    <a:pt x="28" y="0"/>
                    <a:pt x="28" y="0"/>
                  </a:cubicBezTo>
                  <a:cubicBezTo>
                    <a:pt x="19" y="5"/>
                    <a:pt x="9" y="11"/>
                    <a:pt x="0" y="16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Freeform 9433"/>
            <p:cNvSpPr>
              <a:spLocks/>
            </p:cNvSpPr>
            <p:nvPr/>
          </p:nvSpPr>
          <p:spPr bwMode="auto">
            <a:xfrm>
              <a:off x="171450" y="398462"/>
              <a:ext cx="117475" cy="71438"/>
            </a:xfrm>
            <a:custGeom>
              <a:avLst/>
              <a:gdLst>
                <a:gd name="T0" fmla="*/ 30 w 31"/>
                <a:gd name="T1" fmla="*/ 0 h 19"/>
                <a:gd name="T2" fmla="*/ 1 w 31"/>
                <a:gd name="T3" fmla="*/ 19 h 19"/>
                <a:gd name="T4" fmla="*/ 1 w 31"/>
                <a:gd name="T5" fmla="*/ 19 h 19"/>
                <a:gd name="T6" fmla="*/ 30 w 31"/>
                <a:gd name="T7" fmla="*/ 1 h 19"/>
                <a:gd name="T8" fmla="*/ 30 w 31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9">
                  <a:moveTo>
                    <a:pt x="30" y="0"/>
                  </a:moveTo>
                  <a:cubicBezTo>
                    <a:pt x="20" y="7"/>
                    <a:pt x="10" y="13"/>
                    <a:pt x="1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1" y="13"/>
                    <a:pt x="21" y="7"/>
                    <a:pt x="30" y="1"/>
                  </a:cubicBezTo>
                  <a:cubicBezTo>
                    <a:pt x="31" y="0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Freeform 9434"/>
            <p:cNvSpPr>
              <a:spLocks/>
            </p:cNvSpPr>
            <p:nvPr/>
          </p:nvSpPr>
          <p:spPr bwMode="auto">
            <a:xfrm>
              <a:off x="341312" y="323850"/>
              <a:ext cx="63500" cy="36513"/>
            </a:xfrm>
            <a:custGeom>
              <a:avLst/>
              <a:gdLst>
                <a:gd name="T0" fmla="*/ 16 w 17"/>
                <a:gd name="T1" fmla="*/ 0 h 10"/>
                <a:gd name="T2" fmla="*/ 1 w 17"/>
                <a:gd name="T3" fmla="*/ 10 h 10"/>
                <a:gd name="T4" fmla="*/ 1 w 17"/>
                <a:gd name="T5" fmla="*/ 10 h 10"/>
                <a:gd name="T6" fmla="*/ 16 w 17"/>
                <a:gd name="T7" fmla="*/ 0 h 10"/>
                <a:gd name="T8" fmla="*/ 16 w 1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0">
                  <a:moveTo>
                    <a:pt x="16" y="0"/>
                  </a:moveTo>
                  <a:cubicBezTo>
                    <a:pt x="11" y="3"/>
                    <a:pt x="6" y="6"/>
                    <a:pt x="1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6" y="7"/>
                    <a:pt x="11" y="4"/>
                    <a:pt x="16" y="0"/>
                  </a:cubicBezTo>
                  <a:cubicBezTo>
                    <a:pt x="17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Freeform 9435"/>
            <p:cNvSpPr>
              <a:spLocks/>
            </p:cNvSpPr>
            <p:nvPr/>
          </p:nvSpPr>
          <p:spPr bwMode="auto">
            <a:xfrm>
              <a:off x="495300" y="255587"/>
              <a:ext cx="30163" cy="15875"/>
            </a:xfrm>
            <a:custGeom>
              <a:avLst/>
              <a:gdLst>
                <a:gd name="T0" fmla="*/ 7 w 8"/>
                <a:gd name="T1" fmla="*/ 0 h 4"/>
                <a:gd name="T2" fmla="*/ 1 w 8"/>
                <a:gd name="T3" fmla="*/ 3 h 4"/>
                <a:gd name="T4" fmla="*/ 1 w 8"/>
                <a:gd name="T5" fmla="*/ 4 h 4"/>
                <a:gd name="T6" fmla="*/ 8 w 8"/>
                <a:gd name="T7" fmla="*/ 0 h 4"/>
                <a:gd name="T8" fmla="*/ 7 w 8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7" y="0"/>
                  </a:moveTo>
                  <a:cubicBezTo>
                    <a:pt x="5" y="1"/>
                    <a:pt x="3" y="2"/>
                    <a:pt x="1" y="3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3" y="3"/>
                    <a:pt x="6" y="1"/>
                    <a:pt x="8" y="0"/>
                  </a:cubicBezTo>
                  <a:cubicBezTo>
                    <a:pt x="8" y="0"/>
                    <a:pt x="8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Freeform 9436"/>
            <p:cNvSpPr>
              <a:spLocks/>
            </p:cNvSpPr>
            <p:nvPr/>
          </p:nvSpPr>
          <p:spPr bwMode="auto">
            <a:xfrm>
              <a:off x="495300" y="233362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1 h 4"/>
                <a:gd name="T4" fmla="*/ 7 w 8"/>
                <a:gd name="T5" fmla="*/ 0 h 4"/>
                <a:gd name="T6" fmla="*/ 0 w 8"/>
                <a:gd name="T7" fmla="*/ 3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3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1" name="Freeform 9437"/>
            <p:cNvSpPr>
              <a:spLocks/>
            </p:cNvSpPr>
            <p:nvPr/>
          </p:nvSpPr>
          <p:spPr bwMode="auto">
            <a:xfrm>
              <a:off x="338137" y="293687"/>
              <a:ext cx="58738" cy="25400"/>
            </a:xfrm>
            <a:custGeom>
              <a:avLst/>
              <a:gdLst>
                <a:gd name="T0" fmla="*/ 1 w 16"/>
                <a:gd name="T1" fmla="*/ 7 h 7"/>
                <a:gd name="T2" fmla="*/ 15 w 16"/>
                <a:gd name="T3" fmla="*/ 0 h 7"/>
                <a:gd name="T4" fmla="*/ 15 w 16"/>
                <a:gd name="T5" fmla="*/ 0 h 7"/>
                <a:gd name="T6" fmla="*/ 1 w 16"/>
                <a:gd name="T7" fmla="*/ 7 h 7"/>
                <a:gd name="T8" fmla="*/ 1 w 1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7">
                  <a:moveTo>
                    <a:pt x="1" y="7"/>
                  </a:moveTo>
                  <a:cubicBezTo>
                    <a:pt x="6" y="5"/>
                    <a:pt x="11" y="2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0" y="2"/>
                    <a:pt x="5" y="5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Freeform 9438"/>
            <p:cNvSpPr>
              <a:spLocks/>
            </p:cNvSpPr>
            <p:nvPr/>
          </p:nvSpPr>
          <p:spPr bwMode="auto">
            <a:xfrm>
              <a:off x="261937" y="338137"/>
              <a:ext cx="49213" cy="22225"/>
            </a:xfrm>
            <a:custGeom>
              <a:avLst/>
              <a:gdLst>
                <a:gd name="T0" fmla="*/ 1 w 13"/>
                <a:gd name="T1" fmla="*/ 6 h 6"/>
                <a:gd name="T2" fmla="*/ 12 w 13"/>
                <a:gd name="T3" fmla="*/ 0 h 6"/>
                <a:gd name="T4" fmla="*/ 12 w 13"/>
                <a:gd name="T5" fmla="*/ 0 h 6"/>
                <a:gd name="T6" fmla="*/ 0 w 13"/>
                <a:gd name="T7" fmla="*/ 6 h 6"/>
                <a:gd name="T8" fmla="*/ 1 w 13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6">
                  <a:moveTo>
                    <a:pt x="1" y="6"/>
                  </a:moveTo>
                  <a:cubicBezTo>
                    <a:pt x="5" y="4"/>
                    <a:pt x="9" y="2"/>
                    <a:pt x="12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8" y="2"/>
                    <a:pt x="4" y="4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Freeform 9439"/>
            <p:cNvSpPr>
              <a:spLocks/>
            </p:cNvSpPr>
            <p:nvPr/>
          </p:nvSpPr>
          <p:spPr bwMode="auto">
            <a:xfrm>
              <a:off x="130175" y="406400"/>
              <a:ext cx="53975" cy="30163"/>
            </a:xfrm>
            <a:custGeom>
              <a:avLst/>
              <a:gdLst>
                <a:gd name="T0" fmla="*/ 1 w 14"/>
                <a:gd name="T1" fmla="*/ 8 h 8"/>
                <a:gd name="T2" fmla="*/ 13 w 14"/>
                <a:gd name="T3" fmla="*/ 1 h 8"/>
                <a:gd name="T4" fmla="*/ 13 w 14"/>
                <a:gd name="T5" fmla="*/ 1 h 8"/>
                <a:gd name="T6" fmla="*/ 0 w 14"/>
                <a:gd name="T7" fmla="*/ 7 h 8"/>
                <a:gd name="T8" fmla="*/ 1 w 14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1" y="8"/>
                  </a:moveTo>
                  <a:cubicBezTo>
                    <a:pt x="5" y="5"/>
                    <a:pt x="9" y="3"/>
                    <a:pt x="13" y="1"/>
                  </a:cubicBezTo>
                  <a:cubicBezTo>
                    <a:pt x="14" y="1"/>
                    <a:pt x="13" y="0"/>
                    <a:pt x="13" y="1"/>
                  </a:cubicBezTo>
                  <a:cubicBezTo>
                    <a:pt x="9" y="3"/>
                    <a:pt x="5" y="5"/>
                    <a:pt x="0" y="7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Freeform 9440"/>
            <p:cNvSpPr>
              <a:spLocks/>
            </p:cNvSpPr>
            <p:nvPr/>
          </p:nvSpPr>
          <p:spPr bwMode="auto">
            <a:xfrm>
              <a:off x="153987" y="406400"/>
              <a:ext cx="55563" cy="30163"/>
            </a:xfrm>
            <a:custGeom>
              <a:avLst/>
              <a:gdLst>
                <a:gd name="T0" fmla="*/ 14 w 15"/>
                <a:gd name="T1" fmla="*/ 0 h 8"/>
                <a:gd name="T2" fmla="*/ 1 w 15"/>
                <a:gd name="T3" fmla="*/ 8 h 8"/>
                <a:gd name="T4" fmla="*/ 1 w 15"/>
                <a:gd name="T5" fmla="*/ 8 h 8"/>
                <a:gd name="T6" fmla="*/ 15 w 15"/>
                <a:gd name="T7" fmla="*/ 0 h 8"/>
                <a:gd name="T8" fmla="*/ 14 w 15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4" y="0"/>
                  </a:moveTo>
                  <a:cubicBezTo>
                    <a:pt x="10" y="3"/>
                    <a:pt x="5" y="5"/>
                    <a:pt x="1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6" y="5"/>
                    <a:pt x="10" y="3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Freeform 9441"/>
            <p:cNvSpPr>
              <a:spLocks/>
            </p:cNvSpPr>
            <p:nvPr/>
          </p:nvSpPr>
          <p:spPr bwMode="auto">
            <a:xfrm>
              <a:off x="266700" y="338137"/>
              <a:ext cx="44450" cy="30163"/>
            </a:xfrm>
            <a:custGeom>
              <a:avLst/>
              <a:gdLst>
                <a:gd name="T0" fmla="*/ 11 w 12"/>
                <a:gd name="T1" fmla="*/ 1 h 8"/>
                <a:gd name="T2" fmla="*/ 0 w 12"/>
                <a:gd name="T3" fmla="*/ 8 h 8"/>
                <a:gd name="T4" fmla="*/ 1 w 12"/>
                <a:gd name="T5" fmla="*/ 8 h 8"/>
                <a:gd name="T6" fmla="*/ 12 w 12"/>
                <a:gd name="T7" fmla="*/ 1 h 8"/>
                <a:gd name="T8" fmla="*/ 11 w 12"/>
                <a:gd name="T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8">
                  <a:moveTo>
                    <a:pt x="11" y="1"/>
                  </a:moveTo>
                  <a:cubicBezTo>
                    <a:pt x="8" y="3"/>
                    <a:pt x="4" y="5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5" y="6"/>
                    <a:pt x="8" y="3"/>
                    <a:pt x="12" y="1"/>
                  </a:cubicBezTo>
                  <a:cubicBezTo>
                    <a:pt x="12" y="1"/>
                    <a:pt x="12" y="0"/>
                    <a:pt x="11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Freeform 9442"/>
            <p:cNvSpPr>
              <a:spLocks/>
            </p:cNvSpPr>
            <p:nvPr/>
          </p:nvSpPr>
          <p:spPr bwMode="auto">
            <a:xfrm>
              <a:off x="338137" y="288925"/>
              <a:ext cx="58738" cy="34925"/>
            </a:xfrm>
            <a:custGeom>
              <a:avLst/>
              <a:gdLst>
                <a:gd name="T0" fmla="*/ 15 w 16"/>
                <a:gd name="T1" fmla="*/ 0 h 9"/>
                <a:gd name="T2" fmla="*/ 1 w 16"/>
                <a:gd name="T3" fmla="*/ 8 h 9"/>
                <a:gd name="T4" fmla="*/ 1 w 16"/>
                <a:gd name="T5" fmla="*/ 8 h 9"/>
                <a:gd name="T6" fmla="*/ 15 w 16"/>
                <a:gd name="T7" fmla="*/ 0 h 9"/>
                <a:gd name="T8" fmla="*/ 15 w 1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5" y="0"/>
                  </a:moveTo>
                  <a:cubicBezTo>
                    <a:pt x="10" y="3"/>
                    <a:pt x="5" y="6"/>
                    <a:pt x="1" y="8"/>
                  </a:cubicBezTo>
                  <a:cubicBezTo>
                    <a:pt x="0" y="9"/>
                    <a:pt x="1" y="9"/>
                    <a:pt x="1" y="8"/>
                  </a:cubicBezTo>
                  <a:cubicBezTo>
                    <a:pt x="6" y="6"/>
                    <a:pt x="11" y="3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Freeform 9443"/>
            <p:cNvSpPr>
              <a:spLocks/>
            </p:cNvSpPr>
            <p:nvPr/>
          </p:nvSpPr>
          <p:spPr bwMode="auto">
            <a:xfrm>
              <a:off x="487362" y="214312"/>
              <a:ext cx="30163" cy="26988"/>
            </a:xfrm>
            <a:custGeom>
              <a:avLst/>
              <a:gdLst>
                <a:gd name="T0" fmla="*/ 1 w 8"/>
                <a:gd name="T1" fmla="*/ 3 h 7"/>
                <a:gd name="T2" fmla="*/ 8 w 8"/>
                <a:gd name="T3" fmla="*/ 1 h 7"/>
                <a:gd name="T4" fmla="*/ 7 w 8"/>
                <a:gd name="T5" fmla="*/ 0 h 7"/>
                <a:gd name="T6" fmla="*/ 1 w 8"/>
                <a:gd name="T7" fmla="*/ 7 h 7"/>
                <a:gd name="T8" fmla="*/ 1 w 8"/>
                <a:gd name="T9" fmla="*/ 7 h 7"/>
                <a:gd name="T10" fmla="*/ 8 w 8"/>
                <a:gd name="T11" fmla="*/ 1 h 7"/>
                <a:gd name="T12" fmla="*/ 8 w 8"/>
                <a:gd name="T13" fmla="*/ 0 h 7"/>
                <a:gd name="T14" fmla="*/ 1 w 8"/>
                <a:gd name="T15" fmla="*/ 2 h 7"/>
                <a:gd name="T16" fmla="*/ 1 w 8"/>
                <a:gd name="T1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7">
                  <a:moveTo>
                    <a:pt x="1" y="3"/>
                  </a:moveTo>
                  <a:cubicBezTo>
                    <a:pt x="3" y="2"/>
                    <a:pt x="6" y="1"/>
                    <a:pt x="8" y="1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6" y="3"/>
                    <a:pt x="4" y="5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4" y="6"/>
                    <a:pt x="7" y="4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1" y="2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Freeform 9444"/>
            <p:cNvSpPr>
              <a:spLocks/>
            </p:cNvSpPr>
            <p:nvPr/>
          </p:nvSpPr>
          <p:spPr bwMode="auto">
            <a:xfrm>
              <a:off x="487362" y="214312"/>
              <a:ext cx="30163" cy="19050"/>
            </a:xfrm>
            <a:custGeom>
              <a:avLst/>
              <a:gdLst>
                <a:gd name="T0" fmla="*/ 1 w 8"/>
                <a:gd name="T1" fmla="*/ 3 h 5"/>
                <a:gd name="T2" fmla="*/ 8 w 8"/>
                <a:gd name="T3" fmla="*/ 1 h 5"/>
                <a:gd name="T4" fmla="*/ 7 w 8"/>
                <a:gd name="T5" fmla="*/ 0 h 5"/>
                <a:gd name="T6" fmla="*/ 1 w 8"/>
                <a:gd name="T7" fmla="*/ 4 h 5"/>
                <a:gd name="T8" fmla="*/ 1 w 8"/>
                <a:gd name="T9" fmla="*/ 4 h 5"/>
                <a:gd name="T10" fmla="*/ 8 w 8"/>
                <a:gd name="T11" fmla="*/ 1 h 5"/>
                <a:gd name="T12" fmla="*/ 8 w 8"/>
                <a:gd name="T13" fmla="*/ 0 h 5"/>
                <a:gd name="T14" fmla="*/ 1 w 8"/>
                <a:gd name="T15" fmla="*/ 3 h 5"/>
                <a:gd name="T16" fmla="*/ 1 w 8"/>
                <a:gd name="T17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5">
                  <a:moveTo>
                    <a:pt x="1" y="3"/>
                  </a:moveTo>
                  <a:cubicBezTo>
                    <a:pt x="3" y="2"/>
                    <a:pt x="6" y="1"/>
                    <a:pt x="8" y="1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6" y="2"/>
                    <a:pt x="3" y="3"/>
                    <a:pt x="1" y="4"/>
                  </a:cubicBezTo>
                  <a:cubicBezTo>
                    <a:pt x="1" y="4"/>
                    <a:pt x="1" y="5"/>
                    <a:pt x="1" y="4"/>
                  </a:cubicBezTo>
                  <a:cubicBezTo>
                    <a:pt x="4" y="4"/>
                    <a:pt x="6" y="3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Freeform 9445"/>
            <p:cNvSpPr>
              <a:spLocks/>
            </p:cNvSpPr>
            <p:nvPr/>
          </p:nvSpPr>
          <p:spPr bwMode="auto">
            <a:xfrm>
              <a:off x="341312" y="271462"/>
              <a:ext cx="41275" cy="17463"/>
            </a:xfrm>
            <a:custGeom>
              <a:avLst/>
              <a:gdLst>
                <a:gd name="T0" fmla="*/ 1 w 11"/>
                <a:gd name="T1" fmla="*/ 5 h 5"/>
                <a:gd name="T2" fmla="*/ 11 w 11"/>
                <a:gd name="T3" fmla="*/ 0 h 5"/>
                <a:gd name="T4" fmla="*/ 10 w 11"/>
                <a:gd name="T5" fmla="*/ 0 h 5"/>
                <a:gd name="T6" fmla="*/ 0 w 11"/>
                <a:gd name="T7" fmla="*/ 5 h 5"/>
                <a:gd name="T8" fmla="*/ 1 w 11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" y="5"/>
                  </a:moveTo>
                  <a:cubicBezTo>
                    <a:pt x="4" y="3"/>
                    <a:pt x="7" y="1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7" y="1"/>
                    <a:pt x="3" y="3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Freeform 9446"/>
            <p:cNvSpPr>
              <a:spLocks/>
            </p:cNvSpPr>
            <p:nvPr/>
          </p:nvSpPr>
          <p:spPr bwMode="auto">
            <a:xfrm>
              <a:off x="255587" y="304800"/>
              <a:ext cx="55563" cy="30163"/>
            </a:xfrm>
            <a:custGeom>
              <a:avLst/>
              <a:gdLst>
                <a:gd name="T0" fmla="*/ 1 w 15"/>
                <a:gd name="T1" fmla="*/ 8 h 8"/>
                <a:gd name="T2" fmla="*/ 15 w 15"/>
                <a:gd name="T3" fmla="*/ 1 h 8"/>
                <a:gd name="T4" fmla="*/ 14 w 15"/>
                <a:gd name="T5" fmla="*/ 0 h 8"/>
                <a:gd name="T6" fmla="*/ 1 w 15"/>
                <a:gd name="T7" fmla="*/ 7 h 8"/>
                <a:gd name="T8" fmla="*/ 1 w 1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" y="8"/>
                  </a:moveTo>
                  <a:cubicBezTo>
                    <a:pt x="5" y="5"/>
                    <a:pt x="10" y="3"/>
                    <a:pt x="15" y="1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0" y="2"/>
                    <a:pt x="5" y="5"/>
                    <a:pt x="1" y="7"/>
                  </a:cubicBezTo>
                  <a:cubicBezTo>
                    <a:pt x="0" y="7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Freeform 9447"/>
            <p:cNvSpPr>
              <a:spLocks/>
            </p:cNvSpPr>
            <p:nvPr/>
          </p:nvSpPr>
          <p:spPr bwMode="auto">
            <a:xfrm>
              <a:off x="187325" y="349250"/>
              <a:ext cx="41275" cy="23813"/>
            </a:xfrm>
            <a:custGeom>
              <a:avLst/>
              <a:gdLst>
                <a:gd name="T0" fmla="*/ 1 w 11"/>
                <a:gd name="T1" fmla="*/ 6 h 6"/>
                <a:gd name="T2" fmla="*/ 10 w 11"/>
                <a:gd name="T3" fmla="*/ 1 h 6"/>
                <a:gd name="T4" fmla="*/ 9 w 11"/>
                <a:gd name="T5" fmla="*/ 0 h 6"/>
                <a:gd name="T6" fmla="*/ 1 w 11"/>
                <a:gd name="T7" fmla="*/ 5 h 6"/>
                <a:gd name="T8" fmla="*/ 1 w 11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1" y="6"/>
                  </a:moveTo>
                  <a:cubicBezTo>
                    <a:pt x="4" y="4"/>
                    <a:pt x="7" y="2"/>
                    <a:pt x="10" y="1"/>
                  </a:cubicBezTo>
                  <a:cubicBezTo>
                    <a:pt x="11" y="0"/>
                    <a:pt x="10" y="0"/>
                    <a:pt x="9" y="0"/>
                  </a:cubicBezTo>
                  <a:cubicBezTo>
                    <a:pt x="7" y="2"/>
                    <a:pt x="4" y="4"/>
                    <a:pt x="1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2" name="Freeform 9448"/>
            <p:cNvSpPr>
              <a:spLocks/>
            </p:cNvSpPr>
            <p:nvPr/>
          </p:nvSpPr>
          <p:spPr bwMode="auto">
            <a:xfrm>
              <a:off x="77787" y="409575"/>
              <a:ext cx="46038" cy="22225"/>
            </a:xfrm>
            <a:custGeom>
              <a:avLst/>
              <a:gdLst>
                <a:gd name="T0" fmla="*/ 1 w 12"/>
                <a:gd name="T1" fmla="*/ 6 h 6"/>
                <a:gd name="T2" fmla="*/ 11 w 12"/>
                <a:gd name="T3" fmla="*/ 0 h 6"/>
                <a:gd name="T4" fmla="*/ 11 w 12"/>
                <a:gd name="T5" fmla="*/ 0 h 6"/>
                <a:gd name="T6" fmla="*/ 1 w 12"/>
                <a:gd name="T7" fmla="*/ 5 h 6"/>
                <a:gd name="T8" fmla="*/ 1 w 1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">
                  <a:moveTo>
                    <a:pt x="1" y="6"/>
                  </a:moveTo>
                  <a:cubicBezTo>
                    <a:pt x="4" y="4"/>
                    <a:pt x="8" y="2"/>
                    <a:pt x="11" y="0"/>
                  </a:cubicBezTo>
                  <a:cubicBezTo>
                    <a:pt x="12" y="0"/>
                    <a:pt x="11" y="0"/>
                    <a:pt x="11" y="0"/>
                  </a:cubicBezTo>
                  <a:cubicBezTo>
                    <a:pt x="7" y="2"/>
                    <a:pt x="4" y="4"/>
                    <a:pt x="1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3" name="Freeform 9449"/>
            <p:cNvSpPr>
              <a:spLocks/>
            </p:cNvSpPr>
            <p:nvPr/>
          </p:nvSpPr>
          <p:spPr bwMode="auto">
            <a:xfrm>
              <a:off x="88900" y="409575"/>
              <a:ext cx="38100" cy="22225"/>
            </a:xfrm>
            <a:custGeom>
              <a:avLst/>
              <a:gdLst>
                <a:gd name="T0" fmla="*/ 9 w 10"/>
                <a:gd name="T1" fmla="*/ 0 h 6"/>
                <a:gd name="T2" fmla="*/ 0 w 10"/>
                <a:gd name="T3" fmla="*/ 6 h 6"/>
                <a:gd name="T4" fmla="*/ 1 w 10"/>
                <a:gd name="T5" fmla="*/ 6 h 6"/>
                <a:gd name="T6" fmla="*/ 9 w 10"/>
                <a:gd name="T7" fmla="*/ 1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4" y="4"/>
                    <a:pt x="7" y="2"/>
                    <a:pt x="9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Freeform 9450"/>
            <p:cNvSpPr>
              <a:spLocks/>
            </p:cNvSpPr>
            <p:nvPr/>
          </p:nvSpPr>
          <p:spPr bwMode="auto">
            <a:xfrm>
              <a:off x="184150" y="346075"/>
              <a:ext cx="41275" cy="26988"/>
            </a:xfrm>
            <a:custGeom>
              <a:avLst/>
              <a:gdLst>
                <a:gd name="T0" fmla="*/ 10 w 11"/>
                <a:gd name="T1" fmla="*/ 1 h 7"/>
                <a:gd name="T2" fmla="*/ 0 w 11"/>
                <a:gd name="T3" fmla="*/ 7 h 7"/>
                <a:gd name="T4" fmla="*/ 1 w 11"/>
                <a:gd name="T5" fmla="*/ 7 h 7"/>
                <a:gd name="T6" fmla="*/ 10 w 11"/>
                <a:gd name="T7" fmla="*/ 1 h 7"/>
                <a:gd name="T8" fmla="*/ 10 w 11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10" y="1"/>
                  </a:moveTo>
                  <a:cubicBezTo>
                    <a:pt x="6" y="3"/>
                    <a:pt x="3" y="5"/>
                    <a:pt x="0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4" y="5"/>
                    <a:pt x="7" y="3"/>
                    <a:pt x="10" y="1"/>
                  </a:cubicBezTo>
                  <a:cubicBezTo>
                    <a:pt x="11" y="0"/>
                    <a:pt x="10" y="0"/>
                    <a:pt x="1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Freeform 9451"/>
            <p:cNvSpPr>
              <a:spLocks/>
            </p:cNvSpPr>
            <p:nvPr/>
          </p:nvSpPr>
          <p:spPr bwMode="auto">
            <a:xfrm>
              <a:off x="250825" y="296862"/>
              <a:ext cx="57150" cy="30163"/>
            </a:xfrm>
            <a:custGeom>
              <a:avLst/>
              <a:gdLst>
                <a:gd name="T0" fmla="*/ 14 w 15"/>
                <a:gd name="T1" fmla="*/ 0 h 8"/>
                <a:gd name="T2" fmla="*/ 0 w 15"/>
                <a:gd name="T3" fmla="*/ 8 h 8"/>
                <a:gd name="T4" fmla="*/ 1 w 15"/>
                <a:gd name="T5" fmla="*/ 8 h 8"/>
                <a:gd name="T6" fmla="*/ 14 w 15"/>
                <a:gd name="T7" fmla="*/ 0 h 8"/>
                <a:gd name="T8" fmla="*/ 14 w 15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14" y="0"/>
                  </a:moveTo>
                  <a:cubicBezTo>
                    <a:pt x="9" y="3"/>
                    <a:pt x="5" y="5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6" y="5"/>
                    <a:pt x="10" y="3"/>
                    <a:pt x="14" y="0"/>
                  </a:cubicBezTo>
                  <a:cubicBezTo>
                    <a:pt x="15" y="0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6" name="Freeform 9452"/>
            <p:cNvSpPr>
              <a:spLocks/>
            </p:cNvSpPr>
            <p:nvPr/>
          </p:nvSpPr>
          <p:spPr bwMode="auto">
            <a:xfrm>
              <a:off x="333375" y="255587"/>
              <a:ext cx="38100" cy="22225"/>
            </a:xfrm>
            <a:custGeom>
              <a:avLst/>
              <a:gdLst>
                <a:gd name="T0" fmla="*/ 9 w 10"/>
                <a:gd name="T1" fmla="*/ 0 h 6"/>
                <a:gd name="T2" fmla="*/ 1 w 10"/>
                <a:gd name="T3" fmla="*/ 5 h 6"/>
                <a:gd name="T4" fmla="*/ 1 w 10"/>
                <a:gd name="T5" fmla="*/ 6 h 6"/>
                <a:gd name="T6" fmla="*/ 10 w 10"/>
                <a:gd name="T7" fmla="*/ 1 h 6"/>
                <a:gd name="T8" fmla="*/ 9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9" y="0"/>
                  </a:moveTo>
                  <a:cubicBezTo>
                    <a:pt x="6" y="2"/>
                    <a:pt x="4" y="4"/>
                    <a:pt x="1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4" y="4"/>
                    <a:pt x="7" y="2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7" name="Freeform 9453"/>
            <p:cNvSpPr>
              <a:spLocks/>
            </p:cNvSpPr>
            <p:nvPr/>
          </p:nvSpPr>
          <p:spPr bwMode="auto">
            <a:xfrm>
              <a:off x="492125" y="165100"/>
              <a:ext cx="33338" cy="22225"/>
            </a:xfrm>
            <a:custGeom>
              <a:avLst/>
              <a:gdLst>
                <a:gd name="T0" fmla="*/ 8 w 9"/>
                <a:gd name="T1" fmla="*/ 0 h 6"/>
                <a:gd name="T2" fmla="*/ 1 w 9"/>
                <a:gd name="T3" fmla="*/ 5 h 6"/>
                <a:gd name="T4" fmla="*/ 1 w 9"/>
                <a:gd name="T5" fmla="*/ 5 h 6"/>
                <a:gd name="T6" fmla="*/ 9 w 9"/>
                <a:gd name="T7" fmla="*/ 1 h 6"/>
                <a:gd name="T8" fmla="*/ 8 w 9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8" y="0"/>
                  </a:moveTo>
                  <a:cubicBezTo>
                    <a:pt x="6" y="2"/>
                    <a:pt x="3" y="3"/>
                    <a:pt x="1" y="5"/>
                  </a:cubicBezTo>
                  <a:cubicBezTo>
                    <a:pt x="0" y="5"/>
                    <a:pt x="1" y="6"/>
                    <a:pt x="1" y="5"/>
                  </a:cubicBezTo>
                  <a:cubicBezTo>
                    <a:pt x="4" y="4"/>
                    <a:pt x="6" y="2"/>
                    <a:pt x="9" y="1"/>
                  </a:cubicBezTo>
                  <a:cubicBezTo>
                    <a:pt x="9" y="1"/>
                    <a:pt x="9" y="0"/>
                    <a:pt x="8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8" name="Freeform 9454"/>
            <p:cNvSpPr>
              <a:spLocks/>
            </p:cNvSpPr>
            <p:nvPr/>
          </p:nvSpPr>
          <p:spPr bwMode="auto">
            <a:xfrm>
              <a:off x="495300" y="150812"/>
              <a:ext cx="30163" cy="11113"/>
            </a:xfrm>
            <a:custGeom>
              <a:avLst/>
              <a:gdLst>
                <a:gd name="T0" fmla="*/ 1 w 8"/>
                <a:gd name="T1" fmla="*/ 3 h 3"/>
                <a:gd name="T2" fmla="*/ 7 w 8"/>
                <a:gd name="T3" fmla="*/ 0 h 3"/>
                <a:gd name="T4" fmla="*/ 7 w 8"/>
                <a:gd name="T5" fmla="*/ 0 h 3"/>
                <a:gd name="T6" fmla="*/ 0 w 8"/>
                <a:gd name="T7" fmla="*/ 3 h 3"/>
                <a:gd name="T8" fmla="*/ 1 w 8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1" y="3"/>
                  </a:moveTo>
                  <a:cubicBezTo>
                    <a:pt x="3" y="2"/>
                    <a:pt x="5" y="1"/>
                    <a:pt x="7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5" y="1"/>
                    <a:pt x="2" y="2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9" name="Freeform 9455"/>
            <p:cNvSpPr>
              <a:spLocks/>
            </p:cNvSpPr>
            <p:nvPr/>
          </p:nvSpPr>
          <p:spPr bwMode="auto">
            <a:xfrm>
              <a:off x="255587" y="252412"/>
              <a:ext cx="55563" cy="25400"/>
            </a:xfrm>
            <a:custGeom>
              <a:avLst/>
              <a:gdLst>
                <a:gd name="T0" fmla="*/ 1 w 15"/>
                <a:gd name="T1" fmla="*/ 7 h 7"/>
                <a:gd name="T2" fmla="*/ 15 w 15"/>
                <a:gd name="T3" fmla="*/ 0 h 7"/>
                <a:gd name="T4" fmla="*/ 14 w 15"/>
                <a:gd name="T5" fmla="*/ 0 h 7"/>
                <a:gd name="T6" fmla="*/ 1 w 15"/>
                <a:gd name="T7" fmla="*/ 7 h 7"/>
                <a:gd name="T8" fmla="*/ 1 w 15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7">
                  <a:moveTo>
                    <a:pt x="1" y="7"/>
                  </a:moveTo>
                  <a:cubicBezTo>
                    <a:pt x="6" y="5"/>
                    <a:pt x="10" y="2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0" y="2"/>
                    <a:pt x="5" y="4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0" name="Freeform 9456"/>
            <p:cNvSpPr>
              <a:spLocks/>
            </p:cNvSpPr>
            <p:nvPr/>
          </p:nvSpPr>
          <p:spPr bwMode="auto">
            <a:xfrm>
              <a:off x="168275" y="296862"/>
              <a:ext cx="60325" cy="30163"/>
            </a:xfrm>
            <a:custGeom>
              <a:avLst/>
              <a:gdLst>
                <a:gd name="T0" fmla="*/ 1 w 16"/>
                <a:gd name="T1" fmla="*/ 8 h 8"/>
                <a:gd name="T2" fmla="*/ 15 w 16"/>
                <a:gd name="T3" fmla="*/ 0 h 8"/>
                <a:gd name="T4" fmla="*/ 15 w 16"/>
                <a:gd name="T5" fmla="*/ 0 h 8"/>
                <a:gd name="T6" fmla="*/ 0 w 16"/>
                <a:gd name="T7" fmla="*/ 8 h 8"/>
                <a:gd name="T8" fmla="*/ 1 w 16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8">
                  <a:moveTo>
                    <a:pt x="1" y="8"/>
                  </a:moveTo>
                  <a:cubicBezTo>
                    <a:pt x="5" y="5"/>
                    <a:pt x="10" y="3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0" y="2"/>
                    <a:pt x="5" y="5"/>
                    <a:pt x="0" y="8"/>
                  </a:cubicBezTo>
                  <a:cubicBezTo>
                    <a:pt x="0" y="8"/>
                    <a:pt x="0" y="8"/>
                    <a:pt x="1" y="8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1" name="Freeform 9457"/>
            <p:cNvSpPr>
              <a:spLocks/>
            </p:cNvSpPr>
            <p:nvPr/>
          </p:nvSpPr>
          <p:spPr bwMode="auto">
            <a:xfrm>
              <a:off x="41275" y="384175"/>
              <a:ext cx="33338" cy="14288"/>
            </a:xfrm>
            <a:custGeom>
              <a:avLst/>
              <a:gdLst>
                <a:gd name="T0" fmla="*/ 1 w 9"/>
                <a:gd name="T1" fmla="*/ 4 h 4"/>
                <a:gd name="T2" fmla="*/ 8 w 9"/>
                <a:gd name="T3" fmla="*/ 0 h 4"/>
                <a:gd name="T4" fmla="*/ 7 w 9"/>
                <a:gd name="T5" fmla="*/ 0 h 4"/>
                <a:gd name="T6" fmla="*/ 1 w 9"/>
                <a:gd name="T7" fmla="*/ 4 h 4"/>
                <a:gd name="T8" fmla="*/ 1 w 9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4">
                  <a:moveTo>
                    <a:pt x="1" y="4"/>
                  </a:moveTo>
                  <a:cubicBezTo>
                    <a:pt x="4" y="3"/>
                    <a:pt x="6" y="2"/>
                    <a:pt x="8" y="0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5" y="1"/>
                    <a:pt x="3" y="3"/>
                    <a:pt x="1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2" name="Freeform 9458"/>
            <p:cNvSpPr>
              <a:spLocks/>
            </p:cNvSpPr>
            <p:nvPr/>
          </p:nvSpPr>
          <p:spPr bwMode="auto">
            <a:xfrm>
              <a:off x="41275" y="379412"/>
              <a:ext cx="30163" cy="19050"/>
            </a:xfrm>
            <a:custGeom>
              <a:avLst/>
              <a:gdLst>
                <a:gd name="T0" fmla="*/ 7 w 8"/>
                <a:gd name="T1" fmla="*/ 0 h 5"/>
                <a:gd name="T2" fmla="*/ 0 w 8"/>
                <a:gd name="T3" fmla="*/ 4 h 5"/>
                <a:gd name="T4" fmla="*/ 1 w 8"/>
                <a:gd name="T5" fmla="*/ 4 h 5"/>
                <a:gd name="T6" fmla="*/ 7 w 8"/>
                <a:gd name="T7" fmla="*/ 0 h 5"/>
                <a:gd name="T8" fmla="*/ 7 w 8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7" y="0"/>
                  </a:moveTo>
                  <a:cubicBezTo>
                    <a:pt x="4" y="1"/>
                    <a:pt x="2" y="3"/>
                    <a:pt x="0" y="4"/>
                  </a:cubicBezTo>
                  <a:cubicBezTo>
                    <a:pt x="0" y="4"/>
                    <a:pt x="0" y="5"/>
                    <a:pt x="1" y="4"/>
                  </a:cubicBezTo>
                  <a:cubicBezTo>
                    <a:pt x="3" y="3"/>
                    <a:pt x="5" y="1"/>
                    <a:pt x="7" y="0"/>
                  </a:cubicBezTo>
                  <a:cubicBezTo>
                    <a:pt x="8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3" name="Freeform 9459"/>
            <p:cNvSpPr>
              <a:spLocks/>
            </p:cNvSpPr>
            <p:nvPr/>
          </p:nvSpPr>
          <p:spPr bwMode="auto">
            <a:xfrm>
              <a:off x="165100" y="282575"/>
              <a:ext cx="60325" cy="33338"/>
            </a:xfrm>
            <a:custGeom>
              <a:avLst/>
              <a:gdLst>
                <a:gd name="T0" fmla="*/ 15 w 16"/>
                <a:gd name="T1" fmla="*/ 0 h 9"/>
                <a:gd name="T2" fmla="*/ 1 w 16"/>
                <a:gd name="T3" fmla="*/ 9 h 9"/>
                <a:gd name="T4" fmla="*/ 2 w 16"/>
                <a:gd name="T5" fmla="*/ 9 h 9"/>
                <a:gd name="T6" fmla="*/ 16 w 16"/>
                <a:gd name="T7" fmla="*/ 0 h 9"/>
                <a:gd name="T8" fmla="*/ 15 w 1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5" y="0"/>
                  </a:moveTo>
                  <a:cubicBezTo>
                    <a:pt x="10" y="3"/>
                    <a:pt x="6" y="6"/>
                    <a:pt x="1" y="9"/>
                  </a:cubicBezTo>
                  <a:cubicBezTo>
                    <a:pt x="0" y="9"/>
                    <a:pt x="1" y="9"/>
                    <a:pt x="2" y="9"/>
                  </a:cubicBezTo>
                  <a:cubicBezTo>
                    <a:pt x="6" y="6"/>
                    <a:pt x="11" y="3"/>
                    <a:pt x="16" y="0"/>
                  </a:cubicBezTo>
                  <a:cubicBezTo>
                    <a:pt x="16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4" name="Freeform 9460"/>
            <p:cNvSpPr>
              <a:spLocks/>
            </p:cNvSpPr>
            <p:nvPr/>
          </p:nvSpPr>
          <p:spPr bwMode="auto">
            <a:xfrm>
              <a:off x="247650" y="233362"/>
              <a:ext cx="60325" cy="33338"/>
            </a:xfrm>
            <a:custGeom>
              <a:avLst/>
              <a:gdLst>
                <a:gd name="T0" fmla="*/ 15 w 16"/>
                <a:gd name="T1" fmla="*/ 0 h 9"/>
                <a:gd name="T2" fmla="*/ 1 w 16"/>
                <a:gd name="T3" fmla="*/ 8 h 9"/>
                <a:gd name="T4" fmla="*/ 2 w 16"/>
                <a:gd name="T5" fmla="*/ 9 h 9"/>
                <a:gd name="T6" fmla="*/ 16 w 16"/>
                <a:gd name="T7" fmla="*/ 0 h 9"/>
                <a:gd name="T8" fmla="*/ 15 w 16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9">
                  <a:moveTo>
                    <a:pt x="15" y="0"/>
                  </a:moveTo>
                  <a:cubicBezTo>
                    <a:pt x="11" y="3"/>
                    <a:pt x="6" y="5"/>
                    <a:pt x="1" y="8"/>
                  </a:cubicBezTo>
                  <a:cubicBezTo>
                    <a:pt x="0" y="9"/>
                    <a:pt x="1" y="9"/>
                    <a:pt x="2" y="9"/>
                  </a:cubicBezTo>
                  <a:cubicBezTo>
                    <a:pt x="6" y="6"/>
                    <a:pt x="11" y="3"/>
                    <a:pt x="16" y="0"/>
                  </a:cubicBezTo>
                  <a:cubicBezTo>
                    <a:pt x="16" y="0"/>
                    <a:pt x="16" y="0"/>
                    <a:pt x="1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5" name="Freeform 9461"/>
            <p:cNvSpPr>
              <a:spLocks/>
            </p:cNvSpPr>
            <p:nvPr/>
          </p:nvSpPr>
          <p:spPr bwMode="auto">
            <a:xfrm>
              <a:off x="487362" y="98425"/>
              <a:ext cx="49213" cy="30163"/>
            </a:xfrm>
            <a:custGeom>
              <a:avLst/>
              <a:gdLst>
                <a:gd name="T0" fmla="*/ 12 w 13"/>
                <a:gd name="T1" fmla="*/ 0 h 8"/>
                <a:gd name="T2" fmla="*/ 0 w 13"/>
                <a:gd name="T3" fmla="*/ 7 h 8"/>
                <a:gd name="T4" fmla="*/ 1 w 13"/>
                <a:gd name="T5" fmla="*/ 8 h 8"/>
                <a:gd name="T6" fmla="*/ 13 w 13"/>
                <a:gd name="T7" fmla="*/ 0 h 8"/>
                <a:gd name="T8" fmla="*/ 12 w 1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8">
                  <a:moveTo>
                    <a:pt x="12" y="0"/>
                  </a:moveTo>
                  <a:cubicBezTo>
                    <a:pt x="8" y="3"/>
                    <a:pt x="4" y="5"/>
                    <a:pt x="0" y="7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5" y="5"/>
                    <a:pt x="9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Freeform 9462"/>
            <p:cNvSpPr>
              <a:spLocks/>
            </p:cNvSpPr>
            <p:nvPr/>
          </p:nvSpPr>
          <p:spPr bwMode="auto">
            <a:xfrm>
              <a:off x="517525" y="82550"/>
              <a:ext cx="26988" cy="22225"/>
            </a:xfrm>
            <a:custGeom>
              <a:avLst/>
              <a:gdLst>
                <a:gd name="T0" fmla="*/ 5 w 7"/>
                <a:gd name="T1" fmla="*/ 4 h 6"/>
                <a:gd name="T2" fmla="*/ 1 w 7"/>
                <a:gd name="T3" fmla="*/ 5 h 6"/>
                <a:gd name="T4" fmla="*/ 2 w 7"/>
                <a:gd name="T5" fmla="*/ 5 h 6"/>
                <a:gd name="T6" fmla="*/ 7 w 7"/>
                <a:gd name="T7" fmla="*/ 0 h 6"/>
                <a:gd name="T8" fmla="*/ 6 w 7"/>
                <a:gd name="T9" fmla="*/ 0 h 6"/>
                <a:gd name="T10" fmla="*/ 1 w 7"/>
                <a:gd name="T11" fmla="*/ 5 h 6"/>
                <a:gd name="T12" fmla="*/ 1 w 7"/>
                <a:gd name="T13" fmla="*/ 6 h 6"/>
                <a:gd name="T14" fmla="*/ 6 w 7"/>
                <a:gd name="T15" fmla="*/ 4 h 6"/>
                <a:gd name="T16" fmla="*/ 5 w 7"/>
                <a:gd name="T1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6">
                  <a:moveTo>
                    <a:pt x="5" y="4"/>
                  </a:moveTo>
                  <a:cubicBezTo>
                    <a:pt x="4" y="4"/>
                    <a:pt x="2" y="5"/>
                    <a:pt x="1" y="5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1" y="2"/>
                    <a:pt x="5" y="1"/>
                    <a:pt x="7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4" y="1"/>
                    <a:pt x="0" y="2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3" y="5"/>
                    <a:pt x="4" y="5"/>
                    <a:pt x="6" y="4"/>
                  </a:cubicBezTo>
                  <a:cubicBezTo>
                    <a:pt x="6" y="4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7" name="Freeform 9463"/>
            <p:cNvSpPr>
              <a:spLocks/>
            </p:cNvSpPr>
            <p:nvPr/>
          </p:nvSpPr>
          <p:spPr bwMode="auto">
            <a:xfrm>
              <a:off x="473075" y="79375"/>
              <a:ext cx="71438" cy="33338"/>
            </a:xfrm>
            <a:custGeom>
              <a:avLst/>
              <a:gdLst>
                <a:gd name="T0" fmla="*/ 1 w 19"/>
                <a:gd name="T1" fmla="*/ 9 h 9"/>
                <a:gd name="T2" fmla="*/ 18 w 19"/>
                <a:gd name="T3" fmla="*/ 1 h 9"/>
                <a:gd name="T4" fmla="*/ 18 w 19"/>
                <a:gd name="T5" fmla="*/ 0 h 9"/>
                <a:gd name="T6" fmla="*/ 1 w 19"/>
                <a:gd name="T7" fmla="*/ 9 h 9"/>
                <a:gd name="T8" fmla="*/ 1 w 1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9">
                  <a:moveTo>
                    <a:pt x="1" y="9"/>
                  </a:moveTo>
                  <a:cubicBezTo>
                    <a:pt x="7" y="6"/>
                    <a:pt x="13" y="4"/>
                    <a:pt x="18" y="1"/>
                  </a:cubicBezTo>
                  <a:cubicBezTo>
                    <a:pt x="19" y="1"/>
                    <a:pt x="18" y="0"/>
                    <a:pt x="18" y="0"/>
                  </a:cubicBezTo>
                  <a:cubicBezTo>
                    <a:pt x="12" y="3"/>
                    <a:pt x="6" y="6"/>
                    <a:pt x="1" y="9"/>
                  </a:cubicBezTo>
                  <a:cubicBezTo>
                    <a:pt x="0" y="9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8" name="Freeform 9464"/>
            <p:cNvSpPr>
              <a:spLocks/>
            </p:cNvSpPr>
            <p:nvPr/>
          </p:nvSpPr>
          <p:spPr bwMode="auto">
            <a:xfrm>
              <a:off x="247650" y="195262"/>
              <a:ext cx="66675" cy="34925"/>
            </a:xfrm>
            <a:custGeom>
              <a:avLst/>
              <a:gdLst>
                <a:gd name="T0" fmla="*/ 1 w 18"/>
                <a:gd name="T1" fmla="*/ 9 h 9"/>
                <a:gd name="T2" fmla="*/ 18 w 18"/>
                <a:gd name="T3" fmla="*/ 0 h 9"/>
                <a:gd name="T4" fmla="*/ 17 w 18"/>
                <a:gd name="T5" fmla="*/ 0 h 9"/>
                <a:gd name="T6" fmla="*/ 1 w 18"/>
                <a:gd name="T7" fmla="*/ 9 h 9"/>
                <a:gd name="T8" fmla="*/ 1 w 18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9">
                  <a:moveTo>
                    <a:pt x="1" y="9"/>
                  </a:moveTo>
                  <a:cubicBezTo>
                    <a:pt x="7" y="6"/>
                    <a:pt x="12" y="3"/>
                    <a:pt x="18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2" y="3"/>
                    <a:pt x="6" y="6"/>
                    <a:pt x="1" y="9"/>
                  </a:cubicBezTo>
                  <a:cubicBezTo>
                    <a:pt x="0" y="9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9" name="Freeform 9465"/>
            <p:cNvSpPr>
              <a:spLocks/>
            </p:cNvSpPr>
            <p:nvPr/>
          </p:nvSpPr>
          <p:spPr bwMode="auto">
            <a:xfrm>
              <a:off x="160337" y="241300"/>
              <a:ext cx="68263" cy="36513"/>
            </a:xfrm>
            <a:custGeom>
              <a:avLst/>
              <a:gdLst>
                <a:gd name="T0" fmla="*/ 1 w 18"/>
                <a:gd name="T1" fmla="*/ 9 h 10"/>
                <a:gd name="T2" fmla="*/ 18 w 18"/>
                <a:gd name="T3" fmla="*/ 1 h 10"/>
                <a:gd name="T4" fmla="*/ 17 w 18"/>
                <a:gd name="T5" fmla="*/ 1 h 10"/>
                <a:gd name="T6" fmla="*/ 1 w 18"/>
                <a:gd name="T7" fmla="*/ 9 h 10"/>
                <a:gd name="T8" fmla="*/ 1 w 18"/>
                <a:gd name="T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0">
                  <a:moveTo>
                    <a:pt x="1" y="9"/>
                  </a:moveTo>
                  <a:cubicBezTo>
                    <a:pt x="7" y="6"/>
                    <a:pt x="12" y="4"/>
                    <a:pt x="18" y="1"/>
                  </a:cubicBezTo>
                  <a:cubicBezTo>
                    <a:pt x="18" y="0"/>
                    <a:pt x="17" y="0"/>
                    <a:pt x="17" y="1"/>
                  </a:cubicBezTo>
                  <a:cubicBezTo>
                    <a:pt x="11" y="3"/>
                    <a:pt x="6" y="6"/>
                    <a:pt x="1" y="9"/>
                  </a:cubicBezTo>
                  <a:cubicBezTo>
                    <a:pt x="0" y="10"/>
                    <a:pt x="1" y="10"/>
                    <a:pt x="1" y="9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0" name="Freeform 9466"/>
            <p:cNvSpPr>
              <a:spLocks/>
            </p:cNvSpPr>
            <p:nvPr/>
          </p:nvSpPr>
          <p:spPr bwMode="auto">
            <a:xfrm>
              <a:off x="160337" y="233362"/>
              <a:ext cx="57150" cy="33338"/>
            </a:xfrm>
            <a:custGeom>
              <a:avLst/>
              <a:gdLst>
                <a:gd name="T0" fmla="*/ 14 w 15"/>
                <a:gd name="T1" fmla="*/ 0 h 9"/>
                <a:gd name="T2" fmla="*/ 1 w 15"/>
                <a:gd name="T3" fmla="*/ 8 h 9"/>
                <a:gd name="T4" fmla="*/ 1 w 15"/>
                <a:gd name="T5" fmla="*/ 9 h 9"/>
                <a:gd name="T6" fmla="*/ 14 w 15"/>
                <a:gd name="T7" fmla="*/ 0 h 9"/>
                <a:gd name="T8" fmla="*/ 14 w 15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9">
                  <a:moveTo>
                    <a:pt x="14" y="0"/>
                  </a:moveTo>
                  <a:cubicBezTo>
                    <a:pt x="9" y="3"/>
                    <a:pt x="5" y="6"/>
                    <a:pt x="1" y="8"/>
                  </a:cubicBezTo>
                  <a:cubicBezTo>
                    <a:pt x="0" y="9"/>
                    <a:pt x="1" y="9"/>
                    <a:pt x="1" y="9"/>
                  </a:cubicBezTo>
                  <a:cubicBezTo>
                    <a:pt x="6" y="6"/>
                    <a:pt x="10" y="3"/>
                    <a:pt x="14" y="0"/>
                  </a:cubicBezTo>
                  <a:cubicBezTo>
                    <a:pt x="15" y="0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1" name="Freeform 9467"/>
            <p:cNvSpPr>
              <a:spLocks/>
            </p:cNvSpPr>
            <p:nvPr/>
          </p:nvSpPr>
          <p:spPr bwMode="auto">
            <a:xfrm>
              <a:off x="242887" y="165100"/>
              <a:ext cx="79375" cy="49213"/>
            </a:xfrm>
            <a:custGeom>
              <a:avLst/>
              <a:gdLst>
                <a:gd name="T0" fmla="*/ 20 w 21"/>
                <a:gd name="T1" fmla="*/ 1 h 13"/>
                <a:gd name="T2" fmla="*/ 1 w 21"/>
                <a:gd name="T3" fmla="*/ 12 h 13"/>
                <a:gd name="T4" fmla="*/ 1 w 21"/>
                <a:gd name="T5" fmla="*/ 13 h 13"/>
                <a:gd name="T6" fmla="*/ 20 w 21"/>
                <a:gd name="T7" fmla="*/ 1 h 13"/>
                <a:gd name="T8" fmla="*/ 20 w 21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3">
                  <a:moveTo>
                    <a:pt x="20" y="1"/>
                  </a:moveTo>
                  <a:cubicBezTo>
                    <a:pt x="13" y="5"/>
                    <a:pt x="7" y="8"/>
                    <a:pt x="1" y="12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8" y="9"/>
                    <a:pt x="14" y="5"/>
                    <a:pt x="20" y="1"/>
                  </a:cubicBezTo>
                  <a:cubicBezTo>
                    <a:pt x="21" y="1"/>
                    <a:pt x="20" y="0"/>
                    <a:pt x="20" y="1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2" name="Freeform 9468"/>
            <p:cNvSpPr>
              <a:spLocks/>
            </p:cNvSpPr>
            <p:nvPr/>
          </p:nvSpPr>
          <p:spPr bwMode="auto">
            <a:xfrm>
              <a:off x="385762" y="44450"/>
              <a:ext cx="134938" cy="60325"/>
            </a:xfrm>
            <a:custGeom>
              <a:avLst/>
              <a:gdLst>
                <a:gd name="T0" fmla="*/ 1 w 36"/>
                <a:gd name="T1" fmla="*/ 15 h 16"/>
                <a:gd name="T2" fmla="*/ 31 w 36"/>
                <a:gd name="T3" fmla="*/ 2 h 16"/>
                <a:gd name="T4" fmla="*/ 31 w 36"/>
                <a:gd name="T5" fmla="*/ 3 h 16"/>
                <a:gd name="T6" fmla="*/ 24 w 36"/>
                <a:gd name="T7" fmla="*/ 7 h 16"/>
                <a:gd name="T8" fmla="*/ 12 w 36"/>
                <a:gd name="T9" fmla="*/ 15 h 16"/>
                <a:gd name="T10" fmla="*/ 12 w 36"/>
                <a:gd name="T11" fmla="*/ 16 h 16"/>
                <a:gd name="T12" fmla="*/ 36 w 36"/>
                <a:gd name="T13" fmla="*/ 1 h 16"/>
                <a:gd name="T14" fmla="*/ 35 w 36"/>
                <a:gd name="T15" fmla="*/ 0 h 16"/>
                <a:gd name="T16" fmla="*/ 1 w 36"/>
                <a:gd name="T17" fmla="*/ 15 h 16"/>
                <a:gd name="T18" fmla="*/ 1 w 36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6">
                  <a:moveTo>
                    <a:pt x="1" y="15"/>
                  </a:moveTo>
                  <a:cubicBezTo>
                    <a:pt x="11" y="10"/>
                    <a:pt x="20" y="6"/>
                    <a:pt x="31" y="2"/>
                  </a:cubicBezTo>
                  <a:cubicBezTo>
                    <a:pt x="34" y="1"/>
                    <a:pt x="33" y="2"/>
                    <a:pt x="31" y="3"/>
                  </a:cubicBezTo>
                  <a:cubicBezTo>
                    <a:pt x="29" y="5"/>
                    <a:pt x="27" y="6"/>
                    <a:pt x="24" y="7"/>
                  </a:cubicBezTo>
                  <a:cubicBezTo>
                    <a:pt x="20" y="10"/>
                    <a:pt x="16" y="13"/>
                    <a:pt x="12" y="15"/>
                  </a:cubicBezTo>
                  <a:cubicBezTo>
                    <a:pt x="11" y="15"/>
                    <a:pt x="12" y="16"/>
                    <a:pt x="12" y="16"/>
                  </a:cubicBezTo>
                  <a:cubicBezTo>
                    <a:pt x="20" y="11"/>
                    <a:pt x="28" y="6"/>
                    <a:pt x="36" y="1"/>
                  </a:cubicBezTo>
                  <a:cubicBezTo>
                    <a:pt x="36" y="1"/>
                    <a:pt x="35" y="0"/>
                    <a:pt x="35" y="0"/>
                  </a:cubicBezTo>
                  <a:cubicBezTo>
                    <a:pt x="23" y="4"/>
                    <a:pt x="12" y="9"/>
                    <a:pt x="1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3" name="Freeform 9469"/>
            <p:cNvSpPr>
              <a:spLocks/>
            </p:cNvSpPr>
            <p:nvPr/>
          </p:nvSpPr>
          <p:spPr bwMode="auto">
            <a:xfrm>
              <a:off x="247650" y="153987"/>
              <a:ext cx="52388" cy="26988"/>
            </a:xfrm>
            <a:custGeom>
              <a:avLst/>
              <a:gdLst>
                <a:gd name="T0" fmla="*/ 1 w 14"/>
                <a:gd name="T1" fmla="*/ 7 h 7"/>
                <a:gd name="T2" fmla="*/ 13 w 14"/>
                <a:gd name="T3" fmla="*/ 0 h 7"/>
                <a:gd name="T4" fmla="*/ 13 w 14"/>
                <a:gd name="T5" fmla="*/ 0 h 7"/>
                <a:gd name="T6" fmla="*/ 1 w 14"/>
                <a:gd name="T7" fmla="*/ 7 h 7"/>
                <a:gd name="T8" fmla="*/ 1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1" y="7"/>
                  </a:moveTo>
                  <a:cubicBezTo>
                    <a:pt x="5" y="5"/>
                    <a:pt x="9" y="3"/>
                    <a:pt x="13" y="0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9" y="2"/>
                    <a:pt x="5" y="4"/>
                    <a:pt x="1" y="7"/>
                  </a:cubicBezTo>
                  <a:cubicBezTo>
                    <a:pt x="0" y="7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4" name="Freeform 9470"/>
            <p:cNvSpPr>
              <a:spLocks/>
            </p:cNvSpPr>
            <p:nvPr/>
          </p:nvSpPr>
          <p:spPr bwMode="auto">
            <a:xfrm>
              <a:off x="165100" y="211137"/>
              <a:ext cx="30163" cy="14288"/>
            </a:xfrm>
            <a:custGeom>
              <a:avLst/>
              <a:gdLst>
                <a:gd name="T0" fmla="*/ 1 w 8"/>
                <a:gd name="T1" fmla="*/ 4 h 4"/>
                <a:gd name="T2" fmla="*/ 8 w 8"/>
                <a:gd name="T3" fmla="*/ 0 h 4"/>
                <a:gd name="T4" fmla="*/ 7 w 8"/>
                <a:gd name="T5" fmla="*/ 0 h 4"/>
                <a:gd name="T6" fmla="*/ 0 w 8"/>
                <a:gd name="T7" fmla="*/ 4 h 4"/>
                <a:gd name="T8" fmla="*/ 1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4"/>
                  </a:moveTo>
                  <a:cubicBezTo>
                    <a:pt x="3" y="3"/>
                    <a:pt x="5" y="2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5" y="2"/>
                    <a:pt x="3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5" name="Freeform 9471"/>
            <p:cNvSpPr>
              <a:spLocks/>
            </p:cNvSpPr>
            <p:nvPr/>
          </p:nvSpPr>
          <p:spPr bwMode="auto">
            <a:xfrm>
              <a:off x="41275" y="285750"/>
              <a:ext cx="25400" cy="1587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1 h 4"/>
                <a:gd name="T4" fmla="*/ 6 w 7"/>
                <a:gd name="T5" fmla="*/ 0 h 4"/>
                <a:gd name="T6" fmla="*/ 1 w 7"/>
                <a:gd name="T7" fmla="*/ 4 h 4"/>
                <a:gd name="T8" fmla="*/ 1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3" y="3"/>
                    <a:pt x="5" y="2"/>
                    <a:pt x="6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4" y="2"/>
                    <a:pt x="2" y="3"/>
                    <a:pt x="1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6" name="Freeform 9472"/>
            <p:cNvSpPr>
              <a:spLocks/>
            </p:cNvSpPr>
            <p:nvPr/>
          </p:nvSpPr>
          <p:spPr bwMode="auto">
            <a:xfrm>
              <a:off x="168275" y="206375"/>
              <a:ext cx="22225" cy="15875"/>
            </a:xfrm>
            <a:custGeom>
              <a:avLst/>
              <a:gdLst>
                <a:gd name="T0" fmla="*/ 5 w 6"/>
                <a:gd name="T1" fmla="*/ 0 h 4"/>
                <a:gd name="T2" fmla="*/ 0 w 6"/>
                <a:gd name="T3" fmla="*/ 4 h 4"/>
                <a:gd name="T4" fmla="*/ 1 w 6"/>
                <a:gd name="T5" fmla="*/ 4 h 4"/>
                <a:gd name="T6" fmla="*/ 6 w 6"/>
                <a:gd name="T7" fmla="*/ 0 h 4"/>
                <a:gd name="T8" fmla="*/ 5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5" y="0"/>
                  </a:moveTo>
                  <a:cubicBezTo>
                    <a:pt x="4" y="2"/>
                    <a:pt x="2" y="3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2" y="3"/>
                    <a:pt x="4" y="2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7" name="Freeform 9473"/>
            <p:cNvSpPr>
              <a:spLocks/>
            </p:cNvSpPr>
            <p:nvPr/>
          </p:nvSpPr>
          <p:spPr bwMode="auto">
            <a:xfrm>
              <a:off x="247650" y="150812"/>
              <a:ext cx="36513" cy="19050"/>
            </a:xfrm>
            <a:custGeom>
              <a:avLst/>
              <a:gdLst>
                <a:gd name="T0" fmla="*/ 9 w 10"/>
                <a:gd name="T1" fmla="*/ 0 h 5"/>
                <a:gd name="T2" fmla="*/ 1 w 10"/>
                <a:gd name="T3" fmla="*/ 5 h 5"/>
                <a:gd name="T4" fmla="*/ 1 w 10"/>
                <a:gd name="T5" fmla="*/ 5 h 5"/>
                <a:gd name="T6" fmla="*/ 10 w 10"/>
                <a:gd name="T7" fmla="*/ 0 h 5"/>
                <a:gd name="T8" fmla="*/ 9 w 10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5">
                  <a:moveTo>
                    <a:pt x="9" y="0"/>
                  </a:moveTo>
                  <a:cubicBezTo>
                    <a:pt x="6" y="2"/>
                    <a:pt x="3" y="3"/>
                    <a:pt x="1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4" y="3"/>
                    <a:pt x="7" y="2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8" name="Freeform 9474"/>
            <p:cNvSpPr>
              <a:spLocks/>
            </p:cNvSpPr>
            <p:nvPr/>
          </p:nvSpPr>
          <p:spPr bwMode="auto">
            <a:xfrm>
              <a:off x="322262" y="44450"/>
              <a:ext cx="142875" cy="53975"/>
            </a:xfrm>
            <a:custGeom>
              <a:avLst/>
              <a:gdLst>
                <a:gd name="T0" fmla="*/ 1 w 38"/>
                <a:gd name="T1" fmla="*/ 14 h 14"/>
                <a:gd name="T2" fmla="*/ 32 w 38"/>
                <a:gd name="T3" fmla="*/ 2 h 14"/>
                <a:gd name="T4" fmla="*/ 28 w 38"/>
                <a:gd name="T5" fmla="*/ 6 h 14"/>
                <a:gd name="T6" fmla="*/ 14 w 38"/>
                <a:gd name="T7" fmla="*/ 14 h 14"/>
                <a:gd name="T8" fmla="*/ 15 w 38"/>
                <a:gd name="T9" fmla="*/ 14 h 14"/>
                <a:gd name="T10" fmla="*/ 37 w 38"/>
                <a:gd name="T11" fmla="*/ 0 h 14"/>
                <a:gd name="T12" fmla="*/ 37 w 38"/>
                <a:gd name="T13" fmla="*/ 0 h 14"/>
                <a:gd name="T14" fmla="*/ 1 w 38"/>
                <a:gd name="T15" fmla="*/ 14 h 14"/>
                <a:gd name="T16" fmla="*/ 1 w 38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14">
                  <a:moveTo>
                    <a:pt x="1" y="14"/>
                  </a:moveTo>
                  <a:cubicBezTo>
                    <a:pt x="11" y="9"/>
                    <a:pt x="21" y="5"/>
                    <a:pt x="32" y="2"/>
                  </a:cubicBezTo>
                  <a:cubicBezTo>
                    <a:pt x="38" y="0"/>
                    <a:pt x="29" y="5"/>
                    <a:pt x="28" y="6"/>
                  </a:cubicBezTo>
                  <a:cubicBezTo>
                    <a:pt x="23" y="9"/>
                    <a:pt x="19" y="11"/>
                    <a:pt x="14" y="14"/>
                  </a:cubicBezTo>
                  <a:cubicBezTo>
                    <a:pt x="14" y="14"/>
                    <a:pt x="15" y="14"/>
                    <a:pt x="15" y="14"/>
                  </a:cubicBezTo>
                  <a:cubicBezTo>
                    <a:pt x="22" y="10"/>
                    <a:pt x="30" y="5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4" y="3"/>
                    <a:pt x="12" y="8"/>
                    <a:pt x="1" y="14"/>
                  </a:cubicBezTo>
                  <a:cubicBezTo>
                    <a:pt x="0" y="14"/>
                    <a:pt x="1" y="14"/>
                    <a:pt x="1" y="1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9" name="Freeform 9475"/>
            <p:cNvSpPr>
              <a:spLocks/>
            </p:cNvSpPr>
            <p:nvPr/>
          </p:nvSpPr>
          <p:spPr bwMode="auto">
            <a:xfrm>
              <a:off x="273050" y="19050"/>
              <a:ext cx="117475" cy="82550"/>
            </a:xfrm>
            <a:custGeom>
              <a:avLst/>
              <a:gdLst>
                <a:gd name="T0" fmla="*/ 30 w 31"/>
                <a:gd name="T1" fmla="*/ 0 h 22"/>
                <a:gd name="T2" fmla="*/ 0 w 31"/>
                <a:gd name="T3" fmla="*/ 21 h 22"/>
                <a:gd name="T4" fmla="*/ 1 w 31"/>
                <a:gd name="T5" fmla="*/ 21 h 22"/>
                <a:gd name="T6" fmla="*/ 30 w 31"/>
                <a:gd name="T7" fmla="*/ 0 h 22"/>
                <a:gd name="T8" fmla="*/ 30 w 3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2">
                  <a:moveTo>
                    <a:pt x="30" y="0"/>
                  </a:moveTo>
                  <a:cubicBezTo>
                    <a:pt x="21" y="8"/>
                    <a:pt x="11" y="15"/>
                    <a:pt x="0" y="21"/>
                  </a:cubicBezTo>
                  <a:cubicBezTo>
                    <a:pt x="0" y="21"/>
                    <a:pt x="0" y="22"/>
                    <a:pt x="1" y="21"/>
                  </a:cubicBezTo>
                  <a:cubicBezTo>
                    <a:pt x="11" y="15"/>
                    <a:pt x="21" y="8"/>
                    <a:pt x="30" y="0"/>
                  </a:cubicBezTo>
                  <a:cubicBezTo>
                    <a:pt x="31" y="0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0" name="Freeform 9476"/>
            <p:cNvSpPr>
              <a:spLocks/>
            </p:cNvSpPr>
            <p:nvPr/>
          </p:nvSpPr>
          <p:spPr bwMode="auto">
            <a:xfrm>
              <a:off x="190500" y="14287"/>
              <a:ext cx="195263" cy="84138"/>
            </a:xfrm>
            <a:custGeom>
              <a:avLst/>
              <a:gdLst>
                <a:gd name="T0" fmla="*/ 1 w 52"/>
                <a:gd name="T1" fmla="*/ 22 h 22"/>
                <a:gd name="T2" fmla="*/ 51 w 52"/>
                <a:gd name="T3" fmla="*/ 0 h 22"/>
                <a:gd name="T4" fmla="*/ 51 w 52"/>
                <a:gd name="T5" fmla="*/ 0 h 22"/>
                <a:gd name="T6" fmla="*/ 1 w 52"/>
                <a:gd name="T7" fmla="*/ 22 h 22"/>
                <a:gd name="T8" fmla="*/ 1 w 52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2">
                  <a:moveTo>
                    <a:pt x="1" y="22"/>
                  </a:moveTo>
                  <a:cubicBezTo>
                    <a:pt x="17" y="13"/>
                    <a:pt x="34" y="6"/>
                    <a:pt x="51" y="0"/>
                  </a:cubicBezTo>
                  <a:cubicBezTo>
                    <a:pt x="52" y="0"/>
                    <a:pt x="51" y="0"/>
                    <a:pt x="51" y="0"/>
                  </a:cubicBezTo>
                  <a:cubicBezTo>
                    <a:pt x="33" y="6"/>
                    <a:pt x="17" y="13"/>
                    <a:pt x="1" y="22"/>
                  </a:cubicBezTo>
                  <a:cubicBezTo>
                    <a:pt x="0" y="22"/>
                    <a:pt x="1" y="22"/>
                    <a:pt x="1" y="2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1" name="Freeform 9477"/>
            <p:cNvSpPr>
              <a:spLocks/>
            </p:cNvSpPr>
            <p:nvPr/>
          </p:nvSpPr>
          <p:spPr bwMode="auto">
            <a:xfrm>
              <a:off x="41275" y="173037"/>
              <a:ext cx="25400" cy="14288"/>
            </a:xfrm>
            <a:custGeom>
              <a:avLst/>
              <a:gdLst>
                <a:gd name="T0" fmla="*/ 1 w 7"/>
                <a:gd name="T1" fmla="*/ 3 h 4"/>
                <a:gd name="T2" fmla="*/ 6 w 7"/>
                <a:gd name="T3" fmla="*/ 0 h 4"/>
                <a:gd name="T4" fmla="*/ 6 w 7"/>
                <a:gd name="T5" fmla="*/ 0 h 4"/>
                <a:gd name="T6" fmla="*/ 1 w 7"/>
                <a:gd name="T7" fmla="*/ 3 h 4"/>
                <a:gd name="T8" fmla="*/ 1 w 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1" y="3"/>
                  </a:moveTo>
                  <a:cubicBezTo>
                    <a:pt x="3" y="2"/>
                    <a:pt x="5" y="1"/>
                    <a:pt x="6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0" y="3"/>
                    <a:pt x="1" y="4"/>
                    <a:pt x="1" y="3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2" name="Freeform 9478"/>
            <p:cNvSpPr>
              <a:spLocks/>
            </p:cNvSpPr>
            <p:nvPr/>
          </p:nvSpPr>
          <p:spPr bwMode="auto">
            <a:xfrm>
              <a:off x="41275" y="161925"/>
              <a:ext cx="25400" cy="14288"/>
            </a:xfrm>
            <a:custGeom>
              <a:avLst/>
              <a:gdLst>
                <a:gd name="T0" fmla="*/ 5 w 7"/>
                <a:gd name="T1" fmla="*/ 0 h 4"/>
                <a:gd name="T2" fmla="*/ 0 w 7"/>
                <a:gd name="T3" fmla="*/ 4 h 4"/>
                <a:gd name="T4" fmla="*/ 1 w 7"/>
                <a:gd name="T5" fmla="*/ 4 h 4"/>
                <a:gd name="T6" fmla="*/ 6 w 7"/>
                <a:gd name="T7" fmla="*/ 1 h 4"/>
                <a:gd name="T8" fmla="*/ 5 w 7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5" y="0"/>
                  </a:moveTo>
                  <a:cubicBezTo>
                    <a:pt x="4" y="1"/>
                    <a:pt x="2" y="2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3" y="3"/>
                    <a:pt x="4" y="2"/>
                    <a:pt x="6" y="1"/>
                  </a:cubicBezTo>
                  <a:cubicBezTo>
                    <a:pt x="7" y="0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3" name="Freeform 9479"/>
            <p:cNvSpPr>
              <a:spLocks/>
            </p:cNvSpPr>
            <p:nvPr/>
          </p:nvSpPr>
          <p:spPr bwMode="auto">
            <a:xfrm>
              <a:off x="168275" y="14287"/>
              <a:ext cx="153988" cy="84138"/>
            </a:xfrm>
            <a:custGeom>
              <a:avLst/>
              <a:gdLst>
                <a:gd name="T0" fmla="*/ 40 w 41"/>
                <a:gd name="T1" fmla="*/ 0 h 22"/>
                <a:gd name="T2" fmla="*/ 1 w 41"/>
                <a:gd name="T3" fmla="*/ 22 h 22"/>
                <a:gd name="T4" fmla="*/ 1 w 41"/>
                <a:gd name="T5" fmla="*/ 22 h 22"/>
                <a:gd name="T6" fmla="*/ 41 w 41"/>
                <a:gd name="T7" fmla="*/ 0 h 22"/>
                <a:gd name="T8" fmla="*/ 40 w 41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22">
                  <a:moveTo>
                    <a:pt x="40" y="0"/>
                  </a:moveTo>
                  <a:cubicBezTo>
                    <a:pt x="27" y="7"/>
                    <a:pt x="14" y="15"/>
                    <a:pt x="1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14" y="15"/>
                    <a:pt x="28" y="8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4" name="Freeform 9480"/>
            <p:cNvSpPr>
              <a:spLocks/>
            </p:cNvSpPr>
            <p:nvPr/>
          </p:nvSpPr>
          <p:spPr bwMode="auto">
            <a:xfrm>
              <a:off x="146050" y="14287"/>
              <a:ext cx="157163" cy="84138"/>
            </a:xfrm>
            <a:custGeom>
              <a:avLst/>
              <a:gdLst>
                <a:gd name="T0" fmla="*/ 1 w 42"/>
                <a:gd name="T1" fmla="*/ 22 h 22"/>
                <a:gd name="T2" fmla="*/ 42 w 42"/>
                <a:gd name="T3" fmla="*/ 1 h 22"/>
                <a:gd name="T4" fmla="*/ 41 w 42"/>
                <a:gd name="T5" fmla="*/ 0 h 22"/>
                <a:gd name="T6" fmla="*/ 1 w 42"/>
                <a:gd name="T7" fmla="*/ 22 h 22"/>
                <a:gd name="T8" fmla="*/ 1 w 42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22">
                  <a:moveTo>
                    <a:pt x="1" y="22"/>
                  </a:moveTo>
                  <a:cubicBezTo>
                    <a:pt x="14" y="15"/>
                    <a:pt x="28" y="7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27" y="7"/>
                    <a:pt x="14" y="14"/>
                    <a:pt x="1" y="22"/>
                  </a:cubicBezTo>
                  <a:cubicBezTo>
                    <a:pt x="0" y="22"/>
                    <a:pt x="0" y="22"/>
                    <a:pt x="1" y="22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5" name="Freeform 9481"/>
            <p:cNvSpPr>
              <a:spLocks/>
            </p:cNvSpPr>
            <p:nvPr/>
          </p:nvSpPr>
          <p:spPr bwMode="auto">
            <a:xfrm>
              <a:off x="36512" y="142875"/>
              <a:ext cx="34925" cy="14288"/>
            </a:xfrm>
            <a:custGeom>
              <a:avLst/>
              <a:gdLst>
                <a:gd name="T0" fmla="*/ 1 w 9"/>
                <a:gd name="T1" fmla="*/ 4 h 4"/>
                <a:gd name="T2" fmla="*/ 8 w 9"/>
                <a:gd name="T3" fmla="*/ 0 h 4"/>
                <a:gd name="T4" fmla="*/ 8 w 9"/>
                <a:gd name="T5" fmla="*/ 0 h 4"/>
                <a:gd name="T6" fmla="*/ 1 w 9"/>
                <a:gd name="T7" fmla="*/ 3 h 4"/>
                <a:gd name="T8" fmla="*/ 1 w 9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4">
                  <a:moveTo>
                    <a:pt x="1" y="4"/>
                  </a:moveTo>
                  <a:cubicBezTo>
                    <a:pt x="4" y="2"/>
                    <a:pt x="6" y="1"/>
                    <a:pt x="8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5" y="1"/>
                    <a:pt x="3" y="2"/>
                    <a:pt x="1" y="3"/>
                  </a:cubicBezTo>
                  <a:cubicBezTo>
                    <a:pt x="0" y="3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6" name="Freeform 9482"/>
            <p:cNvSpPr>
              <a:spLocks/>
            </p:cNvSpPr>
            <p:nvPr/>
          </p:nvSpPr>
          <p:spPr bwMode="auto">
            <a:xfrm>
              <a:off x="41275" y="19050"/>
              <a:ext cx="190500" cy="112713"/>
            </a:xfrm>
            <a:custGeom>
              <a:avLst/>
              <a:gdLst>
                <a:gd name="T0" fmla="*/ 50 w 51"/>
                <a:gd name="T1" fmla="*/ 0 h 30"/>
                <a:gd name="T2" fmla="*/ 1 w 51"/>
                <a:gd name="T3" fmla="*/ 30 h 30"/>
                <a:gd name="T4" fmla="*/ 2 w 51"/>
                <a:gd name="T5" fmla="*/ 30 h 30"/>
                <a:gd name="T6" fmla="*/ 51 w 51"/>
                <a:gd name="T7" fmla="*/ 0 h 30"/>
                <a:gd name="T8" fmla="*/ 50 w 51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0">
                  <a:moveTo>
                    <a:pt x="50" y="0"/>
                  </a:moveTo>
                  <a:cubicBezTo>
                    <a:pt x="34" y="11"/>
                    <a:pt x="17" y="19"/>
                    <a:pt x="1" y="30"/>
                  </a:cubicBezTo>
                  <a:cubicBezTo>
                    <a:pt x="0" y="30"/>
                    <a:pt x="1" y="30"/>
                    <a:pt x="2" y="30"/>
                  </a:cubicBezTo>
                  <a:cubicBezTo>
                    <a:pt x="18" y="19"/>
                    <a:pt x="35" y="11"/>
                    <a:pt x="51" y="0"/>
                  </a:cubicBezTo>
                  <a:cubicBezTo>
                    <a:pt x="51" y="0"/>
                    <a:pt x="51" y="0"/>
                    <a:pt x="5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7" name="Freeform 9483"/>
            <p:cNvSpPr>
              <a:spLocks/>
            </p:cNvSpPr>
            <p:nvPr/>
          </p:nvSpPr>
          <p:spPr bwMode="auto">
            <a:xfrm>
              <a:off x="36512" y="14287"/>
              <a:ext cx="184150" cy="98425"/>
            </a:xfrm>
            <a:custGeom>
              <a:avLst/>
              <a:gdLst>
                <a:gd name="T0" fmla="*/ 1 w 49"/>
                <a:gd name="T1" fmla="*/ 26 h 26"/>
                <a:gd name="T2" fmla="*/ 49 w 49"/>
                <a:gd name="T3" fmla="*/ 1 h 26"/>
                <a:gd name="T4" fmla="*/ 48 w 49"/>
                <a:gd name="T5" fmla="*/ 0 h 26"/>
                <a:gd name="T6" fmla="*/ 1 w 49"/>
                <a:gd name="T7" fmla="*/ 26 h 26"/>
                <a:gd name="T8" fmla="*/ 1 w 49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6">
                  <a:moveTo>
                    <a:pt x="1" y="26"/>
                  </a:moveTo>
                  <a:cubicBezTo>
                    <a:pt x="17" y="17"/>
                    <a:pt x="32" y="8"/>
                    <a:pt x="49" y="1"/>
                  </a:cubicBezTo>
                  <a:cubicBezTo>
                    <a:pt x="49" y="1"/>
                    <a:pt x="49" y="0"/>
                    <a:pt x="48" y="0"/>
                  </a:cubicBezTo>
                  <a:cubicBezTo>
                    <a:pt x="32" y="7"/>
                    <a:pt x="16" y="17"/>
                    <a:pt x="1" y="26"/>
                  </a:cubicBezTo>
                  <a:cubicBezTo>
                    <a:pt x="0" y="26"/>
                    <a:pt x="1" y="26"/>
                    <a:pt x="1" y="2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8" name="Freeform 9484"/>
            <p:cNvSpPr>
              <a:spLocks/>
            </p:cNvSpPr>
            <p:nvPr/>
          </p:nvSpPr>
          <p:spPr bwMode="auto">
            <a:xfrm>
              <a:off x="30162" y="22225"/>
              <a:ext cx="134938" cy="82550"/>
            </a:xfrm>
            <a:custGeom>
              <a:avLst/>
              <a:gdLst>
                <a:gd name="T0" fmla="*/ 35 w 36"/>
                <a:gd name="T1" fmla="*/ 0 h 22"/>
                <a:gd name="T2" fmla="*/ 1 w 36"/>
                <a:gd name="T3" fmla="*/ 21 h 22"/>
                <a:gd name="T4" fmla="*/ 1 w 36"/>
                <a:gd name="T5" fmla="*/ 21 h 22"/>
                <a:gd name="T6" fmla="*/ 36 w 36"/>
                <a:gd name="T7" fmla="*/ 0 h 22"/>
                <a:gd name="T8" fmla="*/ 35 w 36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2">
                  <a:moveTo>
                    <a:pt x="35" y="0"/>
                  </a:moveTo>
                  <a:cubicBezTo>
                    <a:pt x="24" y="7"/>
                    <a:pt x="12" y="13"/>
                    <a:pt x="1" y="21"/>
                  </a:cubicBezTo>
                  <a:cubicBezTo>
                    <a:pt x="0" y="21"/>
                    <a:pt x="1" y="22"/>
                    <a:pt x="1" y="21"/>
                  </a:cubicBezTo>
                  <a:cubicBezTo>
                    <a:pt x="12" y="14"/>
                    <a:pt x="24" y="7"/>
                    <a:pt x="36" y="0"/>
                  </a:cubicBezTo>
                  <a:cubicBezTo>
                    <a:pt x="36" y="0"/>
                    <a:pt x="36" y="0"/>
                    <a:pt x="35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79525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5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3" t="35730" r="21910" b="39607"/>
          <a:stretch>
            <a:fillRect/>
          </a:stretch>
        </p:blipFill>
        <p:spPr bwMode="auto">
          <a:xfrm>
            <a:off x="2701925" y="2051050"/>
            <a:ext cx="67881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03953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主题">
  <a:themeElements>
    <a:clrScheme name="5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Office 主题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5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Pages>0</Pages>
  <Words>2782</Words>
  <Characters>0</Characters>
  <Application>Microsoft Office PowerPoint</Application>
  <DocSecurity>0</DocSecurity>
  <PresentationFormat>宽屏</PresentationFormat>
  <Lines>0</Lines>
  <Paragraphs>162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Malgun Gothic</vt:lpstr>
      <vt:lpstr>等线</vt:lpstr>
      <vt:lpstr>宋体</vt:lpstr>
      <vt:lpstr>微软雅黑</vt:lpstr>
      <vt:lpstr>Arial</vt:lpstr>
      <vt:lpstr>Calibri</vt:lpstr>
      <vt:lpstr>Calibri Light</vt:lpstr>
      <vt:lpstr>1_Office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Microsoft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向阳花儿</dc:creator>
  <cp:keywords/>
  <dc:description/>
  <cp:lastModifiedBy>nie</cp:lastModifiedBy>
  <cp:revision>135</cp:revision>
  <dcterms:created xsi:type="dcterms:W3CDTF">2013-08-29T10:54:42Z</dcterms:created>
  <dcterms:modified xsi:type="dcterms:W3CDTF">2020-06-29T06:43:05Z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2052-9.1.0.4518</vt:lpwstr>
  </property>
</Properties>
</file>