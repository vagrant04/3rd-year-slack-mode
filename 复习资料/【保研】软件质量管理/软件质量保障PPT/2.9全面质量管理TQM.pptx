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media/image6.jpg" ContentType="image/pn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7" r:id="rId3"/>
    <p:sldId id="259" r:id="rId4"/>
    <p:sldId id="260" r:id="rId5"/>
    <p:sldId id="261" r:id="rId6"/>
    <p:sldId id="263" r:id="rId7"/>
    <p:sldId id="264" r:id="rId8"/>
    <p:sldId id="274" r:id="rId9"/>
    <p:sldId id="275" r:id="rId10"/>
    <p:sldId id="276" r:id="rId11"/>
    <p:sldId id="266" r:id="rId12"/>
    <p:sldId id="280" r:id="rId13"/>
    <p:sldId id="281" r:id="rId14"/>
    <p:sldId id="282" r:id="rId15"/>
    <p:sldId id="267" r:id="rId16"/>
    <p:sldId id="278" r:id="rId17"/>
    <p:sldId id="273" r:id="rId18"/>
    <p:sldId id="279" r:id="rId19"/>
    <p:sldId id="269" r:id="rId20"/>
    <p:sldId id="277" r:id="rId21"/>
    <p:sldId id="270" r:id="rId22"/>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3800" b="0" i="0" u="none" strike="noStrike" cap="none" spc="0" normalizeH="0" baseline="0">
        <a:ln>
          <a:noFill/>
        </a:ln>
        <a:solidFill>
          <a:srgbClr val="FFFFFF"/>
        </a:solidFill>
        <a:effectLst/>
        <a:uFillTx/>
        <a:latin typeface="+mn-lt"/>
        <a:ea typeface="+mn-ea"/>
        <a:cs typeface="+mn-cs"/>
        <a:sym typeface="Helvetica Light"/>
      </a:defRPr>
    </a:lvl1pPr>
    <a:lvl2pPr marL="0" marR="0" indent="228600" algn="ctr" defTabSz="584200" rtl="0" fontAlgn="auto" latinLnBrk="0" hangingPunct="0">
      <a:lnSpc>
        <a:spcPct val="100000"/>
      </a:lnSpc>
      <a:spcBef>
        <a:spcPts val="0"/>
      </a:spcBef>
      <a:spcAft>
        <a:spcPts val="0"/>
      </a:spcAft>
      <a:buClrTx/>
      <a:buSzTx/>
      <a:buFontTx/>
      <a:buNone/>
      <a:tabLst/>
      <a:defRPr kumimoji="0" sz="3800" b="0" i="0" u="none" strike="noStrike" cap="none" spc="0" normalizeH="0" baseline="0">
        <a:ln>
          <a:noFill/>
        </a:ln>
        <a:solidFill>
          <a:srgbClr val="FFFFFF"/>
        </a:solidFill>
        <a:effectLst/>
        <a:uFillTx/>
        <a:latin typeface="+mn-lt"/>
        <a:ea typeface="+mn-ea"/>
        <a:cs typeface="+mn-cs"/>
        <a:sym typeface="Helvetica Light"/>
      </a:defRPr>
    </a:lvl2pPr>
    <a:lvl3pPr marL="0" marR="0" indent="457200" algn="ctr" defTabSz="584200" rtl="0" fontAlgn="auto" latinLnBrk="0" hangingPunct="0">
      <a:lnSpc>
        <a:spcPct val="100000"/>
      </a:lnSpc>
      <a:spcBef>
        <a:spcPts val="0"/>
      </a:spcBef>
      <a:spcAft>
        <a:spcPts val="0"/>
      </a:spcAft>
      <a:buClrTx/>
      <a:buSzTx/>
      <a:buFontTx/>
      <a:buNone/>
      <a:tabLst/>
      <a:defRPr kumimoji="0" sz="3800" b="0" i="0" u="none" strike="noStrike" cap="none" spc="0" normalizeH="0" baseline="0">
        <a:ln>
          <a:noFill/>
        </a:ln>
        <a:solidFill>
          <a:srgbClr val="FFFFFF"/>
        </a:solidFill>
        <a:effectLst/>
        <a:uFillTx/>
        <a:latin typeface="+mn-lt"/>
        <a:ea typeface="+mn-ea"/>
        <a:cs typeface="+mn-cs"/>
        <a:sym typeface="Helvetica Light"/>
      </a:defRPr>
    </a:lvl3pPr>
    <a:lvl4pPr marL="0" marR="0" indent="685800" algn="ctr" defTabSz="584200" rtl="0" fontAlgn="auto" latinLnBrk="0" hangingPunct="0">
      <a:lnSpc>
        <a:spcPct val="100000"/>
      </a:lnSpc>
      <a:spcBef>
        <a:spcPts val="0"/>
      </a:spcBef>
      <a:spcAft>
        <a:spcPts val="0"/>
      </a:spcAft>
      <a:buClrTx/>
      <a:buSzTx/>
      <a:buFontTx/>
      <a:buNone/>
      <a:tabLst/>
      <a:defRPr kumimoji="0" sz="3800" b="0" i="0" u="none" strike="noStrike" cap="none" spc="0" normalizeH="0" baseline="0">
        <a:ln>
          <a:noFill/>
        </a:ln>
        <a:solidFill>
          <a:srgbClr val="FFFFFF"/>
        </a:solidFill>
        <a:effectLst/>
        <a:uFillTx/>
        <a:latin typeface="+mn-lt"/>
        <a:ea typeface="+mn-ea"/>
        <a:cs typeface="+mn-cs"/>
        <a:sym typeface="Helvetica Light"/>
      </a:defRPr>
    </a:lvl4pPr>
    <a:lvl5pPr marL="0" marR="0" indent="914400" algn="ctr" defTabSz="584200" rtl="0" fontAlgn="auto" latinLnBrk="0" hangingPunct="0">
      <a:lnSpc>
        <a:spcPct val="100000"/>
      </a:lnSpc>
      <a:spcBef>
        <a:spcPts val="0"/>
      </a:spcBef>
      <a:spcAft>
        <a:spcPts val="0"/>
      </a:spcAft>
      <a:buClrTx/>
      <a:buSzTx/>
      <a:buFontTx/>
      <a:buNone/>
      <a:tabLst/>
      <a:defRPr kumimoji="0" sz="3800" b="0" i="0" u="none" strike="noStrike" cap="none" spc="0" normalizeH="0" baseline="0">
        <a:ln>
          <a:noFill/>
        </a:ln>
        <a:solidFill>
          <a:srgbClr val="FFFFFF"/>
        </a:solidFill>
        <a:effectLst/>
        <a:uFillTx/>
        <a:latin typeface="+mn-lt"/>
        <a:ea typeface="+mn-ea"/>
        <a:cs typeface="+mn-cs"/>
        <a:sym typeface="Helvetica Light"/>
      </a:defRPr>
    </a:lvl5pPr>
    <a:lvl6pPr marL="0" marR="0" indent="1143000" algn="ctr" defTabSz="584200" rtl="0" fontAlgn="auto" latinLnBrk="0" hangingPunct="0">
      <a:lnSpc>
        <a:spcPct val="100000"/>
      </a:lnSpc>
      <a:spcBef>
        <a:spcPts val="0"/>
      </a:spcBef>
      <a:spcAft>
        <a:spcPts val="0"/>
      </a:spcAft>
      <a:buClrTx/>
      <a:buSzTx/>
      <a:buFontTx/>
      <a:buNone/>
      <a:tabLst/>
      <a:defRPr kumimoji="0" sz="3800" b="0" i="0" u="none" strike="noStrike" cap="none" spc="0" normalizeH="0" baseline="0">
        <a:ln>
          <a:noFill/>
        </a:ln>
        <a:solidFill>
          <a:srgbClr val="FFFFFF"/>
        </a:solidFill>
        <a:effectLst/>
        <a:uFillTx/>
        <a:latin typeface="+mn-lt"/>
        <a:ea typeface="+mn-ea"/>
        <a:cs typeface="+mn-cs"/>
        <a:sym typeface="Helvetica Light"/>
      </a:defRPr>
    </a:lvl6pPr>
    <a:lvl7pPr marL="0" marR="0" indent="1371600" algn="ctr" defTabSz="584200" rtl="0" fontAlgn="auto" latinLnBrk="0" hangingPunct="0">
      <a:lnSpc>
        <a:spcPct val="100000"/>
      </a:lnSpc>
      <a:spcBef>
        <a:spcPts val="0"/>
      </a:spcBef>
      <a:spcAft>
        <a:spcPts val="0"/>
      </a:spcAft>
      <a:buClrTx/>
      <a:buSzTx/>
      <a:buFontTx/>
      <a:buNone/>
      <a:tabLst/>
      <a:defRPr kumimoji="0" sz="3800" b="0" i="0" u="none" strike="noStrike" cap="none" spc="0" normalizeH="0" baseline="0">
        <a:ln>
          <a:noFill/>
        </a:ln>
        <a:solidFill>
          <a:srgbClr val="FFFFFF"/>
        </a:solidFill>
        <a:effectLst/>
        <a:uFillTx/>
        <a:latin typeface="+mn-lt"/>
        <a:ea typeface="+mn-ea"/>
        <a:cs typeface="+mn-cs"/>
        <a:sym typeface="Helvetica Light"/>
      </a:defRPr>
    </a:lvl7pPr>
    <a:lvl8pPr marL="0" marR="0" indent="1600200" algn="ctr" defTabSz="584200" rtl="0" fontAlgn="auto" latinLnBrk="0" hangingPunct="0">
      <a:lnSpc>
        <a:spcPct val="100000"/>
      </a:lnSpc>
      <a:spcBef>
        <a:spcPts val="0"/>
      </a:spcBef>
      <a:spcAft>
        <a:spcPts val="0"/>
      </a:spcAft>
      <a:buClrTx/>
      <a:buSzTx/>
      <a:buFontTx/>
      <a:buNone/>
      <a:tabLst/>
      <a:defRPr kumimoji="0" sz="3800" b="0" i="0" u="none" strike="noStrike" cap="none" spc="0" normalizeH="0" baseline="0">
        <a:ln>
          <a:noFill/>
        </a:ln>
        <a:solidFill>
          <a:srgbClr val="FFFFFF"/>
        </a:solidFill>
        <a:effectLst/>
        <a:uFillTx/>
        <a:latin typeface="+mn-lt"/>
        <a:ea typeface="+mn-ea"/>
        <a:cs typeface="+mn-cs"/>
        <a:sym typeface="Helvetica Light"/>
      </a:defRPr>
    </a:lvl8pPr>
    <a:lvl9pPr marL="0" marR="0" indent="1828800" algn="ctr" defTabSz="584200" rtl="0" fontAlgn="auto" latinLnBrk="0" hangingPunct="0">
      <a:lnSpc>
        <a:spcPct val="100000"/>
      </a:lnSpc>
      <a:spcBef>
        <a:spcPts val="0"/>
      </a:spcBef>
      <a:spcAft>
        <a:spcPts val="0"/>
      </a:spcAft>
      <a:buClrTx/>
      <a:buSzTx/>
      <a:buFontTx/>
      <a:buNone/>
      <a:tabLst/>
      <a:defRPr kumimoji="0" sz="3800" b="0" i="0" u="none" strike="noStrike" cap="none" spc="0" normalizeH="0" baseline="0">
        <a:ln>
          <a:noFill/>
        </a:ln>
        <a:solidFill>
          <a:srgbClr val="FFFFFF"/>
        </a:solidFill>
        <a:effectLst/>
        <a:uFillTx/>
        <a:latin typeface="+mn-lt"/>
        <a:ea typeface="+mn-ea"/>
        <a:cs typeface="+mn-cs"/>
        <a:sym typeface="Helvetica Ligh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FFFFFF"/>
        </a:fontRef>
        <a:srgbClr val="FFFFFF"/>
      </a:tcTxStyle>
      <a:tcStyle>
        <a:tcBdr>
          <a:left>
            <a:ln w="12700" cap="flat">
              <a:solidFill>
                <a:srgbClr val="B4B4B4"/>
              </a:solidFill>
              <a:prstDash val="solid"/>
              <a:miter lim="400000"/>
            </a:ln>
          </a:left>
          <a:right>
            <a:ln w="12700" cap="flat">
              <a:solidFill>
                <a:srgbClr val="B4B4B4"/>
              </a:solidFill>
              <a:prstDash val="solid"/>
              <a:miter lim="400000"/>
            </a:ln>
          </a:right>
          <a:top>
            <a:ln w="12700" cap="flat">
              <a:solidFill>
                <a:srgbClr val="B4B4B4"/>
              </a:solidFill>
              <a:prstDash val="solid"/>
              <a:miter lim="400000"/>
            </a:ln>
          </a:top>
          <a:bottom>
            <a:ln w="12700" cap="flat">
              <a:solidFill>
                <a:srgbClr val="B4B4B4"/>
              </a:solidFill>
              <a:prstDash val="solid"/>
              <a:miter lim="400000"/>
            </a:ln>
          </a:bottom>
          <a:insideH>
            <a:ln w="12700" cap="flat">
              <a:solidFill>
                <a:srgbClr val="B4B4B4"/>
              </a:solidFill>
              <a:prstDash val="solid"/>
              <a:miter lim="400000"/>
            </a:ln>
          </a:insideH>
          <a:insideV>
            <a:ln w="12700" cap="flat">
              <a:solidFill>
                <a:srgbClr val="B4B4B4"/>
              </a:solidFill>
              <a:prstDash val="solid"/>
              <a:miter lim="400000"/>
            </a:ln>
          </a:insideV>
        </a:tcBdr>
        <a:fill>
          <a:noFill/>
        </a:fill>
      </a:tcStyle>
    </a:wholeTbl>
    <a:band2H>
      <a:tcTxStyle/>
      <a:tcStyle>
        <a:tcBdr/>
        <a:fill>
          <a:solidFill>
            <a:srgbClr val="797A7C">
              <a:alpha val="30000"/>
            </a:srgbClr>
          </a:solidFill>
        </a:fill>
      </a:tcStyle>
    </a:band2H>
    <a:firstCol>
      <a:tcTxStyle b="off" i="off">
        <a:fontRef idx="minor">
          <a:srgbClr val="FFFFFF"/>
        </a:fontRef>
        <a:srgbClr val="FFFFFF"/>
      </a:tcTxStyle>
      <a:tcStyle>
        <a:tcBdr>
          <a:left>
            <a:ln w="12700" cap="flat">
              <a:solidFill>
                <a:srgbClr val="B4B4B4"/>
              </a:solidFill>
              <a:prstDash val="solid"/>
              <a:miter lim="400000"/>
            </a:ln>
          </a:left>
          <a:right>
            <a:ln w="12700" cap="flat">
              <a:solidFill>
                <a:srgbClr val="B4B4B4"/>
              </a:solidFill>
              <a:prstDash val="solid"/>
              <a:miter lim="400000"/>
            </a:ln>
          </a:right>
          <a:top>
            <a:ln w="12700" cap="flat">
              <a:solidFill>
                <a:srgbClr val="B4B4B4"/>
              </a:solidFill>
              <a:prstDash val="solid"/>
              <a:miter lim="400000"/>
            </a:ln>
          </a:top>
          <a:bottom>
            <a:ln w="12700" cap="flat">
              <a:solidFill>
                <a:srgbClr val="B4B4B4"/>
              </a:solidFill>
              <a:prstDash val="solid"/>
              <a:miter lim="400000"/>
            </a:ln>
          </a:bottom>
          <a:insideH>
            <a:ln w="12700" cap="flat">
              <a:solidFill>
                <a:srgbClr val="B4B4B4"/>
              </a:solidFill>
              <a:prstDash val="solid"/>
              <a:miter lim="400000"/>
            </a:ln>
          </a:insideH>
          <a:insideV>
            <a:ln w="12700" cap="flat">
              <a:solidFill>
                <a:srgbClr val="B4B4B4"/>
              </a:solidFill>
              <a:prstDash val="solid"/>
              <a:miter lim="400000"/>
            </a:ln>
          </a:insideV>
        </a:tcBdr>
        <a:fill>
          <a:solidFill>
            <a:srgbClr val="0F5F0C"/>
          </a:solidFill>
        </a:fill>
      </a:tcStyle>
    </a:firstCol>
    <a:lastRow>
      <a:tcTxStyle b="off" i="off">
        <a:fontRef idx="minor">
          <a:srgbClr val="FFFFFF"/>
        </a:fontRef>
        <a:srgbClr val="FFFFFF"/>
      </a:tcTxStyle>
      <a:tcStyle>
        <a:tcBdr>
          <a:left>
            <a:ln w="12700" cap="flat">
              <a:solidFill>
                <a:srgbClr val="B4B4B4"/>
              </a:solidFill>
              <a:prstDash val="solid"/>
              <a:miter lim="400000"/>
            </a:ln>
          </a:left>
          <a:right>
            <a:ln w="12700" cap="flat">
              <a:solidFill>
                <a:srgbClr val="B4B4B4"/>
              </a:solidFill>
              <a:prstDash val="solid"/>
              <a:miter lim="400000"/>
            </a:ln>
          </a:right>
          <a:top>
            <a:ln w="12700" cap="flat">
              <a:solidFill>
                <a:srgbClr val="B4B4B4"/>
              </a:solidFill>
              <a:prstDash val="solid"/>
              <a:miter lim="400000"/>
            </a:ln>
          </a:top>
          <a:bottom>
            <a:ln w="12700" cap="flat">
              <a:solidFill>
                <a:srgbClr val="B4B4B4"/>
              </a:solidFill>
              <a:prstDash val="solid"/>
              <a:miter lim="400000"/>
            </a:ln>
          </a:bottom>
          <a:insideH>
            <a:ln w="12700" cap="flat">
              <a:solidFill>
                <a:srgbClr val="B4B4B4"/>
              </a:solidFill>
              <a:prstDash val="solid"/>
              <a:miter lim="400000"/>
            </a:ln>
          </a:insideH>
          <a:insideV>
            <a:ln w="12700" cap="flat">
              <a:solidFill>
                <a:srgbClr val="B4B4B4"/>
              </a:solidFill>
              <a:prstDash val="solid"/>
              <a:miter lim="400000"/>
            </a:ln>
          </a:insideV>
        </a:tcBdr>
        <a:fill>
          <a:solidFill>
            <a:srgbClr val="0365C0"/>
          </a:solidFill>
        </a:fill>
      </a:tcStyle>
    </a:lastRow>
    <a:firstRow>
      <a:tcTxStyle b="off" i="off">
        <a:fontRef idx="minor">
          <a:srgbClr val="FFFFFF"/>
        </a:fontRef>
        <a:srgbClr val="FFFFFF"/>
      </a:tcTxStyle>
      <a:tcStyle>
        <a:tcBdr>
          <a:left>
            <a:ln w="12700" cap="flat">
              <a:solidFill>
                <a:srgbClr val="B4B4B4"/>
              </a:solidFill>
              <a:prstDash val="solid"/>
              <a:miter lim="400000"/>
            </a:ln>
          </a:left>
          <a:right>
            <a:ln w="12700" cap="flat">
              <a:solidFill>
                <a:srgbClr val="B4B4B4"/>
              </a:solidFill>
              <a:prstDash val="solid"/>
              <a:miter lim="400000"/>
            </a:ln>
          </a:right>
          <a:top>
            <a:ln w="12700" cap="flat">
              <a:solidFill>
                <a:srgbClr val="B4B4B4"/>
              </a:solidFill>
              <a:prstDash val="solid"/>
              <a:miter lim="400000"/>
            </a:ln>
          </a:top>
          <a:bottom>
            <a:ln w="12700" cap="flat">
              <a:solidFill>
                <a:srgbClr val="B4B4B4"/>
              </a:solidFill>
              <a:prstDash val="solid"/>
              <a:miter lim="400000"/>
            </a:ln>
          </a:bottom>
          <a:insideH>
            <a:ln w="12700" cap="flat">
              <a:solidFill>
                <a:srgbClr val="B4B4B4"/>
              </a:solidFill>
              <a:prstDash val="solid"/>
              <a:miter lim="400000"/>
            </a:ln>
          </a:insideH>
          <a:insideV>
            <a:ln w="12700" cap="flat">
              <a:solidFill>
                <a:srgbClr val="B4B4B4"/>
              </a:solidFill>
              <a:prstDash val="solid"/>
              <a:miter lim="400000"/>
            </a:ln>
          </a:insideV>
        </a:tcBdr>
        <a:fill>
          <a:solidFill>
            <a:srgbClr val="0365C0"/>
          </a:solidFill>
        </a:fill>
      </a:tcStyle>
    </a:firstRow>
  </a:tblStyle>
  <a:tblStyle styleId="{C7B018BB-80A7-4F77-B60F-C8B233D01FF8}" styleName="">
    <a:tblBg/>
    <a:wholeTbl>
      <a:tcTxStyle b="off" i="off">
        <a:fontRef idx="minor">
          <a:srgbClr val="FFFFFF"/>
        </a:fontRef>
        <a:srgbClr val="FFFFFF"/>
      </a:tcTxStyle>
      <a:tcStyle>
        <a:tcBdr>
          <a:left>
            <a:ln w="12700" cap="flat">
              <a:solidFill>
                <a:srgbClr val="CBCBCB"/>
              </a:solidFill>
              <a:prstDash val="solid"/>
              <a:miter lim="400000"/>
            </a:ln>
          </a:left>
          <a:right>
            <a:ln w="12700" cap="flat">
              <a:solidFill>
                <a:srgbClr val="CBCBCB"/>
              </a:solidFill>
              <a:prstDash val="solid"/>
              <a:miter lim="400000"/>
            </a:ln>
          </a:right>
          <a:top>
            <a:ln w="12700" cap="flat">
              <a:solidFill>
                <a:srgbClr val="CBCBCB"/>
              </a:solidFill>
              <a:prstDash val="solid"/>
              <a:miter lim="400000"/>
            </a:ln>
          </a:top>
          <a:bottom>
            <a:ln w="12700" cap="flat">
              <a:solidFill>
                <a:srgbClr val="CBCBCB"/>
              </a:solidFill>
              <a:prstDash val="solid"/>
              <a:miter lim="400000"/>
            </a:ln>
          </a:bottom>
          <a:insideH>
            <a:ln w="12700" cap="flat">
              <a:solidFill>
                <a:srgbClr val="CBCBCB"/>
              </a:solidFill>
              <a:prstDash val="solid"/>
              <a:miter lim="400000"/>
            </a:ln>
          </a:insideH>
          <a:insideV>
            <a:ln w="12700" cap="flat">
              <a:solidFill>
                <a:srgbClr val="CBCBCB"/>
              </a:solidFill>
              <a:prstDash val="solid"/>
              <a:miter lim="400000"/>
            </a:ln>
          </a:insideV>
        </a:tcBdr>
        <a:fill>
          <a:noFill/>
        </a:fill>
      </a:tcStyle>
    </a:wholeTbl>
    <a:band2H>
      <a:tcTxStyle/>
      <a:tcStyle>
        <a:tcBdr/>
        <a:fill>
          <a:solidFill>
            <a:srgbClr val="87CED4">
              <a:alpha val="20000"/>
            </a:srgbClr>
          </a:solidFill>
        </a:fill>
      </a:tcStyle>
    </a:band2H>
    <a:firstCol>
      <a:tcTxStyle b="off" i="off">
        <a:fontRef idx="minor">
          <a:srgbClr val="FFFFFF"/>
        </a:fontRef>
        <a:srgbClr val="FFFFFF"/>
      </a:tcTxStyle>
      <a:tcStyle>
        <a:tcBdr>
          <a:left>
            <a:ln w="12700" cap="flat">
              <a:solidFill>
                <a:srgbClr val="CBCBCB"/>
              </a:solidFill>
              <a:prstDash val="solid"/>
              <a:miter lim="400000"/>
            </a:ln>
          </a:left>
          <a:right>
            <a:ln w="12700" cap="flat">
              <a:solidFill>
                <a:srgbClr val="CBCBCB"/>
              </a:solidFill>
              <a:prstDash val="solid"/>
              <a:miter lim="400000"/>
            </a:ln>
          </a:right>
          <a:top>
            <a:ln w="12700" cap="flat">
              <a:solidFill>
                <a:srgbClr val="CBCBCB"/>
              </a:solidFill>
              <a:prstDash val="solid"/>
              <a:miter lim="400000"/>
            </a:ln>
          </a:top>
          <a:bottom>
            <a:ln w="12700" cap="flat">
              <a:solidFill>
                <a:srgbClr val="CBCBCB"/>
              </a:solidFill>
              <a:prstDash val="solid"/>
              <a:miter lim="400000"/>
            </a:ln>
          </a:bottom>
          <a:insideH>
            <a:ln w="12700" cap="flat">
              <a:solidFill>
                <a:srgbClr val="CBCBCB"/>
              </a:solidFill>
              <a:prstDash val="solid"/>
              <a:miter lim="400000"/>
            </a:ln>
          </a:insideH>
          <a:insideV>
            <a:ln w="12700" cap="flat">
              <a:solidFill>
                <a:srgbClr val="CBCBCB"/>
              </a:solidFill>
              <a:prstDash val="solid"/>
              <a:miter lim="400000"/>
            </a:ln>
          </a:insideV>
        </a:tcBdr>
        <a:fill>
          <a:solidFill>
            <a:srgbClr val="398CCE"/>
          </a:solidFill>
        </a:fill>
      </a:tcStyle>
    </a:firstCol>
    <a:lastRow>
      <a:tcTxStyle b="off" i="off">
        <a:fontRef idx="minor">
          <a:srgbClr val="FFFFFF"/>
        </a:fontRef>
        <a:srgbClr val="FFFFFF"/>
      </a:tcTxStyle>
      <a:tcStyle>
        <a:tcBdr>
          <a:left>
            <a:ln w="12700" cap="flat">
              <a:solidFill>
                <a:srgbClr val="CBCBCB"/>
              </a:solidFill>
              <a:prstDash val="solid"/>
              <a:miter lim="400000"/>
            </a:ln>
          </a:left>
          <a:right>
            <a:ln w="12700" cap="flat">
              <a:solidFill>
                <a:srgbClr val="CBCBCB"/>
              </a:solidFill>
              <a:prstDash val="solid"/>
              <a:miter lim="400000"/>
            </a:ln>
          </a:right>
          <a:top>
            <a:ln w="25400" cap="flat">
              <a:solidFill>
                <a:srgbClr val="CBCBCB"/>
              </a:solidFill>
              <a:prstDash val="solid"/>
              <a:miter lim="400000"/>
            </a:ln>
          </a:top>
          <a:bottom>
            <a:ln w="12700" cap="flat">
              <a:solidFill>
                <a:srgbClr val="CBCBCB"/>
              </a:solidFill>
              <a:prstDash val="solid"/>
              <a:miter lim="400000"/>
            </a:ln>
          </a:bottom>
          <a:insideH>
            <a:ln w="12700" cap="flat">
              <a:solidFill>
                <a:srgbClr val="CBCBCB"/>
              </a:solidFill>
              <a:prstDash val="solid"/>
              <a:miter lim="400000"/>
            </a:ln>
          </a:insideH>
          <a:insideV>
            <a:ln w="12700" cap="flat">
              <a:solidFill>
                <a:srgbClr val="CBCBCB"/>
              </a:solidFill>
              <a:prstDash val="solid"/>
              <a:miter lim="400000"/>
            </a:ln>
          </a:insideV>
        </a:tcBdr>
        <a:fill>
          <a:noFill/>
        </a:fill>
      </a:tcStyle>
    </a:lastRow>
    <a:firstRow>
      <a:tcTxStyle b="off" i="off">
        <a:fontRef idx="minor">
          <a:srgbClr val="FFFFFF"/>
        </a:fontRef>
        <a:srgbClr val="FFFFFF"/>
      </a:tcTxStyle>
      <a:tcStyle>
        <a:tcBdr>
          <a:left>
            <a:ln w="12700" cap="flat">
              <a:solidFill>
                <a:srgbClr val="CBCBCB"/>
              </a:solidFill>
              <a:prstDash val="solid"/>
              <a:miter lim="400000"/>
            </a:ln>
          </a:left>
          <a:right>
            <a:ln w="12700" cap="flat">
              <a:solidFill>
                <a:srgbClr val="CBCBCB"/>
              </a:solidFill>
              <a:prstDash val="solid"/>
              <a:miter lim="400000"/>
            </a:ln>
          </a:right>
          <a:top>
            <a:ln w="12700" cap="flat">
              <a:solidFill>
                <a:srgbClr val="CBCBCB"/>
              </a:solidFill>
              <a:prstDash val="solid"/>
              <a:miter lim="400000"/>
            </a:ln>
          </a:top>
          <a:bottom>
            <a:ln w="12700" cap="flat">
              <a:solidFill>
                <a:srgbClr val="CBCBCB"/>
              </a:solidFill>
              <a:prstDash val="solid"/>
              <a:miter lim="400000"/>
            </a:ln>
          </a:bottom>
          <a:insideH>
            <a:ln w="12700" cap="flat">
              <a:solidFill>
                <a:srgbClr val="CBCBCB"/>
              </a:solidFill>
              <a:prstDash val="solid"/>
              <a:miter lim="400000"/>
            </a:ln>
          </a:insideH>
          <a:insideV>
            <a:ln w="12700" cap="flat">
              <a:solidFill>
                <a:srgbClr val="CBCBCB"/>
              </a:solidFill>
              <a:prstDash val="solid"/>
              <a:miter lim="400000"/>
            </a:ln>
          </a:insideV>
        </a:tcBdr>
        <a:fill>
          <a:solidFill>
            <a:srgbClr val="0365C0"/>
          </a:solidFill>
        </a:fill>
      </a:tcStyle>
    </a:firstRow>
  </a:tblStyle>
  <a:tblStyle styleId="{EEE7283C-3CF3-47DC-8721-378D4A62B228}" styleName="">
    <a:tblBg/>
    <a:wholeTbl>
      <a:tcTxStyle b="off" i="off">
        <a:fontRef idx="minor">
          <a:srgbClr val="FFFFFF"/>
        </a:fontRef>
        <a:srgbClr val="FFFFFF"/>
      </a:tcTxStyle>
      <a:tcStyle>
        <a:tcBdr>
          <a:left>
            <a:ln w="12700" cap="flat">
              <a:noFill/>
              <a:miter lim="400000"/>
            </a:ln>
          </a:left>
          <a:right>
            <a:ln w="12700" cap="flat">
              <a:noFill/>
              <a:miter lim="400000"/>
            </a:ln>
          </a:right>
          <a:top>
            <a:ln w="12700" cap="flat">
              <a:solidFill>
                <a:srgbClr val="929292"/>
              </a:solidFill>
              <a:prstDash val="solid"/>
              <a:miter lim="400000"/>
            </a:ln>
          </a:top>
          <a:bottom>
            <a:ln w="12700" cap="flat">
              <a:solidFill>
                <a:srgbClr val="929292"/>
              </a:solidFill>
              <a:prstDash val="solid"/>
              <a:miter lim="400000"/>
            </a:ln>
          </a:bottom>
          <a:insideH>
            <a:ln w="12700" cap="flat">
              <a:solidFill>
                <a:srgbClr val="929292"/>
              </a:solidFill>
              <a:prstDash val="solid"/>
              <a:miter lim="400000"/>
            </a:ln>
          </a:insideH>
          <a:insideV>
            <a:ln w="12700" cap="flat">
              <a:noFill/>
              <a:miter lim="400000"/>
            </a:ln>
          </a:insideV>
        </a:tcBdr>
        <a:fill>
          <a:noFill/>
        </a:fill>
      </a:tcStyle>
    </a:wholeTbl>
    <a:band2H>
      <a:tcTxStyle/>
      <a:tcStyle>
        <a:tcBdr/>
        <a:fill>
          <a:solidFill>
            <a:srgbClr val="5DC123">
              <a:alpha val="19000"/>
            </a:srgbClr>
          </a:solidFill>
        </a:fill>
      </a:tcStyle>
    </a:band2H>
    <a:firstCol>
      <a:tcTxStyle b="off" i="off">
        <a:fontRef idx="minor">
          <a:srgbClr val="FFFFFF"/>
        </a:fontRef>
        <a:srgbClr val="FFFFFF"/>
      </a:tcTxStyle>
      <a:tcStyle>
        <a:tcBdr>
          <a:left>
            <a:ln w="12700" cap="flat">
              <a:solidFill>
                <a:srgbClr val="FFFFFF"/>
              </a:solidFill>
              <a:prstDash val="solid"/>
              <a:miter lim="400000"/>
            </a:ln>
          </a:left>
          <a:right>
            <a:ln w="25400" cap="flat">
              <a:solidFill>
                <a:srgbClr val="CBCBCB"/>
              </a:solidFill>
              <a:prstDash val="solid"/>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2"/>
          </a:solidFill>
        </a:fill>
      </a:tcStyle>
    </a:firstCol>
    <a:lastRow>
      <a:tcTxStyle b="off" i="off">
        <a:fontRef idx="minor">
          <a:srgbClr val="FFFFFF"/>
        </a:fontRef>
        <a:srgbClr val="FFFFFF"/>
      </a:tcTxStyle>
      <a:tcStyle>
        <a:tcBdr>
          <a:left>
            <a:ln w="12700" cap="flat">
              <a:noFill/>
              <a:miter lim="400000"/>
            </a:ln>
          </a:left>
          <a:right>
            <a:ln w="12700" cap="flat">
              <a:noFill/>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noFill/>
              <a:miter lim="400000"/>
            </a:ln>
          </a:insideH>
          <a:insideV>
            <a:ln w="12700" cap="flat">
              <a:noFill/>
              <a:miter lim="400000"/>
            </a:ln>
          </a:insideV>
        </a:tcBdr>
        <a:fill>
          <a:solidFill>
            <a:srgbClr val="33632E"/>
          </a:solidFill>
        </a:fill>
      </a:tcStyle>
    </a:lastRow>
    <a:firstRow>
      <a:tcTxStyle b="off" i="off">
        <a:fontRef idx="minor">
          <a:srgbClr val="FFFFFF"/>
        </a:fontRef>
        <a:srgbClr val="FFFFFF"/>
      </a:tcTxStyle>
      <a:tcStyle>
        <a:tcBdr>
          <a:left>
            <a:ln w="12700" cap="flat">
              <a:noFill/>
              <a:miter lim="400000"/>
            </a:ln>
          </a:left>
          <a:right>
            <a:ln w="12700" cap="flat">
              <a:noFill/>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noFill/>
              <a:miter lim="400000"/>
            </a:ln>
          </a:insideH>
          <a:insideV>
            <a:ln w="12700" cap="flat">
              <a:noFill/>
              <a:miter lim="400000"/>
            </a:ln>
          </a:insideV>
        </a:tcBdr>
        <a:fill>
          <a:solidFill>
            <a:srgbClr val="33632E"/>
          </a:solidFill>
        </a:fill>
      </a:tcStyle>
    </a:firstRow>
  </a:tblStyle>
  <a:tblStyle styleId="{CF821DB8-F4EB-4A41-A1BA-3FCAFE7338EE}" styleName="">
    <a:tblBg/>
    <a:wholeTbl>
      <a:tcTxStyle b="off"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wholeTbl>
    <a:band2H>
      <a:tcTxStyle/>
      <a:tcStyle>
        <a:tcBdr/>
        <a:fill>
          <a:solidFill>
            <a:srgbClr val="797A7C">
              <a:alpha val="30000"/>
            </a:srgbClr>
          </a:solidFill>
        </a:fill>
      </a:tcStyle>
    </a:band2H>
    <a:firstCol>
      <a:tcTxStyle b="off" i="off">
        <a:fontRef idx="minor">
          <a:srgbClr val="000000"/>
        </a:fontRef>
        <a:srgbClr val="000000"/>
      </a:tcTxStyle>
      <a:tcStyle>
        <a:tcBdr>
          <a:left>
            <a:ln w="12700" cap="flat">
              <a:solidFill>
                <a:srgbClr val="FFFFFF"/>
              </a:solidFill>
              <a:prstDash val="solid"/>
              <a:miter lim="400000"/>
            </a:ln>
          </a:left>
          <a:right>
            <a:ln w="25400" cap="flat">
              <a:solidFill>
                <a:srgbClr val="FFFFFF"/>
              </a:solidFill>
              <a:prstDash val="solid"/>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6">
              <a:hueOff val="105381"/>
              <a:satOff val="14341"/>
              <a:lumOff val="10801"/>
            </a:schemeClr>
          </a:solidFill>
        </a:fill>
      </a:tcStyle>
    </a:firstCol>
    <a:lastRow>
      <a:tcTxStyle b="off" i="off">
        <a:fontRef idx="minor">
          <a:srgbClr val="FFFFFF"/>
        </a:fontRef>
        <a:srgbClr val="FFFFFF"/>
      </a:tcTxStyle>
      <a:tcStyle>
        <a:tcBdr>
          <a:left>
            <a:ln w="12700" cap="flat">
              <a:noFill/>
              <a:miter lim="400000"/>
            </a:ln>
          </a:left>
          <a:right>
            <a:ln w="12700" cap="flat">
              <a:noFill/>
              <a:miter lim="400000"/>
            </a:ln>
          </a:right>
          <a:top>
            <a:ln w="25400" cap="flat">
              <a:solidFill>
                <a:srgbClr val="FFFFFF"/>
              </a:solidFill>
              <a:prstDash val="solid"/>
              <a:miter lim="400000"/>
            </a:ln>
          </a:top>
          <a:bottom>
            <a:ln w="12700" cap="flat">
              <a:solidFill>
                <a:srgbClr val="FFFFFF"/>
              </a:solidFill>
              <a:prstDash val="solid"/>
              <a:miter lim="400000"/>
            </a:ln>
          </a:bottom>
          <a:insideH>
            <a:ln w="12700" cap="flat">
              <a:noFill/>
              <a:miter lim="400000"/>
            </a:ln>
          </a:insideH>
          <a:insideV>
            <a:ln w="12700" cap="flat">
              <a:noFill/>
              <a:miter lim="400000"/>
            </a:ln>
          </a:insideV>
        </a:tcBdr>
        <a:fill>
          <a:noFill/>
        </a:fill>
      </a:tcStyle>
    </a:lastRow>
    <a:firstRow>
      <a:tcTxStyle b="off" i="off">
        <a:fontRef idx="minor">
          <a:srgbClr val="000000"/>
        </a:fontRef>
        <a:srgbClr val="000000"/>
      </a:tcTxStyle>
      <a:tcStyle>
        <a:tcBdr>
          <a:left>
            <a:ln w="12700" cap="flat">
              <a:noFill/>
              <a:miter lim="400000"/>
            </a:ln>
          </a:left>
          <a:right>
            <a:ln w="12700" cap="flat">
              <a:noFill/>
              <a:miter lim="400000"/>
            </a:ln>
          </a:right>
          <a:top>
            <a:ln w="12700" cap="flat">
              <a:solidFill>
                <a:srgbClr val="FFFFFF"/>
              </a:solidFill>
              <a:prstDash val="solid"/>
              <a:miter lim="400000"/>
            </a:ln>
          </a:top>
          <a:bottom>
            <a:ln w="25400" cap="flat">
              <a:solidFill>
                <a:srgbClr val="FFFFFF"/>
              </a:solidFill>
              <a:prstDash val="solid"/>
              <a:miter lim="400000"/>
            </a:ln>
          </a:bottom>
          <a:insideH>
            <a:ln w="12700" cap="flat">
              <a:noFill/>
              <a:miter lim="400000"/>
            </a:ln>
          </a:insideH>
          <a:insideV>
            <a:ln w="12700" cap="flat">
              <a:noFill/>
              <a:miter lim="400000"/>
            </a:ln>
          </a:insideV>
        </a:tcBdr>
        <a:fill>
          <a:solidFill>
            <a:schemeClr val="accent6">
              <a:hueOff val="105381"/>
              <a:satOff val="14341"/>
              <a:lumOff val="10801"/>
            </a:schemeClr>
          </a:solidFill>
        </a:fill>
      </a:tcStyle>
    </a:firstRow>
  </a:tblStyle>
  <a:tblStyle styleId="{33BA23B1-9221-436E-865A-0063620EA4FD}" styleName="">
    <a:tblBg/>
    <a:wholeTbl>
      <a:tcTxStyle b="off" i="off">
        <a:fontRef idx="minor">
          <a:srgbClr val="FFFFFF"/>
        </a:fontRef>
        <a:srgbClr val="FFFFFF"/>
      </a:tcTxStyle>
      <a:tcStyle>
        <a:tcBdr>
          <a:left>
            <a:ln w="12700" cap="flat">
              <a:noFill/>
              <a:miter lim="400000"/>
            </a:ln>
          </a:left>
          <a:right>
            <a:ln w="12700" cap="flat">
              <a:noFill/>
              <a:miter lim="400000"/>
            </a:ln>
          </a:right>
          <a:top>
            <a:ln w="12700" cap="flat">
              <a:solidFill>
                <a:srgbClr val="CBCBCB"/>
              </a:solidFill>
              <a:prstDash val="solid"/>
              <a:miter lim="400000"/>
            </a:ln>
          </a:top>
          <a:bottom>
            <a:ln w="12700" cap="flat">
              <a:solidFill>
                <a:srgbClr val="CBCBCB"/>
              </a:solidFill>
              <a:prstDash val="solid"/>
              <a:miter lim="400000"/>
            </a:ln>
          </a:bottom>
          <a:insideH>
            <a:ln w="12700" cap="flat">
              <a:solidFill>
                <a:srgbClr val="CBCBCB"/>
              </a:solidFill>
              <a:prstDash val="solid"/>
              <a:miter lim="400000"/>
            </a:ln>
          </a:insideH>
          <a:insideV>
            <a:ln w="12700" cap="flat">
              <a:noFill/>
              <a:miter lim="400000"/>
            </a:ln>
          </a:insideV>
        </a:tcBdr>
        <a:fill>
          <a:noFill/>
        </a:fill>
      </a:tcStyle>
    </a:wholeTbl>
    <a:band2H>
      <a:tcTxStyle/>
      <a:tcStyle>
        <a:tcBdr/>
        <a:fill>
          <a:solidFill>
            <a:srgbClr val="797A7C">
              <a:alpha val="30000"/>
            </a:srgbClr>
          </a:solidFill>
        </a:fill>
      </a:tcStyle>
    </a:band2H>
    <a:firstCol>
      <a:tcTxStyle b="off" i="off">
        <a:fontRef idx="minor">
          <a:srgbClr val="FFFFFF"/>
        </a:fontRef>
        <a:srgbClr val="FFFFFF"/>
      </a:tcTxStyle>
      <a:tcStyle>
        <a:tcBdr>
          <a:left>
            <a:ln w="12700" cap="flat">
              <a:solidFill>
                <a:srgbClr val="CBCBCB"/>
              </a:solidFill>
              <a:prstDash val="solid"/>
              <a:miter lim="400000"/>
            </a:ln>
          </a:left>
          <a:right>
            <a:ln w="12700" cap="flat">
              <a:solidFill>
                <a:srgbClr val="CBCBCB"/>
              </a:solidFill>
              <a:prstDash val="solid"/>
              <a:miter lim="400000"/>
            </a:ln>
          </a:right>
          <a:top>
            <a:ln w="12700" cap="flat">
              <a:solidFill>
                <a:srgbClr val="CBCBCB"/>
              </a:solidFill>
              <a:prstDash val="solid"/>
              <a:miter lim="400000"/>
            </a:ln>
          </a:top>
          <a:bottom>
            <a:ln w="12700" cap="flat">
              <a:solidFill>
                <a:srgbClr val="CBCBCB"/>
              </a:solidFill>
              <a:prstDash val="solid"/>
              <a:miter lim="400000"/>
            </a:ln>
          </a:bottom>
          <a:insideH>
            <a:ln w="12700" cap="flat">
              <a:solidFill>
                <a:srgbClr val="CBCBCB"/>
              </a:solidFill>
              <a:prstDash val="solid"/>
              <a:miter lim="400000"/>
            </a:ln>
          </a:insideH>
          <a:insideV>
            <a:ln w="12700" cap="flat">
              <a:noFill/>
              <a:miter lim="400000"/>
            </a:ln>
          </a:insideV>
        </a:tcBdr>
        <a:fill>
          <a:solidFill>
            <a:srgbClr val="545761"/>
          </a:solidFill>
        </a:fill>
      </a:tcStyle>
    </a:firstCol>
    <a:lastRow>
      <a:tcTxStyle b="off" i="off">
        <a:fontRef idx="minor">
          <a:srgbClr val="FFFFFF"/>
        </a:fontRef>
        <a:srgbClr val="FFFFFF"/>
      </a:tcTxStyle>
      <a:tcStyle>
        <a:tcBdr>
          <a:left>
            <a:ln w="12700" cap="flat">
              <a:noFill/>
              <a:miter lim="400000"/>
            </a:ln>
          </a:left>
          <a:right>
            <a:ln w="12700" cap="flat">
              <a:noFill/>
              <a:miter lim="400000"/>
            </a:ln>
          </a:right>
          <a:top>
            <a:ln w="12700" cap="flat">
              <a:solidFill>
                <a:srgbClr val="CBCBCB"/>
              </a:solidFill>
              <a:prstDash val="solid"/>
              <a:miter lim="400000"/>
            </a:ln>
          </a:top>
          <a:bottom>
            <a:ln w="12700" cap="flat">
              <a:solidFill>
                <a:srgbClr val="CBCBCB"/>
              </a:solidFill>
              <a:prstDash val="solid"/>
              <a:miter lim="400000"/>
            </a:ln>
          </a:bottom>
          <a:insideH>
            <a:ln w="12700" cap="flat">
              <a:noFill/>
              <a:miter lim="400000"/>
            </a:ln>
          </a:insideH>
          <a:insideV>
            <a:ln w="12700" cap="flat">
              <a:noFill/>
              <a:miter lim="400000"/>
            </a:ln>
          </a:insideV>
        </a:tcBdr>
        <a:fill>
          <a:solidFill>
            <a:srgbClr val="777C83"/>
          </a:solidFill>
        </a:fill>
      </a:tcStyle>
    </a:lastRow>
    <a:firstRow>
      <a:tcTxStyle b="off" i="off">
        <a:fontRef idx="minor">
          <a:srgbClr val="FFFFFF"/>
        </a:fontRef>
        <a:srgbClr val="FFFFFF"/>
      </a:tcTxStyle>
      <a:tcStyle>
        <a:tcBdr>
          <a:left>
            <a:ln w="12700" cap="flat">
              <a:noFill/>
              <a:miter lim="400000"/>
            </a:ln>
          </a:left>
          <a:right>
            <a:ln w="12700" cap="flat">
              <a:noFill/>
              <a:miter lim="400000"/>
            </a:ln>
          </a:right>
          <a:top>
            <a:ln w="12700" cap="flat">
              <a:solidFill>
                <a:srgbClr val="CBCBCB"/>
              </a:solidFill>
              <a:prstDash val="solid"/>
              <a:miter lim="400000"/>
            </a:ln>
          </a:top>
          <a:bottom>
            <a:ln w="12700" cap="flat">
              <a:solidFill>
                <a:srgbClr val="FFFFFF"/>
              </a:solidFill>
              <a:prstDash val="solid"/>
              <a:miter lim="400000"/>
            </a:ln>
          </a:bottom>
          <a:insideH>
            <a:ln w="12700" cap="flat">
              <a:noFill/>
              <a:miter lim="400000"/>
            </a:ln>
          </a:insideH>
          <a:insideV>
            <a:ln w="12700" cap="flat">
              <a:noFill/>
              <a:miter lim="400000"/>
            </a:ln>
          </a:insideV>
        </a:tcBdr>
        <a:fill>
          <a:solidFill>
            <a:srgbClr val="777C83"/>
          </a:solidFill>
        </a:fill>
      </a:tcStyle>
    </a:firstRow>
  </a:tblStyle>
  <a:tblStyle styleId="{2708684C-4D16-4618-839F-0558EEFCDFE6}" styleName="">
    <a:tblBg/>
    <a:wholeTbl>
      <a:tcTxStyle b="off" i="off">
        <a:fontRef idx="minor">
          <a:srgbClr val="FFFFFF"/>
        </a:fontRef>
        <a:srgbClr val="FFFFFF"/>
      </a:tcTxStyle>
      <a:tcStyle>
        <a:tcBdr>
          <a:left>
            <a:ln w="12700" cap="flat">
              <a:solidFill>
                <a:srgbClr val="FFFFFF"/>
              </a:solidFill>
              <a:custDash>
                <a:ds d="200000" sp="200000"/>
              </a:custDash>
              <a:miter lim="400000"/>
            </a:ln>
          </a:left>
          <a:right>
            <a:ln w="12700" cap="flat">
              <a:solidFill>
                <a:srgbClr val="FFFFFF"/>
              </a:solidFill>
              <a:custDash>
                <a:ds d="200000" sp="200000"/>
              </a:custDash>
              <a:miter lim="400000"/>
            </a:ln>
          </a:right>
          <a:top>
            <a:ln w="12700" cap="flat">
              <a:solidFill>
                <a:srgbClr val="FFFFFF"/>
              </a:solidFill>
              <a:custDash>
                <a:ds d="200000" sp="200000"/>
              </a:custDash>
              <a:miter lim="400000"/>
            </a:ln>
          </a:top>
          <a:bottom>
            <a:ln w="12700" cap="flat">
              <a:solidFill>
                <a:srgbClr val="FFFFFF"/>
              </a:solidFill>
              <a:custDash>
                <a:ds d="200000" sp="200000"/>
              </a:custDash>
              <a:miter lim="400000"/>
            </a:ln>
          </a:bottom>
          <a:insideH>
            <a:ln w="12700" cap="flat">
              <a:solidFill>
                <a:srgbClr val="FFFFFF"/>
              </a:solidFill>
              <a:custDash>
                <a:ds d="200000" sp="200000"/>
              </a:custDash>
              <a:miter lim="400000"/>
            </a:ln>
          </a:insideH>
          <a:insideV>
            <a:ln w="12700" cap="flat">
              <a:solidFill>
                <a:srgbClr val="FFFFFF"/>
              </a:solidFill>
              <a:custDash>
                <a:ds d="200000" sp="200000"/>
              </a:custDash>
              <a:miter lim="400000"/>
            </a:ln>
          </a:insideV>
        </a:tcBdr>
        <a:fill>
          <a:noFill/>
        </a:fill>
      </a:tcStyle>
    </a:wholeTbl>
    <a:band2H>
      <a:tcTxStyle/>
      <a:tcStyle>
        <a:tcBdr/>
        <a:fill>
          <a:solidFill>
            <a:srgbClr val="797A7C">
              <a:alpha val="30000"/>
            </a:srgbClr>
          </a:solidFill>
        </a:fill>
      </a:tcStyle>
    </a:band2H>
    <a:firstCol>
      <a:tcTxStyle b="on" i="off">
        <a:font>
          <a:latin typeface="Helvetica"/>
          <a:ea typeface="Helvetica"/>
          <a:cs typeface="Helvetica"/>
        </a:font>
        <a:srgbClr val="FFFFFF"/>
      </a:tcTxStyle>
      <a:tcStyle>
        <a:tcBdr>
          <a:left>
            <a:ln w="12700" cap="flat">
              <a:noFill/>
              <a:miter lim="400000"/>
            </a:ln>
          </a:left>
          <a:right>
            <a:ln w="12700" cap="flat">
              <a:solidFill>
                <a:srgbClr val="FFFFFF"/>
              </a:solidFill>
              <a:prstDash val="solid"/>
              <a:miter lim="400000"/>
            </a:ln>
          </a:right>
          <a:top>
            <a:ln w="12700" cap="flat">
              <a:solidFill>
                <a:srgbClr val="FFFFFF"/>
              </a:solidFill>
              <a:custDash>
                <a:ds d="200000" sp="200000"/>
              </a:custDash>
              <a:miter lim="400000"/>
            </a:ln>
          </a:top>
          <a:bottom>
            <a:ln w="12700" cap="flat">
              <a:solidFill>
                <a:srgbClr val="FFFFFF"/>
              </a:solidFill>
              <a:custDash>
                <a:ds d="200000" sp="200000"/>
              </a:custDash>
              <a:miter lim="400000"/>
            </a:ln>
          </a:bottom>
          <a:insideH>
            <a:ln w="12700" cap="flat">
              <a:solidFill>
                <a:srgbClr val="FFFFFF"/>
              </a:solidFill>
              <a:custDash>
                <a:ds d="200000" sp="200000"/>
              </a:custDash>
              <a:miter lim="400000"/>
            </a:ln>
          </a:insideH>
          <a:insideV>
            <a:ln w="12700" cap="flat">
              <a:solidFill>
                <a:srgbClr val="FFFFFF"/>
              </a:solidFill>
              <a:custDash>
                <a:ds d="200000" sp="200000"/>
              </a:custDash>
              <a:miter lim="400000"/>
            </a:ln>
          </a:insideV>
        </a:tcBdr>
        <a:fill>
          <a:noFill/>
        </a:fill>
      </a:tcStyle>
    </a:firstCol>
    <a:lastRow>
      <a:tcTxStyle b="on" i="off">
        <a:font>
          <a:latin typeface="Helvetica"/>
          <a:ea typeface="Helvetica"/>
          <a:cs typeface="Helvetica"/>
        </a:font>
        <a:srgbClr val="FFFFFF"/>
      </a:tcTxStyle>
      <a:tcStyle>
        <a:tcBdr>
          <a:left>
            <a:ln w="12700" cap="flat">
              <a:solidFill>
                <a:srgbClr val="FFFFFF"/>
              </a:solidFill>
              <a:custDash>
                <a:ds d="200000" sp="200000"/>
              </a:custDash>
              <a:miter lim="400000"/>
            </a:ln>
          </a:left>
          <a:right>
            <a:ln w="12700" cap="flat">
              <a:solidFill>
                <a:srgbClr val="FFFFFF"/>
              </a:solidFill>
              <a:custDash>
                <a:ds d="200000" sp="200000"/>
              </a:custDash>
              <a:miter lim="400000"/>
            </a:ln>
          </a:right>
          <a:top>
            <a:ln w="12700" cap="flat">
              <a:solidFill>
                <a:srgbClr val="FFFFFF"/>
              </a:solidFill>
              <a:prstDash val="solid"/>
              <a:miter lim="400000"/>
            </a:ln>
          </a:top>
          <a:bottom>
            <a:ln w="12700" cap="flat">
              <a:noFill/>
              <a:miter lim="400000"/>
            </a:ln>
          </a:bottom>
          <a:insideH>
            <a:ln w="12700" cap="flat">
              <a:noFill/>
              <a:miter lim="400000"/>
            </a:ln>
          </a:insideH>
          <a:insideV>
            <a:ln w="12700" cap="flat">
              <a:solidFill>
                <a:srgbClr val="FFFFFF"/>
              </a:solidFill>
              <a:custDash>
                <a:ds d="200000" sp="200000"/>
              </a:custDash>
              <a:miter lim="400000"/>
            </a:ln>
          </a:insideV>
        </a:tcBdr>
        <a:fill>
          <a:noFill/>
        </a:fill>
      </a:tcStyle>
    </a:lastRow>
    <a:firstRow>
      <a:tcTxStyle b="on" i="off">
        <a:font>
          <a:latin typeface="Helvetica"/>
          <a:ea typeface="Helvetica"/>
          <a:cs typeface="Helvetica"/>
        </a:font>
        <a:srgbClr val="FFFFFF"/>
      </a:tcTxStyle>
      <a:tcStyle>
        <a:tcBdr>
          <a:left>
            <a:ln w="12700" cap="flat">
              <a:solidFill>
                <a:srgbClr val="FFFFFF"/>
              </a:solidFill>
              <a:custDash>
                <a:ds d="200000" sp="200000"/>
              </a:custDash>
              <a:miter lim="400000"/>
            </a:ln>
          </a:left>
          <a:right>
            <a:ln w="12700" cap="flat">
              <a:solidFill>
                <a:srgbClr val="FFFFFF"/>
              </a:solidFill>
              <a:custDash>
                <a:ds d="200000" sp="200000"/>
              </a:custDash>
              <a:miter lim="400000"/>
            </a:ln>
          </a:right>
          <a:top>
            <a:ln w="12700" cap="flat">
              <a:noFill/>
              <a:miter lim="400000"/>
            </a:ln>
          </a:top>
          <a:bottom>
            <a:ln w="12700" cap="flat">
              <a:solidFill>
                <a:srgbClr val="FFFFFF"/>
              </a:solidFill>
              <a:prstDash val="solid"/>
              <a:miter lim="400000"/>
            </a:ln>
          </a:bottom>
          <a:insideH>
            <a:ln w="12700" cap="flat">
              <a:noFill/>
              <a:miter lim="400000"/>
            </a:ln>
          </a:insideH>
          <a:insideV>
            <a:ln w="12700" cap="flat">
              <a:solidFill>
                <a:srgbClr val="FFFFFF"/>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725"/>
    <p:restoredTop sz="94671"/>
  </p:normalViewPr>
  <p:slideViewPr>
    <p:cSldViewPr snapToGrid="0" snapToObjects="1">
      <p:cViewPr varScale="1">
        <p:scale>
          <a:sx n="57" d="100"/>
          <a:sy n="57" d="100"/>
        </p:scale>
        <p:origin x="162" y="66"/>
      </p:cViewPr>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6" name="Shape 116"/>
          <p:cNvSpPr>
            <a:spLocks noGrp="1" noRot="1" noChangeAspect="1"/>
          </p:cNvSpPr>
          <p:nvPr>
            <p:ph type="sldImg"/>
          </p:nvPr>
        </p:nvSpPr>
        <p:spPr>
          <a:xfrm>
            <a:off x="1143000" y="685800"/>
            <a:ext cx="4572000" cy="3429000"/>
          </a:xfrm>
          <a:prstGeom prst="rect">
            <a:avLst/>
          </a:prstGeom>
        </p:spPr>
        <p:txBody>
          <a:bodyPr/>
          <a:lstStyle/>
          <a:p>
            <a:endParaRPr/>
          </a:p>
        </p:txBody>
      </p:sp>
      <p:sp>
        <p:nvSpPr>
          <p:cNvPr id="117" name="Shape 117"/>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1337785108"/>
      </p:ext>
    </p:extLst>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1146121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7147594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标题与副标题">
    <p:spTree>
      <p:nvGrpSpPr>
        <p:cNvPr id="1" name=""/>
        <p:cNvGrpSpPr/>
        <p:nvPr/>
      </p:nvGrpSpPr>
      <p:grpSpPr>
        <a:xfrm>
          <a:off x="0" y="0"/>
          <a:ext cx="0" cy="0"/>
          <a:chOff x="0" y="0"/>
          <a:chExt cx="0" cy="0"/>
        </a:xfrm>
      </p:grpSpPr>
      <p:sp>
        <p:nvSpPr>
          <p:cNvPr id="11" name="Shape 11"/>
          <p:cNvSpPr>
            <a:spLocks noGrp="1"/>
          </p:cNvSpPr>
          <p:nvPr>
            <p:ph type="title"/>
          </p:nvPr>
        </p:nvSpPr>
        <p:spPr>
          <a:xfrm>
            <a:off x="1270000" y="1638300"/>
            <a:ext cx="10464800" cy="3302000"/>
          </a:xfrm>
          <a:prstGeom prst="rect">
            <a:avLst/>
          </a:prstGeom>
        </p:spPr>
        <p:txBody>
          <a:bodyPr anchor="b"/>
          <a:lstStyle/>
          <a:p>
            <a:r>
              <a:t>标题文本</a:t>
            </a:r>
          </a:p>
        </p:txBody>
      </p:sp>
      <p:sp>
        <p:nvSpPr>
          <p:cNvPr id="12" name="Shape 12"/>
          <p:cNvSpPr>
            <a:spLocks noGrp="1"/>
          </p:cNvSpPr>
          <p:nvPr>
            <p:ph type="body" sz="quarter" idx="1"/>
          </p:nvPr>
        </p:nvSpPr>
        <p:spPr>
          <a:xfrm>
            <a:off x="1270000" y="5029200"/>
            <a:ext cx="10464800" cy="1130300"/>
          </a:xfrm>
          <a:prstGeom prst="rect">
            <a:avLst/>
          </a:prstGeom>
        </p:spPr>
        <p:txBody>
          <a:bodyPr anchor="t"/>
          <a:lstStyle>
            <a:lvl1pPr marL="0" indent="0" algn="ctr">
              <a:spcBef>
                <a:spcPts val="0"/>
              </a:spcBef>
              <a:buSzTx/>
              <a:buNone/>
              <a:defRPr sz="3200"/>
            </a:lvl1pPr>
            <a:lvl2pPr marL="0" indent="228600" algn="ctr">
              <a:spcBef>
                <a:spcPts val="0"/>
              </a:spcBef>
              <a:buSzTx/>
              <a:buNone/>
              <a:defRPr sz="3200"/>
            </a:lvl2pPr>
            <a:lvl3pPr marL="0" indent="457200" algn="ctr">
              <a:spcBef>
                <a:spcPts val="0"/>
              </a:spcBef>
              <a:buSzTx/>
              <a:buNone/>
              <a:defRPr sz="3200"/>
            </a:lvl3pPr>
            <a:lvl4pPr marL="0" indent="685800" algn="ctr">
              <a:spcBef>
                <a:spcPts val="0"/>
              </a:spcBef>
              <a:buSzTx/>
              <a:buNone/>
              <a:defRPr sz="3200"/>
            </a:lvl4pPr>
            <a:lvl5pPr marL="0" indent="914400" algn="ctr">
              <a:spcBef>
                <a:spcPts val="0"/>
              </a:spcBef>
              <a:buSzTx/>
              <a:buNone/>
              <a:defRPr sz="3200"/>
            </a:lvl5pPr>
          </a:lstStyle>
          <a:p>
            <a:r>
              <a:t>正文级别 1</a:t>
            </a:r>
          </a:p>
          <a:p>
            <a:pPr lvl="1"/>
            <a:r>
              <a:t>正文级别 2</a:t>
            </a:r>
          </a:p>
          <a:p>
            <a:pPr lvl="2"/>
            <a:r>
              <a:t>正文级别 3</a:t>
            </a:r>
          </a:p>
          <a:p>
            <a:pPr lvl="3"/>
            <a:r>
              <a:t>正文级别 4</a:t>
            </a:r>
          </a:p>
          <a:p>
            <a:pPr lvl="4"/>
            <a:r>
              <a:t>正文级别 5</a:t>
            </a:r>
          </a:p>
        </p:txBody>
      </p:sp>
      <p:sp>
        <p:nvSpPr>
          <p:cNvPr id="13" name="Shape 13"/>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照片 - 水平">
    <p:spTree>
      <p:nvGrpSpPr>
        <p:cNvPr id="1" name=""/>
        <p:cNvGrpSpPr/>
        <p:nvPr/>
      </p:nvGrpSpPr>
      <p:grpSpPr>
        <a:xfrm>
          <a:off x="0" y="0"/>
          <a:ext cx="0" cy="0"/>
          <a:chOff x="0" y="0"/>
          <a:chExt cx="0" cy="0"/>
        </a:xfrm>
      </p:grpSpPr>
      <p:sp>
        <p:nvSpPr>
          <p:cNvPr id="20" name="Shape 20"/>
          <p:cNvSpPr>
            <a:spLocks noGrp="1"/>
          </p:cNvSpPr>
          <p:nvPr>
            <p:ph type="pic" idx="13"/>
          </p:nvPr>
        </p:nvSpPr>
        <p:spPr>
          <a:xfrm>
            <a:off x="1600200" y="635000"/>
            <a:ext cx="9779000" cy="5918200"/>
          </a:xfrm>
          <a:prstGeom prst="rect">
            <a:avLst/>
          </a:prstGeom>
        </p:spPr>
        <p:txBody>
          <a:bodyPr lIns="91439" tIns="45719" rIns="91439" bIns="45719" anchor="t">
            <a:noAutofit/>
          </a:bodyPr>
          <a:lstStyle/>
          <a:p>
            <a:endParaRPr/>
          </a:p>
        </p:txBody>
      </p:sp>
      <p:sp>
        <p:nvSpPr>
          <p:cNvPr id="21" name="Shape 21"/>
          <p:cNvSpPr>
            <a:spLocks noGrp="1"/>
          </p:cNvSpPr>
          <p:nvPr>
            <p:ph type="title"/>
          </p:nvPr>
        </p:nvSpPr>
        <p:spPr>
          <a:xfrm>
            <a:off x="1270000" y="6718300"/>
            <a:ext cx="10464800" cy="1422400"/>
          </a:xfrm>
          <a:prstGeom prst="rect">
            <a:avLst/>
          </a:prstGeom>
        </p:spPr>
        <p:txBody>
          <a:bodyPr anchor="b"/>
          <a:lstStyle/>
          <a:p>
            <a:r>
              <a:t>标题文本</a:t>
            </a:r>
          </a:p>
        </p:txBody>
      </p:sp>
      <p:sp>
        <p:nvSpPr>
          <p:cNvPr id="22" name="Shape 22"/>
          <p:cNvSpPr>
            <a:spLocks noGrp="1"/>
          </p:cNvSpPr>
          <p:nvPr>
            <p:ph type="body" sz="quarter" idx="1"/>
          </p:nvPr>
        </p:nvSpPr>
        <p:spPr>
          <a:xfrm>
            <a:off x="1270000" y="8191500"/>
            <a:ext cx="10464800" cy="1219200"/>
          </a:xfrm>
          <a:prstGeom prst="rect">
            <a:avLst/>
          </a:prstGeom>
        </p:spPr>
        <p:txBody>
          <a:bodyPr anchor="t"/>
          <a:lstStyle>
            <a:lvl1pPr marL="0" indent="0" algn="ctr">
              <a:spcBef>
                <a:spcPts val="0"/>
              </a:spcBef>
              <a:buSzTx/>
              <a:buNone/>
              <a:defRPr sz="3200"/>
            </a:lvl1pPr>
            <a:lvl2pPr marL="0" indent="228600" algn="ctr">
              <a:spcBef>
                <a:spcPts val="0"/>
              </a:spcBef>
              <a:buSzTx/>
              <a:buNone/>
              <a:defRPr sz="3200"/>
            </a:lvl2pPr>
            <a:lvl3pPr marL="0" indent="457200" algn="ctr">
              <a:spcBef>
                <a:spcPts val="0"/>
              </a:spcBef>
              <a:buSzTx/>
              <a:buNone/>
              <a:defRPr sz="3200"/>
            </a:lvl3pPr>
            <a:lvl4pPr marL="0" indent="685800" algn="ctr">
              <a:spcBef>
                <a:spcPts val="0"/>
              </a:spcBef>
              <a:buSzTx/>
              <a:buNone/>
              <a:defRPr sz="3200"/>
            </a:lvl4pPr>
            <a:lvl5pPr marL="0" indent="914400" algn="ctr">
              <a:spcBef>
                <a:spcPts val="0"/>
              </a:spcBef>
              <a:buSzTx/>
              <a:buNone/>
              <a:defRPr sz="3200"/>
            </a:lvl5pPr>
          </a:lstStyle>
          <a:p>
            <a:r>
              <a:t>正文级别 1</a:t>
            </a:r>
          </a:p>
          <a:p>
            <a:pPr lvl="1"/>
            <a:r>
              <a:t>正文级别 2</a:t>
            </a:r>
          </a:p>
          <a:p>
            <a:pPr lvl="2"/>
            <a:r>
              <a:t>正文级别 3</a:t>
            </a:r>
          </a:p>
          <a:p>
            <a:pPr lvl="3"/>
            <a:r>
              <a:t>正文级别 4</a:t>
            </a:r>
          </a:p>
          <a:p>
            <a:pPr lvl="4"/>
            <a:r>
              <a:t>正文级别 5</a:t>
            </a:r>
          </a:p>
        </p:txBody>
      </p:sp>
      <p:sp>
        <p:nvSpPr>
          <p:cNvPr id="23" name="Shape 23"/>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标题 - 居中">
    <p:spTree>
      <p:nvGrpSpPr>
        <p:cNvPr id="1" name=""/>
        <p:cNvGrpSpPr/>
        <p:nvPr/>
      </p:nvGrpSpPr>
      <p:grpSpPr>
        <a:xfrm>
          <a:off x="0" y="0"/>
          <a:ext cx="0" cy="0"/>
          <a:chOff x="0" y="0"/>
          <a:chExt cx="0" cy="0"/>
        </a:xfrm>
      </p:grpSpPr>
      <p:sp>
        <p:nvSpPr>
          <p:cNvPr id="30" name="Shape 30"/>
          <p:cNvSpPr>
            <a:spLocks noGrp="1"/>
          </p:cNvSpPr>
          <p:nvPr>
            <p:ph type="title"/>
          </p:nvPr>
        </p:nvSpPr>
        <p:spPr>
          <a:xfrm>
            <a:off x="1270000" y="3225800"/>
            <a:ext cx="10464800" cy="3302000"/>
          </a:xfrm>
          <a:prstGeom prst="rect">
            <a:avLst/>
          </a:prstGeom>
        </p:spPr>
        <p:txBody>
          <a:bodyPr/>
          <a:lstStyle/>
          <a:p>
            <a:r>
              <a:t>标题文本</a:t>
            </a:r>
          </a:p>
        </p:txBody>
      </p:sp>
      <p:sp>
        <p:nvSpPr>
          <p:cNvPr id="31" name="Shape 3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照片 - 垂直">
    <p:spTree>
      <p:nvGrpSpPr>
        <p:cNvPr id="1" name=""/>
        <p:cNvGrpSpPr/>
        <p:nvPr/>
      </p:nvGrpSpPr>
      <p:grpSpPr>
        <a:xfrm>
          <a:off x="0" y="0"/>
          <a:ext cx="0" cy="0"/>
          <a:chOff x="0" y="0"/>
          <a:chExt cx="0" cy="0"/>
        </a:xfrm>
      </p:grpSpPr>
      <p:sp>
        <p:nvSpPr>
          <p:cNvPr id="38" name="Shape 38"/>
          <p:cNvSpPr>
            <a:spLocks noGrp="1"/>
          </p:cNvSpPr>
          <p:nvPr>
            <p:ph type="pic" sz="half" idx="13"/>
          </p:nvPr>
        </p:nvSpPr>
        <p:spPr>
          <a:xfrm>
            <a:off x="6718300" y="762000"/>
            <a:ext cx="5334000" cy="8242300"/>
          </a:xfrm>
          <a:prstGeom prst="rect">
            <a:avLst/>
          </a:prstGeom>
        </p:spPr>
        <p:txBody>
          <a:bodyPr lIns="91439" tIns="45719" rIns="91439" bIns="45719" anchor="t">
            <a:noAutofit/>
          </a:bodyPr>
          <a:lstStyle/>
          <a:p>
            <a:endParaRPr/>
          </a:p>
        </p:txBody>
      </p:sp>
      <p:sp>
        <p:nvSpPr>
          <p:cNvPr id="39" name="Shape 39"/>
          <p:cNvSpPr>
            <a:spLocks noGrp="1"/>
          </p:cNvSpPr>
          <p:nvPr>
            <p:ph type="title"/>
          </p:nvPr>
        </p:nvSpPr>
        <p:spPr>
          <a:xfrm>
            <a:off x="952500" y="762000"/>
            <a:ext cx="5334000" cy="4000500"/>
          </a:xfrm>
          <a:prstGeom prst="rect">
            <a:avLst/>
          </a:prstGeom>
        </p:spPr>
        <p:txBody>
          <a:bodyPr anchor="b"/>
          <a:lstStyle>
            <a:lvl1pPr>
              <a:defRPr sz="6000"/>
            </a:lvl1pPr>
          </a:lstStyle>
          <a:p>
            <a:r>
              <a:t>标题文本</a:t>
            </a:r>
          </a:p>
        </p:txBody>
      </p:sp>
      <p:sp>
        <p:nvSpPr>
          <p:cNvPr id="40" name="Shape 40"/>
          <p:cNvSpPr>
            <a:spLocks noGrp="1"/>
          </p:cNvSpPr>
          <p:nvPr>
            <p:ph type="body" sz="quarter" idx="1"/>
          </p:nvPr>
        </p:nvSpPr>
        <p:spPr>
          <a:xfrm>
            <a:off x="952500" y="5003800"/>
            <a:ext cx="5334000" cy="4000500"/>
          </a:xfrm>
          <a:prstGeom prst="rect">
            <a:avLst/>
          </a:prstGeom>
        </p:spPr>
        <p:txBody>
          <a:bodyPr anchor="t"/>
          <a:lstStyle>
            <a:lvl1pPr marL="0" indent="0" algn="ctr">
              <a:spcBef>
                <a:spcPts val="0"/>
              </a:spcBef>
              <a:buSzTx/>
              <a:buNone/>
              <a:defRPr sz="3200"/>
            </a:lvl1pPr>
            <a:lvl2pPr marL="0" indent="228600" algn="ctr">
              <a:spcBef>
                <a:spcPts val="0"/>
              </a:spcBef>
              <a:buSzTx/>
              <a:buNone/>
              <a:defRPr sz="3200"/>
            </a:lvl2pPr>
            <a:lvl3pPr marL="0" indent="457200" algn="ctr">
              <a:spcBef>
                <a:spcPts val="0"/>
              </a:spcBef>
              <a:buSzTx/>
              <a:buNone/>
              <a:defRPr sz="3200"/>
            </a:lvl3pPr>
            <a:lvl4pPr marL="0" indent="685800" algn="ctr">
              <a:spcBef>
                <a:spcPts val="0"/>
              </a:spcBef>
              <a:buSzTx/>
              <a:buNone/>
              <a:defRPr sz="3200"/>
            </a:lvl4pPr>
            <a:lvl5pPr marL="0" indent="914400" algn="ctr">
              <a:spcBef>
                <a:spcPts val="0"/>
              </a:spcBef>
              <a:buSzTx/>
              <a:buNone/>
              <a:defRPr sz="3200"/>
            </a:lvl5pPr>
          </a:lstStyle>
          <a:p>
            <a:r>
              <a:t>正文级别 1</a:t>
            </a:r>
          </a:p>
          <a:p>
            <a:pPr lvl="1"/>
            <a:r>
              <a:t>正文级别 2</a:t>
            </a:r>
          </a:p>
          <a:p>
            <a:pPr lvl="2"/>
            <a:r>
              <a:t>正文级别 3</a:t>
            </a:r>
          </a:p>
          <a:p>
            <a:pPr lvl="3"/>
            <a:r>
              <a:t>正文级别 4</a:t>
            </a:r>
          </a:p>
          <a:p>
            <a:pPr lvl="4"/>
            <a:r>
              <a:t>正文级别 5</a:t>
            </a:r>
          </a:p>
        </p:txBody>
      </p:sp>
      <p:sp>
        <p:nvSpPr>
          <p:cNvPr id="41" name="Shape 4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标题 - 顶部对齐">
    <p:spTree>
      <p:nvGrpSpPr>
        <p:cNvPr id="1" name=""/>
        <p:cNvGrpSpPr/>
        <p:nvPr/>
      </p:nvGrpSpPr>
      <p:grpSpPr>
        <a:xfrm>
          <a:off x="0" y="0"/>
          <a:ext cx="0" cy="0"/>
          <a:chOff x="0" y="0"/>
          <a:chExt cx="0" cy="0"/>
        </a:xfrm>
      </p:grpSpPr>
      <p:sp>
        <p:nvSpPr>
          <p:cNvPr id="48" name="Shape 48"/>
          <p:cNvSpPr>
            <a:spLocks noGrp="1"/>
          </p:cNvSpPr>
          <p:nvPr>
            <p:ph type="title"/>
          </p:nvPr>
        </p:nvSpPr>
        <p:spPr>
          <a:prstGeom prst="rect">
            <a:avLst/>
          </a:prstGeom>
        </p:spPr>
        <p:txBody>
          <a:bodyPr/>
          <a:lstStyle/>
          <a:p>
            <a:r>
              <a:t>标题文本</a:t>
            </a:r>
          </a:p>
        </p:txBody>
      </p:sp>
      <p:sp>
        <p:nvSpPr>
          <p:cNvPr id="49" name="Shape 49"/>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标题与项目符号">
    <p:spTree>
      <p:nvGrpSpPr>
        <p:cNvPr id="1" name=""/>
        <p:cNvGrpSpPr/>
        <p:nvPr/>
      </p:nvGrpSpPr>
      <p:grpSpPr>
        <a:xfrm>
          <a:off x="0" y="0"/>
          <a:ext cx="0" cy="0"/>
          <a:chOff x="0" y="0"/>
          <a:chExt cx="0" cy="0"/>
        </a:xfrm>
      </p:grpSpPr>
      <p:sp>
        <p:nvSpPr>
          <p:cNvPr id="56" name="Shape 56"/>
          <p:cNvSpPr>
            <a:spLocks noGrp="1"/>
          </p:cNvSpPr>
          <p:nvPr>
            <p:ph type="title"/>
          </p:nvPr>
        </p:nvSpPr>
        <p:spPr>
          <a:prstGeom prst="rect">
            <a:avLst/>
          </a:prstGeom>
        </p:spPr>
        <p:txBody>
          <a:bodyPr/>
          <a:lstStyle/>
          <a:p>
            <a:r>
              <a:t>标题文本</a:t>
            </a:r>
          </a:p>
        </p:txBody>
      </p:sp>
      <p:sp>
        <p:nvSpPr>
          <p:cNvPr id="57" name="Shape 57"/>
          <p:cNvSpPr>
            <a:spLocks noGrp="1"/>
          </p:cNvSpPr>
          <p:nvPr>
            <p:ph type="body" idx="1"/>
          </p:nvPr>
        </p:nvSpPr>
        <p:spPr>
          <a:prstGeom prst="rect">
            <a:avLst/>
          </a:prstGeom>
        </p:spPr>
        <p:txBody>
          <a:bodyPr/>
          <a:lstStyle/>
          <a:p>
            <a:r>
              <a:t>正文级别 1</a:t>
            </a:r>
          </a:p>
          <a:p>
            <a:pPr lvl="1"/>
            <a:r>
              <a:t>正文级别 2</a:t>
            </a:r>
          </a:p>
          <a:p>
            <a:pPr lvl="2"/>
            <a:r>
              <a:t>正文级别 3</a:t>
            </a:r>
          </a:p>
          <a:p>
            <a:pPr lvl="3"/>
            <a:r>
              <a:t>正文级别 4</a:t>
            </a:r>
          </a:p>
          <a:p>
            <a:pPr lvl="4"/>
            <a:r>
              <a:t>正文级别 5</a:t>
            </a:r>
          </a:p>
        </p:txBody>
      </p:sp>
      <p:sp>
        <p:nvSpPr>
          <p:cNvPr id="58" name="Shape 58"/>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标题、项目符号与照片">
    <p:spTree>
      <p:nvGrpSpPr>
        <p:cNvPr id="1" name=""/>
        <p:cNvGrpSpPr/>
        <p:nvPr/>
      </p:nvGrpSpPr>
      <p:grpSpPr>
        <a:xfrm>
          <a:off x="0" y="0"/>
          <a:ext cx="0" cy="0"/>
          <a:chOff x="0" y="0"/>
          <a:chExt cx="0" cy="0"/>
        </a:xfrm>
      </p:grpSpPr>
      <p:sp>
        <p:nvSpPr>
          <p:cNvPr id="65" name="Shape 65"/>
          <p:cNvSpPr>
            <a:spLocks noGrp="1"/>
          </p:cNvSpPr>
          <p:nvPr>
            <p:ph type="pic" sz="half" idx="13"/>
          </p:nvPr>
        </p:nvSpPr>
        <p:spPr>
          <a:xfrm>
            <a:off x="6718300" y="2590800"/>
            <a:ext cx="5334000" cy="6286500"/>
          </a:xfrm>
          <a:prstGeom prst="rect">
            <a:avLst/>
          </a:prstGeom>
        </p:spPr>
        <p:txBody>
          <a:bodyPr lIns="91439" tIns="45719" rIns="91439" bIns="45719" anchor="t">
            <a:noAutofit/>
          </a:bodyPr>
          <a:lstStyle/>
          <a:p>
            <a:endParaRPr/>
          </a:p>
        </p:txBody>
      </p:sp>
      <p:sp>
        <p:nvSpPr>
          <p:cNvPr id="66" name="Shape 66"/>
          <p:cNvSpPr>
            <a:spLocks noGrp="1"/>
          </p:cNvSpPr>
          <p:nvPr>
            <p:ph type="title"/>
          </p:nvPr>
        </p:nvSpPr>
        <p:spPr>
          <a:prstGeom prst="rect">
            <a:avLst/>
          </a:prstGeom>
        </p:spPr>
        <p:txBody>
          <a:bodyPr/>
          <a:lstStyle/>
          <a:p>
            <a:r>
              <a:t>标题文本</a:t>
            </a:r>
          </a:p>
        </p:txBody>
      </p:sp>
      <p:sp>
        <p:nvSpPr>
          <p:cNvPr id="67" name="Shape 67"/>
          <p:cNvSpPr>
            <a:spLocks noGrp="1"/>
          </p:cNvSpPr>
          <p:nvPr>
            <p:ph type="body" sz="half" idx="1"/>
          </p:nvPr>
        </p:nvSpPr>
        <p:spPr>
          <a:xfrm>
            <a:off x="952500" y="2590800"/>
            <a:ext cx="5334000" cy="6286500"/>
          </a:xfrm>
          <a:prstGeom prst="rect">
            <a:avLst/>
          </a:prstGeom>
        </p:spPr>
        <p:txBody>
          <a:bodyPr/>
          <a:lstStyle>
            <a:lvl1pPr marL="381000" indent="-381000">
              <a:spcBef>
                <a:spcPts val="3800"/>
              </a:spcBef>
              <a:defRPr sz="2800"/>
            </a:lvl1pPr>
            <a:lvl2pPr marL="762000" indent="-381000">
              <a:spcBef>
                <a:spcPts val="3800"/>
              </a:spcBef>
              <a:defRPr sz="2800"/>
            </a:lvl2pPr>
            <a:lvl3pPr marL="1143000" indent="-381000">
              <a:spcBef>
                <a:spcPts val="3800"/>
              </a:spcBef>
              <a:defRPr sz="2800"/>
            </a:lvl3pPr>
            <a:lvl4pPr marL="1524000" indent="-381000">
              <a:spcBef>
                <a:spcPts val="3800"/>
              </a:spcBef>
              <a:defRPr sz="2800"/>
            </a:lvl4pPr>
            <a:lvl5pPr marL="1905000" indent="-381000">
              <a:spcBef>
                <a:spcPts val="3800"/>
              </a:spcBef>
              <a:defRPr sz="2800"/>
            </a:lvl5pPr>
          </a:lstStyle>
          <a:p>
            <a:r>
              <a:t>正文级别 1</a:t>
            </a:r>
          </a:p>
          <a:p>
            <a:pPr lvl="1"/>
            <a:r>
              <a:t>正文级别 2</a:t>
            </a:r>
          </a:p>
          <a:p>
            <a:pPr lvl="2"/>
            <a:r>
              <a:t>正文级别 3</a:t>
            </a:r>
          </a:p>
          <a:p>
            <a:pPr lvl="3"/>
            <a:r>
              <a:t>正文级别 4</a:t>
            </a:r>
          </a:p>
          <a:p>
            <a:pPr lvl="4"/>
            <a:r>
              <a:t>正文级别 5</a:t>
            </a:r>
          </a:p>
        </p:txBody>
      </p:sp>
      <p:sp>
        <p:nvSpPr>
          <p:cNvPr id="68" name="Shape 68"/>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项目符号">
    <p:spTree>
      <p:nvGrpSpPr>
        <p:cNvPr id="1" name=""/>
        <p:cNvGrpSpPr/>
        <p:nvPr/>
      </p:nvGrpSpPr>
      <p:grpSpPr>
        <a:xfrm>
          <a:off x="0" y="0"/>
          <a:ext cx="0" cy="0"/>
          <a:chOff x="0" y="0"/>
          <a:chExt cx="0" cy="0"/>
        </a:xfrm>
      </p:grpSpPr>
      <p:sp>
        <p:nvSpPr>
          <p:cNvPr id="75" name="Shape 75"/>
          <p:cNvSpPr>
            <a:spLocks noGrp="1"/>
          </p:cNvSpPr>
          <p:nvPr>
            <p:ph type="body" idx="1"/>
          </p:nvPr>
        </p:nvSpPr>
        <p:spPr>
          <a:xfrm>
            <a:off x="952500" y="1270000"/>
            <a:ext cx="11099800" cy="7213600"/>
          </a:xfrm>
          <a:prstGeom prst="rect">
            <a:avLst/>
          </a:prstGeom>
        </p:spPr>
        <p:txBody>
          <a:bodyPr/>
          <a:lstStyle/>
          <a:p>
            <a:r>
              <a:t>正文级别 1</a:t>
            </a:r>
          </a:p>
          <a:p>
            <a:pPr lvl="1"/>
            <a:r>
              <a:t>正文级别 2</a:t>
            </a:r>
          </a:p>
          <a:p>
            <a:pPr lvl="2"/>
            <a:r>
              <a:t>正文级别 3</a:t>
            </a:r>
          </a:p>
          <a:p>
            <a:pPr lvl="3"/>
            <a:r>
              <a:t>正文级别 4</a:t>
            </a:r>
          </a:p>
          <a:p>
            <a:pPr lvl="4"/>
            <a:r>
              <a:t>正文级别 5</a:t>
            </a:r>
          </a:p>
        </p:txBody>
      </p:sp>
      <p:sp>
        <p:nvSpPr>
          <p:cNvPr id="76" name="Shape 76"/>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照片 - 3 联">
    <p:spTree>
      <p:nvGrpSpPr>
        <p:cNvPr id="1" name=""/>
        <p:cNvGrpSpPr/>
        <p:nvPr/>
      </p:nvGrpSpPr>
      <p:grpSpPr>
        <a:xfrm>
          <a:off x="0" y="0"/>
          <a:ext cx="0" cy="0"/>
          <a:chOff x="0" y="0"/>
          <a:chExt cx="0" cy="0"/>
        </a:xfrm>
      </p:grpSpPr>
      <p:sp>
        <p:nvSpPr>
          <p:cNvPr id="83" name="Shape 83"/>
          <p:cNvSpPr>
            <a:spLocks noGrp="1"/>
          </p:cNvSpPr>
          <p:nvPr>
            <p:ph type="pic" sz="quarter" idx="13"/>
          </p:nvPr>
        </p:nvSpPr>
        <p:spPr>
          <a:xfrm>
            <a:off x="6718300" y="5092700"/>
            <a:ext cx="5334000" cy="3898900"/>
          </a:xfrm>
          <a:prstGeom prst="rect">
            <a:avLst/>
          </a:prstGeom>
        </p:spPr>
        <p:txBody>
          <a:bodyPr lIns="91439" tIns="45719" rIns="91439" bIns="45719" anchor="t">
            <a:noAutofit/>
          </a:bodyPr>
          <a:lstStyle/>
          <a:p>
            <a:endParaRPr/>
          </a:p>
        </p:txBody>
      </p:sp>
      <p:sp>
        <p:nvSpPr>
          <p:cNvPr id="84" name="Shape 84"/>
          <p:cNvSpPr>
            <a:spLocks noGrp="1"/>
          </p:cNvSpPr>
          <p:nvPr>
            <p:ph type="pic" sz="quarter" idx="14"/>
          </p:nvPr>
        </p:nvSpPr>
        <p:spPr>
          <a:xfrm>
            <a:off x="6718300" y="762000"/>
            <a:ext cx="5334000" cy="3898900"/>
          </a:xfrm>
          <a:prstGeom prst="rect">
            <a:avLst/>
          </a:prstGeom>
        </p:spPr>
        <p:txBody>
          <a:bodyPr lIns="91439" tIns="45719" rIns="91439" bIns="45719" anchor="t">
            <a:noAutofit/>
          </a:bodyPr>
          <a:lstStyle/>
          <a:p>
            <a:endParaRPr/>
          </a:p>
        </p:txBody>
      </p:sp>
      <p:sp>
        <p:nvSpPr>
          <p:cNvPr id="85" name="Shape 85"/>
          <p:cNvSpPr>
            <a:spLocks noGrp="1"/>
          </p:cNvSpPr>
          <p:nvPr>
            <p:ph type="pic" sz="half" idx="15"/>
          </p:nvPr>
        </p:nvSpPr>
        <p:spPr>
          <a:xfrm>
            <a:off x="952500" y="762884"/>
            <a:ext cx="5334000" cy="8229601"/>
          </a:xfrm>
          <a:prstGeom prst="rect">
            <a:avLst/>
          </a:prstGeom>
        </p:spPr>
        <p:txBody>
          <a:bodyPr lIns="91439" tIns="45719" rIns="91439" bIns="45719" anchor="t">
            <a:noAutofit/>
          </a:bodyPr>
          <a:lstStyle/>
          <a:p>
            <a:endParaRPr/>
          </a:p>
        </p:txBody>
      </p:sp>
      <p:sp>
        <p:nvSpPr>
          <p:cNvPr id="86" name="Shape 86"/>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引文">
    <p:spTree>
      <p:nvGrpSpPr>
        <p:cNvPr id="1" name=""/>
        <p:cNvGrpSpPr/>
        <p:nvPr/>
      </p:nvGrpSpPr>
      <p:grpSpPr>
        <a:xfrm>
          <a:off x="0" y="0"/>
          <a:ext cx="0" cy="0"/>
          <a:chOff x="0" y="0"/>
          <a:chExt cx="0" cy="0"/>
        </a:xfrm>
      </p:grpSpPr>
      <p:sp>
        <p:nvSpPr>
          <p:cNvPr id="93" name="Shape 93"/>
          <p:cNvSpPr>
            <a:spLocks noGrp="1"/>
          </p:cNvSpPr>
          <p:nvPr>
            <p:ph type="body" sz="quarter" idx="13"/>
          </p:nvPr>
        </p:nvSpPr>
        <p:spPr>
          <a:xfrm>
            <a:off x="1270000" y="6362700"/>
            <a:ext cx="10464800" cy="533400"/>
          </a:xfrm>
          <a:prstGeom prst="rect">
            <a:avLst/>
          </a:prstGeom>
        </p:spPr>
        <p:txBody>
          <a:bodyPr anchor="t">
            <a:spAutoFit/>
          </a:bodyPr>
          <a:lstStyle>
            <a:lvl1pPr marL="0" indent="0" algn="ctr">
              <a:spcBef>
                <a:spcPts val="0"/>
              </a:spcBef>
              <a:buSzTx/>
              <a:buNone/>
              <a:defRPr sz="2800" b="1">
                <a:latin typeface="Helvetica"/>
                <a:ea typeface="Helvetica"/>
                <a:cs typeface="Helvetica"/>
                <a:sym typeface="Helvetica"/>
              </a:defRPr>
            </a:lvl1pPr>
          </a:lstStyle>
          <a:p>
            <a:r>
              <a:t>–Johnny Appleseed</a:t>
            </a:r>
          </a:p>
        </p:txBody>
      </p:sp>
      <p:sp>
        <p:nvSpPr>
          <p:cNvPr id="94" name="Shape 94"/>
          <p:cNvSpPr>
            <a:spLocks noGrp="1"/>
          </p:cNvSpPr>
          <p:nvPr>
            <p:ph type="body" sz="quarter" idx="14"/>
          </p:nvPr>
        </p:nvSpPr>
        <p:spPr>
          <a:xfrm>
            <a:off x="1270000" y="4203699"/>
            <a:ext cx="10464800" cy="812801"/>
          </a:xfrm>
          <a:prstGeom prst="rect">
            <a:avLst/>
          </a:prstGeom>
        </p:spPr>
        <p:txBody>
          <a:bodyPr>
            <a:spAutoFit/>
          </a:bodyPr>
          <a:lstStyle>
            <a:lvl1pPr marL="0" indent="0" algn="ctr">
              <a:spcBef>
                <a:spcPts val="2400"/>
              </a:spcBef>
              <a:buSzTx/>
              <a:buNone/>
              <a:defRPr sz="4000"/>
            </a:lvl1pPr>
          </a:lstStyle>
          <a:p>
            <a:r>
              <a:t>“在此键入引文。”</a:t>
            </a:r>
          </a:p>
        </p:txBody>
      </p:sp>
      <p:sp>
        <p:nvSpPr>
          <p:cNvPr id="95" name="Shape 95"/>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照片">
    <p:spTree>
      <p:nvGrpSpPr>
        <p:cNvPr id="1" name=""/>
        <p:cNvGrpSpPr/>
        <p:nvPr/>
      </p:nvGrpSpPr>
      <p:grpSpPr>
        <a:xfrm>
          <a:off x="0" y="0"/>
          <a:ext cx="0" cy="0"/>
          <a:chOff x="0" y="0"/>
          <a:chExt cx="0" cy="0"/>
        </a:xfrm>
      </p:grpSpPr>
      <p:sp>
        <p:nvSpPr>
          <p:cNvPr id="102" name="Shape 102"/>
          <p:cNvSpPr>
            <a:spLocks noGrp="1"/>
          </p:cNvSpPr>
          <p:nvPr>
            <p:ph type="pic" idx="13"/>
          </p:nvPr>
        </p:nvSpPr>
        <p:spPr>
          <a:xfrm>
            <a:off x="0" y="0"/>
            <a:ext cx="13004800" cy="9753600"/>
          </a:xfrm>
          <a:prstGeom prst="rect">
            <a:avLst/>
          </a:prstGeom>
        </p:spPr>
        <p:txBody>
          <a:bodyPr lIns="91439" tIns="45719" rIns="91439" bIns="45719" anchor="t">
            <a:noAutofit/>
          </a:bodyPr>
          <a:lstStyle/>
          <a:p>
            <a:endParaRPr/>
          </a:p>
        </p:txBody>
      </p:sp>
      <p:sp>
        <p:nvSpPr>
          <p:cNvPr id="103" name="Shape 103"/>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空白">
    <p:spTree>
      <p:nvGrpSpPr>
        <p:cNvPr id="1" name=""/>
        <p:cNvGrpSpPr/>
        <p:nvPr/>
      </p:nvGrpSpPr>
      <p:grpSpPr>
        <a:xfrm>
          <a:off x="0" y="0"/>
          <a:ext cx="0" cy="0"/>
          <a:chOff x="0" y="0"/>
          <a:chExt cx="0" cy="0"/>
        </a:xfrm>
      </p:grpSpPr>
      <p:sp>
        <p:nvSpPr>
          <p:cNvPr id="110" name="Shape 110"/>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4"/>
          <a:srcRect/>
          <a:stretch>
            <a:fillRect/>
          </a:stretch>
        </a:blipFill>
        <a:effectLst/>
      </p:bgPr>
    </p:bg>
    <p:spTree>
      <p:nvGrpSpPr>
        <p:cNvPr id="1" name=""/>
        <p:cNvGrpSpPr/>
        <p:nvPr/>
      </p:nvGrpSpPr>
      <p:grpSpPr>
        <a:xfrm>
          <a:off x="0" y="0"/>
          <a:ext cx="0" cy="0"/>
          <a:chOff x="0" y="0"/>
          <a:chExt cx="0" cy="0"/>
        </a:xfrm>
      </p:grpSpPr>
      <p:sp>
        <p:nvSpPr>
          <p:cNvPr id="2" name="Shape 2"/>
          <p:cNvSpPr>
            <a:spLocks noGrp="1"/>
          </p:cNvSpPr>
          <p:nvPr>
            <p:ph type="title"/>
          </p:nvPr>
        </p:nvSpPr>
        <p:spPr>
          <a:xfrm>
            <a:off x="952500" y="406400"/>
            <a:ext cx="11099800" cy="2120900"/>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normAutofit/>
          </a:bodyPr>
          <a:lstStyle/>
          <a:p>
            <a:r>
              <a:t>标题文本</a:t>
            </a:r>
          </a:p>
        </p:txBody>
      </p:sp>
      <p:sp>
        <p:nvSpPr>
          <p:cNvPr id="3" name="Shape 3"/>
          <p:cNvSpPr>
            <a:spLocks noGrp="1"/>
          </p:cNvSpPr>
          <p:nvPr>
            <p:ph type="body" idx="1"/>
          </p:nvPr>
        </p:nvSpPr>
        <p:spPr>
          <a:xfrm>
            <a:off x="952500" y="2590800"/>
            <a:ext cx="11099800" cy="6286500"/>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normAutofit/>
          </a:bodyPr>
          <a:lstStyle/>
          <a:p>
            <a:r>
              <a:t>正文级别 1</a:t>
            </a:r>
          </a:p>
          <a:p>
            <a:pPr lvl="1"/>
            <a:r>
              <a:t>正文级别 2</a:t>
            </a:r>
          </a:p>
          <a:p>
            <a:pPr lvl="2"/>
            <a:r>
              <a:t>正文级别 3</a:t>
            </a:r>
          </a:p>
          <a:p>
            <a:pPr lvl="3"/>
            <a:r>
              <a:t>正文级别 4</a:t>
            </a:r>
          </a:p>
          <a:p>
            <a:pPr lvl="4"/>
            <a:r>
              <a:t>正文级别 5</a:t>
            </a:r>
          </a:p>
        </p:txBody>
      </p:sp>
      <p:sp>
        <p:nvSpPr>
          <p:cNvPr id="4" name="Shape 4"/>
          <p:cNvSpPr>
            <a:spLocks noGrp="1"/>
          </p:cNvSpPr>
          <p:nvPr>
            <p:ph type="sldNum" sz="quarter" idx="2"/>
          </p:nvPr>
        </p:nvSpPr>
        <p:spPr>
          <a:xfrm>
            <a:off x="6311798" y="9245600"/>
            <a:ext cx="368504" cy="381000"/>
          </a:xfrm>
          <a:prstGeom prst="rect">
            <a:avLst/>
          </a:prstGeom>
          <a:ln w="12700">
            <a:miter lim="400000"/>
          </a:ln>
        </p:spPr>
        <p:txBody>
          <a:bodyPr wrap="none" lIns="50800" tIns="50800" rIns="50800" bIns="50800">
            <a:spAutoFit/>
          </a:bodyPr>
          <a:lstStyle>
            <a:lvl1pPr>
              <a:defRPr sz="1800"/>
            </a:lvl1pPr>
          </a:lstStyle>
          <a:p>
            <a:fld id="{86CB4B4D-7CA3-9044-876B-883B54F8677D}" type="slidenum">
              <a:t>‹#›</a:t>
            </a:fld>
            <a:endParaRPr/>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med"/>
  <p:txStyles>
    <p:titleStyle>
      <a:lvl1pPr marL="0" marR="0" indent="0" algn="ctr" defTabSz="584200" rtl="0" latinLnBrk="0">
        <a:lnSpc>
          <a:spcPct val="100000"/>
        </a:lnSpc>
        <a:spcBef>
          <a:spcPts val="0"/>
        </a:spcBef>
        <a:spcAft>
          <a:spcPts val="0"/>
        </a:spcAft>
        <a:buClrTx/>
        <a:buSzTx/>
        <a:buFontTx/>
        <a:buNone/>
        <a:tabLst/>
        <a:defRPr sz="8000" b="0" i="0" u="none" strike="noStrike" cap="none" spc="0" baseline="0">
          <a:ln>
            <a:noFill/>
          </a:ln>
          <a:solidFill>
            <a:srgbClr val="FFFFFF"/>
          </a:solidFill>
          <a:uFillTx/>
          <a:latin typeface="+mn-lt"/>
          <a:ea typeface="+mn-ea"/>
          <a:cs typeface="+mn-cs"/>
          <a:sym typeface="Helvetica Light"/>
        </a:defRPr>
      </a:lvl1pPr>
      <a:lvl2pPr marL="0" marR="0" indent="2286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FFFFFF"/>
          </a:solidFill>
          <a:uFillTx/>
          <a:latin typeface="+mn-lt"/>
          <a:ea typeface="+mn-ea"/>
          <a:cs typeface="+mn-cs"/>
          <a:sym typeface="Helvetica Light"/>
        </a:defRPr>
      </a:lvl2pPr>
      <a:lvl3pPr marL="0" marR="0" indent="4572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FFFFFF"/>
          </a:solidFill>
          <a:uFillTx/>
          <a:latin typeface="+mn-lt"/>
          <a:ea typeface="+mn-ea"/>
          <a:cs typeface="+mn-cs"/>
          <a:sym typeface="Helvetica Light"/>
        </a:defRPr>
      </a:lvl3pPr>
      <a:lvl4pPr marL="0" marR="0" indent="6858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FFFFFF"/>
          </a:solidFill>
          <a:uFillTx/>
          <a:latin typeface="+mn-lt"/>
          <a:ea typeface="+mn-ea"/>
          <a:cs typeface="+mn-cs"/>
          <a:sym typeface="Helvetica Light"/>
        </a:defRPr>
      </a:lvl4pPr>
      <a:lvl5pPr marL="0" marR="0" indent="9144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FFFFFF"/>
          </a:solidFill>
          <a:uFillTx/>
          <a:latin typeface="+mn-lt"/>
          <a:ea typeface="+mn-ea"/>
          <a:cs typeface="+mn-cs"/>
          <a:sym typeface="Helvetica Light"/>
        </a:defRPr>
      </a:lvl5pPr>
      <a:lvl6pPr marL="0" marR="0" indent="11430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FFFFFF"/>
          </a:solidFill>
          <a:uFillTx/>
          <a:latin typeface="+mn-lt"/>
          <a:ea typeface="+mn-ea"/>
          <a:cs typeface="+mn-cs"/>
          <a:sym typeface="Helvetica Light"/>
        </a:defRPr>
      </a:lvl6pPr>
      <a:lvl7pPr marL="0" marR="0" indent="13716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FFFFFF"/>
          </a:solidFill>
          <a:uFillTx/>
          <a:latin typeface="+mn-lt"/>
          <a:ea typeface="+mn-ea"/>
          <a:cs typeface="+mn-cs"/>
          <a:sym typeface="Helvetica Light"/>
        </a:defRPr>
      </a:lvl7pPr>
      <a:lvl8pPr marL="0" marR="0" indent="16002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FFFFFF"/>
          </a:solidFill>
          <a:uFillTx/>
          <a:latin typeface="+mn-lt"/>
          <a:ea typeface="+mn-ea"/>
          <a:cs typeface="+mn-cs"/>
          <a:sym typeface="Helvetica Light"/>
        </a:defRPr>
      </a:lvl8pPr>
      <a:lvl9pPr marL="0" marR="0" indent="18288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FFFFFF"/>
          </a:solidFill>
          <a:uFillTx/>
          <a:latin typeface="+mn-lt"/>
          <a:ea typeface="+mn-ea"/>
          <a:cs typeface="+mn-cs"/>
          <a:sym typeface="Helvetica Light"/>
        </a:defRPr>
      </a:lvl9pPr>
    </p:titleStyle>
    <p:bodyStyle>
      <a:lvl1pPr marL="457200" marR="0" indent="-457200" algn="l" defTabSz="584200" rtl="0" latinLnBrk="0">
        <a:lnSpc>
          <a:spcPct val="100000"/>
        </a:lnSpc>
        <a:spcBef>
          <a:spcPts val="4200"/>
        </a:spcBef>
        <a:spcAft>
          <a:spcPts val="0"/>
        </a:spcAft>
        <a:buClrTx/>
        <a:buSzPct val="75000"/>
        <a:buFontTx/>
        <a:buChar char="•"/>
        <a:tabLst/>
        <a:defRPr sz="3800" b="0" i="0" u="none" strike="noStrike" cap="none" spc="0" baseline="0">
          <a:ln>
            <a:noFill/>
          </a:ln>
          <a:solidFill>
            <a:srgbClr val="FFFFFF"/>
          </a:solidFill>
          <a:uFillTx/>
          <a:latin typeface="+mn-lt"/>
          <a:ea typeface="+mn-ea"/>
          <a:cs typeface="+mn-cs"/>
          <a:sym typeface="Helvetica Light"/>
        </a:defRPr>
      </a:lvl1pPr>
      <a:lvl2pPr marL="914400" marR="0" indent="-457200" algn="l" defTabSz="584200" rtl="0" latinLnBrk="0">
        <a:lnSpc>
          <a:spcPct val="100000"/>
        </a:lnSpc>
        <a:spcBef>
          <a:spcPts val="4200"/>
        </a:spcBef>
        <a:spcAft>
          <a:spcPts val="0"/>
        </a:spcAft>
        <a:buClrTx/>
        <a:buSzPct val="75000"/>
        <a:buFontTx/>
        <a:buChar char="•"/>
        <a:tabLst/>
        <a:defRPr sz="3800" b="0" i="0" u="none" strike="noStrike" cap="none" spc="0" baseline="0">
          <a:ln>
            <a:noFill/>
          </a:ln>
          <a:solidFill>
            <a:srgbClr val="FFFFFF"/>
          </a:solidFill>
          <a:uFillTx/>
          <a:latin typeface="+mn-lt"/>
          <a:ea typeface="+mn-ea"/>
          <a:cs typeface="+mn-cs"/>
          <a:sym typeface="Helvetica Light"/>
        </a:defRPr>
      </a:lvl2pPr>
      <a:lvl3pPr marL="1371600" marR="0" indent="-457200" algn="l" defTabSz="584200" rtl="0" latinLnBrk="0">
        <a:lnSpc>
          <a:spcPct val="100000"/>
        </a:lnSpc>
        <a:spcBef>
          <a:spcPts val="4200"/>
        </a:spcBef>
        <a:spcAft>
          <a:spcPts val="0"/>
        </a:spcAft>
        <a:buClrTx/>
        <a:buSzPct val="75000"/>
        <a:buFontTx/>
        <a:buChar char="•"/>
        <a:tabLst/>
        <a:defRPr sz="3800" b="0" i="0" u="none" strike="noStrike" cap="none" spc="0" baseline="0">
          <a:ln>
            <a:noFill/>
          </a:ln>
          <a:solidFill>
            <a:srgbClr val="FFFFFF"/>
          </a:solidFill>
          <a:uFillTx/>
          <a:latin typeface="+mn-lt"/>
          <a:ea typeface="+mn-ea"/>
          <a:cs typeface="+mn-cs"/>
          <a:sym typeface="Helvetica Light"/>
        </a:defRPr>
      </a:lvl3pPr>
      <a:lvl4pPr marL="1828800" marR="0" indent="-457200" algn="l" defTabSz="584200" rtl="0" latinLnBrk="0">
        <a:lnSpc>
          <a:spcPct val="100000"/>
        </a:lnSpc>
        <a:spcBef>
          <a:spcPts val="4200"/>
        </a:spcBef>
        <a:spcAft>
          <a:spcPts val="0"/>
        </a:spcAft>
        <a:buClrTx/>
        <a:buSzPct val="75000"/>
        <a:buFontTx/>
        <a:buChar char="•"/>
        <a:tabLst/>
        <a:defRPr sz="3800" b="0" i="0" u="none" strike="noStrike" cap="none" spc="0" baseline="0">
          <a:ln>
            <a:noFill/>
          </a:ln>
          <a:solidFill>
            <a:srgbClr val="FFFFFF"/>
          </a:solidFill>
          <a:uFillTx/>
          <a:latin typeface="+mn-lt"/>
          <a:ea typeface="+mn-ea"/>
          <a:cs typeface="+mn-cs"/>
          <a:sym typeface="Helvetica Light"/>
        </a:defRPr>
      </a:lvl4pPr>
      <a:lvl5pPr marL="2286000" marR="0" indent="-457200" algn="l" defTabSz="584200" rtl="0" latinLnBrk="0">
        <a:lnSpc>
          <a:spcPct val="100000"/>
        </a:lnSpc>
        <a:spcBef>
          <a:spcPts val="4200"/>
        </a:spcBef>
        <a:spcAft>
          <a:spcPts val="0"/>
        </a:spcAft>
        <a:buClrTx/>
        <a:buSzPct val="75000"/>
        <a:buFontTx/>
        <a:buChar char="•"/>
        <a:tabLst/>
        <a:defRPr sz="3800" b="0" i="0" u="none" strike="noStrike" cap="none" spc="0" baseline="0">
          <a:ln>
            <a:noFill/>
          </a:ln>
          <a:solidFill>
            <a:srgbClr val="FFFFFF"/>
          </a:solidFill>
          <a:uFillTx/>
          <a:latin typeface="+mn-lt"/>
          <a:ea typeface="+mn-ea"/>
          <a:cs typeface="+mn-cs"/>
          <a:sym typeface="Helvetica Light"/>
        </a:defRPr>
      </a:lvl5pPr>
      <a:lvl6pPr marL="2743200" marR="0" indent="-457200" algn="l" defTabSz="584200" rtl="0" latinLnBrk="0">
        <a:lnSpc>
          <a:spcPct val="100000"/>
        </a:lnSpc>
        <a:spcBef>
          <a:spcPts val="4200"/>
        </a:spcBef>
        <a:spcAft>
          <a:spcPts val="0"/>
        </a:spcAft>
        <a:buClrTx/>
        <a:buSzPct val="75000"/>
        <a:buFontTx/>
        <a:buChar char="•"/>
        <a:tabLst/>
        <a:defRPr sz="3800" b="0" i="0" u="none" strike="noStrike" cap="none" spc="0" baseline="0">
          <a:ln>
            <a:noFill/>
          </a:ln>
          <a:solidFill>
            <a:srgbClr val="FFFFFF"/>
          </a:solidFill>
          <a:uFillTx/>
          <a:latin typeface="+mn-lt"/>
          <a:ea typeface="+mn-ea"/>
          <a:cs typeface="+mn-cs"/>
          <a:sym typeface="Helvetica Light"/>
        </a:defRPr>
      </a:lvl6pPr>
      <a:lvl7pPr marL="3200400" marR="0" indent="-457200" algn="l" defTabSz="584200" rtl="0" latinLnBrk="0">
        <a:lnSpc>
          <a:spcPct val="100000"/>
        </a:lnSpc>
        <a:spcBef>
          <a:spcPts val="4200"/>
        </a:spcBef>
        <a:spcAft>
          <a:spcPts val="0"/>
        </a:spcAft>
        <a:buClrTx/>
        <a:buSzPct val="75000"/>
        <a:buFontTx/>
        <a:buChar char="•"/>
        <a:tabLst/>
        <a:defRPr sz="3800" b="0" i="0" u="none" strike="noStrike" cap="none" spc="0" baseline="0">
          <a:ln>
            <a:noFill/>
          </a:ln>
          <a:solidFill>
            <a:srgbClr val="FFFFFF"/>
          </a:solidFill>
          <a:uFillTx/>
          <a:latin typeface="+mn-lt"/>
          <a:ea typeface="+mn-ea"/>
          <a:cs typeface="+mn-cs"/>
          <a:sym typeface="Helvetica Light"/>
        </a:defRPr>
      </a:lvl7pPr>
      <a:lvl8pPr marL="3657600" marR="0" indent="-457200" algn="l" defTabSz="584200" rtl="0" latinLnBrk="0">
        <a:lnSpc>
          <a:spcPct val="100000"/>
        </a:lnSpc>
        <a:spcBef>
          <a:spcPts val="4200"/>
        </a:spcBef>
        <a:spcAft>
          <a:spcPts val="0"/>
        </a:spcAft>
        <a:buClrTx/>
        <a:buSzPct val="75000"/>
        <a:buFontTx/>
        <a:buChar char="•"/>
        <a:tabLst/>
        <a:defRPr sz="3800" b="0" i="0" u="none" strike="noStrike" cap="none" spc="0" baseline="0">
          <a:ln>
            <a:noFill/>
          </a:ln>
          <a:solidFill>
            <a:srgbClr val="FFFFFF"/>
          </a:solidFill>
          <a:uFillTx/>
          <a:latin typeface="+mn-lt"/>
          <a:ea typeface="+mn-ea"/>
          <a:cs typeface="+mn-cs"/>
          <a:sym typeface="Helvetica Light"/>
        </a:defRPr>
      </a:lvl8pPr>
      <a:lvl9pPr marL="4114800" marR="0" indent="-457200" algn="l" defTabSz="584200" rtl="0" latinLnBrk="0">
        <a:lnSpc>
          <a:spcPct val="100000"/>
        </a:lnSpc>
        <a:spcBef>
          <a:spcPts val="4200"/>
        </a:spcBef>
        <a:spcAft>
          <a:spcPts val="0"/>
        </a:spcAft>
        <a:buClrTx/>
        <a:buSzPct val="75000"/>
        <a:buFontTx/>
        <a:buChar char="•"/>
        <a:tabLst/>
        <a:defRPr sz="3800" b="0" i="0" u="none" strike="noStrike" cap="none" spc="0" baseline="0">
          <a:ln>
            <a:noFill/>
          </a:ln>
          <a:solidFill>
            <a:srgbClr val="FFFFFF"/>
          </a:solidFill>
          <a:uFillTx/>
          <a:latin typeface="+mn-lt"/>
          <a:ea typeface="+mn-ea"/>
          <a:cs typeface="+mn-cs"/>
          <a:sym typeface="Helvetica Light"/>
        </a:defRPr>
      </a:lvl9pPr>
    </p:bodyStyle>
    <p:otherStyle>
      <a:lvl1pPr marL="0" marR="0" indent="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1pPr>
      <a:lvl2pPr marL="0" marR="0" indent="2286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2pPr>
      <a:lvl3pPr marL="0" marR="0" indent="4572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3pPr>
      <a:lvl4pPr marL="0" marR="0" indent="6858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4pPr>
      <a:lvl5pPr marL="0" marR="0" indent="9144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5pPr>
      <a:lvl6pPr marL="0" marR="0" indent="11430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6pPr>
      <a:lvl7pPr marL="0" marR="0" indent="13716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7pPr>
      <a:lvl8pPr marL="0" marR="0" indent="16002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8pPr>
      <a:lvl9pPr marL="0" marR="0" indent="18288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Shape 119"/>
          <p:cNvSpPr>
            <a:spLocks noGrp="1"/>
          </p:cNvSpPr>
          <p:nvPr>
            <p:ph type="ctrTitle"/>
          </p:nvPr>
        </p:nvSpPr>
        <p:spPr>
          <a:xfrm>
            <a:off x="894518" y="2418230"/>
            <a:ext cx="11215764" cy="2661526"/>
          </a:xfrm>
          <a:prstGeom prst="rect">
            <a:avLst/>
          </a:prstGeom>
        </p:spPr>
        <p:txBody>
          <a:bodyPr/>
          <a:lstStyle/>
          <a:p>
            <a:pPr>
              <a:defRPr sz="9400"/>
            </a:pPr>
            <a:r>
              <a:t>全面质量管理</a:t>
            </a:r>
          </a:p>
          <a:p>
            <a:pPr>
              <a:defRPr sz="3800"/>
            </a:pPr>
            <a:r>
              <a:t>Total Quality Management(TQM)</a:t>
            </a:r>
          </a:p>
        </p:txBody>
      </p:sp>
    </p:spTree>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Shape 122"/>
          <p:cNvSpPr>
            <a:spLocks noGrp="1"/>
          </p:cNvSpPr>
          <p:nvPr>
            <p:ph type="body" idx="1"/>
          </p:nvPr>
        </p:nvSpPr>
        <p:spPr>
          <a:prstGeom prst="rect">
            <a:avLst/>
          </a:prstGeom>
        </p:spPr>
        <p:txBody>
          <a:bodyPr>
            <a:normAutofit/>
          </a:bodyPr>
          <a:lstStyle/>
          <a:p>
            <a:pPr>
              <a:defRPr sz="5700"/>
            </a:pPr>
            <a:r>
              <a:rPr dirty="0"/>
              <a:t>TQM的定义</a:t>
            </a:r>
          </a:p>
          <a:p>
            <a:pPr>
              <a:defRPr sz="5700"/>
            </a:pPr>
            <a:r>
              <a:rPr dirty="0"/>
              <a:t>TQM的演变</a:t>
            </a:r>
          </a:p>
          <a:p>
            <a:pPr>
              <a:defRPr sz="5700"/>
            </a:pPr>
            <a:r>
              <a:rPr dirty="0"/>
              <a:t>TQM</a:t>
            </a:r>
            <a:r>
              <a:rPr dirty="0" smtClean="0"/>
              <a:t>的内容</a:t>
            </a:r>
            <a:endParaRPr lang="zh-CN" altLang="en-US" dirty="0" smtClean="0"/>
          </a:p>
          <a:p>
            <a:pPr>
              <a:defRPr sz="5700"/>
            </a:pPr>
            <a:r>
              <a:rPr lang="en-US" altLang="zh-CN" dirty="0" smtClean="0"/>
              <a:t>TQM</a:t>
            </a:r>
            <a:r>
              <a:rPr lang="zh-CN" altLang="en-US" dirty="0" smtClean="0"/>
              <a:t>的工具</a:t>
            </a:r>
            <a:endParaRPr dirty="0"/>
          </a:p>
          <a:p>
            <a:pPr>
              <a:defRPr sz="5700"/>
            </a:pPr>
            <a:r>
              <a:rPr dirty="0"/>
              <a:t>TQM</a:t>
            </a:r>
            <a:r>
              <a:rPr dirty="0" smtClean="0"/>
              <a:t>的</a:t>
            </a:r>
            <a:r>
              <a:rPr lang="zh-CN" altLang="en-US" dirty="0" smtClean="0"/>
              <a:t>益处</a:t>
            </a:r>
          </a:p>
        </p:txBody>
      </p:sp>
    </p:spTree>
  </p:cSld>
  <p:clrMapOvr>
    <a:masterClrMapping/>
  </p:clrMapOvr>
  <p:transition spd="slow"/>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Shape 127"/>
          <p:cNvSpPr>
            <a:spLocks noGrp="1"/>
          </p:cNvSpPr>
          <p:nvPr>
            <p:ph type="title"/>
          </p:nvPr>
        </p:nvSpPr>
        <p:spPr>
          <a:xfrm>
            <a:off x="118530" y="50807"/>
            <a:ext cx="12733867" cy="2120900"/>
          </a:xfrm>
          <a:prstGeom prst="rect">
            <a:avLst/>
          </a:prstGeom>
        </p:spPr>
        <p:txBody>
          <a:bodyPr>
            <a:normAutofit/>
          </a:bodyPr>
          <a:lstStyle/>
          <a:p>
            <a:r>
              <a:rPr lang="en-US" altLang="zh-CN" dirty="0"/>
              <a:t>TQM</a:t>
            </a:r>
            <a:r>
              <a:rPr lang="zh-CN" altLang="en-US" dirty="0"/>
              <a:t>是什么？</a:t>
            </a:r>
            <a:r>
              <a:rPr sz="4000" dirty="0" smtClean="0"/>
              <a:t>几个主流的定义</a:t>
            </a:r>
            <a:endParaRPr sz="4000" dirty="0"/>
          </a:p>
        </p:txBody>
      </p:sp>
      <p:sp>
        <p:nvSpPr>
          <p:cNvPr id="128" name="Shape 128"/>
          <p:cNvSpPr>
            <a:spLocks noGrp="1"/>
          </p:cNvSpPr>
          <p:nvPr>
            <p:ph type="body" idx="1"/>
          </p:nvPr>
        </p:nvSpPr>
        <p:spPr>
          <a:xfrm>
            <a:off x="952500" y="1794934"/>
            <a:ext cx="11099800" cy="7958666"/>
          </a:xfrm>
          <a:prstGeom prst="rect">
            <a:avLst/>
          </a:prstGeom>
        </p:spPr>
        <p:txBody>
          <a:bodyPr>
            <a:normAutofit lnSpcReduction="10000"/>
          </a:bodyPr>
          <a:lstStyle/>
          <a:p>
            <a:pPr marL="426719" indent="-426719">
              <a:spcBef>
                <a:spcPts val="3800"/>
              </a:spcBef>
              <a:defRPr sz="2800"/>
            </a:pPr>
            <a:r>
              <a:rPr dirty="0"/>
              <a:t>一种用组织现有的人力和物力资源，实现组织目标的最有效的方式方法，是一种管理理念和企业实践[British Standards Institution standard BS 7850-1:1992]</a:t>
            </a:r>
          </a:p>
          <a:p>
            <a:pPr marL="426719" indent="-426719">
              <a:spcBef>
                <a:spcPts val="3800"/>
              </a:spcBef>
              <a:defRPr sz="2800"/>
            </a:pPr>
            <a:r>
              <a:rPr dirty="0"/>
              <a:t>一种能够有效和高效地满足利益相关者的需求和期望，同时不影响道德的管理方式[The Chartered Quality Institute]</a:t>
            </a:r>
          </a:p>
          <a:p>
            <a:pPr marL="426719" indent="-426719">
              <a:spcBef>
                <a:spcPts val="3800"/>
              </a:spcBef>
              <a:defRPr sz="2800"/>
            </a:pPr>
            <a:r>
              <a:rPr dirty="0"/>
              <a:t>"在专注质量的基础上，通过所有成员的参与，长期实现客户满意和组织利益乃至社会全体成员利益的一种目标组织的管理方法."[International Organization for Standardization standard ISO 8402:1994</a:t>
            </a:r>
            <a:r>
              <a:rPr dirty="0" smtClean="0"/>
              <a:t>]</a:t>
            </a:r>
            <a:endParaRPr lang="en-US" dirty="0" smtClean="0"/>
          </a:p>
          <a:p>
            <a:pPr marL="426719" indent="-426719">
              <a:spcBef>
                <a:spcPts val="3800"/>
              </a:spcBef>
              <a:defRPr sz="2800"/>
            </a:pPr>
            <a:r>
              <a:rPr lang="zh-CN" altLang="en-US" dirty="0"/>
              <a:t>全面质量管理是以产品质量为核心，建立起一套科学严密高效的质量体系，以提供满足用户需要的产品或服务的全部活</a:t>
            </a:r>
            <a:r>
              <a:rPr lang="zh-CN" altLang="en-US" dirty="0" smtClean="0"/>
              <a:t>动</a:t>
            </a:r>
            <a:endParaRPr lang="en-US" altLang="zh-CN" dirty="0" smtClean="0"/>
          </a:p>
          <a:p>
            <a:pPr marL="426719" indent="-426719">
              <a:spcBef>
                <a:spcPts val="3800"/>
              </a:spcBef>
              <a:defRPr sz="2800"/>
            </a:pPr>
            <a:r>
              <a:rPr lang="zh-CN" altLang="en-US" dirty="0"/>
              <a:t>内涵：是以质量管理为中心，以全员参与为基础，目的在于通过让顾客满意和本组织所有者、员工、供方、合作伙伴或社会等相关方受益而使组织达到长期成功的一种管理途径。</a:t>
            </a:r>
            <a:endParaRPr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8">
                                            <p:bg/>
                                          </p:spTgt>
                                        </p:tgtEl>
                                        <p:attrNameLst>
                                          <p:attrName>style.visibility</p:attrName>
                                        </p:attrNameLst>
                                      </p:cBhvr>
                                      <p:to>
                                        <p:strVal val="visible"/>
                                      </p:to>
                                    </p:set>
                                    <p:anim calcmode="lin" valueType="num">
                                      <p:cBhvr additive="base">
                                        <p:cTn id="7" dur="500" fill="hold"/>
                                        <p:tgtEl>
                                          <p:spTgt spid="128">
                                            <p:bg/>
                                          </p:spTgt>
                                        </p:tgtEl>
                                        <p:attrNameLst>
                                          <p:attrName>ppt_x</p:attrName>
                                        </p:attrNameLst>
                                      </p:cBhvr>
                                      <p:tavLst>
                                        <p:tav tm="0">
                                          <p:val>
                                            <p:strVal val="#ppt_x"/>
                                          </p:val>
                                        </p:tav>
                                        <p:tav tm="100000">
                                          <p:val>
                                            <p:strVal val="#ppt_x"/>
                                          </p:val>
                                        </p:tav>
                                      </p:tavLst>
                                    </p:anim>
                                    <p:anim calcmode="lin" valueType="num">
                                      <p:cBhvr additive="base">
                                        <p:cTn id="8" dur="500" fill="hold"/>
                                        <p:tgtEl>
                                          <p:spTgt spid="128">
                                            <p:bg/>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8">
                                            <p:txEl>
                                              <p:pRg st="0" end="0"/>
                                            </p:txEl>
                                          </p:spTgt>
                                        </p:tgtEl>
                                        <p:attrNameLst>
                                          <p:attrName>style.visibility</p:attrName>
                                        </p:attrNameLst>
                                      </p:cBhvr>
                                      <p:to>
                                        <p:strVal val="visible"/>
                                      </p:to>
                                    </p:set>
                                    <p:anim calcmode="lin" valueType="num">
                                      <p:cBhvr additive="base">
                                        <p:cTn id="13" dur="500" fill="hold"/>
                                        <p:tgtEl>
                                          <p:spTgt spid="128">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2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28">
                                            <p:txEl>
                                              <p:pRg st="1" end="1"/>
                                            </p:txEl>
                                          </p:spTgt>
                                        </p:tgtEl>
                                        <p:attrNameLst>
                                          <p:attrName>style.visibility</p:attrName>
                                        </p:attrNameLst>
                                      </p:cBhvr>
                                      <p:to>
                                        <p:strVal val="visible"/>
                                      </p:to>
                                    </p:set>
                                    <p:anim calcmode="lin" valueType="num">
                                      <p:cBhvr additive="base">
                                        <p:cTn id="19" dur="500" fill="hold"/>
                                        <p:tgtEl>
                                          <p:spTgt spid="128">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2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28">
                                            <p:txEl>
                                              <p:pRg st="2" end="2"/>
                                            </p:txEl>
                                          </p:spTgt>
                                        </p:tgtEl>
                                        <p:attrNameLst>
                                          <p:attrName>style.visibility</p:attrName>
                                        </p:attrNameLst>
                                      </p:cBhvr>
                                      <p:to>
                                        <p:strVal val="visible"/>
                                      </p:to>
                                    </p:set>
                                    <p:anim calcmode="lin" valueType="num">
                                      <p:cBhvr additive="base">
                                        <p:cTn id="25" dur="500" fill="hold"/>
                                        <p:tgtEl>
                                          <p:spTgt spid="128">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2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28">
                                            <p:txEl>
                                              <p:pRg st="3" end="3"/>
                                            </p:txEl>
                                          </p:spTgt>
                                        </p:tgtEl>
                                        <p:attrNameLst>
                                          <p:attrName>style.visibility</p:attrName>
                                        </p:attrNameLst>
                                      </p:cBhvr>
                                      <p:to>
                                        <p:strVal val="visible"/>
                                      </p:to>
                                    </p:set>
                                    <p:anim calcmode="lin" valueType="num">
                                      <p:cBhvr additive="base">
                                        <p:cTn id="31" dur="500" fill="hold"/>
                                        <p:tgtEl>
                                          <p:spTgt spid="128">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2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28">
                                            <p:txEl>
                                              <p:pRg st="4" end="4"/>
                                            </p:txEl>
                                          </p:spTgt>
                                        </p:tgtEl>
                                        <p:attrNameLst>
                                          <p:attrName>style.visibility</p:attrName>
                                        </p:attrNameLst>
                                      </p:cBhvr>
                                      <p:to>
                                        <p:strVal val="visible"/>
                                      </p:to>
                                    </p:set>
                                    <p:anim calcmode="lin" valueType="num">
                                      <p:cBhvr additive="base">
                                        <p:cTn id="37" dur="500" fill="hold"/>
                                        <p:tgtEl>
                                          <p:spTgt spid="128">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28">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 grpId="0" build="p"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0" name="屏幕快照 2016-09-21 16.28.58.png"/>
          <p:cNvPicPr>
            <a:picLocks noGrp="1" noChangeAspect="1"/>
          </p:cNvPicPr>
          <p:nvPr>
            <p:ph type="pic" idx="13"/>
          </p:nvPr>
        </p:nvPicPr>
        <p:blipFill>
          <a:blip r:embed="rId2">
            <a:extLst/>
          </a:blip>
          <a:srcRect t="2075" r="9962" b="71879"/>
          <a:stretch>
            <a:fillRect/>
          </a:stretch>
        </p:blipFill>
        <p:spPr>
          <a:xfrm>
            <a:off x="-23055" y="7244006"/>
            <a:ext cx="13049943" cy="2566829"/>
          </a:xfrm>
          <a:prstGeom prst="rect">
            <a:avLst/>
          </a:prstGeom>
        </p:spPr>
      </p:pic>
      <p:sp>
        <p:nvSpPr>
          <p:cNvPr id="131" name="Shape 131"/>
          <p:cNvSpPr/>
          <p:nvPr/>
        </p:nvSpPr>
        <p:spPr>
          <a:xfrm>
            <a:off x="962612" y="1464974"/>
            <a:ext cx="11513130" cy="5088573"/>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spAutoFit/>
          </a:bodyPr>
          <a:lstStyle/>
          <a:p>
            <a:pPr algn="l" defTabSz="457200">
              <a:lnSpc>
                <a:spcPct val="120000"/>
              </a:lnSpc>
              <a:defRPr sz="3000">
                <a:latin typeface="Helvetica"/>
                <a:ea typeface="Helvetica"/>
                <a:cs typeface="Helvetica"/>
                <a:sym typeface="Helvetica"/>
              </a:defRPr>
            </a:pPr>
            <a:r>
              <a:rPr lang="en-US" dirty="0"/>
              <a:t>A term first used to describe a management approach to </a:t>
            </a:r>
            <a:r>
              <a:rPr lang="en-US" dirty="0">
                <a:solidFill>
                  <a:srgbClr val="FF0000"/>
                </a:solidFill>
              </a:rPr>
              <a:t>quality improvement</a:t>
            </a:r>
            <a:r>
              <a:rPr lang="en-US" dirty="0"/>
              <a:t>. Since then, TQM has taken on many meanings. Simply put, it is a management approach to long-term success through </a:t>
            </a:r>
            <a:r>
              <a:rPr lang="en-US" dirty="0">
                <a:solidFill>
                  <a:srgbClr val="FF0000"/>
                </a:solidFill>
              </a:rPr>
              <a:t>customer satisfaction</a:t>
            </a:r>
            <a:r>
              <a:rPr lang="en-US" dirty="0"/>
              <a:t>. TQM is based on </a:t>
            </a:r>
            <a:r>
              <a:rPr lang="en-US" dirty="0">
                <a:solidFill>
                  <a:srgbClr val="FF0000"/>
                </a:solidFill>
              </a:rPr>
              <a:t>all members </a:t>
            </a:r>
            <a:r>
              <a:rPr lang="en-US" dirty="0"/>
              <a:t>of an organization participating in improving processes, products, services and the </a:t>
            </a:r>
            <a:r>
              <a:rPr lang="en-US" dirty="0">
                <a:solidFill>
                  <a:srgbClr val="FF0000"/>
                </a:solidFill>
              </a:rPr>
              <a:t>culture</a:t>
            </a:r>
            <a:r>
              <a:rPr lang="en-US" dirty="0"/>
              <a:t> in which they work. The methods for implementing this approach are found in the teachings of such quality leaders as Philip B. Crosby, W. Edwards Deming, Armand V. </a:t>
            </a:r>
            <a:r>
              <a:rPr lang="en-US" dirty="0" err="1"/>
              <a:t>Feigenbaum</a:t>
            </a:r>
            <a:r>
              <a:rPr lang="en-US" dirty="0"/>
              <a:t>, Kaoru Ishikawa and Joseph M. </a:t>
            </a:r>
            <a:r>
              <a:rPr lang="en-US" dirty="0" err="1"/>
              <a:t>Juran</a:t>
            </a:r>
            <a:r>
              <a:rPr lang="en-US" dirty="0"/>
              <a:t>.</a:t>
            </a:r>
            <a:endParaRPr dirty="0"/>
          </a:p>
        </p:txBody>
      </p:sp>
      <p:sp>
        <p:nvSpPr>
          <p:cNvPr id="4" name="Shape 127"/>
          <p:cNvSpPr txBox="1">
            <a:spLocks/>
          </p:cNvSpPr>
          <p:nvPr/>
        </p:nvSpPr>
        <p:spPr>
          <a:xfrm>
            <a:off x="118530" y="50807"/>
            <a:ext cx="12733867" cy="1253060"/>
          </a:xfrm>
          <a:prstGeom prst="rect">
            <a:avLst/>
          </a:prstGeom>
        </p:spPr>
        <p:txBody>
          <a:bodyPr>
            <a:normAutofit fontScale="97500" lnSpcReduction="10000"/>
          </a:bodyPr>
          <a:lstStyle>
            <a:lvl1pPr marL="0" marR="0" indent="0" algn="ctr" defTabSz="584200" rtl="0" latinLnBrk="0">
              <a:lnSpc>
                <a:spcPct val="100000"/>
              </a:lnSpc>
              <a:spcBef>
                <a:spcPts val="0"/>
              </a:spcBef>
              <a:spcAft>
                <a:spcPts val="0"/>
              </a:spcAft>
              <a:buClrTx/>
              <a:buSzTx/>
              <a:buFontTx/>
              <a:buNone/>
              <a:tabLst/>
              <a:defRPr sz="8000" b="0" i="0" u="none" strike="noStrike" cap="none" spc="0" baseline="0">
                <a:ln>
                  <a:noFill/>
                </a:ln>
                <a:solidFill>
                  <a:srgbClr val="FFFFFF"/>
                </a:solidFill>
                <a:uFillTx/>
                <a:latin typeface="+mn-lt"/>
                <a:ea typeface="+mn-ea"/>
                <a:cs typeface="+mn-cs"/>
                <a:sym typeface="Helvetica Light"/>
              </a:defRPr>
            </a:lvl1pPr>
            <a:lvl2pPr marL="0" marR="0" indent="2286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FFFFFF"/>
                </a:solidFill>
                <a:uFillTx/>
                <a:latin typeface="+mn-lt"/>
                <a:ea typeface="+mn-ea"/>
                <a:cs typeface="+mn-cs"/>
                <a:sym typeface="Helvetica Light"/>
              </a:defRPr>
            </a:lvl2pPr>
            <a:lvl3pPr marL="0" marR="0" indent="4572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FFFFFF"/>
                </a:solidFill>
                <a:uFillTx/>
                <a:latin typeface="+mn-lt"/>
                <a:ea typeface="+mn-ea"/>
                <a:cs typeface="+mn-cs"/>
                <a:sym typeface="Helvetica Light"/>
              </a:defRPr>
            </a:lvl3pPr>
            <a:lvl4pPr marL="0" marR="0" indent="6858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FFFFFF"/>
                </a:solidFill>
                <a:uFillTx/>
                <a:latin typeface="+mn-lt"/>
                <a:ea typeface="+mn-ea"/>
                <a:cs typeface="+mn-cs"/>
                <a:sym typeface="Helvetica Light"/>
              </a:defRPr>
            </a:lvl4pPr>
            <a:lvl5pPr marL="0" marR="0" indent="9144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FFFFFF"/>
                </a:solidFill>
                <a:uFillTx/>
                <a:latin typeface="+mn-lt"/>
                <a:ea typeface="+mn-ea"/>
                <a:cs typeface="+mn-cs"/>
                <a:sym typeface="Helvetica Light"/>
              </a:defRPr>
            </a:lvl5pPr>
            <a:lvl6pPr marL="0" marR="0" indent="11430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FFFFFF"/>
                </a:solidFill>
                <a:uFillTx/>
                <a:latin typeface="+mn-lt"/>
                <a:ea typeface="+mn-ea"/>
                <a:cs typeface="+mn-cs"/>
                <a:sym typeface="Helvetica Light"/>
              </a:defRPr>
            </a:lvl6pPr>
            <a:lvl7pPr marL="0" marR="0" indent="13716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FFFFFF"/>
                </a:solidFill>
                <a:uFillTx/>
                <a:latin typeface="+mn-lt"/>
                <a:ea typeface="+mn-ea"/>
                <a:cs typeface="+mn-cs"/>
                <a:sym typeface="Helvetica Light"/>
              </a:defRPr>
            </a:lvl7pPr>
            <a:lvl8pPr marL="0" marR="0" indent="16002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FFFFFF"/>
                </a:solidFill>
                <a:uFillTx/>
                <a:latin typeface="+mn-lt"/>
                <a:ea typeface="+mn-ea"/>
                <a:cs typeface="+mn-cs"/>
                <a:sym typeface="Helvetica Light"/>
              </a:defRPr>
            </a:lvl8pPr>
            <a:lvl9pPr marL="0" marR="0" indent="18288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FFFFFF"/>
                </a:solidFill>
                <a:uFillTx/>
                <a:latin typeface="+mn-lt"/>
                <a:ea typeface="+mn-ea"/>
                <a:cs typeface="+mn-cs"/>
                <a:sym typeface="Helvetica Light"/>
              </a:defRPr>
            </a:lvl9pPr>
          </a:lstStyle>
          <a:p>
            <a:pPr hangingPunct="1"/>
            <a:r>
              <a:rPr lang="en-US" altLang="zh-CN" dirty="0" smtClean="0"/>
              <a:t>TQM</a:t>
            </a:r>
            <a:r>
              <a:rPr lang="zh-CN" altLang="en-US" dirty="0" smtClean="0"/>
              <a:t>是什么？</a:t>
            </a:r>
            <a:r>
              <a:rPr lang="en-US" altLang="zh-CN" dirty="0"/>
              <a:t>(</a:t>
            </a:r>
            <a:r>
              <a:rPr lang="en-US" altLang="zh-CN" dirty="0" smtClean="0"/>
              <a:t>2)</a:t>
            </a:r>
            <a:endParaRPr lang="zh-CN" altLang="en-US" dirty="0"/>
          </a:p>
        </p:txBody>
      </p:sp>
    </p:spTree>
  </p:cSld>
  <p:clrMapOvr>
    <a:masterClrMapping/>
  </p:clrMapOvr>
  <p:transition spd="slow"/>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Shape 133"/>
          <p:cNvSpPr>
            <a:spLocks noGrp="1"/>
          </p:cNvSpPr>
          <p:nvPr>
            <p:ph type="body" idx="1"/>
          </p:nvPr>
        </p:nvSpPr>
        <p:spPr>
          <a:xfrm>
            <a:off x="237067" y="1269999"/>
            <a:ext cx="6824133" cy="8043333"/>
          </a:xfrm>
          <a:prstGeom prst="rect">
            <a:avLst/>
          </a:prstGeom>
        </p:spPr>
        <p:txBody>
          <a:bodyPr>
            <a:normAutofit/>
          </a:bodyPr>
          <a:lstStyle/>
          <a:p>
            <a:pPr>
              <a:defRPr sz="5800"/>
            </a:pPr>
            <a:r>
              <a:rPr dirty="0"/>
              <a:t>quality improvement</a:t>
            </a:r>
          </a:p>
          <a:p>
            <a:pPr>
              <a:defRPr sz="5800"/>
            </a:pPr>
            <a:r>
              <a:rPr dirty="0"/>
              <a:t>customer satisfaction</a:t>
            </a:r>
          </a:p>
          <a:p>
            <a:pPr>
              <a:defRPr sz="5800"/>
            </a:pPr>
            <a:r>
              <a:rPr dirty="0"/>
              <a:t>all members</a:t>
            </a:r>
          </a:p>
          <a:p>
            <a:pPr>
              <a:defRPr sz="5800"/>
            </a:pPr>
            <a:r>
              <a:rPr dirty="0"/>
              <a:t>permanent culture&amp;climate</a:t>
            </a:r>
          </a:p>
        </p:txBody>
      </p:sp>
      <p:sp>
        <p:nvSpPr>
          <p:cNvPr id="3" name="Shape 127"/>
          <p:cNvSpPr txBox="1">
            <a:spLocks/>
          </p:cNvSpPr>
          <p:nvPr/>
        </p:nvSpPr>
        <p:spPr>
          <a:xfrm>
            <a:off x="118530" y="50807"/>
            <a:ext cx="12733867" cy="1253060"/>
          </a:xfrm>
          <a:prstGeom prst="rect">
            <a:avLst/>
          </a:prstGeom>
        </p:spPr>
        <p:txBody>
          <a:bodyPr>
            <a:normAutofit fontScale="97500" lnSpcReduction="10000"/>
          </a:bodyPr>
          <a:lstStyle>
            <a:lvl1pPr marL="0" marR="0" indent="0" algn="ctr" defTabSz="584200" rtl="0" latinLnBrk="0">
              <a:lnSpc>
                <a:spcPct val="100000"/>
              </a:lnSpc>
              <a:spcBef>
                <a:spcPts val="0"/>
              </a:spcBef>
              <a:spcAft>
                <a:spcPts val="0"/>
              </a:spcAft>
              <a:buClrTx/>
              <a:buSzTx/>
              <a:buFontTx/>
              <a:buNone/>
              <a:tabLst/>
              <a:defRPr sz="8000" b="0" i="0" u="none" strike="noStrike" cap="none" spc="0" baseline="0">
                <a:ln>
                  <a:noFill/>
                </a:ln>
                <a:solidFill>
                  <a:srgbClr val="FFFFFF"/>
                </a:solidFill>
                <a:uFillTx/>
                <a:latin typeface="+mn-lt"/>
                <a:ea typeface="+mn-ea"/>
                <a:cs typeface="+mn-cs"/>
                <a:sym typeface="Helvetica Light"/>
              </a:defRPr>
            </a:lvl1pPr>
            <a:lvl2pPr marL="0" marR="0" indent="2286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FFFFFF"/>
                </a:solidFill>
                <a:uFillTx/>
                <a:latin typeface="+mn-lt"/>
                <a:ea typeface="+mn-ea"/>
                <a:cs typeface="+mn-cs"/>
                <a:sym typeface="Helvetica Light"/>
              </a:defRPr>
            </a:lvl2pPr>
            <a:lvl3pPr marL="0" marR="0" indent="4572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FFFFFF"/>
                </a:solidFill>
                <a:uFillTx/>
                <a:latin typeface="+mn-lt"/>
                <a:ea typeface="+mn-ea"/>
                <a:cs typeface="+mn-cs"/>
                <a:sym typeface="Helvetica Light"/>
              </a:defRPr>
            </a:lvl3pPr>
            <a:lvl4pPr marL="0" marR="0" indent="6858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FFFFFF"/>
                </a:solidFill>
                <a:uFillTx/>
                <a:latin typeface="+mn-lt"/>
                <a:ea typeface="+mn-ea"/>
                <a:cs typeface="+mn-cs"/>
                <a:sym typeface="Helvetica Light"/>
              </a:defRPr>
            </a:lvl4pPr>
            <a:lvl5pPr marL="0" marR="0" indent="9144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FFFFFF"/>
                </a:solidFill>
                <a:uFillTx/>
                <a:latin typeface="+mn-lt"/>
                <a:ea typeface="+mn-ea"/>
                <a:cs typeface="+mn-cs"/>
                <a:sym typeface="Helvetica Light"/>
              </a:defRPr>
            </a:lvl5pPr>
            <a:lvl6pPr marL="0" marR="0" indent="11430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FFFFFF"/>
                </a:solidFill>
                <a:uFillTx/>
                <a:latin typeface="+mn-lt"/>
                <a:ea typeface="+mn-ea"/>
                <a:cs typeface="+mn-cs"/>
                <a:sym typeface="Helvetica Light"/>
              </a:defRPr>
            </a:lvl6pPr>
            <a:lvl7pPr marL="0" marR="0" indent="13716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FFFFFF"/>
                </a:solidFill>
                <a:uFillTx/>
                <a:latin typeface="+mn-lt"/>
                <a:ea typeface="+mn-ea"/>
                <a:cs typeface="+mn-cs"/>
                <a:sym typeface="Helvetica Light"/>
              </a:defRPr>
            </a:lvl7pPr>
            <a:lvl8pPr marL="0" marR="0" indent="16002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FFFFFF"/>
                </a:solidFill>
                <a:uFillTx/>
                <a:latin typeface="+mn-lt"/>
                <a:ea typeface="+mn-ea"/>
                <a:cs typeface="+mn-cs"/>
                <a:sym typeface="Helvetica Light"/>
              </a:defRPr>
            </a:lvl8pPr>
            <a:lvl9pPr marL="0" marR="0" indent="18288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FFFFFF"/>
                </a:solidFill>
                <a:uFillTx/>
                <a:latin typeface="+mn-lt"/>
                <a:ea typeface="+mn-ea"/>
                <a:cs typeface="+mn-cs"/>
                <a:sym typeface="Helvetica Light"/>
              </a:defRPr>
            </a:lvl9pPr>
          </a:lstStyle>
          <a:p>
            <a:pPr hangingPunct="1"/>
            <a:r>
              <a:rPr lang="zh-CN" altLang="en-US" dirty="0" smtClean="0"/>
              <a:t>关键词</a:t>
            </a:r>
            <a:endParaRPr lang="zh-CN" altLang="en-US" dirty="0"/>
          </a:p>
        </p:txBody>
      </p:sp>
    </p:spTree>
  </p:cSld>
  <p:clrMapOvr>
    <a:masterClrMapping/>
  </p:clrMapOvr>
  <p:transition spd="slow"/>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Shape 138"/>
          <p:cNvSpPr>
            <a:spLocks noGrp="1"/>
          </p:cNvSpPr>
          <p:nvPr>
            <p:ph type="title"/>
          </p:nvPr>
        </p:nvSpPr>
        <p:spPr>
          <a:xfrm>
            <a:off x="952500" y="406400"/>
            <a:ext cx="11099800" cy="1507067"/>
          </a:xfrm>
          <a:prstGeom prst="rect">
            <a:avLst/>
          </a:prstGeom>
        </p:spPr>
        <p:txBody>
          <a:bodyPr>
            <a:normAutofit/>
          </a:bodyPr>
          <a:lstStyle/>
          <a:p>
            <a:r>
              <a:rPr lang="en-US" altLang="zh-CN" dirty="0"/>
              <a:t>TQM</a:t>
            </a:r>
            <a:r>
              <a:rPr lang="zh-CN" altLang="en-US" dirty="0"/>
              <a:t>从哪来</a:t>
            </a:r>
            <a:r>
              <a:rPr lang="zh-CN" altLang="en-US" dirty="0" smtClean="0"/>
              <a:t>？</a:t>
            </a:r>
            <a:r>
              <a:rPr sz="6000" dirty="0" smtClean="0"/>
              <a:t>TQM</a:t>
            </a:r>
            <a:r>
              <a:rPr sz="6000" dirty="0"/>
              <a:t>的演变</a:t>
            </a:r>
          </a:p>
        </p:txBody>
      </p:sp>
      <p:pic>
        <p:nvPicPr>
          <p:cNvPr id="5" name="图片 4"/>
          <p:cNvPicPr>
            <a:picLocks noChangeAspect="1"/>
          </p:cNvPicPr>
          <p:nvPr/>
        </p:nvPicPr>
        <p:blipFill>
          <a:blip r:embed="rId2"/>
          <a:stretch>
            <a:fillRect/>
          </a:stretch>
        </p:blipFill>
        <p:spPr>
          <a:xfrm>
            <a:off x="457199" y="2133600"/>
            <a:ext cx="12022667" cy="7112000"/>
          </a:xfrm>
          <a:prstGeom prst="rect">
            <a:avLst/>
          </a:prstGeom>
        </p:spPr>
      </p:pic>
    </p:spTree>
  </p:cSld>
  <p:clrMapOvr>
    <a:masterClrMapping/>
  </p:clrMapOvr>
  <p:transition spd="slow"/>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Shape 141"/>
          <p:cNvSpPr>
            <a:spLocks noGrp="1"/>
          </p:cNvSpPr>
          <p:nvPr>
            <p:ph type="body" idx="1"/>
          </p:nvPr>
        </p:nvSpPr>
        <p:spPr>
          <a:xfrm>
            <a:off x="952499" y="1969477"/>
            <a:ext cx="11374315" cy="8159261"/>
          </a:xfrm>
          <a:prstGeom prst="rect">
            <a:avLst/>
          </a:prstGeom>
        </p:spPr>
        <p:txBody>
          <a:bodyPr>
            <a:normAutofit/>
          </a:bodyPr>
          <a:lstStyle/>
          <a:p>
            <a:pPr marL="0" indent="0">
              <a:buSzTx/>
              <a:buNone/>
            </a:pPr>
            <a:r>
              <a:rPr lang="zh-CN" altLang="en-US" sz="4800" i="1" dirty="0">
                <a:solidFill>
                  <a:schemeClr val="tx1"/>
                </a:solidFill>
                <a:latin typeface="Baoli SC" charset="-122"/>
                <a:ea typeface="Baoli SC" charset="-122"/>
                <a:cs typeface="Baoli SC" charset="-122"/>
              </a:rPr>
              <a:t>日本从美国引入全面质量</a:t>
            </a:r>
            <a:r>
              <a:rPr lang="zh-CN" altLang="en-US" sz="4800" i="1" dirty="0" smtClean="0">
                <a:solidFill>
                  <a:schemeClr val="tx1"/>
                </a:solidFill>
                <a:latin typeface="Baoli SC" charset="-122"/>
                <a:ea typeface="Baoli SC" charset="-122"/>
                <a:cs typeface="Baoli SC" charset="-122"/>
              </a:rPr>
              <a:t>管理</a:t>
            </a:r>
          </a:p>
          <a:p>
            <a:pPr marL="0" indent="0">
              <a:buSzTx/>
              <a:buNone/>
            </a:pPr>
            <a:r>
              <a:rPr lang="en-US" altLang="zh-CN" dirty="0" smtClean="0">
                <a:solidFill>
                  <a:schemeClr val="tx1"/>
                </a:solidFill>
              </a:rPr>
              <a:t>20</a:t>
            </a:r>
            <a:r>
              <a:rPr lang="zh-CN" altLang="en-US" dirty="0">
                <a:solidFill>
                  <a:schemeClr val="tx1"/>
                </a:solidFill>
              </a:rPr>
              <a:t>世纪</a:t>
            </a:r>
            <a:r>
              <a:rPr lang="en-US" altLang="zh-CN" dirty="0">
                <a:solidFill>
                  <a:schemeClr val="tx1"/>
                </a:solidFill>
              </a:rPr>
              <a:t>50</a:t>
            </a:r>
            <a:r>
              <a:rPr lang="zh-CN" altLang="en-US" dirty="0">
                <a:solidFill>
                  <a:schemeClr val="tx1"/>
                </a:solidFill>
              </a:rPr>
              <a:t>年代末，美国通用电气公司的费根堡姆和质量管理专家朱兰提出了“全面质量管理”的概念。</a:t>
            </a:r>
            <a:r>
              <a:rPr lang="en-US" altLang="zh-CN" dirty="0">
                <a:solidFill>
                  <a:schemeClr val="tx1"/>
                </a:solidFill>
              </a:rPr>
              <a:t>60</a:t>
            </a:r>
            <a:r>
              <a:rPr lang="zh-CN" altLang="en-US" dirty="0">
                <a:solidFill>
                  <a:schemeClr val="tx1"/>
                </a:solidFill>
              </a:rPr>
              <a:t>年代初，美国一些企业根据行为管理科学的理论，在企业的质量管理中开展了依靠职工“自我控制”的“无缺陷运动”，日本在工业企业中开展质量管理小组活动行，使全面质量管理活动迅速发展起来</a:t>
            </a:r>
            <a:r>
              <a:rPr lang="zh-CN" altLang="en-US" dirty="0" smtClean="0">
                <a:solidFill>
                  <a:schemeClr val="tx1"/>
                </a:solidFill>
              </a:rPr>
              <a:t>。</a:t>
            </a:r>
            <a:r>
              <a:rPr lang="zh-CN" altLang="en-US" dirty="0"/>
              <a:t>到</a:t>
            </a:r>
            <a:r>
              <a:rPr lang="en-US" altLang="zh-CN" dirty="0"/>
              <a:t>1970</a:t>
            </a:r>
            <a:r>
              <a:rPr lang="zh-CN" altLang="en-US" dirty="0"/>
              <a:t>年，质量管理已经逐步渗透到了全日本企业的基层。</a:t>
            </a:r>
          </a:p>
          <a:p>
            <a:pPr marL="0" indent="0">
              <a:buSzTx/>
              <a:buNone/>
            </a:pPr>
            <a:endParaRPr dirty="0"/>
          </a:p>
        </p:txBody>
      </p:sp>
      <p:sp>
        <p:nvSpPr>
          <p:cNvPr id="3" name="文本框 2"/>
          <p:cNvSpPr txBox="1"/>
          <p:nvPr/>
        </p:nvSpPr>
        <p:spPr>
          <a:xfrm flipH="1">
            <a:off x="1343757" y="851222"/>
            <a:ext cx="10317286" cy="111825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6600" i="0" u="none" strike="noStrike" cap="none" spc="0" normalizeH="0" baseline="0" dirty="0" smtClean="0">
                <a:ln>
                  <a:noFill/>
                </a:ln>
                <a:solidFill>
                  <a:srgbClr val="FFFFFF"/>
                </a:solidFill>
                <a:effectLst/>
                <a:uFillTx/>
                <a:latin typeface="+mn-lt"/>
                <a:ea typeface="+mn-ea"/>
                <a:cs typeface="+mn-cs"/>
                <a:sym typeface="Helvetica Light"/>
              </a:rPr>
              <a:t>TQM</a:t>
            </a:r>
            <a:r>
              <a:rPr kumimoji="0" lang="zh-CN" altLang="en-US" sz="6600" i="0" u="none" strike="noStrike" cap="none" spc="0" normalizeH="0" baseline="0" dirty="0" smtClean="0">
                <a:ln>
                  <a:noFill/>
                </a:ln>
                <a:solidFill>
                  <a:srgbClr val="FFFFFF"/>
                </a:solidFill>
                <a:effectLst/>
                <a:uFillTx/>
                <a:latin typeface="+mn-lt"/>
                <a:ea typeface="+mn-ea"/>
                <a:cs typeface="+mn-cs"/>
                <a:sym typeface="Helvetica Light"/>
              </a:rPr>
              <a:t>发展第一阶段</a:t>
            </a:r>
            <a:endParaRPr kumimoji="0" lang="zh-CN" altLang="en-US" sz="6600" i="0" u="none" strike="noStrike" cap="none" spc="0" normalizeH="0" baseline="0" dirty="0">
              <a:ln>
                <a:noFill/>
              </a:ln>
              <a:solidFill>
                <a:srgbClr val="FFFFFF"/>
              </a:solidFill>
              <a:effectLst/>
              <a:uFillTx/>
              <a:latin typeface="+mn-lt"/>
              <a:ea typeface="+mn-ea"/>
              <a:cs typeface="+mn-cs"/>
              <a:sym typeface="Helvetica Light"/>
            </a:endParaRPr>
          </a:p>
        </p:txBody>
      </p:sp>
    </p:spTree>
  </p:cSld>
  <p:clrMapOvr>
    <a:masterClrMapping/>
  </p:clrMapOvr>
  <p:transition spd="slow"/>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Shape 141"/>
          <p:cNvSpPr>
            <a:spLocks noGrp="1"/>
          </p:cNvSpPr>
          <p:nvPr>
            <p:ph type="body" idx="1"/>
          </p:nvPr>
        </p:nvSpPr>
        <p:spPr>
          <a:xfrm>
            <a:off x="551473" y="2215661"/>
            <a:ext cx="11901854" cy="6801647"/>
          </a:xfrm>
          <a:prstGeom prst="rect">
            <a:avLst/>
          </a:prstGeom>
        </p:spPr>
        <p:txBody>
          <a:bodyPr>
            <a:normAutofit/>
          </a:bodyPr>
          <a:lstStyle/>
          <a:p>
            <a:pPr marL="0" indent="0">
              <a:buSzTx/>
              <a:buNone/>
            </a:pPr>
            <a:r>
              <a:rPr lang="zh-CN" altLang="en-US" sz="4800" i="1" dirty="0" smtClean="0">
                <a:solidFill>
                  <a:schemeClr val="tx1"/>
                </a:solidFill>
                <a:latin typeface="Baoli SC" charset="-122"/>
                <a:ea typeface="Baoli SC" charset="-122"/>
                <a:cs typeface="Baoli SC" charset="-122"/>
              </a:rPr>
              <a:t>质量</a:t>
            </a:r>
            <a:r>
              <a:rPr lang="zh-CN" altLang="en-US" sz="4800" i="1" dirty="0">
                <a:solidFill>
                  <a:schemeClr val="tx1"/>
                </a:solidFill>
                <a:latin typeface="Baoli SC" charset="-122"/>
                <a:ea typeface="Baoli SC" charset="-122"/>
                <a:cs typeface="Baoli SC" charset="-122"/>
              </a:rPr>
              <a:t>管理中广泛采用统计技术和计算机</a:t>
            </a:r>
            <a:r>
              <a:rPr lang="zh-CN" altLang="en-US" sz="4800" i="1" dirty="0" smtClean="0">
                <a:solidFill>
                  <a:schemeClr val="tx1"/>
                </a:solidFill>
                <a:latin typeface="Baoli SC" charset="-122"/>
                <a:ea typeface="Baoli SC" charset="-122"/>
                <a:cs typeface="Baoli SC" charset="-122"/>
              </a:rPr>
              <a:t>技术</a:t>
            </a:r>
            <a:endParaRPr lang="zh-CN" altLang="en-US" sz="4800" i="1" dirty="0">
              <a:solidFill>
                <a:schemeClr val="tx1"/>
              </a:solidFill>
              <a:latin typeface="Baoli SC" charset="-122"/>
              <a:ea typeface="Baoli SC" charset="-122"/>
              <a:cs typeface="Baoli SC" charset="-122"/>
            </a:endParaRPr>
          </a:p>
          <a:p>
            <a:r>
              <a:rPr lang="zh-CN" altLang="en-US" dirty="0" smtClean="0"/>
              <a:t>从</a:t>
            </a:r>
            <a:r>
              <a:rPr lang="en-US" altLang="zh-CN" dirty="0"/>
              <a:t>20</a:t>
            </a:r>
            <a:r>
              <a:rPr lang="zh-CN" altLang="en-US" dirty="0"/>
              <a:t>世纪</a:t>
            </a:r>
            <a:r>
              <a:rPr lang="en-US" altLang="zh-CN" dirty="0"/>
              <a:t>70</a:t>
            </a:r>
            <a:r>
              <a:rPr lang="zh-CN" altLang="en-US" dirty="0"/>
              <a:t>年代开始，日本企业从质量管理中获得巨大的收益，充分认识到了全面质量管理的好处。日本人开始将质量管理</a:t>
            </a:r>
            <a:r>
              <a:rPr lang="zh-CN" altLang="en-US" dirty="0">
                <a:solidFill>
                  <a:srgbClr val="FF0000"/>
                </a:solidFill>
              </a:rPr>
              <a:t>当作一门科学</a:t>
            </a:r>
            <a:r>
              <a:rPr lang="zh-CN" altLang="en-US" dirty="0"/>
              <a:t>来对待，并</a:t>
            </a:r>
            <a:r>
              <a:rPr lang="zh-CN" altLang="en-US" dirty="0">
                <a:solidFill>
                  <a:srgbClr val="FF0000"/>
                </a:solidFill>
              </a:rPr>
              <a:t>广泛采用统计技术和计算机技术</a:t>
            </a:r>
            <a:r>
              <a:rPr lang="zh-CN" altLang="en-US" dirty="0"/>
              <a:t>进行推广和应用，全面质量管理在这一阶段获得了新的发展。</a:t>
            </a:r>
          </a:p>
          <a:p>
            <a:pPr marL="0" indent="0">
              <a:buSzTx/>
              <a:buNone/>
            </a:pPr>
            <a:endParaRPr dirty="0"/>
          </a:p>
        </p:txBody>
      </p:sp>
      <p:sp>
        <p:nvSpPr>
          <p:cNvPr id="3" name="文本框 2"/>
          <p:cNvSpPr txBox="1"/>
          <p:nvPr/>
        </p:nvSpPr>
        <p:spPr>
          <a:xfrm flipH="1">
            <a:off x="1343757" y="724531"/>
            <a:ext cx="10317286" cy="111825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6600" i="0" u="none" strike="noStrike" cap="none" spc="0" normalizeH="0" baseline="0" dirty="0" smtClean="0">
                <a:ln>
                  <a:noFill/>
                </a:ln>
                <a:solidFill>
                  <a:srgbClr val="FFFFFF"/>
                </a:solidFill>
                <a:effectLst/>
                <a:uFillTx/>
                <a:latin typeface="+mn-lt"/>
                <a:ea typeface="+mn-ea"/>
                <a:cs typeface="+mn-cs"/>
                <a:sym typeface="Helvetica Light"/>
              </a:rPr>
              <a:t>TQM</a:t>
            </a:r>
            <a:r>
              <a:rPr kumimoji="0" lang="zh-CN" altLang="en-US" sz="6600" i="0" u="none" strike="noStrike" cap="none" spc="0" normalizeH="0" baseline="0" dirty="0" smtClean="0">
                <a:ln>
                  <a:noFill/>
                </a:ln>
                <a:solidFill>
                  <a:srgbClr val="FFFFFF"/>
                </a:solidFill>
                <a:effectLst/>
                <a:uFillTx/>
                <a:latin typeface="+mn-lt"/>
                <a:ea typeface="+mn-ea"/>
                <a:cs typeface="+mn-cs"/>
                <a:sym typeface="Helvetica Light"/>
              </a:rPr>
              <a:t>发展第二阶段</a:t>
            </a:r>
            <a:endParaRPr kumimoji="0" lang="zh-CN" altLang="en-US" sz="6600" i="0" u="none" strike="noStrike" cap="none" spc="0" normalizeH="0" baseline="0" dirty="0">
              <a:ln>
                <a:noFill/>
              </a:ln>
              <a:solidFill>
                <a:srgbClr val="FFFFFF"/>
              </a:solidFill>
              <a:effectLst/>
              <a:uFillTx/>
              <a:latin typeface="+mn-lt"/>
              <a:ea typeface="+mn-ea"/>
              <a:cs typeface="+mn-cs"/>
              <a:sym typeface="Helvetica Light"/>
            </a:endParaRPr>
          </a:p>
        </p:txBody>
      </p:sp>
    </p:spTree>
    <p:extLst>
      <p:ext uri="{BB962C8B-B14F-4D97-AF65-F5344CB8AC3E}">
        <p14:creationId xmlns:p14="http://schemas.microsoft.com/office/powerpoint/2010/main" val="1562188877"/>
      </p:ext>
    </p:extLst>
  </p:cSld>
  <p:clrMapOvr>
    <a:masterClrMapping/>
  </p:clrMapOvr>
  <p:transition spd="slow"/>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Shape 141"/>
          <p:cNvSpPr>
            <a:spLocks noGrp="1"/>
          </p:cNvSpPr>
          <p:nvPr>
            <p:ph type="body" idx="1"/>
          </p:nvPr>
        </p:nvSpPr>
        <p:spPr>
          <a:xfrm>
            <a:off x="359752" y="2258378"/>
            <a:ext cx="12285296" cy="1529863"/>
          </a:xfrm>
          <a:prstGeom prst="rect">
            <a:avLst/>
          </a:prstGeom>
        </p:spPr>
        <p:txBody>
          <a:bodyPr>
            <a:normAutofit/>
          </a:bodyPr>
          <a:lstStyle/>
          <a:p>
            <a:r>
              <a:rPr lang="zh-CN" altLang="en-US" sz="4800" i="1" dirty="0" smtClean="0">
                <a:solidFill>
                  <a:schemeClr val="tx1"/>
                </a:solidFill>
                <a:latin typeface="Baoli SC" charset="-122"/>
                <a:ea typeface="Baoli SC" charset="-122"/>
                <a:cs typeface="Baoli SC" charset="-122"/>
              </a:rPr>
              <a:t>质量</a:t>
            </a:r>
            <a:r>
              <a:rPr lang="zh-CN" altLang="en-US" sz="4800" i="1" dirty="0">
                <a:solidFill>
                  <a:schemeClr val="tx1"/>
                </a:solidFill>
                <a:latin typeface="Baoli SC" charset="-122"/>
                <a:ea typeface="Baoli SC" charset="-122"/>
                <a:cs typeface="Baoli SC" charset="-122"/>
              </a:rPr>
              <a:t>全面质量管理的内容和要求得到</a:t>
            </a:r>
            <a:r>
              <a:rPr lang="zh-CN" altLang="en-US" sz="4800" i="1" dirty="0" smtClean="0">
                <a:solidFill>
                  <a:schemeClr val="tx1"/>
                </a:solidFill>
                <a:latin typeface="Baoli SC" charset="-122"/>
                <a:ea typeface="Baoli SC" charset="-122"/>
                <a:cs typeface="Baoli SC" charset="-122"/>
              </a:rPr>
              <a:t>标准化</a:t>
            </a:r>
            <a:endParaRPr lang="zh-CN" altLang="en-US" sz="4800" i="1" dirty="0">
              <a:solidFill>
                <a:schemeClr val="tx1"/>
              </a:solidFill>
              <a:latin typeface="Baoli SC" charset="-122"/>
              <a:ea typeface="Baoli SC" charset="-122"/>
              <a:cs typeface="Baoli SC" charset="-122"/>
            </a:endParaRPr>
          </a:p>
        </p:txBody>
      </p:sp>
      <p:sp>
        <p:nvSpPr>
          <p:cNvPr id="3" name="文本框 2"/>
          <p:cNvSpPr txBox="1"/>
          <p:nvPr/>
        </p:nvSpPr>
        <p:spPr>
          <a:xfrm flipH="1">
            <a:off x="1343757" y="654192"/>
            <a:ext cx="10317286" cy="111825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6600" i="0" u="none" strike="noStrike" cap="none" spc="0" normalizeH="0" baseline="0" dirty="0" smtClean="0">
                <a:ln>
                  <a:noFill/>
                </a:ln>
                <a:solidFill>
                  <a:srgbClr val="FFFFFF"/>
                </a:solidFill>
                <a:effectLst/>
                <a:uFillTx/>
                <a:latin typeface="+mn-lt"/>
                <a:ea typeface="+mn-ea"/>
                <a:cs typeface="+mn-cs"/>
                <a:sym typeface="Helvetica Light"/>
              </a:rPr>
              <a:t>TQM</a:t>
            </a:r>
            <a:r>
              <a:rPr kumimoji="0" lang="zh-CN" altLang="en-US" sz="6600" i="0" u="none" strike="noStrike" cap="none" spc="0" normalizeH="0" baseline="0" dirty="0" smtClean="0">
                <a:ln>
                  <a:noFill/>
                </a:ln>
                <a:solidFill>
                  <a:srgbClr val="FFFFFF"/>
                </a:solidFill>
                <a:effectLst/>
                <a:uFillTx/>
                <a:latin typeface="+mn-lt"/>
                <a:ea typeface="+mn-ea"/>
                <a:cs typeface="+mn-cs"/>
                <a:sym typeface="Helvetica Light"/>
              </a:rPr>
              <a:t>发展第三阶段</a:t>
            </a:r>
            <a:endParaRPr kumimoji="0" lang="zh-CN" altLang="en-US" sz="6600" i="0" u="none" strike="noStrike" cap="none" spc="0" normalizeH="0" baseline="0" dirty="0">
              <a:ln>
                <a:noFill/>
              </a:ln>
              <a:solidFill>
                <a:srgbClr val="FFFFFF"/>
              </a:solidFill>
              <a:effectLst/>
              <a:uFillTx/>
              <a:latin typeface="+mn-lt"/>
              <a:ea typeface="+mn-ea"/>
              <a:cs typeface="+mn-cs"/>
              <a:sym typeface="Helvetica Light"/>
            </a:endParaRPr>
          </a:p>
        </p:txBody>
      </p:sp>
      <p:sp>
        <p:nvSpPr>
          <p:cNvPr id="2" name="文本框 1"/>
          <p:cNvSpPr txBox="1"/>
          <p:nvPr/>
        </p:nvSpPr>
        <p:spPr>
          <a:xfrm>
            <a:off x="867386" y="4027987"/>
            <a:ext cx="11270028" cy="478079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just"/>
            <a:r>
              <a:rPr lang="zh-CN" altLang="en-US" dirty="0"/>
              <a:t>随着全面质量管理理念的普及，越来越多的企业开始采用这种管理方法。</a:t>
            </a:r>
            <a:r>
              <a:rPr lang="en-US" altLang="zh-CN" dirty="0"/>
              <a:t>1986</a:t>
            </a:r>
            <a:r>
              <a:rPr lang="zh-CN" altLang="en-US" dirty="0"/>
              <a:t>年，国际标准化组织</a:t>
            </a:r>
            <a:r>
              <a:rPr lang="en-US" altLang="zh-CN" dirty="0"/>
              <a:t>ISO</a:t>
            </a:r>
            <a:r>
              <a:rPr lang="zh-CN" altLang="en-US" dirty="0"/>
              <a:t>把全面质量管理的内容和要求进行了标准化，并于</a:t>
            </a:r>
            <a:r>
              <a:rPr lang="en-US" altLang="zh-CN" dirty="0"/>
              <a:t>1987</a:t>
            </a:r>
            <a:r>
              <a:rPr lang="zh-CN" altLang="en-US" dirty="0"/>
              <a:t>年</a:t>
            </a:r>
            <a:r>
              <a:rPr lang="en-US" altLang="zh-CN" dirty="0"/>
              <a:t>3</a:t>
            </a:r>
            <a:r>
              <a:rPr lang="zh-CN" altLang="en-US" dirty="0"/>
              <a:t>月正式颁布了</a:t>
            </a:r>
            <a:r>
              <a:rPr lang="en-US" altLang="zh-CN" dirty="0"/>
              <a:t>ISO 9000</a:t>
            </a:r>
            <a:r>
              <a:rPr lang="zh-CN" altLang="en-US" dirty="0"/>
              <a:t>系列标准，这是全面质量管理发展的第三个阶段。因此，我们通常所熟悉的</a:t>
            </a:r>
            <a:r>
              <a:rPr lang="en-US" altLang="zh-CN" dirty="0"/>
              <a:t>ISO9000</a:t>
            </a:r>
            <a:r>
              <a:rPr lang="zh-CN" altLang="en-US" dirty="0"/>
              <a:t>系列标准实际上是对原来全面质量管理研究成果的标准化。</a:t>
            </a:r>
          </a:p>
          <a:p>
            <a:pPr marL="0" marR="0" indent="0" algn="just" defTabSz="584200" rtl="0" fontAlgn="auto" latinLnBrk="0" hangingPunct="0">
              <a:lnSpc>
                <a:spcPct val="100000"/>
              </a:lnSpc>
              <a:spcBef>
                <a:spcPts val="0"/>
              </a:spcBef>
              <a:spcAft>
                <a:spcPts val="0"/>
              </a:spcAft>
              <a:buClrTx/>
              <a:buSzTx/>
              <a:buFontTx/>
              <a:buNone/>
              <a:tabLst/>
            </a:pPr>
            <a:endParaRPr kumimoji="0" lang="zh-CN" altLang="en-US" sz="3800" b="0" i="0" u="none" strike="noStrike" cap="none" spc="0" normalizeH="0" baseline="0" dirty="0">
              <a:ln>
                <a:noFill/>
              </a:ln>
              <a:solidFill>
                <a:srgbClr val="FFFFFF"/>
              </a:solidFill>
              <a:effectLst/>
              <a:uFillTx/>
              <a:latin typeface="+mn-lt"/>
              <a:ea typeface="+mn-ea"/>
              <a:cs typeface="+mn-cs"/>
              <a:sym typeface="Helvetica Light"/>
            </a:endParaRPr>
          </a:p>
        </p:txBody>
      </p:sp>
    </p:spTree>
    <p:extLst>
      <p:ext uri="{BB962C8B-B14F-4D97-AF65-F5344CB8AC3E}">
        <p14:creationId xmlns:p14="http://schemas.microsoft.com/office/powerpoint/2010/main" val="840282488"/>
      </p:ext>
    </p:extLst>
  </p:cSld>
  <p:clrMapOvr>
    <a:masterClrMapping/>
  </p:clrMapOvr>
  <p:transition spd="slow"/>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Shape 141"/>
          <p:cNvSpPr>
            <a:spLocks noGrp="1"/>
          </p:cNvSpPr>
          <p:nvPr>
            <p:ph type="body" idx="1"/>
          </p:nvPr>
        </p:nvSpPr>
        <p:spPr>
          <a:xfrm>
            <a:off x="551473" y="2074984"/>
            <a:ext cx="11901854" cy="6801647"/>
          </a:xfrm>
          <a:prstGeom prst="rect">
            <a:avLst/>
          </a:prstGeom>
        </p:spPr>
        <p:txBody>
          <a:bodyPr>
            <a:normAutofit/>
          </a:bodyPr>
          <a:lstStyle/>
          <a:p>
            <a:pPr marL="0" indent="0">
              <a:buSzTx/>
              <a:buNone/>
            </a:pPr>
            <a:r>
              <a:rPr lang="zh-CN" altLang="en-US" sz="4800" i="1" dirty="0" smtClean="0">
                <a:solidFill>
                  <a:schemeClr val="tx1"/>
                </a:solidFill>
                <a:latin typeface="Baoli SC" charset="-122"/>
                <a:ea typeface="Baoli SC" charset="-122"/>
                <a:cs typeface="Baoli SC" charset="-122"/>
              </a:rPr>
              <a:t>质量管理</a:t>
            </a:r>
            <a:r>
              <a:rPr lang="zh-CN" altLang="en-US" sz="4800" i="1" dirty="0">
                <a:solidFill>
                  <a:schemeClr val="tx1"/>
                </a:solidFill>
                <a:latin typeface="Baoli SC" charset="-122"/>
                <a:ea typeface="Baoli SC" charset="-122"/>
                <a:cs typeface="Baoli SC" charset="-122"/>
              </a:rPr>
              <a:t>质量管理上升到经营管理</a:t>
            </a:r>
            <a:r>
              <a:rPr lang="zh-CN" altLang="en-US" sz="4800" i="1" dirty="0" smtClean="0">
                <a:solidFill>
                  <a:schemeClr val="tx1"/>
                </a:solidFill>
                <a:latin typeface="Baoli SC" charset="-122"/>
                <a:ea typeface="Baoli SC" charset="-122"/>
                <a:cs typeface="Baoli SC" charset="-122"/>
              </a:rPr>
              <a:t>层面</a:t>
            </a:r>
          </a:p>
          <a:p>
            <a:pPr marL="0" indent="0">
              <a:buNone/>
            </a:pPr>
            <a:r>
              <a:rPr lang="zh-CN" altLang="en-US" dirty="0" smtClean="0"/>
              <a:t>随着</a:t>
            </a:r>
            <a:r>
              <a:rPr lang="zh-CN" altLang="en-US" dirty="0"/>
              <a:t>质量管理思想和方法往更高层次发展，企业的生产管理和质量管理被提升到经营管理的层次。无论是学术界还是企业界，很多知名学者如朱兰、石川馨、久米均等人，都提出了很多有关这个方面的观念和理论，“质量管理是企业经营的生命线”这种观念逐渐被企业所接受。</a:t>
            </a:r>
          </a:p>
          <a:p>
            <a:pPr marL="0" indent="0">
              <a:buSzTx/>
              <a:buNone/>
            </a:pPr>
            <a:endParaRPr dirty="0"/>
          </a:p>
        </p:txBody>
      </p:sp>
      <p:sp>
        <p:nvSpPr>
          <p:cNvPr id="3" name="文本框 2"/>
          <p:cNvSpPr txBox="1"/>
          <p:nvPr/>
        </p:nvSpPr>
        <p:spPr>
          <a:xfrm flipH="1">
            <a:off x="1343757" y="654192"/>
            <a:ext cx="10317286" cy="111825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6600" i="0" u="none" strike="noStrike" cap="none" spc="0" normalizeH="0" baseline="0" dirty="0" smtClean="0">
                <a:ln>
                  <a:noFill/>
                </a:ln>
                <a:solidFill>
                  <a:srgbClr val="FFFFFF"/>
                </a:solidFill>
                <a:effectLst/>
                <a:uFillTx/>
                <a:latin typeface="+mn-lt"/>
                <a:ea typeface="+mn-ea"/>
                <a:cs typeface="+mn-cs"/>
                <a:sym typeface="Helvetica Light"/>
              </a:rPr>
              <a:t>TQM</a:t>
            </a:r>
            <a:r>
              <a:rPr kumimoji="0" lang="zh-CN" altLang="en-US" sz="6600" i="0" u="none" strike="noStrike" cap="none" spc="0" normalizeH="0" baseline="0" dirty="0" smtClean="0">
                <a:ln>
                  <a:noFill/>
                </a:ln>
                <a:solidFill>
                  <a:srgbClr val="FFFFFF"/>
                </a:solidFill>
                <a:effectLst/>
                <a:uFillTx/>
                <a:latin typeface="+mn-lt"/>
                <a:ea typeface="+mn-ea"/>
                <a:cs typeface="+mn-cs"/>
                <a:sym typeface="Helvetica Light"/>
              </a:rPr>
              <a:t>发展第四阶段</a:t>
            </a:r>
            <a:endParaRPr kumimoji="0" lang="zh-CN" altLang="en-US" sz="6600" i="0" u="none" strike="noStrike" cap="none" spc="0" normalizeH="0" baseline="0" dirty="0">
              <a:ln>
                <a:noFill/>
              </a:ln>
              <a:solidFill>
                <a:srgbClr val="FFFFFF"/>
              </a:solidFill>
              <a:effectLst/>
              <a:uFillTx/>
              <a:latin typeface="+mn-lt"/>
              <a:ea typeface="+mn-ea"/>
              <a:cs typeface="+mn-cs"/>
              <a:sym typeface="Helvetica Light"/>
            </a:endParaRPr>
          </a:p>
        </p:txBody>
      </p:sp>
    </p:spTree>
    <p:extLst>
      <p:ext uri="{BB962C8B-B14F-4D97-AF65-F5344CB8AC3E}">
        <p14:creationId xmlns:p14="http://schemas.microsoft.com/office/powerpoint/2010/main" val="692585873"/>
      </p:ext>
    </p:extLst>
  </p:cSld>
  <p:clrMapOvr>
    <a:masterClrMapping/>
  </p:clrMapOvr>
  <p:transition spd="slow"/>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5" name="屏幕快照 2016-09-21 20.13.01-filtered.png"/>
          <p:cNvPicPr>
            <a:picLocks noGrp="1" noChangeAspect="1"/>
          </p:cNvPicPr>
          <p:nvPr>
            <p:ph type="pic" idx="13"/>
          </p:nvPr>
        </p:nvPicPr>
        <p:blipFill>
          <a:blip r:embed="rId3">
            <a:extLst/>
          </a:blip>
          <a:srcRect l="10583" r="10583"/>
          <a:stretch>
            <a:fillRect/>
          </a:stretch>
        </p:blipFill>
        <p:spPr>
          <a:prstGeom prst="rect">
            <a:avLst/>
          </a:prstGeom>
        </p:spPr>
      </p:pic>
      <p:sp>
        <p:nvSpPr>
          <p:cNvPr id="146" name="Shape 146"/>
          <p:cNvSpPr>
            <a:spLocks noGrp="1"/>
          </p:cNvSpPr>
          <p:nvPr>
            <p:ph type="title"/>
          </p:nvPr>
        </p:nvSpPr>
        <p:spPr>
          <a:xfrm>
            <a:off x="952500" y="135467"/>
            <a:ext cx="11099800" cy="2120900"/>
          </a:xfrm>
          <a:prstGeom prst="rect">
            <a:avLst/>
          </a:prstGeom>
        </p:spPr>
        <p:txBody>
          <a:bodyPr>
            <a:normAutofit fontScale="90000"/>
          </a:bodyPr>
          <a:lstStyle>
            <a:lvl1pPr defTabSz="457200">
              <a:defRPr>
                <a:latin typeface="Baghdad"/>
                <a:ea typeface="Baghdad"/>
                <a:cs typeface="Baghdad"/>
                <a:sym typeface="Baghdad"/>
              </a:defRPr>
            </a:lvl1pPr>
          </a:lstStyle>
          <a:p>
            <a:r>
              <a:rPr lang="en-US" altLang="zh-CN" dirty="0"/>
              <a:t>TQM</a:t>
            </a:r>
            <a:r>
              <a:rPr lang="zh-CN" altLang="en-US" dirty="0"/>
              <a:t>包含什么？</a:t>
            </a:r>
            <a:br>
              <a:rPr lang="zh-CN" altLang="en-US" dirty="0"/>
            </a:br>
            <a:r>
              <a:rPr dirty="0" smtClean="0"/>
              <a:t>全面质量管理流程</a:t>
            </a:r>
            <a:endParaRPr dirty="0"/>
          </a:p>
        </p:txBody>
      </p:sp>
      <p:sp>
        <p:nvSpPr>
          <p:cNvPr id="147" name="Shape 147"/>
          <p:cNvSpPr>
            <a:spLocks noGrp="1"/>
          </p:cNvSpPr>
          <p:nvPr>
            <p:ph type="body" sz="half" idx="1"/>
          </p:nvPr>
        </p:nvSpPr>
        <p:spPr>
          <a:xfrm>
            <a:off x="952500" y="2256367"/>
            <a:ext cx="5334000" cy="7023099"/>
          </a:xfrm>
          <a:prstGeom prst="rect">
            <a:avLst/>
          </a:prstGeom>
        </p:spPr>
        <p:txBody>
          <a:bodyPr>
            <a:normAutofit fontScale="85000" lnSpcReduction="10000"/>
          </a:bodyPr>
          <a:lstStyle>
            <a:lvl1pPr marL="380999" indent="-380999">
              <a:defRPr sz="7000"/>
            </a:lvl1pPr>
          </a:lstStyle>
          <a:p>
            <a:r>
              <a:rPr dirty="0"/>
              <a:t>PDCA</a:t>
            </a:r>
            <a:r>
              <a:rPr dirty="0" smtClean="0"/>
              <a:t>循环</a:t>
            </a:r>
            <a:endParaRPr lang="en-US" dirty="0" smtClean="0"/>
          </a:p>
          <a:p>
            <a:pPr lvl="1"/>
            <a:r>
              <a:rPr lang="en-US" dirty="0"/>
              <a:t>P（Planning）——</a:t>
            </a:r>
            <a:r>
              <a:rPr lang="zh-CN" altLang="en-US" dirty="0"/>
              <a:t>计划职能包括三小部分：目标（</a:t>
            </a:r>
            <a:r>
              <a:rPr lang="en-US" dirty="0"/>
              <a:t>goal）、</a:t>
            </a:r>
            <a:r>
              <a:rPr lang="zh-CN" altLang="en-US" dirty="0"/>
              <a:t>实施计划（</a:t>
            </a:r>
            <a:r>
              <a:rPr lang="en-US" dirty="0"/>
              <a:t>plan）、</a:t>
            </a:r>
            <a:r>
              <a:rPr lang="zh-CN" altLang="en-US" dirty="0"/>
              <a:t>收支预算（</a:t>
            </a:r>
            <a:r>
              <a:rPr lang="en-US" dirty="0"/>
              <a:t>budget）。</a:t>
            </a:r>
          </a:p>
          <a:p>
            <a:pPr lvl="1"/>
            <a:r>
              <a:rPr lang="en-US" dirty="0"/>
              <a:t>D（design)——</a:t>
            </a:r>
            <a:r>
              <a:rPr lang="zh-CN" altLang="en-US" dirty="0"/>
              <a:t>设计方案和布局。</a:t>
            </a:r>
          </a:p>
          <a:p>
            <a:pPr lvl="1"/>
            <a:r>
              <a:rPr lang="en-US" dirty="0" smtClean="0"/>
              <a:t>C（4C</a:t>
            </a:r>
            <a:r>
              <a:rPr lang="en-US" dirty="0"/>
              <a:t>)——4C</a:t>
            </a:r>
            <a:r>
              <a:rPr lang="zh-CN" altLang="en-US" dirty="0"/>
              <a:t>管理：</a:t>
            </a:r>
            <a:r>
              <a:rPr lang="en-US" dirty="0"/>
              <a:t>Check（</a:t>
            </a:r>
            <a:r>
              <a:rPr lang="zh-CN" altLang="en-US" dirty="0"/>
              <a:t>检查）、</a:t>
            </a:r>
            <a:r>
              <a:rPr lang="en-US" dirty="0"/>
              <a:t>Communicate（</a:t>
            </a:r>
            <a:r>
              <a:rPr lang="zh-CN" altLang="en-US" dirty="0"/>
              <a:t>沟通）、</a:t>
            </a:r>
            <a:r>
              <a:rPr lang="en-US" dirty="0"/>
              <a:t>Clean （</a:t>
            </a:r>
            <a:r>
              <a:rPr lang="zh-CN" altLang="en-US" dirty="0"/>
              <a:t>清理）、</a:t>
            </a:r>
            <a:r>
              <a:rPr lang="en-US" dirty="0"/>
              <a:t>Control（</a:t>
            </a:r>
            <a:r>
              <a:rPr lang="zh-CN" altLang="en-US" dirty="0"/>
              <a:t>控制）。</a:t>
            </a:r>
          </a:p>
          <a:p>
            <a:pPr lvl="1"/>
            <a:r>
              <a:rPr lang="en-US" dirty="0"/>
              <a:t>A（2A)——Act（</a:t>
            </a:r>
            <a:r>
              <a:rPr lang="zh-CN" altLang="en-US" dirty="0"/>
              <a:t>执行，对总结检查的结果进行处理）、</a:t>
            </a:r>
            <a:r>
              <a:rPr lang="en-US" dirty="0"/>
              <a:t>Aim（</a:t>
            </a:r>
            <a:r>
              <a:rPr lang="zh-CN" altLang="en-US" dirty="0"/>
              <a:t>按照目标要求行事，如改善、提高）。</a:t>
            </a:r>
            <a:endParaRPr dirty="0"/>
          </a:p>
        </p:txBody>
      </p:sp>
    </p:spTree>
  </p:cSld>
  <p:clrMapOvr>
    <a:masterClrMapping/>
  </p:clrMapOvr>
  <p:transition spd="slow"/>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占位符 5"/>
          <p:cNvPicPr>
            <a:picLocks noGrp="1" noChangeAspect="1"/>
          </p:cNvPicPr>
          <p:nvPr>
            <p:ph type="pic" sz="half" idx="13"/>
          </p:nvPr>
        </p:nvPicPr>
        <p:blipFill>
          <a:blip r:embed="rId2">
            <a:extLst>
              <a:ext uri="{28A0092B-C50C-407E-A947-70E740481C1C}">
                <a14:useLocalDpi xmlns:a14="http://schemas.microsoft.com/office/drawing/2010/main" val="0"/>
              </a:ext>
            </a:extLst>
          </a:blip>
          <a:srcRect l="13554" r="13554"/>
          <a:stretch>
            <a:fillRect/>
          </a:stretch>
        </p:blipFill>
        <p:spPr/>
      </p:pic>
      <p:sp>
        <p:nvSpPr>
          <p:cNvPr id="3" name="标题 2"/>
          <p:cNvSpPr>
            <a:spLocks noGrp="1"/>
          </p:cNvSpPr>
          <p:nvPr>
            <p:ph type="title"/>
          </p:nvPr>
        </p:nvSpPr>
        <p:spPr/>
        <p:txBody>
          <a:bodyPr/>
          <a:lstStyle/>
          <a:p>
            <a:r>
              <a:rPr lang="zh-CN" altLang="en-US" dirty="0"/>
              <a:t>不断前进、不断提高</a:t>
            </a:r>
          </a:p>
        </p:txBody>
      </p:sp>
      <p:sp>
        <p:nvSpPr>
          <p:cNvPr id="4" name="文本占位符 3"/>
          <p:cNvSpPr>
            <a:spLocks noGrp="1"/>
          </p:cNvSpPr>
          <p:nvPr>
            <p:ph type="body" sz="half" idx="1"/>
          </p:nvPr>
        </p:nvSpPr>
        <p:spPr/>
        <p:txBody>
          <a:bodyPr/>
          <a:lstStyle/>
          <a:p>
            <a:r>
              <a:rPr lang="en-US" altLang="zh-CN" dirty="0"/>
              <a:t>PDCA</a:t>
            </a:r>
            <a:r>
              <a:rPr lang="zh-CN" altLang="en-US" dirty="0"/>
              <a:t>循环就像爬楼梯一样，一个循环运转结束，生产的质量就会提高一步，然后再制定下一个循环，再运转、再提高，不断前进，不断提高。</a:t>
            </a:r>
          </a:p>
        </p:txBody>
      </p:sp>
    </p:spTree>
    <p:extLst>
      <p:ext uri="{BB962C8B-B14F-4D97-AF65-F5344CB8AC3E}">
        <p14:creationId xmlns:p14="http://schemas.microsoft.com/office/powerpoint/2010/main" val="2798422102"/>
      </p:ext>
    </p:extLst>
  </p:cSld>
  <p:clrMapOvr>
    <a:masterClrMapping/>
  </p:clrMapOvr>
  <p:transition spd="med"/>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占位符 4"/>
          <p:cNvPicPr>
            <a:picLocks noGrp="1" noChangeAspect="1"/>
          </p:cNvPicPr>
          <p:nvPr>
            <p:ph type="pic" sz="half" idx="13"/>
          </p:nvPr>
        </p:nvPicPr>
        <p:blipFill>
          <a:blip r:embed="rId2">
            <a:extLst>
              <a:ext uri="{28A0092B-C50C-407E-A947-70E740481C1C}">
                <a14:useLocalDpi xmlns:a14="http://schemas.microsoft.com/office/drawing/2010/main" val="0"/>
              </a:ext>
            </a:extLst>
          </a:blip>
          <a:srcRect l="10083" r="10083"/>
          <a:stretch>
            <a:fillRect/>
          </a:stretch>
        </p:blipFill>
        <p:spPr>
          <a:xfrm>
            <a:off x="6468534" y="2590800"/>
            <a:ext cx="4978400" cy="6286500"/>
          </a:xfrm>
        </p:spPr>
      </p:pic>
      <p:sp>
        <p:nvSpPr>
          <p:cNvPr id="3" name="标题 2"/>
          <p:cNvSpPr>
            <a:spLocks noGrp="1"/>
          </p:cNvSpPr>
          <p:nvPr>
            <p:ph type="title"/>
          </p:nvPr>
        </p:nvSpPr>
        <p:spPr/>
        <p:txBody>
          <a:bodyPr>
            <a:normAutofit fontScale="90000"/>
          </a:bodyPr>
          <a:lstStyle/>
          <a:p>
            <a:r>
              <a:rPr lang="zh-CN" altLang="en-US" dirty="0"/>
              <a:t>大环套小环、小环保大环、推动大循环</a:t>
            </a:r>
          </a:p>
        </p:txBody>
      </p:sp>
      <p:sp>
        <p:nvSpPr>
          <p:cNvPr id="4" name="文本占位符 3"/>
          <p:cNvSpPr>
            <a:spLocks noGrp="1"/>
          </p:cNvSpPr>
          <p:nvPr>
            <p:ph type="body" sz="half" idx="1"/>
          </p:nvPr>
        </p:nvSpPr>
        <p:spPr/>
        <p:txBody>
          <a:bodyPr>
            <a:normAutofit fontScale="92500" lnSpcReduction="10000"/>
          </a:bodyPr>
          <a:lstStyle/>
          <a:p>
            <a:r>
              <a:rPr lang="en-US" altLang="zh-CN" dirty="0"/>
              <a:t>PDCA</a:t>
            </a:r>
            <a:r>
              <a:rPr lang="zh-CN" altLang="en-US" dirty="0"/>
              <a:t>循环作为质量管理的基本方法，不仅适用于整个工程项目，也适应于整个企业和企业内的科室、工段、班组以至个人。各级部门根据企业的方针目标，都有自己的</a:t>
            </a:r>
            <a:r>
              <a:rPr lang="en-US" altLang="zh-CN" dirty="0"/>
              <a:t>PDCA</a:t>
            </a:r>
            <a:r>
              <a:rPr lang="zh-CN" altLang="en-US" dirty="0"/>
              <a:t>循环，层层循环，形成大环套小环，小环里面又套更小的环</a:t>
            </a:r>
            <a:endParaRPr lang="en-US" altLang="zh-CN" dirty="0" smtClean="0"/>
          </a:p>
          <a:p>
            <a:r>
              <a:rPr lang="zh-CN" altLang="en-US" dirty="0" smtClean="0"/>
              <a:t>大</a:t>
            </a:r>
            <a:r>
              <a:rPr lang="zh-CN" altLang="en-US" dirty="0"/>
              <a:t>环是小环的母体和依据，小环是大环的分解和保证。各级部门的小环都围绕着企业的总目标朝着同一方向转动。通过循环把企业上下或工程项目的各项工作有机地联系起来，彼此协同，互相促进</a:t>
            </a:r>
          </a:p>
        </p:txBody>
      </p:sp>
    </p:spTree>
    <p:extLst>
      <p:ext uri="{BB962C8B-B14F-4D97-AF65-F5344CB8AC3E}">
        <p14:creationId xmlns:p14="http://schemas.microsoft.com/office/powerpoint/2010/main" val="1952157672"/>
      </p:ext>
    </p:extLst>
  </p:cSld>
  <p:clrMapOvr>
    <a:masterClrMapping/>
  </p:clrMapOvr>
  <p:transition spd="med"/>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占位符 4"/>
          <p:cNvPicPr>
            <a:picLocks noGrp="1" noChangeAspect="1"/>
          </p:cNvPicPr>
          <p:nvPr>
            <p:ph type="pic" sz="half" idx="13"/>
          </p:nvPr>
        </p:nvPicPr>
        <p:blipFill>
          <a:blip r:embed="rId2">
            <a:extLst>
              <a:ext uri="{28A0092B-C50C-407E-A947-70E740481C1C}">
                <a14:useLocalDpi xmlns:a14="http://schemas.microsoft.com/office/drawing/2010/main" val="0"/>
              </a:ext>
            </a:extLst>
          </a:blip>
          <a:srcRect l="9562" r="9562"/>
          <a:stretch>
            <a:fillRect/>
          </a:stretch>
        </p:blipFill>
        <p:spPr/>
      </p:pic>
      <p:sp>
        <p:nvSpPr>
          <p:cNvPr id="3" name="标题 2"/>
          <p:cNvSpPr>
            <a:spLocks noGrp="1"/>
          </p:cNvSpPr>
          <p:nvPr>
            <p:ph type="title"/>
          </p:nvPr>
        </p:nvSpPr>
        <p:spPr/>
        <p:txBody>
          <a:bodyPr/>
          <a:lstStyle/>
          <a:p>
            <a:r>
              <a:rPr lang="zh-CN" altLang="en-US" dirty="0"/>
              <a:t>门路式上升</a:t>
            </a:r>
          </a:p>
        </p:txBody>
      </p:sp>
      <p:sp>
        <p:nvSpPr>
          <p:cNvPr id="4" name="文本占位符 3"/>
          <p:cNvSpPr>
            <a:spLocks noGrp="1"/>
          </p:cNvSpPr>
          <p:nvPr>
            <p:ph type="body" sz="half" idx="1"/>
          </p:nvPr>
        </p:nvSpPr>
        <p:spPr/>
        <p:txBody>
          <a:bodyPr/>
          <a:lstStyle/>
          <a:p>
            <a:r>
              <a:rPr lang="en-US" altLang="zh-CN" dirty="0"/>
              <a:t>PDCA</a:t>
            </a:r>
            <a:r>
              <a:rPr lang="zh-CN" altLang="en-US" dirty="0"/>
              <a:t>循环不是在同一水平上循环，每循环一次，就解决一部分问题，取得一部分成果，工作就前进一步，水平就进步一步</a:t>
            </a:r>
            <a:r>
              <a:rPr lang="zh-CN" altLang="en-US" dirty="0" smtClean="0"/>
              <a:t>。</a:t>
            </a:r>
            <a:endParaRPr lang="en-US" altLang="zh-CN" dirty="0" smtClean="0"/>
          </a:p>
          <a:p>
            <a:r>
              <a:rPr lang="zh-CN" altLang="en-US" dirty="0" smtClean="0"/>
              <a:t>每</a:t>
            </a:r>
            <a:r>
              <a:rPr lang="zh-CN" altLang="en-US" dirty="0"/>
              <a:t>通过一次</a:t>
            </a:r>
            <a:r>
              <a:rPr lang="en-US" altLang="zh-CN" dirty="0"/>
              <a:t>PDCA</a:t>
            </a:r>
            <a:r>
              <a:rPr lang="zh-CN" altLang="en-US" dirty="0"/>
              <a:t>循环，都要进行总结，提出新目标，再进行第二次</a:t>
            </a:r>
            <a:r>
              <a:rPr lang="en-US" altLang="zh-CN" dirty="0"/>
              <a:t>PDCA</a:t>
            </a:r>
            <a:r>
              <a:rPr lang="zh-CN" altLang="en-US" dirty="0"/>
              <a:t>循环，使品质治理的车轮滚滚向前</a:t>
            </a:r>
            <a:r>
              <a:rPr lang="zh-CN" altLang="en-US" dirty="0" smtClean="0"/>
              <a:t>。</a:t>
            </a:r>
            <a:endParaRPr lang="en-US" altLang="zh-CN" dirty="0" smtClean="0"/>
          </a:p>
          <a:p>
            <a:r>
              <a:rPr lang="en-US" altLang="zh-CN" dirty="0" smtClean="0"/>
              <a:t>PDCA</a:t>
            </a:r>
            <a:r>
              <a:rPr lang="zh-CN" altLang="en-US" dirty="0"/>
              <a:t>每循环一次，品质水平和治理水平均更进一步</a:t>
            </a:r>
          </a:p>
        </p:txBody>
      </p:sp>
    </p:spTree>
    <p:extLst>
      <p:ext uri="{BB962C8B-B14F-4D97-AF65-F5344CB8AC3E}">
        <p14:creationId xmlns:p14="http://schemas.microsoft.com/office/powerpoint/2010/main" val="4142167987"/>
      </p:ext>
    </p:extLst>
  </p:cSld>
  <p:clrMapOvr>
    <a:masterClrMapping/>
  </p:clrMapOvr>
  <p:transition spd="med"/>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Shape 149"/>
          <p:cNvSpPr>
            <a:spLocks noGrp="1"/>
          </p:cNvSpPr>
          <p:nvPr>
            <p:ph type="title"/>
          </p:nvPr>
        </p:nvSpPr>
        <p:spPr>
          <a:xfrm>
            <a:off x="1514935" y="191579"/>
            <a:ext cx="9974931" cy="1413504"/>
          </a:xfrm>
          <a:prstGeom prst="rect">
            <a:avLst/>
          </a:prstGeom>
        </p:spPr>
        <p:txBody>
          <a:bodyPr/>
          <a:lstStyle>
            <a:lvl1pPr defTabSz="537463">
              <a:defRPr sz="7360"/>
            </a:lvl1pPr>
          </a:lstStyle>
          <a:p>
            <a:r>
              <a:t>TQM的八个基本要素</a:t>
            </a:r>
          </a:p>
        </p:txBody>
      </p:sp>
      <p:sp>
        <p:nvSpPr>
          <p:cNvPr id="150" name="Shape 150"/>
          <p:cNvSpPr>
            <a:spLocks noGrp="1"/>
          </p:cNvSpPr>
          <p:nvPr>
            <p:ph type="body" idx="1"/>
          </p:nvPr>
        </p:nvSpPr>
        <p:spPr>
          <a:xfrm>
            <a:off x="952500" y="1982142"/>
            <a:ext cx="11734594" cy="7516516"/>
          </a:xfrm>
          <a:prstGeom prst="rect">
            <a:avLst/>
          </a:prstGeom>
        </p:spPr>
        <p:txBody>
          <a:bodyPr anchor="t"/>
          <a:lstStyle/>
          <a:p>
            <a:pPr marL="480059" indent="-480059" defTabSz="408940">
              <a:spcBef>
                <a:spcPts val="2900"/>
              </a:spcBef>
              <a:buSzPct val="100000"/>
              <a:buAutoNum type="arabicPeriod"/>
              <a:defRPr sz="2660"/>
            </a:pPr>
            <a:r>
              <a:rPr dirty="0" smtClean="0"/>
              <a:t>顾客</a:t>
            </a:r>
            <a:r>
              <a:rPr lang="zh-CN" altLang="en-US" dirty="0" smtClean="0"/>
              <a:t>导向</a:t>
            </a:r>
            <a:r>
              <a:rPr dirty="0" smtClean="0"/>
              <a:t>      </a:t>
            </a:r>
            <a:r>
              <a:rPr dirty="0"/>
              <a:t>（Customer-focused）</a:t>
            </a:r>
          </a:p>
          <a:p>
            <a:pPr marL="480059" indent="-480059" defTabSz="408940">
              <a:spcBef>
                <a:spcPts val="2900"/>
              </a:spcBef>
              <a:buSzPct val="100000"/>
              <a:buAutoNum type="arabicPeriod"/>
              <a:defRPr sz="2660"/>
            </a:pPr>
            <a:r>
              <a:rPr dirty="0"/>
              <a:t>全员参与        (Total employee involvement)</a:t>
            </a:r>
          </a:p>
          <a:p>
            <a:pPr marL="480059" indent="-480059" defTabSz="408940">
              <a:spcBef>
                <a:spcPts val="2900"/>
              </a:spcBef>
              <a:buSzPct val="100000"/>
              <a:buAutoNum type="arabicPeriod"/>
              <a:defRPr sz="2660"/>
            </a:pPr>
            <a:r>
              <a:rPr dirty="0"/>
              <a:t>过程主导        (Process-centered)</a:t>
            </a:r>
          </a:p>
          <a:p>
            <a:pPr marL="480059" indent="-480059" defTabSz="408940">
              <a:spcBef>
                <a:spcPts val="2900"/>
              </a:spcBef>
              <a:buSzPct val="100000"/>
              <a:buAutoNum type="arabicPeriod"/>
              <a:defRPr sz="2660"/>
            </a:pPr>
            <a:r>
              <a:rPr dirty="0"/>
              <a:t>组织一体化    (Integrated system)</a:t>
            </a:r>
          </a:p>
          <a:p>
            <a:pPr marL="480059" indent="-480059" defTabSz="408940">
              <a:spcBef>
                <a:spcPts val="2900"/>
              </a:spcBef>
              <a:buSzPct val="100000"/>
              <a:buAutoNum type="arabicPeriod"/>
              <a:defRPr sz="2660"/>
            </a:pPr>
            <a:r>
              <a:rPr dirty="0"/>
              <a:t>全组织战略    (Strategic and systematic approach)</a:t>
            </a:r>
          </a:p>
          <a:p>
            <a:pPr marL="480059" indent="-480059" defTabSz="408940">
              <a:spcBef>
                <a:spcPts val="2900"/>
              </a:spcBef>
              <a:buSzPct val="100000"/>
              <a:buAutoNum type="arabicPeriod"/>
              <a:defRPr sz="2660"/>
            </a:pPr>
            <a:r>
              <a:rPr dirty="0"/>
              <a:t>持续提高        (Continual improvement)</a:t>
            </a:r>
          </a:p>
          <a:p>
            <a:pPr marL="480059" indent="-480059" defTabSz="408940">
              <a:spcBef>
                <a:spcPts val="2900"/>
              </a:spcBef>
              <a:buSzPct val="100000"/>
              <a:buAutoNum type="arabicPeriod"/>
              <a:defRPr sz="2660"/>
            </a:pPr>
            <a:r>
              <a:rPr dirty="0"/>
              <a:t>基于事实决策 (Fact-based decision making)</a:t>
            </a:r>
          </a:p>
          <a:p>
            <a:pPr marL="480059" indent="-480059" defTabSz="408940">
              <a:spcBef>
                <a:spcPts val="2900"/>
              </a:spcBef>
              <a:buSzPct val="100000"/>
              <a:buAutoNum type="arabicPeriod"/>
              <a:defRPr sz="2660"/>
            </a:pPr>
            <a:r>
              <a:rPr dirty="0"/>
              <a:t>充分沟通        (Communications)</a:t>
            </a:r>
          </a:p>
          <a:p>
            <a:pPr marL="480059" indent="-480059" defTabSz="408940">
              <a:spcBef>
                <a:spcPts val="2900"/>
              </a:spcBef>
              <a:buSzPct val="100000"/>
              <a:buAutoNum type="arabicPeriod"/>
              <a:defRPr sz="2660"/>
            </a:pPr>
            <a:endParaRPr dirty="0"/>
          </a:p>
          <a:p>
            <a:pPr marL="0" indent="0" defTabSz="320039">
              <a:spcBef>
                <a:spcPts val="0"/>
              </a:spcBef>
              <a:buSzTx/>
              <a:buNone/>
              <a:defRPr sz="1750" b="1" i="1">
                <a:solidFill>
                  <a:srgbClr val="F1FFFD"/>
                </a:solidFill>
                <a:latin typeface="Arial"/>
                <a:ea typeface="Arial"/>
                <a:cs typeface="Arial"/>
                <a:sym typeface="Arial"/>
              </a:defRPr>
            </a:pPr>
            <a:r>
              <a:rPr dirty="0">
                <a:solidFill>
                  <a:schemeClr val="tx1"/>
                </a:solidFill>
              </a:rPr>
              <a:t>Excerpted from The Certified Manager of Quality/Organizational Excellence Handbook, pages 291-</a:t>
            </a:r>
            <a:r>
              <a:rPr dirty="0"/>
              <a:t>292.</a:t>
            </a:r>
          </a:p>
        </p:txBody>
      </p:sp>
    </p:spTree>
  </p:cSld>
  <p:clrMapOvr>
    <a:masterClrMapping/>
  </p:clrMapOvr>
  <p:transition spd="slow"/>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52500" y="33869"/>
            <a:ext cx="11099800" cy="1134531"/>
          </a:xfrm>
        </p:spPr>
        <p:txBody>
          <a:bodyPr>
            <a:normAutofit fontScale="90000"/>
          </a:bodyPr>
          <a:lstStyle/>
          <a:p>
            <a:r>
              <a:rPr lang="en-US" altLang="zh-CN" dirty="0" smtClean="0"/>
              <a:t>TQM</a:t>
            </a:r>
            <a:r>
              <a:rPr lang="zh-CN" altLang="en-US" dirty="0" smtClean="0"/>
              <a:t>特点</a:t>
            </a:r>
            <a:endParaRPr lang="zh-CN" altLang="en-US" dirty="0"/>
          </a:p>
        </p:txBody>
      </p:sp>
      <p:sp>
        <p:nvSpPr>
          <p:cNvPr id="3" name="文本占位符 2"/>
          <p:cNvSpPr>
            <a:spLocks noGrp="1"/>
          </p:cNvSpPr>
          <p:nvPr>
            <p:ph type="body" idx="1"/>
          </p:nvPr>
        </p:nvSpPr>
        <p:spPr>
          <a:xfrm>
            <a:off x="952500" y="1168399"/>
            <a:ext cx="11099800" cy="8398933"/>
          </a:xfrm>
        </p:spPr>
        <p:txBody>
          <a:bodyPr>
            <a:normAutofit fontScale="92500" lnSpcReduction="20000"/>
          </a:bodyPr>
          <a:lstStyle/>
          <a:p>
            <a:r>
              <a:rPr lang="zh-CN" altLang="en-US" dirty="0"/>
              <a:t>全面性：是指全面质量管理的对象，是企业生产经营的全过程。</a:t>
            </a:r>
          </a:p>
          <a:p>
            <a:r>
              <a:rPr lang="zh-CN" altLang="en-US" dirty="0"/>
              <a:t>全员性：是指全面质量管理要依靠全体职工。</a:t>
            </a:r>
          </a:p>
          <a:p>
            <a:r>
              <a:rPr lang="zh-CN" altLang="en-US" dirty="0"/>
              <a:t>预防性：是指全面质量管理应具有高度的预防性。</a:t>
            </a:r>
          </a:p>
          <a:p>
            <a:r>
              <a:rPr lang="zh-CN" altLang="en-US" dirty="0"/>
              <a:t>服务性：主要表现在企业以自己的产品或劳务满足用户的需要，为用户服务。</a:t>
            </a:r>
          </a:p>
          <a:p>
            <a:r>
              <a:rPr lang="zh-CN" altLang="en-US" dirty="0"/>
              <a:t>科学性：质量管理必须科学化，必须更加自觉地利用现代科学技术和先进的科学管理方</a:t>
            </a:r>
            <a:r>
              <a:rPr lang="zh-CN" altLang="en-US" dirty="0" smtClean="0"/>
              <a:t>法</a:t>
            </a:r>
            <a:endParaRPr lang="en-US" altLang="zh-CN" dirty="0" smtClean="0"/>
          </a:p>
          <a:p>
            <a:r>
              <a:rPr lang="zh-CN" altLang="en-US" dirty="0"/>
              <a:t>全面质量管理的基本原理与其他概念的基本差别在于，它强调为了取得真正的经济效益，管理必须始于识别顾客的质量要求，终于顾客对他手中的产品感到满意。全面质量管理就是为了实现这一目标而指导人、机器、信息的协调活动</a:t>
            </a:r>
            <a:r>
              <a:rPr lang="zh-CN" altLang="en-US" dirty="0" smtClean="0"/>
              <a:t>。</a:t>
            </a:r>
            <a:endParaRPr lang="zh-CN" altLang="en-US" dirty="0"/>
          </a:p>
        </p:txBody>
      </p:sp>
    </p:spTree>
    <p:extLst>
      <p:ext uri="{BB962C8B-B14F-4D97-AF65-F5344CB8AC3E}">
        <p14:creationId xmlns:p14="http://schemas.microsoft.com/office/powerpoint/2010/main" val="2436121762"/>
      </p:ext>
    </p:extLst>
  </p:cSld>
  <p:clrMapOvr>
    <a:masterClrMapping/>
  </p:clrMapOvr>
  <p:transition spd="med"/>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Shape 149"/>
          <p:cNvSpPr>
            <a:spLocks noGrp="1"/>
          </p:cNvSpPr>
          <p:nvPr>
            <p:ph type="title"/>
          </p:nvPr>
        </p:nvSpPr>
        <p:spPr>
          <a:xfrm>
            <a:off x="1514935" y="0"/>
            <a:ext cx="9974931" cy="1956775"/>
          </a:xfrm>
          <a:prstGeom prst="rect">
            <a:avLst/>
          </a:prstGeom>
        </p:spPr>
        <p:txBody>
          <a:bodyPr>
            <a:normAutofit fontScale="90000"/>
          </a:bodyPr>
          <a:lstStyle>
            <a:lvl1pPr defTabSz="537463">
              <a:defRPr sz="7360"/>
            </a:lvl1pPr>
          </a:lstStyle>
          <a:p>
            <a:r>
              <a:rPr lang="zh-CN" altLang="en-US" dirty="0"/>
              <a:t>怎么实现</a:t>
            </a:r>
            <a:r>
              <a:rPr lang="en-US" altLang="zh-CN" dirty="0"/>
              <a:t>TQM</a:t>
            </a:r>
            <a:r>
              <a:rPr lang="zh-CN" altLang="en-US" dirty="0"/>
              <a:t>？</a:t>
            </a:r>
            <a:r>
              <a:rPr lang="en-US" altLang="zh-CN" dirty="0"/>
              <a:t/>
            </a:r>
            <a:br>
              <a:rPr lang="en-US" altLang="zh-CN" dirty="0"/>
            </a:br>
            <a:r>
              <a:rPr dirty="0" smtClean="0"/>
              <a:t>TQM</a:t>
            </a:r>
            <a:r>
              <a:rPr lang="zh-CN" altLang="en-US" dirty="0" smtClean="0"/>
              <a:t>常用</a:t>
            </a:r>
            <a:r>
              <a:rPr lang="en-US" altLang="zh-CN" dirty="0" smtClean="0"/>
              <a:t>7</a:t>
            </a:r>
            <a:r>
              <a:rPr lang="zh-CN" altLang="en-US" dirty="0" smtClean="0"/>
              <a:t>个工具</a:t>
            </a:r>
            <a:endParaRPr dirty="0"/>
          </a:p>
        </p:txBody>
      </p:sp>
      <p:sp>
        <p:nvSpPr>
          <p:cNvPr id="150" name="Shape 150"/>
          <p:cNvSpPr>
            <a:spLocks noGrp="1"/>
          </p:cNvSpPr>
          <p:nvPr>
            <p:ph type="body" idx="1"/>
          </p:nvPr>
        </p:nvSpPr>
        <p:spPr>
          <a:xfrm>
            <a:off x="338667" y="1956775"/>
            <a:ext cx="12260504" cy="7576692"/>
          </a:xfrm>
          <a:prstGeom prst="rect">
            <a:avLst/>
          </a:prstGeom>
        </p:spPr>
        <p:txBody>
          <a:bodyPr anchor="t">
            <a:normAutofit fontScale="92500" lnSpcReduction="20000"/>
          </a:bodyPr>
          <a:lstStyle/>
          <a:p>
            <a:pPr marL="0" indent="0" defTabSz="408940">
              <a:spcBef>
                <a:spcPts val="2900"/>
              </a:spcBef>
              <a:buSzPct val="100000"/>
              <a:buNone/>
              <a:defRPr sz="2660"/>
            </a:pPr>
            <a:r>
              <a:rPr lang="zh-CN" altLang="en-US" sz="3600" dirty="0"/>
              <a:t>所谓全面质量管理常用七种工具，就是在开展全面质量管理活动中，用于收集和分析质量数据，分析和确定质量问题，控制和改进质量水平的常用七种方法。这些方法不仅科学，而且实用，作为班组长应该首先学习和掌握它们，并带领工人应用到生产实际中。</a:t>
            </a:r>
            <a:endParaRPr lang="en-US" altLang="zh-CN" sz="3600" dirty="0" smtClean="0"/>
          </a:p>
          <a:p>
            <a:pPr marL="480059" indent="-480059" defTabSz="408940">
              <a:spcBef>
                <a:spcPts val="2900"/>
              </a:spcBef>
              <a:buSzPct val="100000"/>
              <a:buAutoNum type="arabicPeriod"/>
              <a:defRPr sz="2660"/>
            </a:pPr>
            <a:r>
              <a:rPr lang="zh-CN" altLang="en-US" sz="3600" dirty="0" smtClean="0"/>
              <a:t>统</a:t>
            </a:r>
            <a:r>
              <a:rPr lang="zh-CN" altLang="en-US" sz="3600" dirty="0"/>
              <a:t>计分析表法和措施</a:t>
            </a:r>
            <a:r>
              <a:rPr lang="zh-CN" altLang="en-US" sz="3600" dirty="0" smtClean="0"/>
              <a:t>计划表</a:t>
            </a:r>
          </a:p>
          <a:p>
            <a:pPr marL="480059" indent="-480059" defTabSz="408940">
              <a:spcBef>
                <a:spcPts val="2900"/>
              </a:spcBef>
              <a:buSzPct val="100000"/>
              <a:buAutoNum type="arabicPeriod"/>
              <a:defRPr sz="2660"/>
            </a:pPr>
            <a:r>
              <a:rPr lang="zh-CN" altLang="en-US" sz="3600" dirty="0"/>
              <a:t>排列</a:t>
            </a:r>
            <a:r>
              <a:rPr lang="zh-CN" altLang="en-US" sz="3600" dirty="0" smtClean="0"/>
              <a:t>图（帕</a:t>
            </a:r>
            <a:r>
              <a:rPr lang="zh-CN" altLang="en-US" sz="3600" dirty="0"/>
              <a:t>累托分析</a:t>
            </a:r>
            <a:r>
              <a:rPr lang="zh-CN" altLang="en-US" sz="3600" dirty="0" smtClean="0"/>
              <a:t>图）、流程图</a:t>
            </a:r>
            <a:endParaRPr sz="3600" dirty="0"/>
          </a:p>
          <a:p>
            <a:pPr marL="480059" indent="-480059" defTabSz="408940">
              <a:spcBef>
                <a:spcPts val="2900"/>
              </a:spcBef>
              <a:buSzPct val="100000"/>
              <a:buAutoNum type="arabicPeriod"/>
              <a:defRPr sz="2660"/>
            </a:pPr>
            <a:r>
              <a:rPr lang="zh-CN" altLang="en-US" sz="3600" dirty="0"/>
              <a:t>因果分析</a:t>
            </a:r>
            <a:r>
              <a:rPr lang="zh-CN" altLang="en-US" sz="3600" dirty="0" smtClean="0"/>
              <a:t>图、检查表</a:t>
            </a:r>
            <a:endParaRPr sz="3600" dirty="0"/>
          </a:p>
          <a:p>
            <a:pPr marL="480059" indent="-480059" defTabSz="408940">
              <a:spcBef>
                <a:spcPts val="2900"/>
              </a:spcBef>
              <a:buSzPct val="100000"/>
              <a:buAutoNum type="arabicPeriod"/>
              <a:defRPr sz="2660"/>
            </a:pPr>
            <a:r>
              <a:rPr lang="zh-CN" altLang="en-US" sz="3600" dirty="0"/>
              <a:t>分</a:t>
            </a:r>
            <a:r>
              <a:rPr lang="zh-CN" altLang="en-US" sz="3600" dirty="0" smtClean="0"/>
              <a:t>层法（分类法）</a:t>
            </a:r>
            <a:endParaRPr sz="3600" dirty="0"/>
          </a:p>
          <a:p>
            <a:pPr marL="480059" indent="-480059" defTabSz="408940">
              <a:spcBef>
                <a:spcPts val="2900"/>
              </a:spcBef>
              <a:buSzPct val="100000"/>
              <a:buAutoNum type="arabicPeriod"/>
              <a:defRPr sz="2660"/>
            </a:pPr>
            <a:r>
              <a:rPr lang="zh-CN" altLang="en-US" sz="3600" dirty="0" smtClean="0"/>
              <a:t>直方图、亲和图</a:t>
            </a:r>
          </a:p>
          <a:p>
            <a:pPr marL="480059" indent="-480059" defTabSz="408940">
              <a:spcBef>
                <a:spcPts val="2900"/>
              </a:spcBef>
              <a:buSzPct val="100000"/>
              <a:buAutoNum type="arabicPeriod"/>
              <a:defRPr sz="2660"/>
            </a:pPr>
            <a:r>
              <a:rPr lang="zh-CN" altLang="en-US" sz="3600" dirty="0" smtClean="0"/>
              <a:t>控制图、树型图</a:t>
            </a:r>
          </a:p>
          <a:p>
            <a:pPr marL="480059" indent="-480059" defTabSz="408940">
              <a:spcBef>
                <a:spcPts val="2900"/>
              </a:spcBef>
              <a:buSzPct val="100000"/>
              <a:buAutoNum type="arabicPeriod"/>
              <a:defRPr sz="2660"/>
            </a:pPr>
            <a:r>
              <a:rPr lang="zh-CN" altLang="en-US" sz="3600" dirty="0" smtClean="0"/>
              <a:t>散布图、优先级判断矩阵</a:t>
            </a:r>
            <a:endParaRPr sz="3600" dirty="0"/>
          </a:p>
        </p:txBody>
      </p:sp>
    </p:spTree>
    <p:extLst>
      <p:ext uri="{BB962C8B-B14F-4D97-AF65-F5344CB8AC3E}">
        <p14:creationId xmlns:p14="http://schemas.microsoft.com/office/powerpoint/2010/main" val="8977635"/>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0">
                                            <p:txEl>
                                              <p:pRg st="0" end="0"/>
                                            </p:txEl>
                                          </p:spTgt>
                                        </p:tgtEl>
                                        <p:attrNameLst>
                                          <p:attrName>style.visibility</p:attrName>
                                        </p:attrNameLst>
                                      </p:cBhvr>
                                      <p:to>
                                        <p:strVal val="visible"/>
                                      </p:to>
                                    </p:set>
                                    <p:anim calcmode="lin" valueType="num">
                                      <p:cBhvr additive="base">
                                        <p:cTn id="7" dur="500" fill="hold"/>
                                        <p:tgtEl>
                                          <p:spTgt spid="15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0">
                                            <p:txEl>
                                              <p:pRg st="1" end="1"/>
                                            </p:txEl>
                                          </p:spTgt>
                                        </p:tgtEl>
                                        <p:attrNameLst>
                                          <p:attrName>style.visibility</p:attrName>
                                        </p:attrNameLst>
                                      </p:cBhvr>
                                      <p:to>
                                        <p:strVal val="visible"/>
                                      </p:to>
                                    </p:set>
                                    <p:anim calcmode="lin" valueType="num">
                                      <p:cBhvr additive="base">
                                        <p:cTn id="13" dur="500" fill="hold"/>
                                        <p:tgtEl>
                                          <p:spTgt spid="15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0">
                                            <p:txEl>
                                              <p:pRg st="2" end="2"/>
                                            </p:txEl>
                                          </p:spTgt>
                                        </p:tgtEl>
                                        <p:attrNameLst>
                                          <p:attrName>style.visibility</p:attrName>
                                        </p:attrNameLst>
                                      </p:cBhvr>
                                      <p:to>
                                        <p:strVal val="visible"/>
                                      </p:to>
                                    </p:set>
                                    <p:anim calcmode="lin" valueType="num">
                                      <p:cBhvr additive="base">
                                        <p:cTn id="19" dur="500" fill="hold"/>
                                        <p:tgtEl>
                                          <p:spTgt spid="15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50">
                                            <p:txEl>
                                              <p:pRg st="3" end="3"/>
                                            </p:txEl>
                                          </p:spTgt>
                                        </p:tgtEl>
                                        <p:attrNameLst>
                                          <p:attrName>style.visibility</p:attrName>
                                        </p:attrNameLst>
                                      </p:cBhvr>
                                      <p:to>
                                        <p:strVal val="visible"/>
                                      </p:to>
                                    </p:set>
                                    <p:anim calcmode="lin" valueType="num">
                                      <p:cBhvr additive="base">
                                        <p:cTn id="25" dur="500" fill="hold"/>
                                        <p:tgtEl>
                                          <p:spTgt spid="150">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5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50">
                                            <p:txEl>
                                              <p:pRg st="4" end="4"/>
                                            </p:txEl>
                                          </p:spTgt>
                                        </p:tgtEl>
                                        <p:attrNameLst>
                                          <p:attrName>style.visibility</p:attrName>
                                        </p:attrNameLst>
                                      </p:cBhvr>
                                      <p:to>
                                        <p:strVal val="visible"/>
                                      </p:to>
                                    </p:set>
                                    <p:anim calcmode="lin" valueType="num">
                                      <p:cBhvr additive="base">
                                        <p:cTn id="31" dur="500" fill="hold"/>
                                        <p:tgtEl>
                                          <p:spTgt spid="150">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5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50">
                                            <p:txEl>
                                              <p:pRg st="5" end="5"/>
                                            </p:txEl>
                                          </p:spTgt>
                                        </p:tgtEl>
                                        <p:attrNameLst>
                                          <p:attrName>style.visibility</p:attrName>
                                        </p:attrNameLst>
                                      </p:cBhvr>
                                      <p:to>
                                        <p:strVal val="visible"/>
                                      </p:to>
                                    </p:set>
                                    <p:anim calcmode="lin" valueType="num">
                                      <p:cBhvr additive="base">
                                        <p:cTn id="37" dur="500" fill="hold"/>
                                        <p:tgtEl>
                                          <p:spTgt spid="150">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5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50">
                                            <p:txEl>
                                              <p:pRg st="6" end="6"/>
                                            </p:txEl>
                                          </p:spTgt>
                                        </p:tgtEl>
                                        <p:attrNameLst>
                                          <p:attrName>style.visibility</p:attrName>
                                        </p:attrNameLst>
                                      </p:cBhvr>
                                      <p:to>
                                        <p:strVal val="visible"/>
                                      </p:to>
                                    </p:set>
                                    <p:anim calcmode="lin" valueType="num">
                                      <p:cBhvr additive="base">
                                        <p:cTn id="43" dur="500" fill="hold"/>
                                        <p:tgtEl>
                                          <p:spTgt spid="150">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50">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50">
                                            <p:txEl>
                                              <p:pRg st="7" end="7"/>
                                            </p:txEl>
                                          </p:spTgt>
                                        </p:tgtEl>
                                        <p:attrNameLst>
                                          <p:attrName>style.visibility</p:attrName>
                                        </p:attrNameLst>
                                      </p:cBhvr>
                                      <p:to>
                                        <p:strVal val="visible"/>
                                      </p:to>
                                    </p:set>
                                    <p:anim calcmode="lin" valueType="num">
                                      <p:cBhvr additive="base">
                                        <p:cTn id="49" dur="500" fill="hold"/>
                                        <p:tgtEl>
                                          <p:spTgt spid="150">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50">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52500" y="19534"/>
            <a:ext cx="11099800" cy="1510323"/>
          </a:xfrm>
        </p:spPr>
        <p:txBody>
          <a:bodyPr/>
          <a:lstStyle/>
          <a:p>
            <a:r>
              <a:rPr lang="en-US" altLang="zh-CN" dirty="0" smtClean="0"/>
              <a:t>TQM</a:t>
            </a:r>
            <a:r>
              <a:rPr lang="zh-CN" altLang="en-US" dirty="0" smtClean="0"/>
              <a:t>两</a:t>
            </a:r>
            <a:r>
              <a:rPr lang="zh-CN" altLang="en-US" dirty="0"/>
              <a:t>大支柱</a:t>
            </a:r>
          </a:p>
        </p:txBody>
      </p:sp>
      <p:sp>
        <p:nvSpPr>
          <p:cNvPr id="3" name="文本占位符 2"/>
          <p:cNvSpPr>
            <a:spLocks noGrp="1"/>
          </p:cNvSpPr>
          <p:nvPr>
            <p:ph type="body" idx="1"/>
          </p:nvPr>
        </p:nvSpPr>
        <p:spPr>
          <a:xfrm>
            <a:off x="281355" y="1643834"/>
            <a:ext cx="12502660" cy="8088923"/>
          </a:xfrm>
        </p:spPr>
        <p:txBody>
          <a:bodyPr>
            <a:normAutofit/>
          </a:bodyPr>
          <a:lstStyle/>
          <a:p>
            <a:r>
              <a:rPr lang="zh-CN" altLang="en-US" dirty="0"/>
              <a:t>第一支柱 成本控制及时全面</a:t>
            </a:r>
          </a:p>
          <a:p>
            <a:pPr lvl="1"/>
            <a:r>
              <a:rPr lang="zh-CN" altLang="en-US" dirty="0"/>
              <a:t>浪费在传统企业内无处不在：生产过剩、零件不必要的移动、操作工多余的动作、待工、质量不合格或返工、库存等等，消除生产流程中一切不能增加价值的活动，即杜绝浪费。</a:t>
            </a:r>
          </a:p>
          <a:p>
            <a:r>
              <a:rPr lang="zh-CN" altLang="en-US" dirty="0"/>
              <a:t>第二支柱 持续改进自动化</a:t>
            </a:r>
          </a:p>
          <a:p>
            <a:pPr lvl="1"/>
            <a:r>
              <a:rPr lang="zh-CN" altLang="en-US" dirty="0"/>
              <a:t>持续改善是另一种全新的企业文化，实行全面质量管理，由传统企业向精益企业的转变并且享受精益生产带来的好处，贯穿其中的支柱就是管理自动化。这也是</a:t>
            </a:r>
            <a:r>
              <a:rPr lang="en-US" altLang="zh-CN" dirty="0"/>
              <a:t>ISO9000∶2000</a:t>
            </a:r>
            <a:r>
              <a:rPr lang="zh-CN" altLang="en-US" dirty="0"/>
              <a:t>所强调的质量管理工作八大原则之一。</a:t>
            </a:r>
          </a:p>
        </p:txBody>
      </p:sp>
    </p:spTree>
    <p:extLst>
      <p:ext uri="{BB962C8B-B14F-4D97-AF65-F5344CB8AC3E}">
        <p14:creationId xmlns:p14="http://schemas.microsoft.com/office/powerpoint/2010/main" val="905594750"/>
      </p:ext>
    </p:extLst>
  </p:cSld>
  <p:clrMapOvr>
    <a:masterClrMapping/>
  </p:clrMapOvr>
  <p:transition spd="med"/>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Shape 154"/>
          <p:cNvSpPr>
            <a:spLocks noGrp="1"/>
          </p:cNvSpPr>
          <p:nvPr>
            <p:ph type="body" idx="1"/>
          </p:nvPr>
        </p:nvSpPr>
        <p:spPr>
          <a:xfrm>
            <a:off x="952500" y="2149234"/>
            <a:ext cx="11099800" cy="6836509"/>
          </a:xfrm>
          <a:prstGeom prst="rect">
            <a:avLst/>
          </a:prstGeom>
        </p:spPr>
        <p:txBody>
          <a:bodyPr>
            <a:normAutofit/>
          </a:bodyPr>
          <a:lstStyle/>
          <a:p>
            <a:pPr marL="288036" indent="-288036" defTabSz="288036">
              <a:spcBef>
                <a:spcPts val="0"/>
              </a:spcBef>
              <a:buSzTx/>
              <a:buNone/>
              <a:tabLst>
                <a:tab pos="76200" algn="l"/>
                <a:tab pos="279400" algn="l"/>
              </a:tabLst>
              <a:defRPr sz="3150">
                <a:latin typeface="Arial"/>
                <a:ea typeface="Arial"/>
                <a:cs typeface="Arial"/>
                <a:sym typeface="Arial"/>
              </a:defRPr>
            </a:pPr>
            <a:r>
              <a:rPr dirty="0"/>
              <a:t>	•	Strengthened competitive position</a:t>
            </a:r>
          </a:p>
          <a:p>
            <a:pPr marL="288036" indent="-288036" defTabSz="288036">
              <a:spcBef>
                <a:spcPts val="0"/>
              </a:spcBef>
              <a:buSzTx/>
              <a:buNone/>
              <a:tabLst>
                <a:tab pos="76200" algn="l"/>
                <a:tab pos="279400" algn="l"/>
              </a:tabLst>
              <a:defRPr sz="3150">
                <a:latin typeface="Arial"/>
                <a:ea typeface="Arial"/>
                <a:cs typeface="Arial"/>
                <a:sym typeface="Arial"/>
              </a:defRPr>
            </a:pPr>
            <a:r>
              <a:rPr dirty="0"/>
              <a:t>	•	Adaptability to changing or emerging market conditions and to environmental and other government regulations</a:t>
            </a:r>
          </a:p>
          <a:p>
            <a:pPr marL="288036" indent="-288036" defTabSz="288036">
              <a:spcBef>
                <a:spcPts val="0"/>
              </a:spcBef>
              <a:buSzTx/>
              <a:buNone/>
              <a:tabLst>
                <a:tab pos="76200" algn="l"/>
                <a:tab pos="279400" algn="l"/>
              </a:tabLst>
              <a:defRPr sz="3150">
                <a:latin typeface="Arial"/>
                <a:ea typeface="Arial"/>
                <a:cs typeface="Arial"/>
                <a:sym typeface="Arial"/>
              </a:defRPr>
            </a:pPr>
            <a:r>
              <a:rPr dirty="0"/>
              <a:t>	•	Higher productivity</a:t>
            </a:r>
          </a:p>
          <a:p>
            <a:pPr marL="288036" indent="-288036" defTabSz="288036">
              <a:spcBef>
                <a:spcPts val="0"/>
              </a:spcBef>
              <a:buSzTx/>
              <a:buNone/>
              <a:tabLst>
                <a:tab pos="76200" algn="l"/>
                <a:tab pos="279400" algn="l"/>
              </a:tabLst>
              <a:defRPr sz="3150">
                <a:latin typeface="Arial"/>
                <a:ea typeface="Arial"/>
                <a:cs typeface="Arial"/>
                <a:sym typeface="Arial"/>
              </a:defRPr>
            </a:pPr>
            <a:r>
              <a:rPr dirty="0"/>
              <a:t>	•	Enhanced market image</a:t>
            </a:r>
          </a:p>
          <a:p>
            <a:pPr marL="288036" indent="-288036" defTabSz="288036">
              <a:spcBef>
                <a:spcPts val="0"/>
              </a:spcBef>
              <a:buSzTx/>
              <a:buNone/>
              <a:tabLst>
                <a:tab pos="76200" algn="l"/>
                <a:tab pos="279400" algn="l"/>
              </a:tabLst>
              <a:defRPr sz="3150">
                <a:latin typeface="Arial"/>
                <a:ea typeface="Arial"/>
                <a:cs typeface="Arial"/>
                <a:sym typeface="Arial"/>
              </a:defRPr>
            </a:pPr>
            <a:r>
              <a:rPr dirty="0"/>
              <a:t>	•	Elimination of defects and waste</a:t>
            </a:r>
          </a:p>
          <a:p>
            <a:pPr marL="288036" indent="-288036" defTabSz="288036">
              <a:spcBef>
                <a:spcPts val="0"/>
              </a:spcBef>
              <a:buSzTx/>
              <a:buNone/>
              <a:tabLst>
                <a:tab pos="76200" algn="l"/>
                <a:tab pos="279400" algn="l"/>
              </a:tabLst>
              <a:defRPr sz="3150">
                <a:latin typeface="Arial"/>
                <a:ea typeface="Arial"/>
                <a:cs typeface="Arial"/>
                <a:sym typeface="Arial"/>
              </a:defRPr>
            </a:pPr>
            <a:r>
              <a:rPr dirty="0"/>
              <a:t>	•	Reduced costs and better cost management</a:t>
            </a:r>
          </a:p>
          <a:p>
            <a:pPr marL="288036" indent="-288036" defTabSz="288036">
              <a:spcBef>
                <a:spcPts val="0"/>
              </a:spcBef>
              <a:buSzTx/>
              <a:buNone/>
              <a:tabLst>
                <a:tab pos="76200" algn="l"/>
                <a:tab pos="279400" algn="l"/>
              </a:tabLst>
              <a:defRPr sz="3150">
                <a:latin typeface="Arial"/>
                <a:ea typeface="Arial"/>
                <a:cs typeface="Arial"/>
                <a:sym typeface="Arial"/>
              </a:defRPr>
            </a:pPr>
            <a:r>
              <a:rPr dirty="0"/>
              <a:t>	•	Higher profitability</a:t>
            </a:r>
          </a:p>
          <a:p>
            <a:pPr marL="288036" indent="-288036" defTabSz="288036">
              <a:spcBef>
                <a:spcPts val="0"/>
              </a:spcBef>
              <a:buSzTx/>
              <a:buNone/>
              <a:tabLst>
                <a:tab pos="76200" algn="l"/>
                <a:tab pos="279400" algn="l"/>
              </a:tabLst>
              <a:defRPr sz="3150">
                <a:latin typeface="Arial"/>
                <a:ea typeface="Arial"/>
                <a:cs typeface="Arial"/>
                <a:sym typeface="Arial"/>
              </a:defRPr>
            </a:pPr>
            <a:r>
              <a:rPr dirty="0"/>
              <a:t>	•	Improved customer focus and satisfaction</a:t>
            </a:r>
          </a:p>
          <a:p>
            <a:pPr marL="288036" indent="-288036" defTabSz="288036">
              <a:spcBef>
                <a:spcPts val="0"/>
              </a:spcBef>
              <a:buSzTx/>
              <a:buNone/>
              <a:tabLst>
                <a:tab pos="76200" algn="l"/>
                <a:tab pos="279400" algn="l"/>
              </a:tabLst>
              <a:defRPr sz="3150">
                <a:latin typeface="Arial"/>
                <a:ea typeface="Arial"/>
                <a:cs typeface="Arial"/>
                <a:sym typeface="Arial"/>
              </a:defRPr>
            </a:pPr>
            <a:r>
              <a:rPr dirty="0"/>
              <a:t>	•	Increased customer loyalty and retention</a:t>
            </a:r>
          </a:p>
          <a:p>
            <a:pPr marL="288036" indent="-288036" defTabSz="288036">
              <a:spcBef>
                <a:spcPts val="0"/>
              </a:spcBef>
              <a:buSzTx/>
              <a:buNone/>
              <a:tabLst>
                <a:tab pos="76200" algn="l"/>
                <a:tab pos="279400" algn="l"/>
              </a:tabLst>
              <a:defRPr sz="3150">
                <a:latin typeface="Arial"/>
                <a:ea typeface="Arial"/>
                <a:cs typeface="Arial"/>
                <a:sym typeface="Arial"/>
              </a:defRPr>
            </a:pPr>
            <a:r>
              <a:rPr dirty="0"/>
              <a:t>	•	Increased job security</a:t>
            </a:r>
          </a:p>
          <a:p>
            <a:pPr marL="288036" indent="-288036" defTabSz="288036">
              <a:spcBef>
                <a:spcPts val="0"/>
              </a:spcBef>
              <a:buSzTx/>
              <a:buNone/>
              <a:tabLst>
                <a:tab pos="76200" algn="l"/>
                <a:tab pos="279400" algn="l"/>
              </a:tabLst>
              <a:defRPr sz="3150">
                <a:latin typeface="Arial"/>
                <a:ea typeface="Arial"/>
                <a:cs typeface="Arial"/>
                <a:sym typeface="Arial"/>
              </a:defRPr>
            </a:pPr>
            <a:r>
              <a:rPr dirty="0"/>
              <a:t>	•	Improved employee morale</a:t>
            </a:r>
          </a:p>
          <a:p>
            <a:pPr marL="288036" indent="-288036" defTabSz="288036">
              <a:spcBef>
                <a:spcPts val="0"/>
              </a:spcBef>
              <a:buSzTx/>
              <a:buNone/>
              <a:tabLst>
                <a:tab pos="76200" algn="l"/>
                <a:tab pos="279400" algn="l"/>
              </a:tabLst>
              <a:defRPr sz="3150">
                <a:latin typeface="Arial"/>
                <a:ea typeface="Arial"/>
                <a:cs typeface="Arial"/>
                <a:sym typeface="Arial"/>
              </a:defRPr>
            </a:pPr>
            <a:r>
              <a:rPr dirty="0"/>
              <a:t>	•	Enhanced shareholder and stakeholder value</a:t>
            </a:r>
          </a:p>
          <a:p>
            <a:pPr marL="288036" indent="-288036" defTabSz="288036">
              <a:spcBef>
                <a:spcPts val="0"/>
              </a:spcBef>
              <a:buSzTx/>
              <a:buNone/>
              <a:tabLst>
                <a:tab pos="76200" algn="l"/>
                <a:tab pos="279400" algn="l"/>
              </a:tabLst>
              <a:defRPr sz="3150">
                <a:latin typeface="Arial"/>
                <a:ea typeface="Arial"/>
                <a:cs typeface="Arial"/>
                <a:sym typeface="Arial"/>
              </a:defRPr>
            </a:pPr>
            <a:r>
              <a:rPr dirty="0"/>
              <a:t>	•	Improved and innovative processes</a:t>
            </a:r>
          </a:p>
        </p:txBody>
      </p:sp>
      <p:sp>
        <p:nvSpPr>
          <p:cNvPr id="3" name="Shape 149"/>
          <p:cNvSpPr txBox="1">
            <a:spLocks/>
          </p:cNvSpPr>
          <p:nvPr/>
        </p:nvSpPr>
        <p:spPr>
          <a:xfrm>
            <a:off x="1057725" y="386865"/>
            <a:ext cx="9974931" cy="1270000"/>
          </a:xfrm>
          <a:prstGeom prst="rect">
            <a:avLst/>
          </a:prstGeom>
        </p:spPr>
        <p:txBody>
          <a:bodyPr>
            <a:normAutofit fontScale="97500"/>
          </a:bodyPr>
          <a:lstStyle>
            <a:lvl1pPr marL="0" marR="0" indent="0" algn="ctr" defTabSz="537463" rtl="0" latinLnBrk="0">
              <a:lnSpc>
                <a:spcPct val="100000"/>
              </a:lnSpc>
              <a:spcBef>
                <a:spcPts val="0"/>
              </a:spcBef>
              <a:spcAft>
                <a:spcPts val="0"/>
              </a:spcAft>
              <a:buClrTx/>
              <a:buSzTx/>
              <a:buFontTx/>
              <a:buNone/>
              <a:tabLst/>
              <a:defRPr sz="7360" b="0" i="0" u="none" strike="noStrike" cap="none" spc="0" baseline="0">
                <a:ln>
                  <a:noFill/>
                </a:ln>
                <a:solidFill>
                  <a:srgbClr val="FFFFFF"/>
                </a:solidFill>
                <a:uFillTx/>
                <a:latin typeface="+mn-lt"/>
                <a:ea typeface="+mn-ea"/>
                <a:cs typeface="+mn-cs"/>
                <a:sym typeface="Helvetica Light"/>
              </a:defRPr>
            </a:lvl1pPr>
            <a:lvl2pPr marL="0" marR="0" indent="2286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FFFFFF"/>
                </a:solidFill>
                <a:uFillTx/>
                <a:latin typeface="+mn-lt"/>
                <a:ea typeface="+mn-ea"/>
                <a:cs typeface="+mn-cs"/>
                <a:sym typeface="Helvetica Light"/>
              </a:defRPr>
            </a:lvl2pPr>
            <a:lvl3pPr marL="0" marR="0" indent="4572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FFFFFF"/>
                </a:solidFill>
                <a:uFillTx/>
                <a:latin typeface="+mn-lt"/>
                <a:ea typeface="+mn-ea"/>
                <a:cs typeface="+mn-cs"/>
                <a:sym typeface="Helvetica Light"/>
              </a:defRPr>
            </a:lvl3pPr>
            <a:lvl4pPr marL="0" marR="0" indent="6858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FFFFFF"/>
                </a:solidFill>
                <a:uFillTx/>
                <a:latin typeface="+mn-lt"/>
                <a:ea typeface="+mn-ea"/>
                <a:cs typeface="+mn-cs"/>
                <a:sym typeface="Helvetica Light"/>
              </a:defRPr>
            </a:lvl4pPr>
            <a:lvl5pPr marL="0" marR="0" indent="9144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FFFFFF"/>
                </a:solidFill>
                <a:uFillTx/>
                <a:latin typeface="+mn-lt"/>
                <a:ea typeface="+mn-ea"/>
                <a:cs typeface="+mn-cs"/>
                <a:sym typeface="Helvetica Light"/>
              </a:defRPr>
            </a:lvl5pPr>
            <a:lvl6pPr marL="0" marR="0" indent="11430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FFFFFF"/>
                </a:solidFill>
                <a:uFillTx/>
                <a:latin typeface="+mn-lt"/>
                <a:ea typeface="+mn-ea"/>
                <a:cs typeface="+mn-cs"/>
                <a:sym typeface="Helvetica Light"/>
              </a:defRPr>
            </a:lvl6pPr>
            <a:lvl7pPr marL="0" marR="0" indent="13716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FFFFFF"/>
                </a:solidFill>
                <a:uFillTx/>
                <a:latin typeface="+mn-lt"/>
                <a:ea typeface="+mn-ea"/>
                <a:cs typeface="+mn-cs"/>
                <a:sym typeface="Helvetica Light"/>
              </a:defRPr>
            </a:lvl7pPr>
            <a:lvl8pPr marL="0" marR="0" indent="16002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FFFFFF"/>
                </a:solidFill>
                <a:uFillTx/>
                <a:latin typeface="+mn-lt"/>
                <a:ea typeface="+mn-ea"/>
                <a:cs typeface="+mn-cs"/>
                <a:sym typeface="Helvetica Light"/>
              </a:defRPr>
            </a:lvl8pPr>
            <a:lvl9pPr marL="0" marR="0" indent="18288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FFFFFF"/>
                </a:solidFill>
                <a:uFillTx/>
                <a:latin typeface="+mn-lt"/>
                <a:ea typeface="+mn-ea"/>
                <a:cs typeface="+mn-cs"/>
                <a:sym typeface="Helvetica Light"/>
              </a:defRPr>
            </a:lvl9pPr>
          </a:lstStyle>
          <a:p>
            <a:pPr defTabSz="288036">
              <a:defRPr sz="3654" b="1">
                <a:solidFill>
                  <a:srgbClr val="FBFFF6"/>
                </a:solidFill>
                <a:latin typeface="Helvetica"/>
                <a:ea typeface="Helvetica"/>
                <a:cs typeface="Helvetica"/>
                <a:sym typeface="Helvetica"/>
              </a:defRPr>
            </a:pPr>
            <a:r>
              <a:rPr lang="en-US" altLang="zh-CN" dirty="0"/>
              <a:t>TQM</a:t>
            </a:r>
            <a:r>
              <a:rPr lang="zh-CN" altLang="en-US" dirty="0"/>
              <a:t>有什么用？</a:t>
            </a:r>
          </a:p>
          <a:p>
            <a:pPr defTabSz="288036">
              <a:defRPr sz="3654" b="1">
                <a:solidFill>
                  <a:srgbClr val="FBFFF6"/>
                </a:solidFill>
                <a:latin typeface="Helvetica"/>
                <a:ea typeface="Helvetica"/>
                <a:cs typeface="Helvetica"/>
                <a:sym typeface="Helvetica"/>
              </a:defRPr>
            </a:pPr>
            <a:r>
              <a:rPr lang="en-US" altLang="zh-CN" dirty="0"/>
              <a:t>Total Quality Management Benefits</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4">
                                            <p:txEl>
                                              <p:pRg st="0" end="0"/>
                                            </p:txEl>
                                          </p:spTgt>
                                        </p:tgtEl>
                                        <p:attrNameLst>
                                          <p:attrName>style.visibility</p:attrName>
                                        </p:attrNameLst>
                                      </p:cBhvr>
                                      <p:to>
                                        <p:strVal val="visible"/>
                                      </p:to>
                                    </p:set>
                                    <p:anim calcmode="lin" valueType="num">
                                      <p:cBhvr additive="base">
                                        <p:cTn id="7" dur="500" fill="hold"/>
                                        <p:tgtEl>
                                          <p:spTgt spid="15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4">
                                            <p:txEl>
                                              <p:pRg st="1" end="1"/>
                                            </p:txEl>
                                          </p:spTgt>
                                        </p:tgtEl>
                                        <p:attrNameLst>
                                          <p:attrName>style.visibility</p:attrName>
                                        </p:attrNameLst>
                                      </p:cBhvr>
                                      <p:to>
                                        <p:strVal val="visible"/>
                                      </p:to>
                                    </p:set>
                                    <p:anim calcmode="lin" valueType="num">
                                      <p:cBhvr additive="base">
                                        <p:cTn id="13" dur="500" fill="hold"/>
                                        <p:tgtEl>
                                          <p:spTgt spid="15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4">
                                            <p:txEl>
                                              <p:pRg st="2" end="2"/>
                                            </p:txEl>
                                          </p:spTgt>
                                        </p:tgtEl>
                                        <p:attrNameLst>
                                          <p:attrName>style.visibility</p:attrName>
                                        </p:attrNameLst>
                                      </p:cBhvr>
                                      <p:to>
                                        <p:strVal val="visible"/>
                                      </p:to>
                                    </p:set>
                                    <p:anim calcmode="lin" valueType="num">
                                      <p:cBhvr additive="base">
                                        <p:cTn id="19" dur="500" fill="hold"/>
                                        <p:tgtEl>
                                          <p:spTgt spid="15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54">
                                            <p:txEl>
                                              <p:pRg st="3" end="3"/>
                                            </p:txEl>
                                          </p:spTgt>
                                        </p:tgtEl>
                                        <p:attrNameLst>
                                          <p:attrName>style.visibility</p:attrName>
                                        </p:attrNameLst>
                                      </p:cBhvr>
                                      <p:to>
                                        <p:strVal val="visible"/>
                                      </p:to>
                                    </p:set>
                                    <p:anim calcmode="lin" valueType="num">
                                      <p:cBhvr additive="base">
                                        <p:cTn id="25" dur="500" fill="hold"/>
                                        <p:tgtEl>
                                          <p:spTgt spid="15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5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54">
                                            <p:txEl>
                                              <p:pRg st="4" end="4"/>
                                            </p:txEl>
                                          </p:spTgt>
                                        </p:tgtEl>
                                        <p:attrNameLst>
                                          <p:attrName>style.visibility</p:attrName>
                                        </p:attrNameLst>
                                      </p:cBhvr>
                                      <p:to>
                                        <p:strVal val="visible"/>
                                      </p:to>
                                    </p:set>
                                    <p:anim calcmode="lin" valueType="num">
                                      <p:cBhvr additive="base">
                                        <p:cTn id="31" dur="500" fill="hold"/>
                                        <p:tgtEl>
                                          <p:spTgt spid="154">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5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54">
                                            <p:txEl>
                                              <p:pRg st="5" end="5"/>
                                            </p:txEl>
                                          </p:spTgt>
                                        </p:tgtEl>
                                        <p:attrNameLst>
                                          <p:attrName>style.visibility</p:attrName>
                                        </p:attrNameLst>
                                      </p:cBhvr>
                                      <p:to>
                                        <p:strVal val="visible"/>
                                      </p:to>
                                    </p:set>
                                    <p:anim calcmode="lin" valueType="num">
                                      <p:cBhvr additive="base">
                                        <p:cTn id="37" dur="500" fill="hold"/>
                                        <p:tgtEl>
                                          <p:spTgt spid="154">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5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54">
                                            <p:txEl>
                                              <p:pRg st="6" end="6"/>
                                            </p:txEl>
                                          </p:spTgt>
                                        </p:tgtEl>
                                        <p:attrNameLst>
                                          <p:attrName>style.visibility</p:attrName>
                                        </p:attrNameLst>
                                      </p:cBhvr>
                                      <p:to>
                                        <p:strVal val="visible"/>
                                      </p:to>
                                    </p:set>
                                    <p:anim calcmode="lin" valueType="num">
                                      <p:cBhvr additive="base">
                                        <p:cTn id="43" dur="500" fill="hold"/>
                                        <p:tgtEl>
                                          <p:spTgt spid="154">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5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54">
                                            <p:txEl>
                                              <p:pRg st="7" end="7"/>
                                            </p:txEl>
                                          </p:spTgt>
                                        </p:tgtEl>
                                        <p:attrNameLst>
                                          <p:attrName>style.visibility</p:attrName>
                                        </p:attrNameLst>
                                      </p:cBhvr>
                                      <p:to>
                                        <p:strVal val="visible"/>
                                      </p:to>
                                    </p:set>
                                    <p:anim calcmode="lin" valueType="num">
                                      <p:cBhvr additive="base">
                                        <p:cTn id="49" dur="500" fill="hold"/>
                                        <p:tgtEl>
                                          <p:spTgt spid="154">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5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54">
                                            <p:txEl>
                                              <p:pRg st="8" end="8"/>
                                            </p:txEl>
                                          </p:spTgt>
                                        </p:tgtEl>
                                        <p:attrNameLst>
                                          <p:attrName>style.visibility</p:attrName>
                                        </p:attrNameLst>
                                      </p:cBhvr>
                                      <p:to>
                                        <p:strVal val="visible"/>
                                      </p:to>
                                    </p:set>
                                    <p:anim calcmode="lin" valueType="num">
                                      <p:cBhvr additive="base">
                                        <p:cTn id="55" dur="500" fill="hold"/>
                                        <p:tgtEl>
                                          <p:spTgt spid="154">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54">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54">
                                            <p:txEl>
                                              <p:pRg st="9" end="9"/>
                                            </p:txEl>
                                          </p:spTgt>
                                        </p:tgtEl>
                                        <p:attrNameLst>
                                          <p:attrName>style.visibility</p:attrName>
                                        </p:attrNameLst>
                                      </p:cBhvr>
                                      <p:to>
                                        <p:strVal val="visible"/>
                                      </p:to>
                                    </p:set>
                                    <p:anim calcmode="lin" valueType="num">
                                      <p:cBhvr additive="base">
                                        <p:cTn id="61" dur="500" fill="hold"/>
                                        <p:tgtEl>
                                          <p:spTgt spid="154">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154">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154">
                                            <p:txEl>
                                              <p:pRg st="10" end="10"/>
                                            </p:txEl>
                                          </p:spTgt>
                                        </p:tgtEl>
                                        <p:attrNameLst>
                                          <p:attrName>style.visibility</p:attrName>
                                        </p:attrNameLst>
                                      </p:cBhvr>
                                      <p:to>
                                        <p:strVal val="visible"/>
                                      </p:to>
                                    </p:set>
                                    <p:anim calcmode="lin" valueType="num">
                                      <p:cBhvr additive="base">
                                        <p:cTn id="67" dur="500" fill="hold"/>
                                        <p:tgtEl>
                                          <p:spTgt spid="154">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154">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154">
                                            <p:txEl>
                                              <p:pRg st="11" end="11"/>
                                            </p:txEl>
                                          </p:spTgt>
                                        </p:tgtEl>
                                        <p:attrNameLst>
                                          <p:attrName>style.visibility</p:attrName>
                                        </p:attrNameLst>
                                      </p:cBhvr>
                                      <p:to>
                                        <p:strVal val="visible"/>
                                      </p:to>
                                    </p:set>
                                    <p:anim calcmode="lin" valueType="num">
                                      <p:cBhvr additive="base">
                                        <p:cTn id="73" dur="500" fill="hold"/>
                                        <p:tgtEl>
                                          <p:spTgt spid="154">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154">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154">
                                            <p:txEl>
                                              <p:pRg st="12" end="12"/>
                                            </p:txEl>
                                          </p:spTgt>
                                        </p:tgtEl>
                                        <p:attrNameLst>
                                          <p:attrName>style.visibility</p:attrName>
                                        </p:attrNameLst>
                                      </p:cBhvr>
                                      <p:to>
                                        <p:strVal val="visible"/>
                                      </p:to>
                                    </p:set>
                                    <p:anim calcmode="lin" valueType="num">
                                      <p:cBhvr additive="base">
                                        <p:cTn id="79" dur="500" fill="hold"/>
                                        <p:tgtEl>
                                          <p:spTgt spid="154">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154">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a:xfrm>
            <a:off x="952500" y="1811215"/>
            <a:ext cx="11099800" cy="5574324"/>
          </a:xfrm>
        </p:spPr>
        <p:txBody>
          <a:bodyPr>
            <a:noAutofit/>
          </a:bodyPr>
          <a:lstStyle/>
          <a:p>
            <a:pPr>
              <a:spcBef>
                <a:spcPts val="600"/>
              </a:spcBef>
            </a:pPr>
            <a:r>
              <a:rPr lang="zh-CN" altLang="en-US" sz="2800" dirty="0"/>
              <a:t>* 提高产品质量</a:t>
            </a:r>
          </a:p>
          <a:p>
            <a:pPr>
              <a:spcBef>
                <a:spcPts val="600"/>
              </a:spcBef>
            </a:pPr>
            <a:r>
              <a:rPr lang="zh-CN" altLang="en-US" sz="2800" dirty="0"/>
              <a:t>* 改善产品设计</a:t>
            </a:r>
          </a:p>
          <a:p>
            <a:pPr>
              <a:spcBef>
                <a:spcPts val="600"/>
              </a:spcBef>
            </a:pPr>
            <a:r>
              <a:rPr lang="zh-CN" altLang="en-US" sz="2800" dirty="0"/>
              <a:t>* 加速生产流程</a:t>
            </a:r>
          </a:p>
          <a:p>
            <a:pPr>
              <a:spcBef>
                <a:spcPts val="600"/>
              </a:spcBef>
            </a:pPr>
            <a:r>
              <a:rPr lang="zh-CN" altLang="en-US" sz="2800" dirty="0"/>
              <a:t>* 鼓舞员工的士气和增强质量意识</a:t>
            </a:r>
          </a:p>
          <a:p>
            <a:pPr>
              <a:spcBef>
                <a:spcPts val="600"/>
              </a:spcBef>
            </a:pPr>
            <a:r>
              <a:rPr lang="zh-CN" altLang="en-US" sz="2800" dirty="0"/>
              <a:t>* 改进产品售后服务</a:t>
            </a:r>
          </a:p>
          <a:p>
            <a:pPr>
              <a:spcBef>
                <a:spcPts val="600"/>
              </a:spcBef>
            </a:pPr>
            <a:r>
              <a:rPr lang="zh-CN" altLang="en-US" sz="2800" dirty="0"/>
              <a:t>* 提高市场的接受程度</a:t>
            </a:r>
          </a:p>
          <a:p>
            <a:pPr>
              <a:spcBef>
                <a:spcPts val="600"/>
              </a:spcBef>
            </a:pPr>
            <a:r>
              <a:rPr lang="zh-CN" altLang="en-US" sz="2800" dirty="0"/>
              <a:t>* 降低经营质量成本</a:t>
            </a:r>
          </a:p>
          <a:p>
            <a:pPr>
              <a:spcBef>
                <a:spcPts val="600"/>
              </a:spcBef>
            </a:pPr>
            <a:r>
              <a:rPr lang="zh-CN" altLang="en-US" sz="2800" dirty="0"/>
              <a:t>* 减少经营亏损</a:t>
            </a:r>
          </a:p>
          <a:p>
            <a:pPr>
              <a:spcBef>
                <a:spcPts val="600"/>
              </a:spcBef>
            </a:pPr>
            <a:r>
              <a:rPr lang="zh-CN" altLang="en-US" sz="2800" dirty="0"/>
              <a:t>* 降低现场维修成本</a:t>
            </a:r>
          </a:p>
          <a:p>
            <a:pPr>
              <a:spcBef>
                <a:spcPts val="600"/>
              </a:spcBef>
            </a:pPr>
            <a:r>
              <a:rPr lang="zh-CN" altLang="en-US" sz="2800" dirty="0"/>
              <a:t>* 减少责任事故</a:t>
            </a:r>
          </a:p>
        </p:txBody>
      </p:sp>
      <p:sp>
        <p:nvSpPr>
          <p:cNvPr id="3" name="Shape 149"/>
          <p:cNvSpPr txBox="1">
            <a:spLocks/>
          </p:cNvSpPr>
          <p:nvPr/>
        </p:nvSpPr>
        <p:spPr>
          <a:xfrm>
            <a:off x="1514935" y="1"/>
            <a:ext cx="9974931" cy="1270000"/>
          </a:xfrm>
          <a:prstGeom prst="rect">
            <a:avLst/>
          </a:prstGeom>
        </p:spPr>
        <p:txBody>
          <a:bodyPr>
            <a:normAutofit fontScale="97500"/>
          </a:bodyPr>
          <a:lstStyle>
            <a:lvl1pPr marL="0" marR="0" indent="0" algn="ctr" defTabSz="537463" rtl="0" latinLnBrk="0">
              <a:lnSpc>
                <a:spcPct val="100000"/>
              </a:lnSpc>
              <a:spcBef>
                <a:spcPts val="0"/>
              </a:spcBef>
              <a:spcAft>
                <a:spcPts val="0"/>
              </a:spcAft>
              <a:buClrTx/>
              <a:buSzTx/>
              <a:buFontTx/>
              <a:buNone/>
              <a:tabLst/>
              <a:defRPr sz="7360" b="0" i="0" u="none" strike="noStrike" cap="none" spc="0" baseline="0">
                <a:ln>
                  <a:noFill/>
                </a:ln>
                <a:solidFill>
                  <a:srgbClr val="FFFFFF"/>
                </a:solidFill>
                <a:uFillTx/>
                <a:latin typeface="+mn-lt"/>
                <a:ea typeface="+mn-ea"/>
                <a:cs typeface="+mn-cs"/>
                <a:sym typeface="Helvetica Light"/>
              </a:defRPr>
            </a:lvl1pPr>
            <a:lvl2pPr marL="0" marR="0" indent="2286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FFFFFF"/>
                </a:solidFill>
                <a:uFillTx/>
                <a:latin typeface="+mn-lt"/>
                <a:ea typeface="+mn-ea"/>
                <a:cs typeface="+mn-cs"/>
                <a:sym typeface="Helvetica Light"/>
              </a:defRPr>
            </a:lvl2pPr>
            <a:lvl3pPr marL="0" marR="0" indent="4572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FFFFFF"/>
                </a:solidFill>
                <a:uFillTx/>
                <a:latin typeface="+mn-lt"/>
                <a:ea typeface="+mn-ea"/>
                <a:cs typeface="+mn-cs"/>
                <a:sym typeface="Helvetica Light"/>
              </a:defRPr>
            </a:lvl3pPr>
            <a:lvl4pPr marL="0" marR="0" indent="6858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FFFFFF"/>
                </a:solidFill>
                <a:uFillTx/>
                <a:latin typeface="+mn-lt"/>
                <a:ea typeface="+mn-ea"/>
                <a:cs typeface="+mn-cs"/>
                <a:sym typeface="Helvetica Light"/>
              </a:defRPr>
            </a:lvl4pPr>
            <a:lvl5pPr marL="0" marR="0" indent="9144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FFFFFF"/>
                </a:solidFill>
                <a:uFillTx/>
                <a:latin typeface="+mn-lt"/>
                <a:ea typeface="+mn-ea"/>
                <a:cs typeface="+mn-cs"/>
                <a:sym typeface="Helvetica Light"/>
              </a:defRPr>
            </a:lvl5pPr>
            <a:lvl6pPr marL="0" marR="0" indent="11430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FFFFFF"/>
                </a:solidFill>
                <a:uFillTx/>
                <a:latin typeface="+mn-lt"/>
                <a:ea typeface="+mn-ea"/>
                <a:cs typeface="+mn-cs"/>
                <a:sym typeface="Helvetica Light"/>
              </a:defRPr>
            </a:lvl6pPr>
            <a:lvl7pPr marL="0" marR="0" indent="13716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FFFFFF"/>
                </a:solidFill>
                <a:uFillTx/>
                <a:latin typeface="+mn-lt"/>
                <a:ea typeface="+mn-ea"/>
                <a:cs typeface="+mn-cs"/>
                <a:sym typeface="Helvetica Light"/>
              </a:defRPr>
            </a:lvl7pPr>
            <a:lvl8pPr marL="0" marR="0" indent="16002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FFFFFF"/>
                </a:solidFill>
                <a:uFillTx/>
                <a:latin typeface="+mn-lt"/>
                <a:ea typeface="+mn-ea"/>
                <a:cs typeface="+mn-cs"/>
                <a:sym typeface="Helvetica Light"/>
              </a:defRPr>
            </a:lvl8pPr>
            <a:lvl9pPr marL="0" marR="0" indent="1828800" algn="ctr" defTabSz="584200" rtl="0" latinLnBrk="0">
              <a:lnSpc>
                <a:spcPct val="100000"/>
              </a:lnSpc>
              <a:spcBef>
                <a:spcPts val="0"/>
              </a:spcBef>
              <a:spcAft>
                <a:spcPts val="0"/>
              </a:spcAft>
              <a:buClrTx/>
              <a:buSzTx/>
              <a:buFontTx/>
              <a:buNone/>
              <a:tabLst/>
              <a:defRPr sz="8000" b="0" i="0" u="none" strike="noStrike" cap="none" spc="0" baseline="0">
                <a:ln>
                  <a:noFill/>
                </a:ln>
                <a:solidFill>
                  <a:srgbClr val="FFFFFF"/>
                </a:solidFill>
                <a:uFillTx/>
                <a:latin typeface="+mn-lt"/>
                <a:ea typeface="+mn-ea"/>
                <a:cs typeface="+mn-cs"/>
                <a:sym typeface="Helvetica Light"/>
              </a:defRPr>
            </a:lvl9pPr>
          </a:lstStyle>
          <a:p>
            <a:pPr defTabSz="288036">
              <a:defRPr sz="3654" b="1">
                <a:solidFill>
                  <a:srgbClr val="FBFFF6"/>
                </a:solidFill>
                <a:latin typeface="Helvetica"/>
                <a:ea typeface="Helvetica"/>
                <a:cs typeface="Helvetica"/>
                <a:sym typeface="Helvetica"/>
              </a:defRPr>
            </a:pPr>
            <a:r>
              <a:rPr lang="en-US" altLang="zh-CN" dirty="0"/>
              <a:t>TQM</a:t>
            </a:r>
            <a:r>
              <a:rPr lang="zh-CN" altLang="en-US" dirty="0"/>
              <a:t>有什么用？</a:t>
            </a:r>
          </a:p>
          <a:p>
            <a:pPr defTabSz="288036">
              <a:defRPr sz="3654" b="1">
                <a:solidFill>
                  <a:srgbClr val="FBFFF6"/>
                </a:solidFill>
                <a:latin typeface="Helvetica"/>
                <a:ea typeface="Helvetica"/>
                <a:cs typeface="Helvetica"/>
                <a:sym typeface="Helvetica"/>
              </a:defRPr>
            </a:pPr>
            <a:r>
              <a:rPr lang="en-US" altLang="zh-CN" dirty="0"/>
              <a:t>Total Quality Management Benefits</a:t>
            </a:r>
          </a:p>
        </p:txBody>
      </p:sp>
    </p:spTree>
    <p:extLst>
      <p:ext uri="{BB962C8B-B14F-4D97-AF65-F5344CB8AC3E}">
        <p14:creationId xmlns:p14="http://schemas.microsoft.com/office/powerpoint/2010/main" val="3054290482"/>
      </p:ext>
    </p:extLst>
  </p:cSld>
  <p:clrMapOvr>
    <a:masterClrMapping/>
  </p:clrMapOvr>
  <p:transition spd="med"/>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Shape 156"/>
          <p:cNvSpPr>
            <a:spLocks noGrp="1"/>
          </p:cNvSpPr>
          <p:nvPr>
            <p:ph type="body" idx="13"/>
          </p:nvPr>
        </p:nvSpPr>
        <p:spPr>
          <a:xfrm>
            <a:off x="1134532" y="1689693"/>
            <a:ext cx="10735733" cy="8026398"/>
          </a:xfrm>
          <a:prstGeom prst="rect">
            <a:avLst/>
          </a:prstGeom>
        </p:spPr>
        <p:txBody>
          <a:bodyPr/>
          <a:lstStyle>
            <a:lvl1pPr>
              <a:defRPr sz="4300" i="1"/>
            </a:lvl1pPr>
          </a:lstStyle>
          <a:p>
            <a:pPr algn="l"/>
            <a:r>
              <a:rPr lang="en-US" altLang="zh-CN" sz="2800" i="0" dirty="0" smtClean="0">
                <a:solidFill>
                  <a:srgbClr val="FFFF00"/>
                </a:solidFill>
              </a:rPr>
              <a:t>1</a:t>
            </a:r>
            <a:r>
              <a:rPr lang="zh-CN" altLang="en-US" sz="2800" i="0" dirty="0">
                <a:solidFill>
                  <a:srgbClr val="FFFF00"/>
                </a:solidFill>
              </a:rPr>
              <a:t>．管理者着迷于质量。质量是从感情上的依恋开始的，没有“如果”、“那么”或“但是”可言。</a:t>
            </a:r>
          </a:p>
          <a:p>
            <a:pPr algn="l"/>
            <a:r>
              <a:rPr lang="en-US" altLang="zh-CN" sz="2800" i="0" dirty="0">
                <a:solidFill>
                  <a:srgbClr val="FFFF00"/>
                </a:solidFill>
              </a:rPr>
              <a:t>2</a:t>
            </a:r>
            <a:r>
              <a:rPr lang="zh-CN" altLang="en-US" sz="2800" i="0" dirty="0">
                <a:solidFill>
                  <a:srgbClr val="FFFF00"/>
                </a:solidFill>
              </a:rPr>
              <a:t>．有一套思想体系或思想方法作为指导。</a:t>
            </a:r>
          </a:p>
          <a:p>
            <a:pPr algn="l"/>
            <a:r>
              <a:rPr lang="en-US" altLang="zh-CN" sz="2800" i="0" dirty="0">
                <a:solidFill>
                  <a:srgbClr val="FFFF00"/>
                </a:solidFill>
              </a:rPr>
              <a:t>3</a:t>
            </a:r>
            <a:r>
              <a:rPr lang="zh-CN" altLang="en-US" sz="2800" i="0" dirty="0">
                <a:solidFill>
                  <a:srgbClr val="FFFF00"/>
                </a:solidFill>
              </a:rPr>
              <a:t>．质量是可以衡量的。</a:t>
            </a:r>
          </a:p>
          <a:p>
            <a:pPr algn="l"/>
            <a:r>
              <a:rPr lang="en-US" altLang="zh-CN" sz="2800" i="0" dirty="0">
                <a:solidFill>
                  <a:srgbClr val="FFFF00"/>
                </a:solidFill>
              </a:rPr>
              <a:t>4</a:t>
            </a:r>
            <a:r>
              <a:rPr lang="zh-CN" altLang="en-US" sz="2800" i="0" dirty="0">
                <a:solidFill>
                  <a:srgbClr val="FFFF00"/>
                </a:solidFill>
              </a:rPr>
              <a:t>．高质量要受到奖励。</a:t>
            </a:r>
          </a:p>
          <a:p>
            <a:pPr algn="l"/>
            <a:r>
              <a:rPr lang="en-US" altLang="zh-CN" sz="2800" i="0" dirty="0">
                <a:solidFill>
                  <a:srgbClr val="FFFF00"/>
                </a:solidFill>
              </a:rPr>
              <a:t>5</a:t>
            </a:r>
            <a:r>
              <a:rPr lang="zh-CN" altLang="en-US" sz="2800" i="0" dirty="0">
                <a:solidFill>
                  <a:srgbClr val="FFFF00"/>
                </a:solidFill>
              </a:rPr>
              <a:t>．每个员工都应在技术上受到培训，以便评估质量。正如日本人所说：质量，始于培训，终于培训。</a:t>
            </a:r>
          </a:p>
          <a:p>
            <a:pPr algn="l"/>
            <a:r>
              <a:rPr lang="en-US" altLang="zh-CN" sz="2800" i="0" dirty="0">
                <a:solidFill>
                  <a:srgbClr val="FFFF00"/>
                </a:solidFill>
              </a:rPr>
              <a:t>6</a:t>
            </a:r>
            <a:r>
              <a:rPr lang="zh-CN" altLang="en-US" sz="2800" i="0" dirty="0">
                <a:solidFill>
                  <a:srgbClr val="FFFF00"/>
                </a:solidFill>
              </a:rPr>
              <a:t>．利用包含跨职能部门或跨系统的团队。必须从思想认识上把我们的管理哲学从敌对转移到合作上来。</a:t>
            </a:r>
          </a:p>
          <a:p>
            <a:pPr algn="l"/>
            <a:r>
              <a:rPr lang="en-US" altLang="zh-CN" sz="2800" i="0" dirty="0">
                <a:solidFill>
                  <a:srgbClr val="FFFF00"/>
                </a:solidFill>
              </a:rPr>
              <a:t>7</a:t>
            </a:r>
            <a:r>
              <a:rPr lang="zh-CN" altLang="en-US" sz="2800" i="0" dirty="0">
                <a:solidFill>
                  <a:srgbClr val="FFFF00"/>
                </a:solidFill>
              </a:rPr>
              <a:t>．小的就是美的。</a:t>
            </a:r>
          </a:p>
          <a:p>
            <a:pPr algn="l"/>
            <a:r>
              <a:rPr lang="en-US" altLang="zh-CN" sz="2800" i="0" dirty="0">
                <a:solidFill>
                  <a:srgbClr val="FFFF00"/>
                </a:solidFill>
              </a:rPr>
              <a:t>8</a:t>
            </a:r>
            <a:r>
              <a:rPr lang="zh-CN" altLang="en-US" sz="2800" i="0" dirty="0">
                <a:solidFill>
                  <a:srgbClr val="FFFF00"/>
                </a:solidFill>
              </a:rPr>
              <a:t>．提供不断的刺激。创造无止境的“霍桑效应”；质量革命是一场关注琐碎细节的战争。</a:t>
            </a:r>
          </a:p>
          <a:p>
            <a:pPr algn="l"/>
            <a:r>
              <a:rPr lang="en-US" altLang="zh-CN" sz="2800" i="0" dirty="0">
                <a:solidFill>
                  <a:srgbClr val="FFFF00"/>
                </a:solidFill>
              </a:rPr>
              <a:t>9</a:t>
            </a:r>
            <a:r>
              <a:rPr lang="zh-CN" altLang="en-US" sz="2800" i="0" dirty="0">
                <a:solidFill>
                  <a:srgbClr val="FFFF00"/>
                </a:solidFill>
              </a:rPr>
              <a:t>．建立一个致力于质量改进的平行组织结构</a:t>
            </a:r>
            <a:r>
              <a:rPr lang="en-US" altLang="zh-CN" sz="2800" i="0" dirty="0">
                <a:solidFill>
                  <a:srgbClr val="FFFF00"/>
                </a:solidFill>
              </a:rPr>
              <a:t>——“</a:t>
            </a:r>
            <a:r>
              <a:rPr lang="zh-CN" altLang="en-US" sz="2800" i="0" dirty="0">
                <a:solidFill>
                  <a:srgbClr val="FFFF00"/>
                </a:solidFill>
              </a:rPr>
              <a:t>影子质量组织”。</a:t>
            </a:r>
          </a:p>
          <a:p>
            <a:pPr algn="l"/>
            <a:r>
              <a:rPr lang="en-US" altLang="zh-CN" sz="2800" i="0" dirty="0">
                <a:solidFill>
                  <a:srgbClr val="FFFF00"/>
                </a:solidFill>
              </a:rPr>
              <a:t>10</a:t>
            </a:r>
            <a:r>
              <a:rPr lang="zh-CN" altLang="en-US" sz="2800" i="0" dirty="0">
                <a:solidFill>
                  <a:srgbClr val="FFFF00"/>
                </a:solidFill>
              </a:rPr>
              <a:t>．人人都发挥作用。尤其是供应商，但销售商与客户也同样必须是质量改进过程的一部分。</a:t>
            </a:r>
          </a:p>
          <a:p>
            <a:pPr algn="l"/>
            <a:r>
              <a:rPr lang="en-US" altLang="zh-CN" sz="2800" i="0" dirty="0">
                <a:solidFill>
                  <a:srgbClr val="FFFF00"/>
                </a:solidFill>
              </a:rPr>
              <a:t>11</a:t>
            </a:r>
            <a:r>
              <a:rPr lang="zh-CN" altLang="en-US" sz="2800" i="0" dirty="0">
                <a:solidFill>
                  <a:srgbClr val="FFFF00"/>
                </a:solidFill>
              </a:rPr>
              <a:t>．质量上升会导致成本下降，改进质量是降低成本的关键所在。</a:t>
            </a:r>
          </a:p>
          <a:p>
            <a:pPr algn="l"/>
            <a:r>
              <a:rPr lang="en-US" altLang="zh-CN" sz="2800" i="0" dirty="0">
                <a:solidFill>
                  <a:srgbClr val="FFFF00"/>
                </a:solidFill>
              </a:rPr>
              <a:t>12</a:t>
            </a:r>
            <a:r>
              <a:rPr lang="zh-CN" altLang="en-US" sz="2800" i="0" dirty="0">
                <a:solidFill>
                  <a:srgbClr val="FFFF00"/>
                </a:solidFill>
              </a:rPr>
              <a:t>．质量改进永无止境！每件产品或服务，每天都是相对地变好或变坏，但绝不会停滞不前的。</a:t>
            </a:r>
            <a:endParaRPr sz="2800" i="0" dirty="0">
              <a:solidFill>
                <a:srgbClr val="FFFF00"/>
              </a:solidFill>
            </a:endParaRPr>
          </a:p>
        </p:txBody>
      </p:sp>
      <p:sp>
        <p:nvSpPr>
          <p:cNvPr id="157" name="Shape 157"/>
          <p:cNvSpPr>
            <a:spLocks noGrp="1"/>
          </p:cNvSpPr>
          <p:nvPr>
            <p:ph type="body" idx="14"/>
          </p:nvPr>
        </p:nvSpPr>
        <p:spPr>
          <a:xfrm>
            <a:off x="0" y="-167226"/>
            <a:ext cx="13004798" cy="1856919"/>
          </a:xfrm>
          <a:prstGeom prst="rect">
            <a:avLst/>
          </a:prstGeom>
        </p:spPr>
        <p:txBody>
          <a:bodyPr/>
          <a:lstStyle>
            <a:lvl1pPr>
              <a:defRPr sz="4700"/>
            </a:lvl1pPr>
          </a:lstStyle>
          <a:p>
            <a:r>
              <a:rPr dirty="0" smtClean="0"/>
              <a:t>长期被忽视的事实</a:t>
            </a:r>
            <a:r>
              <a:rPr dirty="0"/>
              <a:t>：质量等于利润</a:t>
            </a:r>
            <a:r>
              <a:rPr dirty="0" smtClean="0"/>
              <a:t>。</a:t>
            </a:r>
            <a:r>
              <a:rPr lang="en-US" altLang="zh-CN" dirty="0" smtClean="0"/>
              <a:t>Tom Peters</a:t>
            </a:r>
          </a:p>
          <a:p>
            <a:r>
              <a:rPr lang="zh-CN" altLang="en-US" dirty="0" smtClean="0"/>
              <a:t>世</a:t>
            </a:r>
            <a:r>
              <a:rPr lang="zh-CN" altLang="en-US" dirty="0"/>
              <a:t>界级质量的</a:t>
            </a:r>
            <a:r>
              <a:rPr lang="en-US" altLang="zh-CN" dirty="0"/>
              <a:t>12</a:t>
            </a:r>
            <a:r>
              <a:rPr lang="zh-CN" altLang="en-US" dirty="0"/>
              <a:t>个特征</a:t>
            </a:r>
            <a:endParaRPr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6">
                                            <p:txEl>
                                              <p:pRg st="0" end="0"/>
                                            </p:txEl>
                                          </p:spTgt>
                                        </p:tgtEl>
                                        <p:attrNameLst>
                                          <p:attrName>style.visibility</p:attrName>
                                        </p:attrNameLst>
                                      </p:cBhvr>
                                      <p:to>
                                        <p:strVal val="visible"/>
                                      </p:to>
                                    </p:set>
                                    <p:anim calcmode="lin" valueType="num">
                                      <p:cBhvr additive="base">
                                        <p:cTn id="7" dur="500" fill="hold"/>
                                        <p:tgtEl>
                                          <p:spTgt spid="15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6">
                                            <p:txEl>
                                              <p:pRg st="1" end="1"/>
                                            </p:txEl>
                                          </p:spTgt>
                                        </p:tgtEl>
                                        <p:attrNameLst>
                                          <p:attrName>style.visibility</p:attrName>
                                        </p:attrNameLst>
                                      </p:cBhvr>
                                      <p:to>
                                        <p:strVal val="visible"/>
                                      </p:to>
                                    </p:set>
                                    <p:anim calcmode="lin" valueType="num">
                                      <p:cBhvr additive="base">
                                        <p:cTn id="13" dur="500" fill="hold"/>
                                        <p:tgtEl>
                                          <p:spTgt spid="15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6">
                                            <p:txEl>
                                              <p:pRg st="2" end="2"/>
                                            </p:txEl>
                                          </p:spTgt>
                                        </p:tgtEl>
                                        <p:attrNameLst>
                                          <p:attrName>style.visibility</p:attrName>
                                        </p:attrNameLst>
                                      </p:cBhvr>
                                      <p:to>
                                        <p:strVal val="visible"/>
                                      </p:to>
                                    </p:set>
                                    <p:anim calcmode="lin" valueType="num">
                                      <p:cBhvr additive="base">
                                        <p:cTn id="19" dur="500" fill="hold"/>
                                        <p:tgtEl>
                                          <p:spTgt spid="15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56">
                                            <p:txEl>
                                              <p:pRg st="3" end="3"/>
                                            </p:txEl>
                                          </p:spTgt>
                                        </p:tgtEl>
                                        <p:attrNameLst>
                                          <p:attrName>style.visibility</p:attrName>
                                        </p:attrNameLst>
                                      </p:cBhvr>
                                      <p:to>
                                        <p:strVal val="visible"/>
                                      </p:to>
                                    </p:set>
                                    <p:anim calcmode="lin" valueType="num">
                                      <p:cBhvr additive="base">
                                        <p:cTn id="25" dur="500" fill="hold"/>
                                        <p:tgtEl>
                                          <p:spTgt spid="15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5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56">
                                            <p:txEl>
                                              <p:pRg st="4" end="4"/>
                                            </p:txEl>
                                          </p:spTgt>
                                        </p:tgtEl>
                                        <p:attrNameLst>
                                          <p:attrName>style.visibility</p:attrName>
                                        </p:attrNameLst>
                                      </p:cBhvr>
                                      <p:to>
                                        <p:strVal val="visible"/>
                                      </p:to>
                                    </p:set>
                                    <p:anim calcmode="lin" valueType="num">
                                      <p:cBhvr additive="base">
                                        <p:cTn id="31" dur="500" fill="hold"/>
                                        <p:tgtEl>
                                          <p:spTgt spid="156">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5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56">
                                            <p:txEl>
                                              <p:pRg st="5" end="5"/>
                                            </p:txEl>
                                          </p:spTgt>
                                        </p:tgtEl>
                                        <p:attrNameLst>
                                          <p:attrName>style.visibility</p:attrName>
                                        </p:attrNameLst>
                                      </p:cBhvr>
                                      <p:to>
                                        <p:strVal val="visible"/>
                                      </p:to>
                                    </p:set>
                                    <p:anim calcmode="lin" valueType="num">
                                      <p:cBhvr additive="base">
                                        <p:cTn id="37" dur="500" fill="hold"/>
                                        <p:tgtEl>
                                          <p:spTgt spid="156">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5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56">
                                            <p:txEl>
                                              <p:pRg st="6" end="6"/>
                                            </p:txEl>
                                          </p:spTgt>
                                        </p:tgtEl>
                                        <p:attrNameLst>
                                          <p:attrName>style.visibility</p:attrName>
                                        </p:attrNameLst>
                                      </p:cBhvr>
                                      <p:to>
                                        <p:strVal val="visible"/>
                                      </p:to>
                                    </p:set>
                                    <p:anim calcmode="lin" valueType="num">
                                      <p:cBhvr additive="base">
                                        <p:cTn id="43" dur="500" fill="hold"/>
                                        <p:tgtEl>
                                          <p:spTgt spid="156">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5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56">
                                            <p:txEl>
                                              <p:pRg st="7" end="7"/>
                                            </p:txEl>
                                          </p:spTgt>
                                        </p:tgtEl>
                                        <p:attrNameLst>
                                          <p:attrName>style.visibility</p:attrName>
                                        </p:attrNameLst>
                                      </p:cBhvr>
                                      <p:to>
                                        <p:strVal val="visible"/>
                                      </p:to>
                                    </p:set>
                                    <p:anim calcmode="lin" valueType="num">
                                      <p:cBhvr additive="base">
                                        <p:cTn id="49" dur="500" fill="hold"/>
                                        <p:tgtEl>
                                          <p:spTgt spid="156">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56">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56">
                                            <p:txEl>
                                              <p:pRg st="8" end="8"/>
                                            </p:txEl>
                                          </p:spTgt>
                                        </p:tgtEl>
                                        <p:attrNameLst>
                                          <p:attrName>style.visibility</p:attrName>
                                        </p:attrNameLst>
                                      </p:cBhvr>
                                      <p:to>
                                        <p:strVal val="visible"/>
                                      </p:to>
                                    </p:set>
                                    <p:anim calcmode="lin" valueType="num">
                                      <p:cBhvr additive="base">
                                        <p:cTn id="55" dur="500" fill="hold"/>
                                        <p:tgtEl>
                                          <p:spTgt spid="156">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56">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56">
                                            <p:txEl>
                                              <p:pRg st="9" end="9"/>
                                            </p:txEl>
                                          </p:spTgt>
                                        </p:tgtEl>
                                        <p:attrNameLst>
                                          <p:attrName>style.visibility</p:attrName>
                                        </p:attrNameLst>
                                      </p:cBhvr>
                                      <p:to>
                                        <p:strVal val="visible"/>
                                      </p:to>
                                    </p:set>
                                    <p:anim calcmode="lin" valueType="num">
                                      <p:cBhvr additive="base">
                                        <p:cTn id="61" dur="500" fill="hold"/>
                                        <p:tgtEl>
                                          <p:spTgt spid="156">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156">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156">
                                            <p:txEl>
                                              <p:pRg st="10" end="10"/>
                                            </p:txEl>
                                          </p:spTgt>
                                        </p:tgtEl>
                                        <p:attrNameLst>
                                          <p:attrName>style.visibility</p:attrName>
                                        </p:attrNameLst>
                                      </p:cBhvr>
                                      <p:to>
                                        <p:strVal val="visible"/>
                                      </p:to>
                                    </p:set>
                                    <p:anim calcmode="lin" valueType="num">
                                      <p:cBhvr additive="base">
                                        <p:cTn id="67" dur="500" fill="hold"/>
                                        <p:tgtEl>
                                          <p:spTgt spid="156">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156">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156">
                                            <p:txEl>
                                              <p:pRg st="11" end="11"/>
                                            </p:txEl>
                                          </p:spTgt>
                                        </p:tgtEl>
                                        <p:attrNameLst>
                                          <p:attrName>style.visibility</p:attrName>
                                        </p:attrNameLst>
                                      </p:cBhvr>
                                      <p:to>
                                        <p:strVal val="visible"/>
                                      </p:to>
                                    </p:set>
                                    <p:anim calcmode="lin" valueType="num">
                                      <p:cBhvr additive="base">
                                        <p:cTn id="73" dur="500" fill="hold"/>
                                        <p:tgtEl>
                                          <p:spTgt spid="156">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156">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 grpId="0" uiExpand="1" build="p"/>
    </p:bldLst>
  </p:timing>
</p:sld>
</file>

<file path=ppt/theme/theme1.xml><?xml version="1.0" encoding="utf-8"?>
<a:theme xmlns:a="http://schemas.openxmlformats.org/drawingml/2006/main" name="Gradient">
  <a:themeElements>
    <a:clrScheme name="Gradient">
      <a:dk1>
        <a:srgbClr val="FF0000"/>
      </a:dk1>
      <a:lt1>
        <a:srgbClr val="FFFFFF"/>
      </a:lt1>
      <a:dk2>
        <a:srgbClr val="53585F"/>
      </a:dk2>
      <a:lt2>
        <a:srgbClr val="DCDEE0"/>
      </a:lt2>
      <a:accent1>
        <a:srgbClr val="0065C1"/>
      </a:accent1>
      <a:accent2>
        <a:srgbClr val="189B1A"/>
      </a:accent2>
      <a:accent3>
        <a:srgbClr val="008C91"/>
      </a:accent3>
      <a:accent4>
        <a:srgbClr val="5747C1"/>
      </a:accent4>
      <a:accent5>
        <a:srgbClr val="971817"/>
      </a:accent5>
      <a:accent6>
        <a:srgbClr val="BC8027"/>
      </a:accent6>
      <a:hlink>
        <a:srgbClr val="0000FF"/>
      </a:hlink>
      <a:folHlink>
        <a:srgbClr val="FF00FF"/>
      </a:folHlink>
    </a:clrScheme>
    <a:fontScheme name="Gradient">
      <a:majorFont>
        <a:latin typeface="Helvetica Light"/>
        <a:ea typeface="Helvetica Light"/>
        <a:cs typeface="Helvetica Light"/>
      </a:majorFont>
      <a:minorFont>
        <a:latin typeface="Helvetica Light"/>
        <a:ea typeface="Helvetica Light"/>
        <a:cs typeface="Helvetica Light"/>
      </a:minorFont>
    </a:fontScheme>
    <a:fmtScheme name="Gradien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r="18900000" rotWithShape="0">
              <a:srgbClr val="000000">
                <a:alpha val="80000"/>
              </a:srgbClr>
            </a:outerShdw>
          </a:effectLst>
        </a:effectStyle>
        <a:effectStyle>
          <a:effectLst>
            <a:outerShdw blurRad="76200" dir="18900000" rotWithShape="0">
              <a:srgbClr val="000000">
                <a:alpha val="80000"/>
              </a:srgbClr>
            </a:outerShdw>
          </a:effectLst>
        </a:effectStyle>
        <a:effectStyle>
          <a:effectLst>
            <a:outerShdw blurRad="76200" dir="18900000" rotWithShape="0">
              <a:srgbClr val="000000">
                <a:alpha val="8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gradFill flip="none" rotWithShape="1">
          <a:gsLst>
            <a:gs pos="0">
              <a:schemeClr val="accent1"/>
            </a:gs>
            <a:gs pos="100000">
              <a:schemeClr val="accent1">
                <a:hueOff val="321133"/>
                <a:satOff val="-12043"/>
                <a:lumOff val="-7113"/>
              </a:schemeClr>
            </a:gs>
          </a:gsLst>
          <a:lin ang="5400000" scaled="0"/>
        </a:gradFill>
        <a:ln w="12700" cap="flat">
          <a:noFill/>
          <a:miter lim="400000"/>
        </a:ln>
        <a:effectLst>
          <a:outerShdw blurRad="76200" dir="18900000" rotWithShape="0">
            <a:srgbClr val="000000">
              <a:alpha val="8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FFFFFF"/>
            </a:solidFill>
            <a:effectLst>
              <a:outerShdw blurRad="25400" dist="23998" dir="2700000" rotWithShape="0">
                <a:srgbClr val="000000">
                  <a:alpha val="31034"/>
                </a:srgbClr>
              </a:outerShdw>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FFFFFF"/>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38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Gradient">
  <a:themeElements>
    <a:clrScheme name="Gradient">
      <a:dk1>
        <a:srgbClr val="000000"/>
      </a:dk1>
      <a:lt1>
        <a:srgbClr val="FFFFFF"/>
      </a:lt1>
      <a:dk2>
        <a:srgbClr val="53585F"/>
      </a:dk2>
      <a:lt2>
        <a:srgbClr val="DCDEE0"/>
      </a:lt2>
      <a:accent1>
        <a:srgbClr val="0065C1"/>
      </a:accent1>
      <a:accent2>
        <a:srgbClr val="189B1A"/>
      </a:accent2>
      <a:accent3>
        <a:srgbClr val="008C91"/>
      </a:accent3>
      <a:accent4>
        <a:srgbClr val="5747C1"/>
      </a:accent4>
      <a:accent5>
        <a:srgbClr val="971817"/>
      </a:accent5>
      <a:accent6>
        <a:srgbClr val="BC8027"/>
      </a:accent6>
      <a:hlink>
        <a:srgbClr val="0000FF"/>
      </a:hlink>
      <a:folHlink>
        <a:srgbClr val="FF00FF"/>
      </a:folHlink>
    </a:clrScheme>
    <a:fontScheme name="Gradient">
      <a:majorFont>
        <a:latin typeface="Helvetica Light"/>
        <a:ea typeface="Helvetica Light"/>
        <a:cs typeface="Helvetica Light"/>
      </a:majorFont>
      <a:minorFont>
        <a:latin typeface="Helvetica Light"/>
        <a:ea typeface="Helvetica Light"/>
        <a:cs typeface="Helvetica Light"/>
      </a:minorFont>
    </a:fontScheme>
    <a:fmtScheme name="Gradien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r="18900000" rotWithShape="0">
              <a:srgbClr val="000000">
                <a:alpha val="80000"/>
              </a:srgbClr>
            </a:outerShdw>
          </a:effectLst>
        </a:effectStyle>
        <a:effectStyle>
          <a:effectLst>
            <a:outerShdw blurRad="76200" dir="18900000" rotWithShape="0">
              <a:srgbClr val="000000">
                <a:alpha val="80000"/>
              </a:srgbClr>
            </a:outerShdw>
          </a:effectLst>
        </a:effectStyle>
        <a:effectStyle>
          <a:effectLst>
            <a:outerShdw blurRad="76200" dir="18900000" rotWithShape="0">
              <a:srgbClr val="000000">
                <a:alpha val="8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gradFill flip="none" rotWithShape="1">
          <a:gsLst>
            <a:gs pos="0">
              <a:schemeClr val="accent1"/>
            </a:gs>
            <a:gs pos="100000">
              <a:schemeClr val="accent1">
                <a:hueOff val="321133"/>
                <a:satOff val="-12043"/>
                <a:lumOff val="-7113"/>
              </a:schemeClr>
            </a:gs>
          </a:gsLst>
          <a:lin ang="5400000" scaled="0"/>
        </a:gradFill>
        <a:ln w="12700" cap="flat">
          <a:noFill/>
          <a:miter lim="400000"/>
        </a:ln>
        <a:effectLst>
          <a:outerShdw blurRad="76200" dir="18900000" rotWithShape="0">
            <a:srgbClr val="000000">
              <a:alpha val="8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FFFFFF"/>
            </a:solidFill>
            <a:effectLst>
              <a:outerShdw blurRad="25400" dist="23998" dir="2700000" rotWithShape="0">
                <a:srgbClr val="000000">
                  <a:alpha val="31034"/>
                </a:srgbClr>
              </a:outerShdw>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FFFFFF"/>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38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
  <TotalTime>4624</TotalTime>
  <Words>2638</Words>
  <Application>Microsoft Office PowerPoint</Application>
  <PresentationFormat>自定义</PresentationFormat>
  <Paragraphs>121</Paragraphs>
  <Slides>21</Slides>
  <Notes>2</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21</vt:i4>
      </vt:variant>
    </vt:vector>
  </HeadingPairs>
  <TitlesOfParts>
    <vt:vector size="28" baseType="lpstr">
      <vt:lpstr>Baghdad</vt:lpstr>
      <vt:lpstr>Baoli SC</vt:lpstr>
      <vt:lpstr>Helvetica Light</vt:lpstr>
      <vt:lpstr>Helvetica Neue</vt:lpstr>
      <vt:lpstr>Arial</vt:lpstr>
      <vt:lpstr>Helvetica</vt:lpstr>
      <vt:lpstr>Gradient</vt:lpstr>
      <vt:lpstr>全面质量管理 Total Quality Management(TQM)</vt:lpstr>
      <vt:lpstr>PowerPoint 演示文稿</vt:lpstr>
      <vt:lpstr>TQM是什么？几个主流的定义</vt:lpstr>
      <vt:lpstr>PowerPoint 演示文稿</vt:lpstr>
      <vt:lpstr>PowerPoint 演示文稿</vt:lpstr>
      <vt:lpstr>TQM从哪来？TQM的演变</vt:lpstr>
      <vt:lpstr>PowerPoint 演示文稿</vt:lpstr>
      <vt:lpstr>PowerPoint 演示文稿</vt:lpstr>
      <vt:lpstr>PowerPoint 演示文稿</vt:lpstr>
      <vt:lpstr>PowerPoint 演示文稿</vt:lpstr>
      <vt:lpstr>TQM包含什么？ 全面质量管理流程</vt:lpstr>
      <vt:lpstr>不断前进、不断提高</vt:lpstr>
      <vt:lpstr>大环套小环、小环保大环、推动大循环</vt:lpstr>
      <vt:lpstr>门路式上升</vt:lpstr>
      <vt:lpstr>TQM的八个基本要素</vt:lpstr>
      <vt:lpstr>TQM特点</vt:lpstr>
      <vt:lpstr>怎么实现TQM？ TQM常用7个工具</vt:lpstr>
      <vt:lpstr>TQM两大支柱</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全面质量管理 Total Quality Management(TQM)</dc:title>
  <dc:creator>nie</dc:creator>
  <cp:lastModifiedBy>nie</cp:lastModifiedBy>
  <cp:revision>42</cp:revision>
  <dcterms:modified xsi:type="dcterms:W3CDTF">2019-09-23T02:45:46Z</dcterms:modified>
</cp:coreProperties>
</file>