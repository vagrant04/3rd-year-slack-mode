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1" r:id="rId2"/>
    <p:sldId id="258" r:id="rId3"/>
    <p:sldId id="259" r:id="rId4"/>
    <p:sldId id="292" r:id="rId5"/>
    <p:sldId id="265" r:id="rId6"/>
    <p:sldId id="293" r:id="rId7"/>
    <p:sldId id="289" r:id="rId8"/>
    <p:sldId id="271" r:id="rId9"/>
    <p:sldId id="288" r:id="rId10"/>
    <p:sldId id="294" r:id="rId11"/>
    <p:sldId id="272" r:id="rId12"/>
    <p:sldId id="295" r:id="rId13"/>
    <p:sldId id="296" r:id="rId14"/>
    <p:sldId id="275" r:id="rId15"/>
    <p:sldId id="279" r:id="rId16"/>
    <p:sldId id="280" r:id="rId17"/>
    <p:sldId id="286" r:id="rId18"/>
    <p:sldId id="290" r:id="rId19"/>
  </p:sldIdLst>
  <p:sldSz cx="9144000" cy="5143500" type="screen16x9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1" autoAdjust="0"/>
    <p:restoredTop sz="94523" autoAdjust="0"/>
  </p:normalViewPr>
  <p:slideViewPr>
    <p:cSldViewPr>
      <p:cViewPr varScale="1">
        <p:scale>
          <a:sx n="77" d="100"/>
          <a:sy n="77" d="100"/>
        </p:scale>
        <p:origin x="108" y="5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4EB83-FDBB-4625-B2B9-A0F6A2EBDFD6}" type="datetimeFigureOut">
              <a:rPr lang="zh-CN" altLang="en-US" smtClean="0"/>
              <a:pPr/>
              <a:t>2021/11/14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8D8E6-C8C7-4110-94EE-507477E36C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9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A79A7-0B32-45E3-86F1-7D22613EC84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5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A79A7-0B32-45E3-86F1-7D22613EC84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741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65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727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016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A79A7-0B32-45E3-86F1-7D22613EC84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18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777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A79A7-0B32-45E3-86F1-7D22613EC84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583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658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793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9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144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103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162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36312-6A05-4643-B813-780AEBCA54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238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A79A7-0B32-45E3-86F1-7D22613EC84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79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8D8E6-C8C7-4110-94EE-507477E36C0B}" type="slidenum">
              <a:rPr lang="zh-CN" altLang="en-US" smtClean="0">
                <a:solidFill>
                  <a:prstClr val="black"/>
                </a:solidFill>
              </a:rPr>
              <a:pPr/>
              <a:t>18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83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9000">
        <p14:flash/>
      </p:transition>
    </mc:Choice>
    <mc:Fallback xmlns="">
      <p:transition spd="slow" advClick="0" advTm="9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64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57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7D9A3FB-949F-4B3A-BDC9-400100DD86E9}" type="datetimeFigureOut">
              <a:rPr lang="zh-CN" altLang="en-US" smtClean="0"/>
              <a:pPr/>
              <a:t>2021/11/14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5035824-65D5-478C-9E42-BB7BDE2C2B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37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26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39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85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68C9B5F-0733-4C9B-8374-EB843D00271F}" type="datetimeFigureOut">
              <a:rPr lang="zh-CN" altLang="en-US" smtClean="0"/>
              <a:pPr/>
              <a:t>2021/11/14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9C36D61-2369-4773-9ED5-A3E7E47888C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65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  <p:sldLayoutId id="2147483659" r:id="rId6"/>
    <p:sldLayoutId id="2147483660" r:id="rId7"/>
    <p:sldLayoutId id="2147483661" r:id="rId8"/>
  </p:sldLayoutIdLst>
  <mc:AlternateContent xmlns:mc="http://schemas.openxmlformats.org/markup-compatibility/2006" xmlns:p14="http://schemas.microsoft.com/office/powerpoint/2010/main">
    <mc:Choice Requires="p14">
      <p:transition spd="slow" advClick="0" advTm="9000">
        <p14:flash/>
      </p:transition>
    </mc:Choice>
    <mc:Fallback xmlns="">
      <p:transition spd="slow" advClick="0" advTm="9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514508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1161" y="1272751"/>
            <a:ext cx="5152839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7" name="PA_01 174"/>
          <p:cNvGrpSpPr/>
          <p:nvPr>
            <p:custDataLst>
              <p:tags r:id="rId1"/>
            </p:custDataLst>
          </p:nvPr>
        </p:nvGrpSpPr>
        <p:grpSpPr>
          <a:xfrm>
            <a:off x="6598860" y="968897"/>
            <a:ext cx="167311" cy="166789"/>
            <a:chOff x="3768359" y="1725446"/>
            <a:chExt cx="1930605" cy="1930605"/>
          </a:xfrm>
        </p:grpSpPr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Oval 5"/>
            <p:cNvSpPr>
              <a:spLocks noChangeArrowheads="1"/>
            </p:cNvSpPr>
            <p:nvPr/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5BB814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0" name="PA_01 177"/>
          <p:cNvGrpSpPr/>
          <p:nvPr>
            <p:custDataLst>
              <p:tags r:id="rId2"/>
            </p:custDataLst>
          </p:nvPr>
        </p:nvGrpSpPr>
        <p:grpSpPr>
          <a:xfrm>
            <a:off x="6995831" y="785800"/>
            <a:ext cx="117074" cy="116709"/>
            <a:chOff x="3768359" y="1725446"/>
            <a:chExt cx="1930605" cy="1930605"/>
          </a:xfrm>
        </p:grpSpPr>
        <p:sp>
          <p:nvSpPr>
            <p:cNvPr id="41" name="Oval 5"/>
            <p:cNvSpPr>
              <a:spLocks noChangeArrowheads="1"/>
            </p:cNvSpPr>
            <p:nvPr/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Oval 5"/>
            <p:cNvSpPr>
              <a:spLocks noChangeArrowheads="1"/>
            </p:cNvSpPr>
            <p:nvPr/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8E946A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PA_01 180"/>
          <p:cNvGrpSpPr/>
          <p:nvPr>
            <p:custDataLst>
              <p:tags r:id="rId3"/>
            </p:custDataLst>
          </p:nvPr>
        </p:nvGrpSpPr>
        <p:grpSpPr>
          <a:xfrm>
            <a:off x="7329929" y="949402"/>
            <a:ext cx="83901" cy="83638"/>
            <a:chOff x="3768359" y="1725446"/>
            <a:chExt cx="1930605" cy="1930605"/>
          </a:xfrm>
        </p:grpSpPr>
        <p:sp>
          <p:nvSpPr>
            <p:cNvPr id="44" name="Oval 5"/>
            <p:cNvSpPr>
              <a:spLocks noChangeArrowheads="1"/>
            </p:cNvSpPr>
            <p:nvPr/>
          </p:nvSpPr>
          <p:spPr bwMode="auto">
            <a:xfrm>
              <a:off x="3768359" y="1725446"/>
              <a:ext cx="1930605" cy="193060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</a:ln>
            <a:effectLst>
              <a:outerShdw blurRad="304800" dist="38100" dir="2700000" algn="t" rotWithShape="0">
                <a:prstClr val="black">
                  <a:alpha val="3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Oval 5"/>
            <p:cNvSpPr>
              <a:spLocks noChangeArrowheads="1"/>
            </p:cNvSpPr>
            <p:nvPr/>
          </p:nvSpPr>
          <p:spPr bwMode="auto">
            <a:xfrm>
              <a:off x="3823758" y="1780845"/>
              <a:ext cx="1819806" cy="1819806"/>
            </a:xfrm>
            <a:prstGeom prst="ellipse">
              <a:avLst/>
            </a:prstGeom>
            <a:solidFill>
              <a:srgbClr val="8E946A"/>
            </a:solidFill>
            <a:ln>
              <a:noFill/>
            </a:ln>
            <a:effectLst>
              <a:innerShdw blurRad="88900" dist="50800" dir="16200000">
                <a:prstClr val="black">
                  <a:alpha val="38000"/>
                </a:prstClr>
              </a:innerShdw>
            </a:effectLst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6" name="矩形 259"/>
          <p:cNvSpPr>
            <a:spLocks noChangeArrowheads="1"/>
          </p:cNvSpPr>
          <p:nvPr/>
        </p:nvSpPr>
        <p:spPr bwMode="auto">
          <a:xfrm>
            <a:off x="500034" y="2714626"/>
            <a:ext cx="45005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b="1" cap="all" dirty="0" smtClean="0">
                <a:solidFill>
                  <a:schemeClr val="accent1"/>
                </a:solidFill>
                <a:cs typeface="Arial" panose="020B0604020202020204" pitchFamily="34" charset="0"/>
              </a:rPr>
              <a:t>移动应用软件质量保证</a:t>
            </a:r>
            <a:endParaRPr lang="en-US" altLang="zh-CN" b="1" cap="all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5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 tmFilter="0,0; .5, 1; 1, 1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00"/>
                            </p:stCondLst>
                            <p:childTnLst>
                              <p:par>
                                <p:cTn id="3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76775"/>
          <a:stretch/>
        </p:blipFill>
        <p:spPr>
          <a:xfrm rot="5400000" flipV="1">
            <a:off x="-667265" y="2480510"/>
            <a:ext cx="5143501" cy="25846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006439" y="1716488"/>
            <a:ext cx="1567338" cy="1567542"/>
            <a:chOff x="2075544" y="1844222"/>
            <a:chExt cx="2090056" cy="2090056"/>
          </a:xfrm>
        </p:grpSpPr>
        <p:sp>
          <p:nvSpPr>
            <p:cNvPr id="13" name="椭圆 12"/>
            <p:cNvSpPr/>
            <p:nvPr/>
          </p:nvSpPr>
          <p:spPr>
            <a:xfrm>
              <a:off x="2075544" y="1844222"/>
              <a:ext cx="2090056" cy="2090056"/>
            </a:xfrm>
            <a:prstGeom prst="ellipse">
              <a:avLst/>
            </a:prstGeom>
            <a:pattFill prst="dkDnDiag">
              <a:fgClr>
                <a:srgbClr val="F3F3F3"/>
              </a:fgClr>
              <a:bgClr>
                <a:srgbClr val="F7F7F7"/>
              </a:bgClr>
            </a:patt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rgbClr val="DEDEDE"/>
                  </a:gs>
                </a:gsLst>
                <a:lin ang="2700000" scaled="1"/>
                <a:tileRect/>
              </a:gradFill>
            </a:ln>
            <a:effectLst>
              <a:outerShdw blurRad="342900" dist="1270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279245" y="2059765"/>
              <a:ext cx="1643032" cy="1643032"/>
            </a:xfrm>
            <a:prstGeom prst="ellipse">
              <a:avLst/>
            </a:prstGeom>
            <a:solidFill>
              <a:schemeClr val="accent1"/>
            </a:solidFill>
            <a:ln>
              <a:gradFill flip="none" rotWithShape="1">
                <a:gsLst>
                  <a:gs pos="0">
                    <a:srgbClr val="DEDEDE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330094" y="2228824"/>
            <a:ext cx="1134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</a:p>
        </p:txBody>
      </p:sp>
      <p:grpSp>
        <p:nvGrpSpPr>
          <p:cNvPr id="86" name="组合 85"/>
          <p:cNvGrpSpPr/>
          <p:nvPr/>
        </p:nvGrpSpPr>
        <p:grpSpPr>
          <a:xfrm>
            <a:off x="3417823" y="2966520"/>
            <a:ext cx="4515179" cy="405859"/>
            <a:chOff x="4597712" y="3723530"/>
            <a:chExt cx="5699829" cy="5112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7" name="Freeform 5"/>
            <p:cNvSpPr>
              <a:spLocks/>
            </p:cNvSpPr>
            <p:nvPr/>
          </p:nvSpPr>
          <p:spPr bwMode="auto">
            <a:xfrm>
              <a:off x="4597712" y="3723530"/>
              <a:ext cx="5699829" cy="511214"/>
            </a:xfrm>
            <a:custGeom>
              <a:avLst/>
              <a:gdLst>
                <a:gd name="T0" fmla="*/ 12255 w 12769"/>
                <a:gd name="T1" fmla="*/ 31 h 1159"/>
                <a:gd name="T2" fmla="*/ 12727 w 12769"/>
                <a:gd name="T3" fmla="*/ 503 h 1159"/>
                <a:gd name="T4" fmla="*/ 12727 w 12769"/>
                <a:gd name="T5" fmla="*/ 656 h 1159"/>
                <a:gd name="T6" fmla="*/ 12255 w 12769"/>
                <a:gd name="T7" fmla="*/ 1128 h 1159"/>
                <a:gd name="T8" fmla="*/ 12180 w 12769"/>
                <a:gd name="T9" fmla="*/ 1159 h 1159"/>
                <a:gd name="T10" fmla="*/ 591 w 12769"/>
                <a:gd name="T11" fmla="*/ 1159 h 1159"/>
                <a:gd name="T12" fmla="*/ 514 w 12769"/>
                <a:gd name="T13" fmla="*/ 1128 h 1159"/>
                <a:gd name="T14" fmla="*/ 42 w 12769"/>
                <a:gd name="T15" fmla="*/ 656 h 1159"/>
                <a:gd name="T16" fmla="*/ 42 w 12769"/>
                <a:gd name="T17" fmla="*/ 503 h 1159"/>
                <a:gd name="T18" fmla="*/ 514 w 12769"/>
                <a:gd name="T19" fmla="*/ 31 h 1159"/>
                <a:gd name="T20" fmla="*/ 591 w 12769"/>
                <a:gd name="T21" fmla="*/ 0 h 1159"/>
                <a:gd name="T22" fmla="*/ 12178 w 12769"/>
                <a:gd name="T23" fmla="*/ 0 h 1159"/>
                <a:gd name="T24" fmla="*/ 12255 w 12769"/>
                <a:gd name="T25" fmla="*/ 31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69" h="1159">
                  <a:moveTo>
                    <a:pt x="12255" y="31"/>
                  </a:moveTo>
                  <a:lnTo>
                    <a:pt x="12727" y="503"/>
                  </a:lnTo>
                  <a:cubicBezTo>
                    <a:pt x="12769" y="545"/>
                    <a:pt x="12769" y="614"/>
                    <a:pt x="12727" y="656"/>
                  </a:cubicBezTo>
                  <a:lnTo>
                    <a:pt x="12255" y="1128"/>
                  </a:lnTo>
                  <a:cubicBezTo>
                    <a:pt x="12235" y="1148"/>
                    <a:pt x="12208" y="1159"/>
                    <a:pt x="12180" y="1159"/>
                  </a:cubicBezTo>
                  <a:lnTo>
                    <a:pt x="591" y="1159"/>
                  </a:lnTo>
                  <a:cubicBezTo>
                    <a:pt x="563" y="1159"/>
                    <a:pt x="535" y="1149"/>
                    <a:pt x="514" y="1128"/>
                  </a:cubicBezTo>
                  <a:lnTo>
                    <a:pt x="42" y="656"/>
                  </a:lnTo>
                  <a:cubicBezTo>
                    <a:pt x="0" y="614"/>
                    <a:pt x="0" y="545"/>
                    <a:pt x="42" y="503"/>
                  </a:cubicBezTo>
                  <a:lnTo>
                    <a:pt x="514" y="31"/>
                  </a:lnTo>
                  <a:cubicBezTo>
                    <a:pt x="535" y="10"/>
                    <a:pt x="563" y="0"/>
                    <a:pt x="591" y="0"/>
                  </a:cubicBezTo>
                  <a:lnTo>
                    <a:pt x="12178" y="0"/>
                  </a:lnTo>
                  <a:cubicBezTo>
                    <a:pt x="12207" y="0"/>
                    <a:pt x="12235" y="11"/>
                    <a:pt x="12255" y="3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 lim="800000"/>
              <a:headEnd/>
              <a:tailEnd/>
            </a:ln>
            <a:extLst/>
          </p:spPr>
          <p:txBody>
            <a:bodyPr vert="horz" wrap="square" lIns="83085" tIns="41543" rIns="83085" bIns="41543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533485" y="3790287"/>
              <a:ext cx="3270136" cy="3634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875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具体方法</a:t>
              </a:r>
              <a:endParaRPr lang="zh-CN" altLang="en-US" sz="18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KSO_Shape"/>
            <p:cNvSpPr>
              <a:spLocks/>
            </p:cNvSpPr>
            <p:nvPr/>
          </p:nvSpPr>
          <p:spPr bwMode="auto">
            <a:xfrm>
              <a:off x="9347588" y="3799695"/>
              <a:ext cx="253402" cy="360989"/>
            </a:xfrm>
            <a:custGeom>
              <a:avLst/>
              <a:gdLst>
                <a:gd name="T0" fmla="*/ 2147483646 w 3864"/>
                <a:gd name="T1" fmla="*/ 1817606605 h 6111"/>
                <a:gd name="T2" fmla="*/ 2147483646 w 3864"/>
                <a:gd name="T3" fmla="*/ 2147483646 h 6111"/>
                <a:gd name="T4" fmla="*/ 2147483646 w 3864"/>
                <a:gd name="T5" fmla="*/ 2147483646 h 6111"/>
                <a:gd name="T6" fmla="*/ 2147483646 w 3864"/>
                <a:gd name="T7" fmla="*/ 2147483646 h 6111"/>
                <a:gd name="T8" fmla="*/ 2147483646 w 3864"/>
                <a:gd name="T9" fmla="*/ 2147483646 h 6111"/>
                <a:gd name="T10" fmla="*/ 2147483646 w 3864"/>
                <a:gd name="T11" fmla="*/ 2147483646 h 6111"/>
                <a:gd name="T12" fmla="*/ 2147483646 w 3864"/>
                <a:gd name="T13" fmla="*/ 2147483646 h 6111"/>
                <a:gd name="T14" fmla="*/ 2147483646 w 3864"/>
                <a:gd name="T15" fmla="*/ 2147483646 h 6111"/>
                <a:gd name="T16" fmla="*/ 2147483646 w 3864"/>
                <a:gd name="T17" fmla="*/ 2147483646 h 6111"/>
                <a:gd name="T18" fmla="*/ 2147483646 w 3864"/>
                <a:gd name="T19" fmla="*/ 2147483646 h 6111"/>
                <a:gd name="T20" fmla="*/ 2147483646 w 3864"/>
                <a:gd name="T21" fmla="*/ 2147483646 h 6111"/>
                <a:gd name="T22" fmla="*/ 2147483646 w 3864"/>
                <a:gd name="T23" fmla="*/ 2147483646 h 6111"/>
                <a:gd name="T24" fmla="*/ 2147483646 w 3864"/>
                <a:gd name="T25" fmla="*/ 2147483646 h 6111"/>
                <a:gd name="T26" fmla="*/ 2147483646 w 3864"/>
                <a:gd name="T27" fmla="*/ 2147483646 h 6111"/>
                <a:gd name="T28" fmla="*/ 2147483646 w 3864"/>
                <a:gd name="T29" fmla="*/ 2147483646 h 6111"/>
                <a:gd name="T30" fmla="*/ 2147483646 w 3864"/>
                <a:gd name="T31" fmla="*/ 2147483646 h 6111"/>
                <a:gd name="T32" fmla="*/ 2147483646 w 3864"/>
                <a:gd name="T33" fmla="*/ 2147483646 h 6111"/>
                <a:gd name="T34" fmla="*/ 2147483646 w 3864"/>
                <a:gd name="T35" fmla="*/ 2147483646 h 6111"/>
                <a:gd name="T36" fmla="*/ 574134261 w 3864"/>
                <a:gd name="T37" fmla="*/ 2147483646 h 6111"/>
                <a:gd name="T38" fmla="*/ 906491754 w 3864"/>
                <a:gd name="T39" fmla="*/ 2147483646 h 6111"/>
                <a:gd name="T40" fmla="*/ 2147483646 w 3864"/>
                <a:gd name="T41" fmla="*/ 2147483646 h 6111"/>
                <a:gd name="T42" fmla="*/ 2147483646 w 3864"/>
                <a:gd name="T43" fmla="*/ 2147483646 h 6111"/>
                <a:gd name="T44" fmla="*/ 2147483646 w 3864"/>
                <a:gd name="T45" fmla="*/ 2147483646 h 6111"/>
                <a:gd name="T46" fmla="*/ 2147483646 w 3864"/>
                <a:gd name="T47" fmla="*/ 1817606605 h 6111"/>
                <a:gd name="T48" fmla="*/ 2147483646 w 3864"/>
                <a:gd name="T49" fmla="*/ 2147483646 h 6111"/>
                <a:gd name="T50" fmla="*/ 2147483646 w 3864"/>
                <a:gd name="T51" fmla="*/ 2147483646 h 6111"/>
                <a:gd name="T52" fmla="*/ 2147483646 w 3864"/>
                <a:gd name="T53" fmla="*/ 2147483646 h 6111"/>
                <a:gd name="T54" fmla="*/ 2147483646 w 3864"/>
                <a:gd name="T55" fmla="*/ 2147483646 h 6111"/>
                <a:gd name="T56" fmla="*/ 2147483646 w 3864"/>
                <a:gd name="T57" fmla="*/ 2147483646 h 6111"/>
                <a:gd name="T58" fmla="*/ 2147483646 w 3864"/>
                <a:gd name="T59" fmla="*/ 2147483646 h 6111"/>
                <a:gd name="T60" fmla="*/ 2147483646 w 3864"/>
                <a:gd name="T61" fmla="*/ 2147483646 h 6111"/>
                <a:gd name="T62" fmla="*/ 2147483646 w 3864"/>
                <a:gd name="T63" fmla="*/ 2147483646 h 6111"/>
                <a:gd name="T64" fmla="*/ 2147483646 w 3864"/>
                <a:gd name="T65" fmla="*/ 2147483646 h 6111"/>
                <a:gd name="T66" fmla="*/ 2147483646 w 3864"/>
                <a:gd name="T67" fmla="*/ 2147483646 h 6111"/>
                <a:gd name="T68" fmla="*/ 2147483646 w 3864"/>
                <a:gd name="T69" fmla="*/ 2147483646 h 6111"/>
                <a:gd name="T70" fmla="*/ 2147483646 w 3864"/>
                <a:gd name="T71" fmla="*/ 2147483646 h 6111"/>
                <a:gd name="T72" fmla="*/ 2147483646 w 3864"/>
                <a:gd name="T73" fmla="*/ 2147483646 h 6111"/>
                <a:gd name="T74" fmla="*/ 2147483646 w 3864"/>
                <a:gd name="T75" fmla="*/ 2147483646 h 6111"/>
                <a:gd name="T76" fmla="*/ 2147483646 w 3864"/>
                <a:gd name="T77" fmla="*/ 2147483646 h 6111"/>
                <a:gd name="T78" fmla="*/ 2147483646 w 3864"/>
                <a:gd name="T79" fmla="*/ 2147483646 h 6111"/>
                <a:gd name="T80" fmla="*/ 2147483646 w 3864"/>
                <a:gd name="T81" fmla="*/ 2147483646 h 6111"/>
                <a:gd name="T82" fmla="*/ 2147483646 w 3864"/>
                <a:gd name="T83" fmla="*/ 2147483646 h 6111"/>
                <a:gd name="T84" fmla="*/ 2147483646 w 3864"/>
                <a:gd name="T85" fmla="*/ 2147483646 h 6111"/>
                <a:gd name="T86" fmla="*/ 2147483646 w 3864"/>
                <a:gd name="T87" fmla="*/ 2147483646 h 6111"/>
                <a:gd name="T88" fmla="*/ 2147483646 w 3864"/>
                <a:gd name="T89" fmla="*/ 2147483646 h 6111"/>
                <a:gd name="T90" fmla="*/ 2147483646 w 3864"/>
                <a:gd name="T91" fmla="*/ 2147483646 h 6111"/>
                <a:gd name="T92" fmla="*/ 2147483646 w 3864"/>
                <a:gd name="T93" fmla="*/ 2147483646 h 6111"/>
                <a:gd name="T94" fmla="*/ 2147483646 w 3864"/>
                <a:gd name="T95" fmla="*/ 2147483646 h 6111"/>
                <a:gd name="T96" fmla="*/ 2147483646 w 3864"/>
                <a:gd name="T97" fmla="*/ 2147483646 h 6111"/>
                <a:gd name="T98" fmla="*/ 2147483646 w 3864"/>
                <a:gd name="T99" fmla="*/ 2147483646 h 6111"/>
                <a:gd name="T100" fmla="*/ 2147483646 w 3864"/>
                <a:gd name="T101" fmla="*/ 2147483646 h 6111"/>
                <a:gd name="T102" fmla="*/ 2147483646 w 3864"/>
                <a:gd name="T103" fmla="*/ 2147483646 h 6111"/>
                <a:gd name="T104" fmla="*/ 2147483646 w 3864"/>
                <a:gd name="T105" fmla="*/ 2147483646 h 6111"/>
                <a:gd name="T106" fmla="*/ 2147483646 w 3864"/>
                <a:gd name="T107" fmla="*/ 2147483646 h 6111"/>
                <a:gd name="T108" fmla="*/ 2147483646 w 3864"/>
                <a:gd name="T109" fmla="*/ 2147483646 h 6111"/>
                <a:gd name="T110" fmla="*/ 2147483646 w 3864"/>
                <a:gd name="T111" fmla="*/ 2147483646 h 6111"/>
                <a:gd name="T112" fmla="*/ 2147483646 w 3864"/>
                <a:gd name="T113" fmla="*/ 2147483646 h 6111"/>
                <a:gd name="T114" fmla="*/ 2147483646 w 3864"/>
                <a:gd name="T115" fmla="*/ 2147483646 h 6111"/>
                <a:gd name="T116" fmla="*/ 2147483646 w 3864"/>
                <a:gd name="T117" fmla="*/ 2147483646 h 6111"/>
                <a:gd name="T118" fmla="*/ 2147483646 w 3864"/>
                <a:gd name="T119" fmla="*/ 2147483646 h 611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864" h="6111">
                  <a:moveTo>
                    <a:pt x="1932" y="0"/>
                  </a:moveTo>
                  <a:lnTo>
                    <a:pt x="1932" y="0"/>
                  </a:lnTo>
                  <a:lnTo>
                    <a:pt x="1982" y="0"/>
                  </a:lnTo>
                  <a:lnTo>
                    <a:pt x="2031" y="2"/>
                  </a:lnTo>
                  <a:lnTo>
                    <a:pt x="2081" y="5"/>
                  </a:lnTo>
                  <a:lnTo>
                    <a:pt x="2129" y="9"/>
                  </a:lnTo>
                  <a:lnTo>
                    <a:pt x="2178" y="15"/>
                  </a:lnTo>
                  <a:lnTo>
                    <a:pt x="2226" y="22"/>
                  </a:lnTo>
                  <a:lnTo>
                    <a:pt x="2273" y="30"/>
                  </a:lnTo>
                  <a:lnTo>
                    <a:pt x="2321" y="39"/>
                  </a:lnTo>
                  <a:lnTo>
                    <a:pt x="2367" y="48"/>
                  </a:lnTo>
                  <a:lnTo>
                    <a:pt x="2415" y="60"/>
                  </a:lnTo>
                  <a:lnTo>
                    <a:pt x="2460" y="73"/>
                  </a:lnTo>
                  <a:lnTo>
                    <a:pt x="2507" y="87"/>
                  </a:lnTo>
                  <a:lnTo>
                    <a:pt x="2551" y="101"/>
                  </a:lnTo>
                  <a:lnTo>
                    <a:pt x="2596" y="117"/>
                  </a:lnTo>
                  <a:lnTo>
                    <a:pt x="2640" y="133"/>
                  </a:lnTo>
                  <a:lnTo>
                    <a:pt x="2683" y="152"/>
                  </a:lnTo>
                  <a:lnTo>
                    <a:pt x="2727" y="170"/>
                  </a:lnTo>
                  <a:lnTo>
                    <a:pt x="2769" y="190"/>
                  </a:lnTo>
                  <a:lnTo>
                    <a:pt x="2811" y="211"/>
                  </a:lnTo>
                  <a:lnTo>
                    <a:pt x="2853" y="233"/>
                  </a:lnTo>
                  <a:lnTo>
                    <a:pt x="2893" y="255"/>
                  </a:lnTo>
                  <a:lnTo>
                    <a:pt x="2934" y="279"/>
                  </a:lnTo>
                  <a:lnTo>
                    <a:pt x="2973" y="304"/>
                  </a:lnTo>
                  <a:lnTo>
                    <a:pt x="3012" y="329"/>
                  </a:lnTo>
                  <a:lnTo>
                    <a:pt x="3050" y="356"/>
                  </a:lnTo>
                  <a:lnTo>
                    <a:pt x="3087" y="383"/>
                  </a:lnTo>
                  <a:lnTo>
                    <a:pt x="3124" y="412"/>
                  </a:lnTo>
                  <a:lnTo>
                    <a:pt x="3160" y="441"/>
                  </a:lnTo>
                  <a:lnTo>
                    <a:pt x="3196" y="471"/>
                  </a:lnTo>
                  <a:lnTo>
                    <a:pt x="3231" y="501"/>
                  </a:lnTo>
                  <a:lnTo>
                    <a:pt x="3265" y="532"/>
                  </a:lnTo>
                  <a:lnTo>
                    <a:pt x="3297" y="565"/>
                  </a:lnTo>
                  <a:lnTo>
                    <a:pt x="3330" y="599"/>
                  </a:lnTo>
                  <a:lnTo>
                    <a:pt x="3362" y="632"/>
                  </a:lnTo>
                  <a:lnTo>
                    <a:pt x="3393" y="667"/>
                  </a:lnTo>
                  <a:lnTo>
                    <a:pt x="3423" y="702"/>
                  </a:lnTo>
                  <a:lnTo>
                    <a:pt x="3452" y="739"/>
                  </a:lnTo>
                  <a:lnTo>
                    <a:pt x="3480" y="775"/>
                  </a:lnTo>
                  <a:lnTo>
                    <a:pt x="3507" y="813"/>
                  </a:lnTo>
                  <a:lnTo>
                    <a:pt x="3534" y="852"/>
                  </a:lnTo>
                  <a:lnTo>
                    <a:pt x="3560" y="890"/>
                  </a:lnTo>
                  <a:lnTo>
                    <a:pt x="3584" y="930"/>
                  </a:lnTo>
                  <a:lnTo>
                    <a:pt x="3607" y="970"/>
                  </a:lnTo>
                  <a:lnTo>
                    <a:pt x="3631" y="1011"/>
                  </a:lnTo>
                  <a:lnTo>
                    <a:pt x="3653" y="1051"/>
                  </a:lnTo>
                  <a:lnTo>
                    <a:pt x="3674" y="1094"/>
                  </a:lnTo>
                  <a:lnTo>
                    <a:pt x="3693" y="1136"/>
                  </a:lnTo>
                  <a:lnTo>
                    <a:pt x="3712" y="1179"/>
                  </a:lnTo>
                  <a:lnTo>
                    <a:pt x="3729" y="1223"/>
                  </a:lnTo>
                  <a:lnTo>
                    <a:pt x="3747" y="1267"/>
                  </a:lnTo>
                  <a:lnTo>
                    <a:pt x="3762" y="1312"/>
                  </a:lnTo>
                  <a:lnTo>
                    <a:pt x="3777" y="1357"/>
                  </a:lnTo>
                  <a:lnTo>
                    <a:pt x="3791" y="1402"/>
                  </a:lnTo>
                  <a:lnTo>
                    <a:pt x="3802" y="1449"/>
                  </a:lnTo>
                  <a:lnTo>
                    <a:pt x="3814" y="1495"/>
                  </a:lnTo>
                  <a:lnTo>
                    <a:pt x="3824" y="1543"/>
                  </a:lnTo>
                  <a:lnTo>
                    <a:pt x="3834" y="1589"/>
                  </a:lnTo>
                  <a:lnTo>
                    <a:pt x="3842" y="1638"/>
                  </a:lnTo>
                  <a:lnTo>
                    <a:pt x="3848" y="1685"/>
                  </a:lnTo>
                  <a:lnTo>
                    <a:pt x="3853" y="1734"/>
                  </a:lnTo>
                  <a:lnTo>
                    <a:pt x="3858" y="1783"/>
                  </a:lnTo>
                  <a:lnTo>
                    <a:pt x="3862" y="1832"/>
                  </a:lnTo>
                  <a:lnTo>
                    <a:pt x="3863" y="1882"/>
                  </a:lnTo>
                  <a:lnTo>
                    <a:pt x="3864" y="1932"/>
                  </a:lnTo>
                  <a:lnTo>
                    <a:pt x="3863" y="1999"/>
                  </a:lnTo>
                  <a:lnTo>
                    <a:pt x="3859" y="2065"/>
                  </a:lnTo>
                  <a:lnTo>
                    <a:pt x="3853" y="2130"/>
                  </a:lnTo>
                  <a:lnTo>
                    <a:pt x="3845" y="2195"/>
                  </a:lnTo>
                  <a:lnTo>
                    <a:pt x="3836" y="2260"/>
                  </a:lnTo>
                  <a:lnTo>
                    <a:pt x="3823" y="2324"/>
                  </a:lnTo>
                  <a:lnTo>
                    <a:pt x="3809" y="2387"/>
                  </a:lnTo>
                  <a:lnTo>
                    <a:pt x="3793" y="2449"/>
                  </a:lnTo>
                  <a:lnTo>
                    <a:pt x="3776" y="2511"/>
                  </a:lnTo>
                  <a:lnTo>
                    <a:pt x="3755" y="2571"/>
                  </a:lnTo>
                  <a:lnTo>
                    <a:pt x="3733" y="2631"/>
                  </a:lnTo>
                  <a:lnTo>
                    <a:pt x="3709" y="2690"/>
                  </a:lnTo>
                  <a:lnTo>
                    <a:pt x="3683" y="2747"/>
                  </a:lnTo>
                  <a:lnTo>
                    <a:pt x="3656" y="2804"/>
                  </a:lnTo>
                  <a:lnTo>
                    <a:pt x="3626" y="2859"/>
                  </a:lnTo>
                  <a:lnTo>
                    <a:pt x="3596" y="2914"/>
                  </a:lnTo>
                  <a:lnTo>
                    <a:pt x="3566" y="2963"/>
                  </a:lnTo>
                  <a:lnTo>
                    <a:pt x="3534" y="3011"/>
                  </a:lnTo>
                  <a:lnTo>
                    <a:pt x="3502" y="3058"/>
                  </a:lnTo>
                  <a:lnTo>
                    <a:pt x="3467" y="3103"/>
                  </a:lnTo>
                  <a:lnTo>
                    <a:pt x="3432" y="3148"/>
                  </a:lnTo>
                  <a:lnTo>
                    <a:pt x="3395" y="3193"/>
                  </a:lnTo>
                  <a:lnTo>
                    <a:pt x="3358" y="3234"/>
                  </a:lnTo>
                  <a:lnTo>
                    <a:pt x="3318" y="3276"/>
                  </a:lnTo>
                  <a:lnTo>
                    <a:pt x="3278" y="3317"/>
                  </a:lnTo>
                  <a:lnTo>
                    <a:pt x="3237" y="3356"/>
                  </a:lnTo>
                  <a:lnTo>
                    <a:pt x="3194" y="3393"/>
                  </a:lnTo>
                  <a:lnTo>
                    <a:pt x="3150" y="3431"/>
                  </a:lnTo>
                  <a:lnTo>
                    <a:pt x="3106" y="3465"/>
                  </a:lnTo>
                  <a:lnTo>
                    <a:pt x="3059" y="3500"/>
                  </a:lnTo>
                  <a:lnTo>
                    <a:pt x="3013" y="3533"/>
                  </a:lnTo>
                  <a:lnTo>
                    <a:pt x="2965" y="3564"/>
                  </a:lnTo>
                  <a:lnTo>
                    <a:pt x="2965" y="3763"/>
                  </a:lnTo>
                  <a:lnTo>
                    <a:pt x="3040" y="3756"/>
                  </a:lnTo>
                  <a:lnTo>
                    <a:pt x="3184" y="3744"/>
                  </a:lnTo>
                  <a:lnTo>
                    <a:pt x="3240" y="3879"/>
                  </a:lnTo>
                  <a:lnTo>
                    <a:pt x="3257" y="3921"/>
                  </a:lnTo>
                  <a:lnTo>
                    <a:pt x="3272" y="3961"/>
                  </a:lnTo>
                  <a:lnTo>
                    <a:pt x="3283" y="4003"/>
                  </a:lnTo>
                  <a:lnTo>
                    <a:pt x="3293" y="4044"/>
                  </a:lnTo>
                  <a:lnTo>
                    <a:pt x="3301" y="4084"/>
                  </a:lnTo>
                  <a:lnTo>
                    <a:pt x="3305" y="4125"/>
                  </a:lnTo>
                  <a:lnTo>
                    <a:pt x="3309" y="4166"/>
                  </a:lnTo>
                  <a:lnTo>
                    <a:pt x="3310" y="4206"/>
                  </a:lnTo>
                  <a:lnTo>
                    <a:pt x="3309" y="4248"/>
                  </a:lnTo>
                  <a:lnTo>
                    <a:pt x="3305" y="4289"/>
                  </a:lnTo>
                  <a:lnTo>
                    <a:pt x="3300" y="4329"/>
                  </a:lnTo>
                  <a:lnTo>
                    <a:pt x="3292" y="4370"/>
                  </a:lnTo>
                  <a:lnTo>
                    <a:pt x="3282" y="4409"/>
                  </a:lnTo>
                  <a:lnTo>
                    <a:pt x="3269" y="4449"/>
                  </a:lnTo>
                  <a:lnTo>
                    <a:pt x="3256" y="4487"/>
                  </a:lnTo>
                  <a:lnTo>
                    <a:pt x="3239" y="4527"/>
                  </a:lnTo>
                  <a:lnTo>
                    <a:pt x="3224" y="4560"/>
                  </a:lnTo>
                  <a:lnTo>
                    <a:pt x="3240" y="4600"/>
                  </a:lnTo>
                  <a:lnTo>
                    <a:pt x="3257" y="4642"/>
                  </a:lnTo>
                  <a:lnTo>
                    <a:pt x="3272" y="4682"/>
                  </a:lnTo>
                  <a:lnTo>
                    <a:pt x="3283" y="4724"/>
                  </a:lnTo>
                  <a:lnTo>
                    <a:pt x="3293" y="4765"/>
                  </a:lnTo>
                  <a:lnTo>
                    <a:pt x="3301" y="4805"/>
                  </a:lnTo>
                  <a:lnTo>
                    <a:pt x="3305" y="4846"/>
                  </a:lnTo>
                  <a:lnTo>
                    <a:pt x="3309" y="4888"/>
                  </a:lnTo>
                  <a:lnTo>
                    <a:pt x="3310" y="4927"/>
                  </a:lnTo>
                  <a:lnTo>
                    <a:pt x="3309" y="4969"/>
                  </a:lnTo>
                  <a:lnTo>
                    <a:pt x="3305" y="5010"/>
                  </a:lnTo>
                  <a:lnTo>
                    <a:pt x="3300" y="5050"/>
                  </a:lnTo>
                  <a:lnTo>
                    <a:pt x="3292" y="5091"/>
                  </a:lnTo>
                  <a:lnTo>
                    <a:pt x="3282" y="5130"/>
                  </a:lnTo>
                  <a:lnTo>
                    <a:pt x="3269" y="5170"/>
                  </a:lnTo>
                  <a:lnTo>
                    <a:pt x="3256" y="5209"/>
                  </a:lnTo>
                  <a:lnTo>
                    <a:pt x="3239" y="5248"/>
                  </a:lnTo>
                  <a:lnTo>
                    <a:pt x="3191" y="5356"/>
                  </a:lnTo>
                  <a:lnTo>
                    <a:pt x="3073" y="5366"/>
                  </a:lnTo>
                  <a:lnTo>
                    <a:pt x="886" y="5559"/>
                  </a:lnTo>
                  <a:lnTo>
                    <a:pt x="735" y="5573"/>
                  </a:lnTo>
                  <a:lnTo>
                    <a:pt x="681" y="5430"/>
                  </a:lnTo>
                  <a:lnTo>
                    <a:pt x="668" y="5395"/>
                  </a:lnTo>
                  <a:lnTo>
                    <a:pt x="656" y="5359"/>
                  </a:lnTo>
                  <a:lnTo>
                    <a:pt x="646" y="5323"/>
                  </a:lnTo>
                  <a:lnTo>
                    <a:pt x="636" y="5286"/>
                  </a:lnTo>
                  <a:lnTo>
                    <a:pt x="628" y="5249"/>
                  </a:lnTo>
                  <a:lnTo>
                    <a:pt x="623" y="5210"/>
                  </a:lnTo>
                  <a:lnTo>
                    <a:pt x="618" y="5172"/>
                  </a:lnTo>
                  <a:lnTo>
                    <a:pt x="616" y="5133"/>
                  </a:lnTo>
                  <a:lnTo>
                    <a:pt x="614" y="5091"/>
                  </a:lnTo>
                  <a:lnTo>
                    <a:pt x="617" y="5049"/>
                  </a:lnTo>
                  <a:lnTo>
                    <a:pt x="621" y="5006"/>
                  </a:lnTo>
                  <a:lnTo>
                    <a:pt x="628" y="4963"/>
                  </a:lnTo>
                  <a:lnTo>
                    <a:pt x="633" y="4941"/>
                  </a:lnTo>
                  <a:lnTo>
                    <a:pt x="638" y="4919"/>
                  </a:lnTo>
                  <a:lnTo>
                    <a:pt x="645" y="4897"/>
                  </a:lnTo>
                  <a:lnTo>
                    <a:pt x="652" y="4875"/>
                  </a:lnTo>
                  <a:lnTo>
                    <a:pt x="659" y="4853"/>
                  </a:lnTo>
                  <a:lnTo>
                    <a:pt x="668" y="4831"/>
                  </a:lnTo>
                  <a:lnTo>
                    <a:pt x="677" y="4808"/>
                  </a:lnTo>
                  <a:lnTo>
                    <a:pt x="688" y="4786"/>
                  </a:lnTo>
                  <a:lnTo>
                    <a:pt x="700" y="4759"/>
                  </a:lnTo>
                  <a:lnTo>
                    <a:pt x="681" y="4709"/>
                  </a:lnTo>
                  <a:lnTo>
                    <a:pt x="668" y="4674"/>
                  </a:lnTo>
                  <a:lnTo>
                    <a:pt x="656" y="4638"/>
                  </a:lnTo>
                  <a:lnTo>
                    <a:pt x="646" y="4602"/>
                  </a:lnTo>
                  <a:lnTo>
                    <a:pt x="636" y="4565"/>
                  </a:lnTo>
                  <a:lnTo>
                    <a:pt x="628" y="4528"/>
                  </a:lnTo>
                  <a:lnTo>
                    <a:pt x="623" y="4489"/>
                  </a:lnTo>
                  <a:lnTo>
                    <a:pt x="618" y="4451"/>
                  </a:lnTo>
                  <a:lnTo>
                    <a:pt x="616" y="4412"/>
                  </a:lnTo>
                  <a:lnTo>
                    <a:pt x="614" y="4370"/>
                  </a:lnTo>
                  <a:lnTo>
                    <a:pt x="617" y="4327"/>
                  </a:lnTo>
                  <a:lnTo>
                    <a:pt x="621" y="4285"/>
                  </a:lnTo>
                  <a:lnTo>
                    <a:pt x="628" y="4242"/>
                  </a:lnTo>
                  <a:lnTo>
                    <a:pt x="633" y="4220"/>
                  </a:lnTo>
                  <a:lnTo>
                    <a:pt x="638" y="4198"/>
                  </a:lnTo>
                  <a:lnTo>
                    <a:pt x="645" y="4176"/>
                  </a:lnTo>
                  <a:lnTo>
                    <a:pt x="652" y="4154"/>
                  </a:lnTo>
                  <a:lnTo>
                    <a:pt x="659" y="4132"/>
                  </a:lnTo>
                  <a:lnTo>
                    <a:pt x="668" y="4110"/>
                  </a:lnTo>
                  <a:lnTo>
                    <a:pt x="677" y="4087"/>
                  </a:lnTo>
                  <a:lnTo>
                    <a:pt x="688" y="4064"/>
                  </a:lnTo>
                  <a:lnTo>
                    <a:pt x="736" y="3960"/>
                  </a:lnTo>
                  <a:lnTo>
                    <a:pt x="851" y="3950"/>
                  </a:lnTo>
                  <a:lnTo>
                    <a:pt x="934" y="3943"/>
                  </a:lnTo>
                  <a:lnTo>
                    <a:pt x="934" y="3586"/>
                  </a:lnTo>
                  <a:lnTo>
                    <a:pt x="885" y="3555"/>
                  </a:lnTo>
                  <a:lnTo>
                    <a:pt x="836" y="3522"/>
                  </a:lnTo>
                  <a:lnTo>
                    <a:pt x="789" y="3489"/>
                  </a:lnTo>
                  <a:lnTo>
                    <a:pt x="742" y="3454"/>
                  </a:lnTo>
                  <a:lnTo>
                    <a:pt x="697" y="3417"/>
                  </a:lnTo>
                  <a:lnTo>
                    <a:pt x="653" y="3378"/>
                  </a:lnTo>
                  <a:lnTo>
                    <a:pt x="610" y="3340"/>
                  </a:lnTo>
                  <a:lnTo>
                    <a:pt x="568" y="3299"/>
                  </a:lnTo>
                  <a:lnTo>
                    <a:pt x="527" y="3258"/>
                  </a:lnTo>
                  <a:lnTo>
                    <a:pt x="488" y="3215"/>
                  </a:lnTo>
                  <a:lnTo>
                    <a:pt x="450" y="3170"/>
                  </a:lnTo>
                  <a:lnTo>
                    <a:pt x="414" y="3125"/>
                  </a:lnTo>
                  <a:lnTo>
                    <a:pt x="378" y="3079"/>
                  </a:lnTo>
                  <a:lnTo>
                    <a:pt x="344" y="3031"/>
                  </a:lnTo>
                  <a:lnTo>
                    <a:pt x="311" y="2982"/>
                  </a:lnTo>
                  <a:lnTo>
                    <a:pt x="280" y="2934"/>
                  </a:lnTo>
                  <a:lnTo>
                    <a:pt x="248" y="2878"/>
                  </a:lnTo>
                  <a:lnTo>
                    <a:pt x="217" y="2821"/>
                  </a:lnTo>
                  <a:lnTo>
                    <a:pt x="188" y="2763"/>
                  </a:lnTo>
                  <a:lnTo>
                    <a:pt x="162" y="2705"/>
                  </a:lnTo>
                  <a:lnTo>
                    <a:pt x="136" y="2644"/>
                  </a:lnTo>
                  <a:lnTo>
                    <a:pt x="113" y="2584"/>
                  </a:lnTo>
                  <a:lnTo>
                    <a:pt x="92" y="2523"/>
                  </a:lnTo>
                  <a:lnTo>
                    <a:pt x="73" y="2460"/>
                  </a:lnTo>
                  <a:lnTo>
                    <a:pt x="56" y="2396"/>
                  </a:lnTo>
                  <a:lnTo>
                    <a:pt x="42" y="2332"/>
                  </a:lnTo>
                  <a:lnTo>
                    <a:pt x="29" y="2267"/>
                  </a:lnTo>
                  <a:lnTo>
                    <a:pt x="19" y="2201"/>
                  </a:lnTo>
                  <a:lnTo>
                    <a:pt x="11" y="2135"/>
                  </a:lnTo>
                  <a:lnTo>
                    <a:pt x="5" y="2067"/>
                  </a:lnTo>
                  <a:lnTo>
                    <a:pt x="1" y="2000"/>
                  </a:lnTo>
                  <a:lnTo>
                    <a:pt x="0" y="1932"/>
                  </a:lnTo>
                  <a:lnTo>
                    <a:pt x="0" y="1882"/>
                  </a:lnTo>
                  <a:lnTo>
                    <a:pt x="3" y="1832"/>
                  </a:lnTo>
                  <a:lnTo>
                    <a:pt x="5" y="1783"/>
                  </a:lnTo>
                  <a:lnTo>
                    <a:pt x="10" y="1734"/>
                  </a:lnTo>
                  <a:lnTo>
                    <a:pt x="15" y="1685"/>
                  </a:lnTo>
                  <a:lnTo>
                    <a:pt x="22" y="1638"/>
                  </a:lnTo>
                  <a:lnTo>
                    <a:pt x="30" y="1589"/>
                  </a:lnTo>
                  <a:lnTo>
                    <a:pt x="39" y="1543"/>
                  </a:lnTo>
                  <a:lnTo>
                    <a:pt x="49" y="1495"/>
                  </a:lnTo>
                  <a:lnTo>
                    <a:pt x="61" y="1449"/>
                  </a:lnTo>
                  <a:lnTo>
                    <a:pt x="73" y="1402"/>
                  </a:lnTo>
                  <a:lnTo>
                    <a:pt x="86" y="1357"/>
                  </a:lnTo>
                  <a:lnTo>
                    <a:pt x="101" y="1312"/>
                  </a:lnTo>
                  <a:lnTo>
                    <a:pt x="118" y="1267"/>
                  </a:lnTo>
                  <a:lnTo>
                    <a:pt x="134" y="1223"/>
                  </a:lnTo>
                  <a:lnTo>
                    <a:pt x="151" y="1179"/>
                  </a:lnTo>
                  <a:lnTo>
                    <a:pt x="171" y="1136"/>
                  </a:lnTo>
                  <a:lnTo>
                    <a:pt x="191" y="1094"/>
                  </a:lnTo>
                  <a:lnTo>
                    <a:pt x="212" y="1051"/>
                  </a:lnTo>
                  <a:lnTo>
                    <a:pt x="232" y="1011"/>
                  </a:lnTo>
                  <a:lnTo>
                    <a:pt x="256" y="970"/>
                  </a:lnTo>
                  <a:lnTo>
                    <a:pt x="279" y="930"/>
                  </a:lnTo>
                  <a:lnTo>
                    <a:pt x="304" y="890"/>
                  </a:lnTo>
                  <a:lnTo>
                    <a:pt x="330" y="852"/>
                  </a:lnTo>
                  <a:lnTo>
                    <a:pt x="357" y="813"/>
                  </a:lnTo>
                  <a:lnTo>
                    <a:pt x="383" y="775"/>
                  </a:lnTo>
                  <a:lnTo>
                    <a:pt x="411" y="739"/>
                  </a:lnTo>
                  <a:lnTo>
                    <a:pt x="441" y="702"/>
                  </a:lnTo>
                  <a:lnTo>
                    <a:pt x="470" y="667"/>
                  </a:lnTo>
                  <a:lnTo>
                    <a:pt x="502" y="632"/>
                  </a:lnTo>
                  <a:lnTo>
                    <a:pt x="533" y="599"/>
                  </a:lnTo>
                  <a:lnTo>
                    <a:pt x="566" y="565"/>
                  </a:lnTo>
                  <a:lnTo>
                    <a:pt x="599" y="532"/>
                  </a:lnTo>
                  <a:lnTo>
                    <a:pt x="633" y="501"/>
                  </a:lnTo>
                  <a:lnTo>
                    <a:pt x="668" y="471"/>
                  </a:lnTo>
                  <a:lnTo>
                    <a:pt x="703" y="441"/>
                  </a:lnTo>
                  <a:lnTo>
                    <a:pt x="739" y="412"/>
                  </a:lnTo>
                  <a:lnTo>
                    <a:pt x="776" y="383"/>
                  </a:lnTo>
                  <a:lnTo>
                    <a:pt x="813" y="356"/>
                  </a:lnTo>
                  <a:lnTo>
                    <a:pt x="851" y="329"/>
                  </a:lnTo>
                  <a:lnTo>
                    <a:pt x="891" y="304"/>
                  </a:lnTo>
                  <a:lnTo>
                    <a:pt x="930" y="279"/>
                  </a:lnTo>
                  <a:lnTo>
                    <a:pt x="970" y="255"/>
                  </a:lnTo>
                  <a:lnTo>
                    <a:pt x="1010" y="233"/>
                  </a:lnTo>
                  <a:lnTo>
                    <a:pt x="1052" y="211"/>
                  </a:lnTo>
                  <a:lnTo>
                    <a:pt x="1094" y="190"/>
                  </a:lnTo>
                  <a:lnTo>
                    <a:pt x="1137" y="170"/>
                  </a:lnTo>
                  <a:lnTo>
                    <a:pt x="1180" y="152"/>
                  </a:lnTo>
                  <a:lnTo>
                    <a:pt x="1224" y="133"/>
                  </a:lnTo>
                  <a:lnTo>
                    <a:pt x="1268" y="117"/>
                  </a:lnTo>
                  <a:lnTo>
                    <a:pt x="1312" y="101"/>
                  </a:lnTo>
                  <a:lnTo>
                    <a:pt x="1357" y="87"/>
                  </a:lnTo>
                  <a:lnTo>
                    <a:pt x="1403" y="73"/>
                  </a:lnTo>
                  <a:lnTo>
                    <a:pt x="1449" y="60"/>
                  </a:lnTo>
                  <a:lnTo>
                    <a:pt x="1496" y="48"/>
                  </a:lnTo>
                  <a:lnTo>
                    <a:pt x="1542" y="39"/>
                  </a:lnTo>
                  <a:lnTo>
                    <a:pt x="1590" y="30"/>
                  </a:lnTo>
                  <a:lnTo>
                    <a:pt x="1637" y="22"/>
                  </a:lnTo>
                  <a:lnTo>
                    <a:pt x="1686" y="15"/>
                  </a:lnTo>
                  <a:lnTo>
                    <a:pt x="1735" y="9"/>
                  </a:lnTo>
                  <a:lnTo>
                    <a:pt x="1783" y="5"/>
                  </a:lnTo>
                  <a:lnTo>
                    <a:pt x="1832" y="2"/>
                  </a:lnTo>
                  <a:lnTo>
                    <a:pt x="1882" y="0"/>
                  </a:lnTo>
                  <a:lnTo>
                    <a:pt x="1932" y="0"/>
                  </a:lnTo>
                  <a:close/>
                  <a:moveTo>
                    <a:pt x="1507" y="2300"/>
                  </a:moveTo>
                  <a:lnTo>
                    <a:pt x="1507" y="2300"/>
                  </a:lnTo>
                  <a:lnTo>
                    <a:pt x="1533" y="2310"/>
                  </a:lnTo>
                  <a:lnTo>
                    <a:pt x="1557" y="2318"/>
                  </a:lnTo>
                  <a:lnTo>
                    <a:pt x="1569" y="2321"/>
                  </a:lnTo>
                  <a:lnTo>
                    <a:pt x="1580" y="2323"/>
                  </a:lnTo>
                  <a:lnTo>
                    <a:pt x="1592" y="2324"/>
                  </a:lnTo>
                  <a:lnTo>
                    <a:pt x="1604" y="2324"/>
                  </a:lnTo>
                  <a:lnTo>
                    <a:pt x="1619" y="2324"/>
                  </a:lnTo>
                  <a:lnTo>
                    <a:pt x="1633" y="2322"/>
                  </a:lnTo>
                  <a:lnTo>
                    <a:pt x="1648" y="2318"/>
                  </a:lnTo>
                  <a:lnTo>
                    <a:pt x="1663" y="2314"/>
                  </a:lnTo>
                  <a:lnTo>
                    <a:pt x="1677" y="2308"/>
                  </a:lnTo>
                  <a:lnTo>
                    <a:pt x="1691" y="2300"/>
                  </a:lnTo>
                  <a:lnTo>
                    <a:pt x="1705" y="2289"/>
                  </a:lnTo>
                  <a:lnTo>
                    <a:pt x="1718" y="2279"/>
                  </a:lnTo>
                  <a:lnTo>
                    <a:pt x="1750" y="2251"/>
                  </a:lnTo>
                  <a:lnTo>
                    <a:pt x="1782" y="2276"/>
                  </a:lnTo>
                  <a:lnTo>
                    <a:pt x="1801" y="2290"/>
                  </a:lnTo>
                  <a:lnTo>
                    <a:pt x="1819" y="2303"/>
                  </a:lnTo>
                  <a:lnTo>
                    <a:pt x="1838" y="2314"/>
                  </a:lnTo>
                  <a:lnTo>
                    <a:pt x="1855" y="2323"/>
                  </a:lnTo>
                  <a:lnTo>
                    <a:pt x="1873" y="2330"/>
                  </a:lnTo>
                  <a:lnTo>
                    <a:pt x="1890" y="2336"/>
                  </a:lnTo>
                  <a:lnTo>
                    <a:pt x="1908" y="2339"/>
                  </a:lnTo>
                  <a:lnTo>
                    <a:pt x="1924" y="2340"/>
                  </a:lnTo>
                  <a:lnTo>
                    <a:pt x="1939" y="2340"/>
                  </a:lnTo>
                  <a:lnTo>
                    <a:pt x="1954" y="2338"/>
                  </a:lnTo>
                  <a:lnTo>
                    <a:pt x="1969" y="2333"/>
                  </a:lnTo>
                  <a:lnTo>
                    <a:pt x="1984" y="2328"/>
                  </a:lnTo>
                  <a:lnTo>
                    <a:pt x="1999" y="2319"/>
                  </a:lnTo>
                  <a:lnTo>
                    <a:pt x="2013" y="2309"/>
                  </a:lnTo>
                  <a:lnTo>
                    <a:pt x="2028" y="2296"/>
                  </a:lnTo>
                  <a:lnTo>
                    <a:pt x="2044" y="2282"/>
                  </a:lnTo>
                  <a:lnTo>
                    <a:pt x="2077" y="2246"/>
                  </a:lnTo>
                  <a:lnTo>
                    <a:pt x="2113" y="2279"/>
                  </a:lnTo>
                  <a:lnTo>
                    <a:pt x="2134" y="2295"/>
                  </a:lnTo>
                  <a:lnTo>
                    <a:pt x="2154" y="2308"/>
                  </a:lnTo>
                  <a:lnTo>
                    <a:pt x="2175" y="2319"/>
                  </a:lnTo>
                  <a:lnTo>
                    <a:pt x="2194" y="2326"/>
                  </a:lnTo>
                  <a:lnTo>
                    <a:pt x="2215" y="2332"/>
                  </a:lnTo>
                  <a:lnTo>
                    <a:pt x="2235" y="2336"/>
                  </a:lnTo>
                  <a:lnTo>
                    <a:pt x="2255" y="2337"/>
                  </a:lnTo>
                  <a:lnTo>
                    <a:pt x="2275" y="2336"/>
                  </a:lnTo>
                  <a:lnTo>
                    <a:pt x="2291" y="2333"/>
                  </a:lnTo>
                  <a:lnTo>
                    <a:pt x="2308" y="2330"/>
                  </a:lnTo>
                  <a:lnTo>
                    <a:pt x="2324" y="2325"/>
                  </a:lnTo>
                  <a:lnTo>
                    <a:pt x="2342" y="2319"/>
                  </a:lnTo>
                  <a:lnTo>
                    <a:pt x="2359" y="2314"/>
                  </a:lnTo>
                  <a:lnTo>
                    <a:pt x="2377" y="2307"/>
                  </a:lnTo>
                  <a:lnTo>
                    <a:pt x="2412" y="2290"/>
                  </a:lnTo>
                  <a:lnTo>
                    <a:pt x="2484" y="2175"/>
                  </a:lnTo>
                  <a:lnTo>
                    <a:pt x="2653" y="2281"/>
                  </a:lnTo>
                  <a:lnTo>
                    <a:pt x="2239" y="2948"/>
                  </a:lnTo>
                  <a:lnTo>
                    <a:pt x="2239" y="3826"/>
                  </a:lnTo>
                  <a:lnTo>
                    <a:pt x="2564" y="3799"/>
                  </a:lnTo>
                  <a:lnTo>
                    <a:pt x="2564" y="3450"/>
                  </a:lnTo>
                  <a:lnTo>
                    <a:pt x="2564" y="3332"/>
                  </a:lnTo>
                  <a:lnTo>
                    <a:pt x="2668" y="3274"/>
                  </a:lnTo>
                  <a:lnTo>
                    <a:pt x="2712" y="3248"/>
                  </a:lnTo>
                  <a:lnTo>
                    <a:pt x="2756" y="3222"/>
                  </a:lnTo>
                  <a:lnTo>
                    <a:pt x="2799" y="3194"/>
                  </a:lnTo>
                  <a:lnTo>
                    <a:pt x="2841" y="3163"/>
                  </a:lnTo>
                  <a:lnTo>
                    <a:pt x="2882" y="3132"/>
                  </a:lnTo>
                  <a:lnTo>
                    <a:pt x="2921" y="3100"/>
                  </a:lnTo>
                  <a:lnTo>
                    <a:pt x="2960" y="3066"/>
                  </a:lnTo>
                  <a:lnTo>
                    <a:pt x="2997" y="3031"/>
                  </a:lnTo>
                  <a:lnTo>
                    <a:pt x="3033" y="2995"/>
                  </a:lnTo>
                  <a:lnTo>
                    <a:pt x="3067" y="2958"/>
                  </a:lnTo>
                  <a:lnTo>
                    <a:pt x="3101" y="2918"/>
                  </a:lnTo>
                  <a:lnTo>
                    <a:pt x="3134" y="2879"/>
                  </a:lnTo>
                  <a:lnTo>
                    <a:pt x="3165" y="2838"/>
                  </a:lnTo>
                  <a:lnTo>
                    <a:pt x="3195" y="2797"/>
                  </a:lnTo>
                  <a:lnTo>
                    <a:pt x="3223" y="2754"/>
                  </a:lnTo>
                  <a:lnTo>
                    <a:pt x="3250" y="2711"/>
                  </a:lnTo>
                  <a:lnTo>
                    <a:pt x="3275" y="2667"/>
                  </a:lnTo>
                  <a:lnTo>
                    <a:pt x="3299" y="2624"/>
                  </a:lnTo>
                  <a:lnTo>
                    <a:pt x="3319" y="2578"/>
                  </a:lnTo>
                  <a:lnTo>
                    <a:pt x="3340" y="2533"/>
                  </a:lnTo>
                  <a:lnTo>
                    <a:pt x="3359" y="2487"/>
                  </a:lnTo>
                  <a:lnTo>
                    <a:pt x="3376" y="2439"/>
                  </a:lnTo>
                  <a:lnTo>
                    <a:pt x="3393" y="2391"/>
                  </a:lnTo>
                  <a:lnTo>
                    <a:pt x="3406" y="2343"/>
                  </a:lnTo>
                  <a:lnTo>
                    <a:pt x="3419" y="2293"/>
                  </a:lnTo>
                  <a:lnTo>
                    <a:pt x="3431" y="2243"/>
                  </a:lnTo>
                  <a:lnTo>
                    <a:pt x="3440" y="2193"/>
                  </a:lnTo>
                  <a:lnTo>
                    <a:pt x="3448" y="2142"/>
                  </a:lnTo>
                  <a:lnTo>
                    <a:pt x="3454" y="2089"/>
                  </a:lnTo>
                  <a:lnTo>
                    <a:pt x="3459" y="2037"/>
                  </a:lnTo>
                  <a:lnTo>
                    <a:pt x="3461" y="1985"/>
                  </a:lnTo>
                  <a:lnTo>
                    <a:pt x="3462" y="1932"/>
                  </a:lnTo>
                  <a:lnTo>
                    <a:pt x="3462" y="1892"/>
                  </a:lnTo>
                  <a:lnTo>
                    <a:pt x="3460" y="1853"/>
                  </a:lnTo>
                  <a:lnTo>
                    <a:pt x="3458" y="1814"/>
                  </a:lnTo>
                  <a:lnTo>
                    <a:pt x="3454" y="1775"/>
                  </a:lnTo>
                  <a:lnTo>
                    <a:pt x="3449" y="1737"/>
                  </a:lnTo>
                  <a:lnTo>
                    <a:pt x="3445" y="1698"/>
                  </a:lnTo>
                  <a:lnTo>
                    <a:pt x="3438" y="1661"/>
                  </a:lnTo>
                  <a:lnTo>
                    <a:pt x="3431" y="1623"/>
                  </a:lnTo>
                  <a:lnTo>
                    <a:pt x="3423" y="1586"/>
                  </a:lnTo>
                  <a:lnTo>
                    <a:pt x="3415" y="1548"/>
                  </a:lnTo>
                  <a:lnTo>
                    <a:pt x="3404" y="1512"/>
                  </a:lnTo>
                  <a:lnTo>
                    <a:pt x="3394" y="1476"/>
                  </a:lnTo>
                  <a:lnTo>
                    <a:pt x="3382" y="1440"/>
                  </a:lnTo>
                  <a:lnTo>
                    <a:pt x="3369" y="1406"/>
                  </a:lnTo>
                  <a:lnTo>
                    <a:pt x="3357" y="1371"/>
                  </a:lnTo>
                  <a:lnTo>
                    <a:pt x="3341" y="1336"/>
                  </a:lnTo>
                  <a:lnTo>
                    <a:pt x="3328" y="1301"/>
                  </a:lnTo>
                  <a:lnTo>
                    <a:pt x="3311" y="1267"/>
                  </a:lnTo>
                  <a:lnTo>
                    <a:pt x="3295" y="1235"/>
                  </a:lnTo>
                  <a:lnTo>
                    <a:pt x="3278" y="1202"/>
                  </a:lnTo>
                  <a:lnTo>
                    <a:pt x="3259" y="1170"/>
                  </a:lnTo>
                  <a:lnTo>
                    <a:pt x="3240" y="1137"/>
                  </a:lnTo>
                  <a:lnTo>
                    <a:pt x="3221" y="1106"/>
                  </a:lnTo>
                  <a:lnTo>
                    <a:pt x="3201" y="1076"/>
                  </a:lnTo>
                  <a:lnTo>
                    <a:pt x="3180" y="1046"/>
                  </a:lnTo>
                  <a:lnTo>
                    <a:pt x="3158" y="1015"/>
                  </a:lnTo>
                  <a:lnTo>
                    <a:pt x="3136" y="986"/>
                  </a:lnTo>
                  <a:lnTo>
                    <a:pt x="3113" y="957"/>
                  </a:lnTo>
                  <a:lnTo>
                    <a:pt x="3090" y="930"/>
                  </a:lnTo>
                  <a:lnTo>
                    <a:pt x="3065" y="902"/>
                  </a:lnTo>
                  <a:lnTo>
                    <a:pt x="3040" y="875"/>
                  </a:lnTo>
                  <a:lnTo>
                    <a:pt x="3014" y="849"/>
                  </a:lnTo>
                  <a:lnTo>
                    <a:pt x="2987" y="824"/>
                  </a:lnTo>
                  <a:lnTo>
                    <a:pt x="2961" y="798"/>
                  </a:lnTo>
                  <a:lnTo>
                    <a:pt x="2934" y="774"/>
                  </a:lnTo>
                  <a:lnTo>
                    <a:pt x="2905" y="751"/>
                  </a:lnTo>
                  <a:lnTo>
                    <a:pt x="2877" y="728"/>
                  </a:lnTo>
                  <a:lnTo>
                    <a:pt x="2848" y="704"/>
                  </a:lnTo>
                  <a:lnTo>
                    <a:pt x="2818" y="683"/>
                  </a:lnTo>
                  <a:lnTo>
                    <a:pt x="2788" y="663"/>
                  </a:lnTo>
                  <a:lnTo>
                    <a:pt x="2756" y="642"/>
                  </a:lnTo>
                  <a:lnTo>
                    <a:pt x="2725" y="622"/>
                  </a:lnTo>
                  <a:lnTo>
                    <a:pt x="2694" y="603"/>
                  </a:lnTo>
                  <a:lnTo>
                    <a:pt x="2661" y="586"/>
                  </a:lnTo>
                  <a:lnTo>
                    <a:pt x="2629" y="568"/>
                  </a:lnTo>
                  <a:lnTo>
                    <a:pt x="2595" y="552"/>
                  </a:lnTo>
                  <a:lnTo>
                    <a:pt x="2561" y="536"/>
                  </a:lnTo>
                  <a:lnTo>
                    <a:pt x="2528" y="521"/>
                  </a:lnTo>
                  <a:lnTo>
                    <a:pt x="2493" y="507"/>
                  </a:lnTo>
                  <a:lnTo>
                    <a:pt x="2458" y="494"/>
                  </a:lnTo>
                  <a:lnTo>
                    <a:pt x="2423" y="481"/>
                  </a:lnTo>
                  <a:lnTo>
                    <a:pt x="2387" y="470"/>
                  </a:lnTo>
                  <a:lnTo>
                    <a:pt x="2351" y="459"/>
                  </a:lnTo>
                  <a:lnTo>
                    <a:pt x="2314" y="449"/>
                  </a:lnTo>
                  <a:lnTo>
                    <a:pt x="2277" y="440"/>
                  </a:lnTo>
                  <a:lnTo>
                    <a:pt x="2240" y="431"/>
                  </a:lnTo>
                  <a:lnTo>
                    <a:pt x="2203" y="424"/>
                  </a:lnTo>
                  <a:lnTo>
                    <a:pt x="2164" y="419"/>
                  </a:lnTo>
                  <a:lnTo>
                    <a:pt x="2127" y="413"/>
                  </a:lnTo>
                  <a:lnTo>
                    <a:pt x="2088" y="408"/>
                  </a:lnTo>
                  <a:lnTo>
                    <a:pt x="2049" y="405"/>
                  </a:lnTo>
                  <a:lnTo>
                    <a:pt x="2011" y="402"/>
                  </a:lnTo>
                  <a:lnTo>
                    <a:pt x="1972" y="401"/>
                  </a:lnTo>
                  <a:lnTo>
                    <a:pt x="1932" y="401"/>
                  </a:lnTo>
                  <a:lnTo>
                    <a:pt x="1893" y="401"/>
                  </a:lnTo>
                  <a:lnTo>
                    <a:pt x="1853" y="402"/>
                  </a:lnTo>
                  <a:lnTo>
                    <a:pt x="1814" y="405"/>
                  </a:lnTo>
                  <a:lnTo>
                    <a:pt x="1775" y="408"/>
                  </a:lnTo>
                  <a:lnTo>
                    <a:pt x="1737" y="413"/>
                  </a:lnTo>
                  <a:lnTo>
                    <a:pt x="1699" y="419"/>
                  </a:lnTo>
                  <a:lnTo>
                    <a:pt x="1660" y="424"/>
                  </a:lnTo>
                  <a:lnTo>
                    <a:pt x="1623" y="431"/>
                  </a:lnTo>
                  <a:lnTo>
                    <a:pt x="1586" y="440"/>
                  </a:lnTo>
                  <a:lnTo>
                    <a:pt x="1549" y="449"/>
                  </a:lnTo>
                  <a:lnTo>
                    <a:pt x="1513" y="459"/>
                  </a:lnTo>
                  <a:lnTo>
                    <a:pt x="1477" y="470"/>
                  </a:lnTo>
                  <a:lnTo>
                    <a:pt x="1441" y="481"/>
                  </a:lnTo>
                  <a:lnTo>
                    <a:pt x="1405" y="494"/>
                  </a:lnTo>
                  <a:lnTo>
                    <a:pt x="1370" y="507"/>
                  </a:lnTo>
                  <a:lnTo>
                    <a:pt x="1335" y="521"/>
                  </a:lnTo>
                  <a:lnTo>
                    <a:pt x="1302" y="536"/>
                  </a:lnTo>
                  <a:lnTo>
                    <a:pt x="1268" y="552"/>
                  </a:lnTo>
                  <a:lnTo>
                    <a:pt x="1234" y="568"/>
                  </a:lnTo>
                  <a:lnTo>
                    <a:pt x="1202" y="586"/>
                  </a:lnTo>
                  <a:lnTo>
                    <a:pt x="1169" y="603"/>
                  </a:lnTo>
                  <a:lnTo>
                    <a:pt x="1138" y="622"/>
                  </a:lnTo>
                  <a:lnTo>
                    <a:pt x="1107" y="642"/>
                  </a:lnTo>
                  <a:lnTo>
                    <a:pt x="1076" y="663"/>
                  </a:lnTo>
                  <a:lnTo>
                    <a:pt x="1045" y="683"/>
                  </a:lnTo>
                  <a:lnTo>
                    <a:pt x="1016" y="704"/>
                  </a:lnTo>
                  <a:lnTo>
                    <a:pt x="987" y="728"/>
                  </a:lnTo>
                  <a:lnTo>
                    <a:pt x="958" y="751"/>
                  </a:lnTo>
                  <a:lnTo>
                    <a:pt x="930" y="774"/>
                  </a:lnTo>
                  <a:lnTo>
                    <a:pt x="902" y="798"/>
                  </a:lnTo>
                  <a:lnTo>
                    <a:pt x="876" y="824"/>
                  </a:lnTo>
                  <a:lnTo>
                    <a:pt x="849" y="849"/>
                  </a:lnTo>
                  <a:lnTo>
                    <a:pt x="823" y="875"/>
                  </a:lnTo>
                  <a:lnTo>
                    <a:pt x="799" y="902"/>
                  </a:lnTo>
                  <a:lnTo>
                    <a:pt x="775" y="930"/>
                  </a:lnTo>
                  <a:lnTo>
                    <a:pt x="750" y="957"/>
                  </a:lnTo>
                  <a:lnTo>
                    <a:pt x="728" y="986"/>
                  </a:lnTo>
                  <a:lnTo>
                    <a:pt x="705" y="1015"/>
                  </a:lnTo>
                  <a:lnTo>
                    <a:pt x="684" y="1046"/>
                  </a:lnTo>
                  <a:lnTo>
                    <a:pt x="662" y="1076"/>
                  </a:lnTo>
                  <a:lnTo>
                    <a:pt x="642" y="1106"/>
                  </a:lnTo>
                  <a:lnTo>
                    <a:pt x="623" y="1137"/>
                  </a:lnTo>
                  <a:lnTo>
                    <a:pt x="604" y="1170"/>
                  </a:lnTo>
                  <a:lnTo>
                    <a:pt x="585" y="1202"/>
                  </a:lnTo>
                  <a:lnTo>
                    <a:pt x="569" y="1235"/>
                  </a:lnTo>
                  <a:lnTo>
                    <a:pt x="552" y="1267"/>
                  </a:lnTo>
                  <a:lnTo>
                    <a:pt x="537" y="1301"/>
                  </a:lnTo>
                  <a:lnTo>
                    <a:pt x="522" y="1336"/>
                  </a:lnTo>
                  <a:lnTo>
                    <a:pt x="508" y="1371"/>
                  </a:lnTo>
                  <a:lnTo>
                    <a:pt x="494" y="1406"/>
                  </a:lnTo>
                  <a:lnTo>
                    <a:pt x="482" y="1440"/>
                  </a:lnTo>
                  <a:lnTo>
                    <a:pt x="470" y="1476"/>
                  </a:lnTo>
                  <a:lnTo>
                    <a:pt x="459" y="1512"/>
                  </a:lnTo>
                  <a:lnTo>
                    <a:pt x="450" y="1548"/>
                  </a:lnTo>
                  <a:lnTo>
                    <a:pt x="440" y="1586"/>
                  </a:lnTo>
                  <a:lnTo>
                    <a:pt x="432" y="1623"/>
                  </a:lnTo>
                  <a:lnTo>
                    <a:pt x="425" y="1661"/>
                  </a:lnTo>
                  <a:lnTo>
                    <a:pt x="418" y="1698"/>
                  </a:lnTo>
                  <a:lnTo>
                    <a:pt x="414" y="1737"/>
                  </a:lnTo>
                  <a:lnTo>
                    <a:pt x="409" y="1775"/>
                  </a:lnTo>
                  <a:lnTo>
                    <a:pt x="405" y="1814"/>
                  </a:lnTo>
                  <a:lnTo>
                    <a:pt x="403" y="1853"/>
                  </a:lnTo>
                  <a:lnTo>
                    <a:pt x="402" y="1892"/>
                  </a:lnTo>
                  <a:lnTo>
                    <a:pt x="401" y="1932"/>
                  </a:lnTo>
                  <a:lnTo>
                    <a:pt x="402" y="1986"/>
                  </a:lnTo>
                  <a:lnTo>
                    <a:pt x="405" y="2040"/>
                  </a:lnTo>
                  <a:lnTo>
                    <a:pt x="410" y="2093"/>
                  </a:lnTo>
                  <a:lnTo>
                    <a:pt x="416" y="2146"/>
                  </a:lnTo>
                  <a:lnTo>
                    <a:pt x="424" y="2199"/>
                  </a:lnTo>
                  <a:lnTo>
                    <a:pt x="434" y="2251"/>
                  </a:lnTo>
                  <a:lnTo>
                    <a:pt x="446" y="2301"/>
                  </a:lnTo>
                  <a:lnTo>
                    <a:pt x="459" y="2352"/>
                  </a:lnTo>
                  <a:lnTo>
                    <a:pt x="474" y="2402"/>
                  </a:lnTo>
                  <a:lnTo>
                    <a:pt x="490" y="2451"/>
                  </a:lnTo>
                  <a:lnTo>
                    <a:pt x="509" y="2498"/>
                  </a:lnTo>
                  <a:lnTo>
                    <a:pt x="529" y="2546"/>
                  </a:lnTo>
                  <a:lnTo>
                    <a:pt x="549" y="2592"/>
                  </a:lnTo>
                  <a:lnTo>
                    <a:pt x="573" y="2638"/>
                  </a:lnTo>
                  <a:lnTo>
                    <a:pt x="597" y="2682"/>
                  </a:lnTo>
                  <a:lnTo>
                    <a:pt x="623" y="2726"/>
                  </a:lnTo>
                  <a:lnTo>
                    <a:pt x="650" y="2770"/>
                  </a:lnTo>
                  <a:lnTo>
                    <a:pt x="679" y="2814"/>
                  </a:lnTo>
                  <a:lnTo>
                    <a:pt x="711" y="2856"/>
                  </a:lnTo>
                  <a:lnTo>
                    <a:pt x="743" y="2896"/>
                  </a:lnTo>
                  <a:lnTo>
                    <a:pt x="777" y="2937"/>
                  </a:lnTo>
                  <a:lnTo>
                    <a:pt x="812" y="2975"/>
                  </a:lnTo>
                  <a:lnTo>
                    <a:pt x="848" y="3014"/>
                  </a:lnTo>
                  <a:lnTo>
                    <a:pt x="885" y="3050"/>
                  </a:lnTo>
                  <a:lnTo>
                    <a:pt x="924" y="3085"/>
                  </a:lnTo>
                  <a:lnTo>
                    <a:pt x="964" y="3118"/>
                  </a:lnTo>
                  <a:lnTo>
                    <a:pt x="1004" y="3151"/>
                  </a:lnTo>
                  <a:lnTo>
                    <a:pt x="1047" y="3182"/>
                  </a:lnTo>
                  <a:lnTo>
                    <a:pt x="1090" y="3211"/>
                  </a:lnTo>
                  <a:lnTo>
                    <a:pt x="1135" y="3239"/>
                  </a:lnTo>
                  <a:lnTo>
                    <a:pt x="1180" y="3266"/>
                  </a:lnTo>
                  <a:lnTo>
                    <a:pt x="1226" y="3291"/>
                  </a:lnTo>
                  <a:lnTo>
                    <a:pt x="1335" y="3348"/>
                  </a:lnTo>
                  <a:lnTo>
                    <a:pt x="1335" y="3469"/>
                  </a:lnTo>
                  <a:lnTo>
                    <a:pt x="1335" y="3838"/>
                  </a:lnTo>
                  <a:lnTo>
                    <a:pt x="1674" y="3838"/>
                  </a:lnTo>
                  <a:lnTo>
                    <a:pt x="1674" y="2948"/>
                  </a:lnTo>
                  <a:lnTo>
                    <a:pt x="1260" y="2281"/>
                  </a:lnTo>
                  <a:lnTo>
                    <a:pt x="1431" y="2175"/>
                  </a:lnTo>
                  <a:lnTo>
                    <a:pt x="1507" y="2300"/>
                  </a:lnTo>
                  <a:close/>
                  <a:moveTo>
                    <a:pt x="2326" y="2429"/>
                  </a:moveTo>
                  <a:lnTo>
                    <a:pt x="2326" y="2429"/>
                  </a:lnTo>
                  <a:lnTo>
                    <a:pt x="2305" y="2432"/>
                  </a:lnTo>
                  <a:lnTo>
                    <a:pt x="2284" y="2435"/>
                  </a:lnTo>
                  <a:lnTo>
                    <a:pt x="2258" y="2437"/>
                  </a:lnTo>
                  <a:lnTo>
                    <a:pt x="2234" y="2437"/>
                  </a:lnTo>
                  <a:lnTo>
                    <a:pt x="2208" y="2433"/>
                  </a:lnTo>
                  <a:lnTo>
                    <a:pt x="2184" y="2429"/>
                  </a:lnTo>
                  <a:lnTo>
                    <a:pt x="2158" y="2420"/>
                  </a:lnTo>
                  <a:lnTo>
                    <a:pt x="2134" y="2411"/>
                  </a:lnTo>
                  <a:lnTo>
                    <a:pt x="2109" y="2397"/>
                  </a:lnTo>
                  <a:lnTo>
                    <a:pt x="2083" y="2382"/>
                  </a:lnTo>
                  <a:lnTo>
                    <a:pt x="2063" y="2396"/>
                  </a:lnTo>
                  <a:lnTo>
                    <a:pt x="2045" y="2409"/>
                  </a:lnTo>
                  <a:lnTo>
                    <a:pt x="2024" y="2419"/>
                  </a:lnTo>
                  <a:lnTo>
                    <a:pt x="2004" y="2427"/>
                  </a:lnTo>
                  <a:lnTo>
                    <a:pt x="1983" y="2434"/>
                  </a:lnTo>
                  <a:lnTo>
                    <a:pt x="1962" y="2438"/>
                  </a:lnTo>
                  <a:lnTo>
                    <a:pt x="1941" y="2440"/>
                  </a:lnTo>
                  <a:lnTo>
                    <a:pt x="1920" y="2440"/>
                  </a:lnTo>
                  <a:lnTo>
                    <a:pt x="1900" y="2439"/>
                  </a:lnTo>
                  <a:lnTo>
                    <a:pt x="1879" y="2435"/>
                  </a:lnTo>
                  <a:lnTo>
                    <a:pt x="1858" y="2430"/>
                  </a:lnTo>
                  <a:lnTo>
                    <a:pt x="1837" y="2423"/>
                  </a:lnTo>
                  <a:lnTo>
                    <a:pt x="1816" y="2415"/>
                  </a:lnTo>
                  <a:lnTo>
                    <a:pt x="1794" y="2404"/>
                  </a:lnTo>
                  <a:lnTo>
                    <a:pt x="1773" y="2393"/>
                  </a:lnTo>
                  <a:lnTo>
                    <a:pt x="1752" y="2379"/>
                  </a:lnTo>
                  <a:lnTo>
                    <a:pt x="1735" y="2390"/>
                  </a:lnTo>
                  <a:lnTo>
                    <a:pt x="1716" y="2399"/>
                  </a:lnTo>
                  <a:lnTo>
                    <a:pt x="1699" y="2408"/>
                  </a:lnTo>
                  <a:lnTo>
                    <a:pt x="1679" y="2413"/>
                  </a:lnTo>
                  <a:lnTo>
                    <a:pt x="1660" y="2418"/>
                  </a:lnTo>
                  <a:lnTo>
                    <a:pt x="1642" y="2422"/>
                  </a:lnTo>
                  <a:lnTo>
                    <a:pt x="1622" y="2424"/>
                  </a:lnTo>
                  <a:lnTo>
                    <a:pt x="1602" y="2424"/>
                  </a:lnTo>
                  <a:lnTo>
                    <a:pt x="1585" y="2424"/>
                  </a:lnTo>
                  <a:lnTo>
                    <a:pt x="1860" y="2866"/>
                  </a:lnTo>
                  <a:lnTo>
                    <a:pt x="1875" y="2891"/>
                  </a:lnTo>
                  <a:lnTo>
                    <a:pt x="1875" y="2918"/>
                  </a:lnTo>
                  <a:lnTo>
                    <a:pt x="1875" y="3838"/>
                  </a:lnTo>
                  <a:lnTo>
                    <a:pt x="2038" y="3838"/>
                  </a:lnTo>
                  <a:lnTo>
                    <a:pt x="2038" y="2918"/>
                  </a:lnTo>
                  <a:lnTo>
                    <a:pt x="2038" y="2891"/>
                  </a:lnTo>
                  <a:lnTo>
                    <a:pt x="2053" y="2866"/>
                  </a:lnTo>
                  <a:lnTo>
                    <a:pt x="2326" y="2429"/>
                  </a:lnTo>
                  <a:close/>
                  <a:moveTo>
                    <a:pt x="2506" y="5533"/>
                  </a:moveTo>
                  <a:lnTo>
                    <a:pt x="1402" y="5631"/>
                  </a:lnTo>
                  <a:lnTo>
                    <a:pt x="1405" y="5656"/>
                  </a:lnTo>
                  <a:lnTo>
                    <a:pt x="1410" y="5681"/>
                  </a:lnTo>
                  <a:lnTo>
                    <a:pt x="1417" y="5705"/>
                  </a:lnTo>
                  <a:lnTo>
                    <a:pt x="1424" y="5729"/>
                  </a:lnTo>
                  <a:lnTo>
                    <a:pt x="1432" y="5753"/>
                  </a:lnTo>
                  <a:lnTo>
                    <a:pt x="1441" y="5776"/>
                  </a:lnTo>
                  <a:lnTo>
                    <a:pt x="1451" y="5798"/>
                  </a:lnTo>
                  <a:lnTo>
                    <a:pt x="1463" y="5820"/>
                  </a:lnTo>
                  <a:lnTo>
                    <a:pt x="1475" y="5842"/>
                  </a:lnTo>
                  <a:lnTo>
                    <a:pt x="1489" y="5862"/>
                  </a:lnTo>
                  <a:lnTo>
                    <a:pt x="1503" y="5883"/>
                  </a:lnTo>
                  <a:lnTo>
                    <a:pt x="1516" y="5902"/>
                  </a:lnTo>
                  <a:lnTo>
                    <a:pt x="1533" y="5921"/>
                  </a:lnTo>
                  <a:lnTo>
                    <a:pt x="1549" y="5938"/>
                  </a:lnTo>
                  <a:lnTo>
                    <a:pt x="1566" y="5956"/>
                  </a:lnTo>
                  <a:lnTo>
                    <a:pt x="1584" y="5973"/>
                  </a:lnTo>
                  <a:lnTo>
                    <a:pt x="1602" y="5988"/>
                  </a:lnTo>
                  <a:lnTo>
                    <a:pt x="1622" y="6003"/>
                  </a:lnTo>
                  <a:lnTo>
                    <a:pt x="1642" y="6017"/>
                  </a:lnTo>
                  <a:lnTo>
                    <a:pt x="1663" y="6031"/>
                  </a:lnTo>
                  <a:lnTo>
                    <a:pt x="1685" y="6043"/>
                  </a:lnTo>
                  <a:lnTo>
                    <a:pt x="1706" y="6055"/>
                  </a:lnTo>
                  <a:lnTo>
                    <a:pt x="1729" y="6065"/>
                  </a:lnTo>
                  <a:lnTo>
                    <a:pt x="1752" y="6074"/>
                  </a:lnTo>
                  <a:lnTo>
                    <a:pt x="1775" y="6082"/>
                  </a:lnTo>
                  <a:lnTo>
                    <a:pt x="1799" y="6091"/>
                  </a:lnTo>
                  <a:lnTo>
                    <a:pt x="1823" y="6096"/>
                  </a:lnTo>
                  <a:lnTo>
                    <a:pt x="1849" y="6102"/>
                  </a:lnTo>
                  <a:lnTo>
                    <a:pt x="1873" y="6106"/>
                  </a:lnTo>
                  <a:lnTo>
                    <a:pt x="1900" y="6109"/>
                  </a:lnTo>
                  <a:lnTo>
                    <a:pt x="1925" y="6110"/>
                  </a:lnTo>
                  <a:lnTo>
                    <a:pt x="1951" y="6111"/>
                  </a:lnTo>
                  <a:lnTo>
                    <a:pt x="1980" y="6110"/>
                  </a:lnTo>
                  <a:lnTo>
                    <a:pt x="2008" y="6109"/>
                  </a:lnTo>
                  <a:lnTo>
                    <a:pt x="2035" y="6106"/>
                  </a:lnTo>
                  <a:lnTo>
                    <a:pt x="2063" y="6100"/>
                  </a:lnTo>
                  <a:lnTo>
                    <a:pt x="2090" y="6094"/>
                  </a:lnTo>
                  <a:lnTo>
                    <a:pt x="2117" y="6087"/>
                  </a:lnTo>
                  <a:lnTo>
                    <a:pt x="2142" y="6078"/>
                  </a:lnTo>
                  <a:lnTo>
                    <a:pt x="2168" y="6067"/>
                  </a:lnTo>
                  <a:lnTo>
                    <a:pt x="2192" y="6057"/>
                  </a:lnTo>
                  <a:lnTo>
                    <a:pt x="2215" y="6044"/>
                  </a:lnTo>
                  <a:lnTo>
                    <a:pt x="2239" y="6031"/>
                  </a:lnTo>
                  <a:lnTo>
                    <a:pt x="2262" y="6016"/>
                  </a:lnTo>
                  <a:lnTo>
                    <a:pt x="2284" y="6001"/>
                  </a:lnTo>
                  <a:lnTo>
                    <a:pt x="2305" y="5985"/>
                  </a:lnTo>
                  <a:lnTo>
                    <a:pt x="2324" y="5968"/>
                  </a:lnTo>
                  <a:lnTo>
                    <a:pt x="2344" y="5949"/>
                  </a:lnTo>
                  <a:lnTo>
                    <a:pt x="2362" y="5929"/>
                  </a:lnTo>
                  <a:lnTo>
                    <a:pt x="2379" y="5909"/>
                  </a:lnTo>
                  <a:lnTo>
                    <a:pt x="2396" y="5889"/>
                  </a:lnTo>
                  <a:lnTo>
                    <a:pt x="2412" y="5866"/>
                  </a:lnTo>
                  <a:lnTo>
                    <a:pt x="2425" y="5844"/>
                  </a:lnTo>
                  <a:lnTo>
                    <a:pt x="2439" y="5821"/>
                  </a:lnTo>
                  <a:lnTo>
                    <a:pt x="2451" y="5797"/>
                  </a:lnTo>
                  <a:lnTo>
                    <a:pt x="2463" y="5772"/>
                  </a:lnTo>
                  <a:lnTo>
                    <a:pt x="2473" y="5747"/>
                  </a:lnTo>
                  <a:lnTo>
                    <a:pt x="2481" y="5721"/>
                  </a:lnTo>
                  <a:lnTo>
                    <a:pt x="2489" y="5695"/>
                  </a:lnTo>
                  <a:lnTo>
                    <a:pt x="2495" y="5668"/>
                  </a:lnTo>
                  <a:lnTo>
                    <a:pt x="2500" y="5641"/>
                  </a:lnTo>
                  <a:lnTo>
                    <a:pt x="2503" y="5613"/>
                  </a:lnTo>
                  <a:lnTo>
                    <a:pt x="2506" y="5584"/>
                  </a:lnTo>
                  <a:lnTo>
                    <a:pt x="2507" y="5556"/>
                  </a:lnTo>
                  <a:lnTo>
                    <a:pt x="2506" y="5533"/>
                  </a:lnTo>
                  <a:close/>
                  <a:moveTo>
                    <a:pt x="2908" y="4892"/>
                  </a:moveTo>
                  <a:lnTo>
                    <a:pt x="1018" y="5060"/>
                  </a:lnTo>
                  <a:lnTo>
                    <a:pt x="1015" y="5089"/>
                  </a:lnTo>
                  <a:lnTo>
                    <a:pt x="1015" y="5118"/>
                  </a:lnTo>
                  <a:lnTo>
                    <a:pt x="1017" y="5144"/>
                  </a:lnTo>
                  <a:lnTo>
                    <a:pt x="2906" y="4978"/>
                  </a:lnTo>
                  <a:lnTo>
                    <a:pt x="2908" y="4953"/>
                  </a:lnTo>
                  <a:lnTo>
                    <a:pt x="2910" y="4927"/>
                  </a:lnTo>
                  <a:lnTo>
                    <a:pt x="2910" y="4910"/>
                  </a:lnTo>
                  <a:lnTo>
                    <a:pt x="2908" y="4892"/>
                  </a:lnTo>
                  <a:close/>
                  <a:moveTo>
                    <a:pt x="2908" y="4171"/>
                  </a:moveTo>
                  <a:lnTo>
                    <a:pt x="1018" y="4337"/>
                  </a:lnTo>
                  <a:lnTo>
                    <a:pt x="1015" y="4368"/>
                  </a:lnTo>
                  <a:lnTo>
                    <a:pt x="1015" y="4397"/>
                  </a:lnTo>
                  <a:lnTo>
                    <a:pt x="1017" y="4423"/>
                  </a:lnTo>
                  <a:lnTo>
                    <a:pt x="2906" y="4257"/>
                  </a:lnTo>
                  <a:lnTo>
                    <a:pt x="2908" y="4232"/>
                  </a:lnTo>
                  <a:lnTo>
                    <a:pt x="2910" y="4206"/>
                  </a:lnTo>
                  <a:lnTo>
                    <a:pt x="2910" y="4189"/>
                  </a:lnTo>
                  <a:lnTo>
                    <a:pt x="2908" y="417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lIns="83085" tIns="41543" rIns="83085" bIns="41543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036869" y="3775159"/>
            <a:ext cx="4515179" cy="405859"/>
            <a:chOff x="4597712" y="4436542"/>
            <a:chExt cx="5699829" cy="5112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1" name="Freeform 5"/>
            <p:cNvSpPr>
              <a:spLocks/>
            </p:cNvSpPr>
            <p:nvPr/>
          </p:nvSpPr>
          <p:spPr bwMode="auto">
            <a:xfrm>
              <a:off x="4597712" y="4436542"/>
              <a:ext cx="5699829" cy="511214"/>
            </a:xfrm>
            <a:custGeom>
              <a:avLst/>
              <a:gdLst>
                <a:gd name="T0" fmla="*/ 12255 w 12769"/>
                <a:gd name="T1" fmla="*/ 31 h 1159"/>
                <a:gd name="T2" fmla="*/ 12727 w 12769"/>
                <a:gd name="T3" fmla="*/ 503 h 1159"/>
                <a:gd name="T4" fmla="*/ 12727 w 12769"/>
                <a:gd name="T5" fmla="*/ 656 h 1159"/>
                <a:gd name="T6" fmla="*/ 12255 w 12769"/>
                <a:gd name="T7" fmla="*/ 1128 h 1159"/>
                <a:gd name="T8" fmla="*/ 12180 w 12769"/>
                <a:gd name="T9" fmla="*/ 1159 h 1159"/>
                <a:gd name="T10" fmla="*/ 591 w 12769"/>
                <a:gd name="T11" fmla="*/ 1159 h 1159"/>
                <a:gd name="T12" fmla="*/ 514 w 12769"/>
                <a:gd name="T13" fmla="*/ 1128 h 1159"/>
                <a:gd name="T14" fmla="*/ 42 w 12769"/>
                <a:gd name="T15" fmla="*/ 656 h 1159"/>
                <a:gd name="T16" fmla="*/ 42 w 12769"/>
                <a:gd name="T17" fmla="*/ 503 h 1159"/>
                <a:gd name="T18" fmla="*/ 514 w 12769"/>
                <a:gd name="T19" fmla="*/ 31 h 1159"/>
                <a:gd name="T20" fmla="*/ 591 w 12769"/>
                <a:gd name="T21" fmla="*/ 0 h 1159"/>
                <a:gd name="T22" fmla="*/ 12178 w 12769"/>
                <a:gd name="T23" fmla="*/ 0 h 1159"/>
                <a:gd name="T24" fmla="*/ 12255 w 12769"/>
                <a:gd name="T25" fmla="*/ 31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69" h="1159">
                  <a:moveTo>
                    <a:pt x="12255" y="31"/>
                  </a:moveTo>
                  <a:lnTo>
                    <a:pt x="12727" y="503"/>
                  </a:lnTo>
                  <a:cubicBezTo>
                    <a:pt x="12769" y="545"/>
                    <a:pt x="12769" y="614"/>
                    <a:pt x="12727" y="656"/>
                  </a:cubicBezTo>
                  <a:lnTo>
                    <a:pt x="12255" y="1128"/>
                  </a:lnTo>
                  <a:cubicBezTo>
                    <a:pt x="12235" y="1148"/>
                    <a:pt x="12208" y="1159"/>
                    <a:pt x="12180" y="1159"/>
                  </a:cubicBezTo>
                  <a:lnTo>
                    <a:pt x="591" y="1159"/>
                  </a:lnTo>
                  <a:cubicBezTo>
                    <a:pt x="563" y="1159"/>
                    <a:pt x="535" y="1149"/>
                    <a:pt x="514" y="1128"/>
                  </a:cubicBezTo>
                  <a:lnTo>
                    <a:pt x="42" y="656"/>
                  </a:lnTo>
                  <a:cubicBezTo>
                    <a:pt x="0" y="614"/>
                    <a:pt x="0" y="545"/>
                    <a:pt x="42" y="503"/>
                  </a:cubicBezTo>
                  <a:lnTo>
                    <a:pt x="514" y="31"/>
                  </a:lnTo>
                  <a:cubicBezTo>
                    <a:pt x="535" y="10"/>
                    <a:pt x="563" y="0"/>
                    <a:pt x="591" y="0"/>
                  </a:cubicBezTo>
                  <a:lnTo>
                    <a:pt x="12178" y="0"/>
                  </a:lnTo>
                  <a:cubicBezTo>
                    <a:pt x="12207" y="0"/>
                    <a:pt x="12235" y="11"/>
                    <a:pt x="12255" y="31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prstDash val="solid"/>
              <a:miter lim="800000"/>
              <a:headEnd/>
              <a:tailEnd/>
            </a:ln>
            <a:extLst/>
          </p:spPr>
          <p:txBody>
            <a:bodyPr vert="horz" wrap="square" lIns="83085" tIns="41543" rIns="83085" bIns="41543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533485" y="4523326"/>
              <a:ext cx="3247364" cy="3634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875" spc="-96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思考题</a:t>
              </a:r>
              <a:endParaRPr lang="zh-CN" altLang="en-US" sz="1875" spc="-96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KSO_Shape"/>
            <p:cNvSpPr>
              <a:spLocks/>
            </p:cNvSpPr>
            <p:nvPr/>
          </p:nvSpPr>
          <p:spPr bwMode="auto">
            <a:xfrm>
              <a:off x="9299109" y="4567191"/>
              <a:ext cx="350360" cy="218063"/>
            </a:xfrm>
            <a:custGeom>
              <a:avLst/>
              <a:gdLst>
                <a:gd name="T0" fmla="*/ 1009661 w 2006600"/>
                <a:gd name="T1" fmla="*/ 391160 h 1387475"/>
                <a:gd name="T2" fmla="*/ 1011251 w 2006600"/>
                <a:gd name="T3" fmla="*/ 509270 h 1387475"/>
                <a:gd name="T4" fmla="*/ 1084401 w 2006600"/>
                <a:gd name="T5" fmla="*/ 630555 h 1387475"/>
                <a:gd name="T6" fmla="*/ 1213209 w 2006600"/>
                <a:gd name="T7" fmla="*/ 691833 h 1387475"/>
                <a:gd name="T8" fmla="*/ 1322616 w 2006600"/>
                <a:gd name="T9" fmla="*/ 683895 h 1387475"/>
                <a:gd name="T10" fmla="*/ 1373821 w 2006600"/>
                <a:gd name="T11" fmla="*/ 722948 h 1387475"/>
                <a:gd name="T12" fmla="*/ 1348695 w 2006600"/>
                <a:gd name="T13" fmla="*/ 830580 h 1387475"/>
                <a:gd name="T14" fmla="*/ 1289857 w 2006600"/>
                <a:gd name="T15" fmla="*/ 930276 h 1387475"/>
                <a:gd name="T16" fmla="*/ 1172499 w 2006600"/>
                <a:gd name="T17" fmla="*/ 1024573 h 1387475"/>
                <a:gd name="T18" fmla="*/ 1069135 w 2006600"/>
                <a:gd name="T19" fmla="*/ 1059498 h 1387475"/>
                <a:gd name="T20" fmla="*/ 955912 w 2006600"/>
                <a:gd name="T21" fmla="*/ 1062356 h 1387475"/>
                <a:gd name="T22" fmla="*/ 850321 w 2006600"/>
                <a:gd name="T23" fmla="*/ 1032511 h 1387475"/>
                <a:gd name="T24" fmla="*/ 740914 w 2006600"/>
                <a:gd name="T25" fmla="*/ 956628 h 1387475"/>
                <a:gd name="T26" fmla="*/ 664902 w 2006600"/>
                <a:gd name="T27" fmla="*/ 847408 h 1387475"/>
                <a:gd name="T28" fmla="*/ 634688 w 2006600"/>
                <a:gd name="T29" fmla="*/ 741998 h 1387475"/>
                <a:gd name="T30" fmla="*/ 637550 w 2006600"/>
                <a:gd name="T31" fmla="*/ 628968 h 1387475"/>
                <a:gd name="T32" fmla="*/ 672535 w 2006600"/>
                <a:gd name="T33" fmla="*/ 525780 h 1387475"/>
                <a:gd name="T34" fmla="*/ 767312 w 2006600"/>
                <a:gd name="T35" fmla="*/ 408623 h 1387475"/>
                <a:gd name="T36" fmla="*/ 867178 w 2006600"/>
                <a:gd name="T37" fmla="*/ 349885 h 1387475"/>
                <a:gd name="T38" fmla="*/ 974676 w 2006600"/>
                <a:gd name="T39" fmla="*/ 324803 h 1387475"/>
                <a:gd name="T40" fmla="*/ 889318 w 2006600"/>
                <a:gd name="T41" fmla="*/ 202109 h 1387475"/>
                <a:gd name="T42" fmla="*/ 752158 w 2006600"/>
                <a:gd name="T43" fmla="*/ 256364 h 1387475"/>
                <a:gd name="T44" fmla="*/ 637858 w 2006600"/>
                <a:gd name="T45" fmla="*/ 346155 h 1387475"/>
                <a:gd name="T46" fmla="*/ 553720 w 2006600"/>
                <a:gd name="T47" fmla="*/ 464501 h 1387475"/>
                <a:gd name="T48" fmla="*/ 506412 w 2006600"/>
                <a:gd name="T49" fmla="*/ 604740 h 1387475"/>
                <a:gd name="T50" fmla="*/ 502602 w 2006600"/>
                <a:gd name="T51" fmla="*/ 758304 h 1387475"/>
                <a:gd name="T52" fmla="*/ 543242 w 2006600"/>
                <a:gd name="T53" fmla="*/ 901399 h 1387475"/>
                <a:gd name="T54" fmla="*/ 621665 w 2006600"/>
                <a:gd name="T55" fmla="*/ 1023552 h 1387475"/>
                <a:gd name="T56" fmla="*/ 731203 w 2006600"/>
                <a:gd name="T57" fmla="*/ 1118737 h 1387475"/>
                <a:gd name="T58" fmla="*/ 865188 w 2006600"/>
                <a:gd name="T59" fmla="*/ 1179338 h 1387475"/>
                <a:gd name="T60" fmla="*/ 1016317 w 2006600"/>
                <a:gd name="T61" fmla="*/ 1198058 h 1387475"/>
                <a:gd name="T62" fmla="*/ 1164907 w 2006600"/>
                <a:gd name="T63" fmla="*/ 1171723 h 1387475"/>
                <a:gd name="T64" fmla="*/ 1295400 w 2006600"/>
                <a:gd name="T65" fmla="*/ 1105094 h 1387475"/>
                <a:gd name="T66" fmla="*/ 1400175 w 2006600"/>
                <a:gd name="T67" fmla="*/ 1005150 h 1387475"/>
                <a:gd name="T68" fmla="*/ 1473200 w 2006600"/>
                <a:gd name="T69" fmla="*/ 878554 h 1387475"/>
                <a:gd name="T70" fmla="*/ 1506537 w 2006600"/>
                <a:gd name="T71" fmla="*/ 732605 h 1387475"/>
                <a:gd name="T72" fmla="*/ 1495107 w 2006600"/>
                <a:gd name="T73" fmla="*/ 580309 h 1387475"/>
                <a:gd name="T74" fmla="*/ 1441133 w 2006600"/>
                <a:gd name="T75" fmla="*/ 442926 h 1387475"/>
                <a:gd name="T76" fmla="*/ 1351280 w 2006600"/>
                <a:gd name="T77" fmla="*/ 329022 h 1387475"/>
                <a:gd name="T78" fmla="*/ 1232853 w 2006600"/>
                <a:gd name="T79" fmla="*/ 244625 h 1387475"/>
                <a:gd name="T80" fmla="*/ 1092517 w 2006600"/>
                <a:gd name="T81" fmla="*/ 197349 h 1387475"/>
                <a:gd name="T82" fmla="*/ 1067117 w 2006600"/>
                <a:gd name="T83" fmla="*/ 2221 h 1387475"/>
                <a:gd name="T84" fmla="*/ 1316355 w 2006600"/>
                <a:gd name="T85" fmla="*/ 48227 h 1387475"/>
                <a:gd name="T86" fmla="*/ 1546543 w 2006600"/>
                <a:gd name="T87" fmla="*/ 149440 h 1387475"/>
                <a:gd name="T88" fmla="*/ 1745297 w 2006600"/>
                <a:gd name="T89" fmla="*/ 297611 h 1387475"/>
                <a:gd name="T90" fmla="*/ 1900555 w 2006600"/>
                <a:gd name="T91" fmla="*/ 485442 h 1387475"/>
                <a:gd name="T92" fmla="*/ 2000885 w 2006600"/>
                <a:gd name="T93" fmla="*/ 704684 h 1387475"/>
                <a:gd name="T94" fmla="*/ 1921510 w 2006600"/>
                <a:gd name="T95" fmla="*/ 911552 h 1387475"/>
                <a:gd name="T96" fmla="*/ 1774507 w 2006600"/>
                <a:gd name="T97" fmla="*/ 1088913 h 1387475"/>
                <a:gd name="T98" fmla="*/ 1582103 w 2006600"/>
                <a:gd name="T99" fmla="*/ 1231055 h 1387475"/>
                <a:gd name="T100" fmla="*/ 1356677 w 2006600"/>
                <a:gd name="T101" fmla="*/ 1331316 h 1387475"/>
                <a:gd name="T102" fmla="*/ 1109345 w 2006600"/>
                <a:gd name="T103" fmla="*/ 1382399 h 1387475"/>
                <a:gd name="T104" fmla="*/ 852805 w 2006600"/>
                <a:gd name="T105" fmla="*/ 1377639 h 1387475"/>
                <a:gd name="T106" fmla="*/ 611187 w 2006600"/>
                <a:gd name="T107" fmla="*/ 1317990 h 1387475"/>
                <a:gd name="T108" fmla="*/ 397510 w 2006600"/>
                <a:gd name="T109" fmla="*/ 1210114 h 1387475"/>
                <a:gd name="T110" fmla="*/ 216852 w 2006600"/>
                <a:gd name="T111" fmla="*/ 1061309 h 1387475"/>
                <a:gd name="T112" fmla="*/ 75882 w 2006600"/>
                <a:gd name="T113" fmla="*/ 879189 h 1387475"/>
                <a:gd name="T114" fmla="*/ 22225 w 2006600"/>
                <a:gd name="T115" fmla="*/ 666610 h 1387475"/>
                <a:gd name="T116" fmla="*/ 140970 w 2006600"/>
                <a:gd name="T117" fmla="*/ 451810 h 1387475"/>
                <a:gd name="T118" fmla="*/ 302260 w 2006600"/>
                <a:gd name="T119" fmla="*/ 270324 h 1387475"/>
                <a:gd name="T120" fmla="*/ 500380 w 2006600"/>
                <a:gd name="T121" fmla="*/ 128817 h 1387475"/>
                <a:gd name="T122" fmla="*/ 728980 w 2006600"/>
                <a:gd name="T123" fmla="*/ 36487 h 1387475"/>
                <a:gd name="T124" fmla="*/ 981393 w 2006600"/>
                <a:gd name="T125" fmla="*/ 317 h 1387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06600" h="1387475">
                  <a:moveTo>
                    <a:pt x="1003300" y="323850"/>
                  </a:moveTo>
                  <a:lnTo>
                    <a:pt x="1019520" y="324168"/>
                  </a:lnTo>
                  <a:lnTo>
                    <a:pt x="1035740" y="325120"/>
                  </a:lnTo>
                  <a:lnTo>
                    <a:pt x="1031924" y="332423"/>
                  </a:lnTo>
                  <a:lnTo>
                    <a:pt x="1028425" y="339090"/>
                  </a:lnTo>
                  <a:lnTo>
                    <a:pt x="1025245" y="346075"/>
                  </a:lnTo>
                  <a:lnTo>
                    <a:pt x="1022065" y="353378"/>
                  </a:lnTo>
                  <a:lnTo>
                    <a:pt x="1019202" y="360680"/>
                  </a:lnTo>
                  <a:lnTo>
                    <a:pt x="1016658" y="367983"/>
                  </a:lnTo>
                  <a:lnTo>
                    <a:pt x="1014113" y="375285"/>
                  </a:lnTo>
                  <a:lnTo>
                    <a:pt x="1011887" y="383223"/>
                  </a:lnTo>
                  <a:lnTo>
                    <a:pt x="1009661" y="391160"/>
                  </a:lnTo>
                  <a:lnTo>
                    <a:pt x="1008071" y="398780"/>
                  </a:lnTo>
                  <a:lnTo>
                    <a:pt x="1006480" y="406718"/>
                  </a:lnTo>
                  <a:lnTo>
                    <a:pt x="1005526" y="414655"/>
                  </a:lnTo>
                  <a:lnTo>
                    <a:pt x="1004572" y="422910"/>
                  </a:lnTo>
                  <a:lnTo>
                    <a:pt x="1003618" y="430848"/>
                  </a:lnTo>
                  <a:lnTo>
                    <a:pt x="1003300" y="439103"/>
                  </a:lnTo>
                  <a:lnTo>
                    <a:pt x="1003300" y="447358"/>
                  </a:lnTo>
                  <a:lnTo>
                    <a:pt x="1003618" y="460058"/>
                  </a:lnTo>
                  <a:lnTo>
                    <a:pt x="1004572" y="472758"/>
                  </a:lnTo>
                  <a:lnTo>
                    <a:pt x="1006162" y="485140"/>
                  </a:lnTo>
                  <a:lnTo>
                    <a:pt x="1008389" y="497205"/>
                  </a:lnTo>
                  <a:lnTo>
                    <a:pt x="1011251" y="509270"/>
                  </a:lnTo>
                  <a:lnTo>
                    <a:pt x="1014432" y="521018"/>
                  </a:lnTo>
                  <a:lnTo>
                    <a:pt x="1018248" y="532448"/>
                  </a:lnTo>
                  <a:lnTo>
                    <a:pt x="1022701" y="543560"/>
                  </a:lnTo>
                  <a:lnTo>
                    <a:pt x="1027471" y="554673"/>
                  </a:lnTo>
                  <a:lnTo>
                    <a:pt x="1033196" y="565150"/>
                  </a:lnTo>
                  <a:lnTo>
                    <a:pt x="1038921" y="575628"/>
                  </a:lnTo>
                  <a:lnTo>
                    <a:pt x="1045600" y="585470"/>
                  </a:lnTo>
                  <a:lnTo>
                    <a:pt x="1052597" y="595313"/>
                  </a:lnTo>
                  <a:lnTo>
                    <a:pt x="1059594" y="604838"/>
                  </a:lnTo>
                  <a:lnTo>
                    <a:pt x="1067545" y="613728"/>
                  </a:lnTo>
                  <a:lnTo>
                    <a:pt x="1075814" y="622300"/>
                  </a:lnTo>
                  <a:lnTo>
                    <a:pt x="1084401" y="630555"/>
                  </a:lnTo>
                  <a:lnTo>
                    <a:pt x="1093306" y="638175"/>
                  </a:lnTo>
                  <a:lnTo>
                    <a:pt x="1102848" y="645478"/>
                  </a:lnTo>
                  <a:lnTo>
                    <a:pt x="1112389" y="652463"/>
                  </a:lnTo>
                  <a:lnTo>
                    <a:pt x="1122566" y="658813"/>
                  </a:lnTo>
                  <a:lnTo>
                    <a:pt x="1132744" y="664845"/>
                  </a:lnTo>
                  <a:lnTo>
                    <a:pt x="1143557" y="670243"/>
                  </a:lnTo>
                  <a:lnTo>
                    <a:pt x="1154689" y="675323"/>
                  </a:lnTo>
                  <a:lnTo>
                    <a:pt x="1165820" y="679450"/>
                  </a:lnTo>
                  <a:lnTo>
                    <a:pt x="1177270" y="683578"/>
                  </a:lnTo>
                  <a:lnTo>
                    <a:pt x="1189037" y="686753"/>
                  </a:lnTo>
                  <a:lnTo>
                    <a:pt x="1201123" y="689610"/>
                  </a:lnTo>
                  <a:lnTo>
                    <a:pt x="1213209" y="691833"/>
                  </a:lnTo>
                  <a:lnTo>
                    <a:pt x="1225613" y="693420"/>
                  </a:lnTo>
                  <a:lnTo>
                    <a:pt x="1238016" y="694055"/>
                  </a:lnTo>
                  <a:lnTo>
                    <a:pt x="1251056" y="694690"/>
                  </a:lnTo>
                  <a:lnTo>
                    <a:pt x="1259325" y="694690"/>
                  </a:lnTo>
                  <a:lnTo>
                    <a:pt x="1267276" y="694055"/>
                  </a:lnTo>
                  <a:lnTo>
                    <a:pt x="1275545" y="693420"/>
                  </a:lnTo>
                  <a:lnTo>
                    <a:pt x="1283815" y="692468"/>
                  </a:lnTo>
                  <a:lnTo>
                    <a:pt x="1291766" y="691198"/>
                  </a:lnTo>
                  <a:lnTo>
                    <a:pt x="1299399" y="689928"/>
                  </a:lnTo>
                  <a:lnTo>
                    <a:pt x="1307350" y="688023"/>
                  </a:lnTo>
                  <a:lnTo>
                    <a:pt x="1315301" y="686118"/>
                  </a:lnTo>
                  <a:lnTo>
                    <a:pt x="1322616" y="683895"/>
                  </a:lnTo>
                  <a:lnTo>
                    <a:pt x="1330249" y="681355"/>
                  </a:lnTo>
                  <a:lnTo>
                    <a:pt x="1337564" y="678815"/>
                  </a:lnTo>
                  <a:lnTo>
                    <a:pt x="1345197" y="675958"/>
                  </a:lnTo>
                  <a:lnTo>
                    <a:pt x="1352194" y="672783"/>
                  </a:lnTo>
                  <a:lnTo>
                    <a:pt x="1359509" y="669608"/>
                  </a:lnTo>
                  <a:lnTo>
                    <a:pt x="1366188" y="666115"/>
                  </a:lnTo>
                  <a:lnTo>
                    <a:pt x="1372867" y="661988"/>
                  </a:lnTo>
                  <a:lnTo>
                    <a:pt x="1374139" y="678498"/>
                  </a:lnTo>
                  <a:lnTo>
                    <a:pt x="1374775" y="694690"/>
                  </a:lnTo>
                  <a:lnTo>
                    <a:pt x="1374457" y="704215"/>
                  </a:lnTo>
                  <a:lnTo>
                    <a:pt x="1374139" y="713740"/>
                  </a:lnTo>
                  <a:lnTo>
                    <a:pt x="1373821" y="722948"/>
                  </a:lnTo>
                  <a:lnTo>
                    <a:pt x="1372549" y="732790"/>
                  </a:lnTo>
                  <a:lnTo>
                    <a:pt x="1371595" y="741998"/>
                  </a:lnTo>
                  <a:lnTo>
                    <a:pt x="1370640" y="751205"/>
                  </a:lnTo>
                  <a:lnTo>
                    <a:pt x="1368732" y="760413"/>
                  </a:lnTo>
                  <a:lnTo>
                    <a:pt x="1366824" y="769303"/>
                  </a:lnTo>
                  <a:lnTo>
                    <a:pt x="1365234" y="778193"/>
                  </a:lnTo>
                  <a:lnTo>
                    <a:pt x="1363007" y="787083"/>
                  </a:lnTo>
                  <a:lnTo>
                    <a:pt x="1360463" y="795973"/>
                  </a:lnTo>
                  <a:lnTo>
                    <a:pt x="1357919" y="804863"/>
                  </a:lnTo>
                  <a:lnTo>
                    <a:pt x="1355056" y="813435"/>
                  </a:lnTo>
                  <a:lnTo>
                    <a:pt x="1351876" y="822008"/>
                  </a:lnTo>
                  <a:lnTo>
                    <a:pt x="1348695" y="830580"/>
                  </a:lnTo>
                  <a:lnTo>
                    <a:pt x="1345515" y="839153"/>
                  </a:lnTo>
                  <a:lnTo>
                    <a:pt x="1342017" y="847408"/>
                  </a:lnTo>
                  <a:lnTo>
                    <a:pt x="1337882" y="855663"/>
                  </a:lnTo>
                  <a:lnTo>
                    <a:pt x="1334065" y="863283"/>
                  </a:lnTo>
                  <a:lnTo>
                    <a:pt x="1329931" y="871538"/>
                  </a:lnTo>
                  <a:lnTo>
                    <a:pt x="1325478" y="879158"/>
                  </a:lnTo>
                  <a:lnTo>
                    <a:pt x="1321026" y="886778"/>
                  </a:lnTo>
                  <a:lnTo>
                    <a:pt x="1316255" y="894398"/>
                  </a:lnTo>
                  <a:lnTo>
                    <a:pt x="1311166" y="901700"/>
                  </a:lnTo>
                  <a:lnTo>
                    <a:pt x="1306396" y="909320"/>
                  </a:lnTo>
                  <a:lnTo>
                    <a:pt x="1300989" y="916305"/>
                  </a:lnTo>
                  <a:lnTo>
                    <a:pt x="1289857" y="930276"/>
                  </a:lnTo>
                  <a:lnTo>
                    <a:pt x="1278090" y="943928"/>
                  </a:lnTo>
                  <a:lnTo>
                    <a:pt x="1266004" y="956628"/>
                  </a:lnTo>
                  <a:lnTo>
                    <a:pt x="1252964" y="969011"/>
                  </a:lnTo>
                  <a:lnTo>
                    <a:pt x="1239606" y="980758"/>
                  </a:lnTo>
                  <a:lnTo>
                    <a:pt x="1225295" y="991553"/>
                  </a:lnTo>
                  <a:lnTo>
                    <a:pt x="1218297" y="996951"/>
                  </a:lnTo>
                  <a:lnTo>
                    <a:pt x="1210983" y="1002031"/>
                  </a:lnTo>
                  <a:lnTo>
                    <a:pt x="1203667" y="1006793"/>
                  </a:lnTo>
                  <a:lnTo>
                    <a:pt x="1195716" y="1011873"/>
                  </a:lnTo>
                  <a:lnTo>
                    <a:pt x="1188083" y="1016318"/>
                  </a:lnTo>
                  <a:lnTo>
                    <a:pt x="1180450" y="1020763"/>
                  </a:lnTo>
                  <a:lnTo>
                    <a:pt x="1172499" y="1024573"/>
                  </a:lnTo>
                  <a:lnTo>
                    <a:pt x="1164230" y="1029018"/>
                  </a:lnTo>
                  <a:lnTo>
                    <a:pt x="1155961" y="1032511"/>
                  </a:lnTo>
                  <a:lnTo>
                    <a:pt x="1148010" y="1036003"/>
                  </a:lnTo>
                  <a:lnTo>
                    <a:pt x="1139423" y="1039813"/>
                  </a:lnTo>
                  <a:lnTo>
                    <a:pt x="1131154" y="1042988"/>
                  </a:lnTo>
                  <a:lnTo>
                    <a:pt x="1122566" y="1046163"/>
                  </a:lnTo>
                  <a:lnTo>
                    <a:pt x="1113661" y="1048703"/>
                  </a:lnTo>
                  <a:lnTo>
                    <a:pt x="1105074" y="1051561"/>
                  </a:lnTo>
                  <a:lnTo>
                    <a:pt x="1096169" y="1053466"/>
                  </a:lnTo>
                  <a:lnTo>
                    <a:pt x="1087264" y="1056006"/>
                  </a:lnTo>
                  <a:lnTo>
                    <a:pt x="1078358" y="1057911"/>
                  </a:lnTo>
                  <a:lnTo>
                    <a:pt x="1069135" y="1059498"/>
                  </a:lnTo>
                  <a:lnTo>
                    <a:pt x="1059594" y="1061086"/>
                  </a:lnTo>
                  <a:lnTo>
                    <a:pt x="1050370" y="1062356"/>
                  </a:lnTo>
                  <a:lnTo>
                    <a:pt x="1041147" y="1063626"/>
                  </a:lnTo>
                  <a:lnTo>
                    <a:pt x="1031924" y="1064261"/>
                  </a:lnTo>
                  <a:lnTo>
                    <a:pt x="1022383" y="1064896"/>
                  </a:lnTo>
                  <a:lnTo>
                    <a:pt x="1012841" y="1065213"/>
                  </a:lnTo>
                  <a:lnTo>
                    <a:pt x="1003300" y="1065213"/>
                  </a:lnTo>
                  <a:lnTo>
                    <a:pt x="993759" y="1065213"/>
                  </a:lnTo>
                  <a:lnTo>
                    <a:pt x="984218" y="1064896"/>
                  </a:lnTo>
                  <a:lnTo>
                    <a:pt x="974676" y="1064261"/>
                  </a:lnTo>
                  <a:lnTo>
                    <a:pt x="965135" y="1063626"/>
                  </a:lnTo>
                  <a:lnTo>
                    <a:pt x="955912" y="1062356"/>
                  </a:lnTo>
                  <a:lnTo>
                    <a:pt x="946688" y="1061086"/>
                  </a:lnTo>
                  <a:lnTo>
                    <a:pt x="937783" y="1059498"/>
                  </a:lnTo>
                  <a:lnTo>
                    <a:pt x="928560" y="1057911"/>
                  </a:lnTo>
                  <a:lnTo>
                    <a:pt x="919655" y="1056006"/>
                  </a:lnTo>
                  <a:lnTo>
                    <a:pt x="910750" y="1053466"/>
                  </a:lnTo>
                  <a:lnTo>
                    <a:pt x="901526" y="1051561"/>
                  </a:lnTo>
                  <a:lnTo>
                    <a:pt x="892621" y="1048703"/>
                  </a:lnTo>
                  <a:lnTo>
                    <a:pt x="884034" y="1046163"/>
                  </a:lnTo>
                  <a:lnTo>
                    <a:pt x="875765" y="1042988"/>
                  </a:lnTo>
                  <a:lnTo>
                    <a:pt x="867178" y="1039813"/>
                  </a:lnTo>
                  <a:lnTo>
                    <a:pt x="858908" y="1036003"/>
                  </a:lnTo>
                  <a:lnTo>
                    <a:pt x="850321" y="1032511"/>
                  </a:lnTo>
                  <a:lnTo>
                    <a:pt x="842370" y="1029018"/>
                  </a:lnTo>
                  <a:lnTo>
                    <a:pt x="834101" y="1024573"/>
                  </a:lnTo>
                  <a:lnTo>
                    <a:pt x="826468" y="1020763"/>
                  </a:lnTo>
                  <a:lnTo>
                    <a:pt x="818517" y="1016318"/>
                  </a:lnTo>
                  <a:lnTo>
                    <a:pt x="810566" y="1011873"/>
                  </a:lnTo>
                  <a:lnTo>
                    <a:pt x="803251" y="1006793"/>
                  </a:lnTo>
                  <a:lnTo>
                    <a:pt x="795618" y="1002031"/>
                  </a:lnTo>
                  <a:lnTo>
                    <a:pt x="788303" y="996951"/>
                  </a:lnTo>
                  <a:lnTo>
                    <a:pt x="780988" y="991553"/>
                  </a:lnTo>
                  <a:lnTo>
                    <a:pt x="767312" y="980758"/>
                  </a:lnTo>
                  <a:lnTo>
                    <a:pt x="753636" y="969011"/>
                  </a:lnTo>
                  <a:lnTo>
                    <a:pt x="740914" y="956628"/>
                  </a:lnTo>
                  <a:lnTo>
                    <a:pt x="728192" y="943928"/>
                  </a:lnTo>
                  <a:lnTo>
                    <a:pt x="716743" y="930276"/>
                  </a:lnTo>
                  <a:lnTo>
                    <a:pt x="705929" y="916305"/>
                  </a:lnTo>
                  <a:lnTo>
                    <a:pt x="700523" y="909320"/>
                  </a:lnTo>
                  <a:lnTo>
                    <a:pt x="695434" y="901700"/>
                  </a:lnTo>
                  <a:lnTo>
                    <a:pt x="690345" y="894398"/>
                  </a:lnTo>
                  <a:lnTo>
                    <a:pt x="685893" y="886778"/>
                  </a:lnTo>
                  <a:lnTo>
                    <a:pt x="681122" y="879158"/>
                  </a:lnTo>
                  <a:lnTo>
                    <a:pt x="676669" y="871538"/>
                  </a:lnTo>
                  <a:lnTo>
                    <a:pt x="672535" y="863283"/>
                  </a:lnTo>
                  <a:lnTo>
                    <a:pt x="668718" y="855663"/>
                  </a:lnTo>
                  <a:lnTo>
                    <a:pt x="664902" y="847408"/>
                  </a:lnTo>
                  <a:lnTo>
                    <a:pt x="661085" y="839153"/>
                  </a:lnTo>
                  <a:lnTo>
                    <a:pt x="657587" y="830580"/>
                  </a:lnTo>
                  <a:lnTo>
                    <a:pt x="654406" y="822008"/>
                  </a:lnTo>
                  <a:lnTo>
                    <a:pt x="651544" y="813435"/>
                  </a:lnTo>
                  <a:lnTo>
                    <a:pt x="648682" y="804863"/>
                  </a:lnTo>
                  <a:lnTo>
                    <a:pt x="645819" y="795973"/>
                  </a:lnTo>
                  <a:lnTo>
                    <a:pt x="643593" y="787083"/>
                  </a:lnTo>
                  <a:lnTo>
                    <a:pt x="641367" y="778193"/>
                  </a:lnTo>
                  <a:lnTo>
                    <a:pt x="639458" y="769303"/>
                  </a:lnTo>
                  <a:lnTo>
                    <a:pt x="637550" y="760413"/>
                  </a:lnTo>
                  <a:lnTo>
                    <a:pt x="636278" y="751205"/>
                  </a:lnTo>
                  <a:lnTo>
                    <a:pt x="634688" y="741998"/>
                  </a:lnTo>
                  <a:lnTo>
                    <a:pt x="633734" y="732790"/>
                  </a:lnTo>
                  <a:lnTo>
                    <a:pt x="633097" y="722948"/>
                  </a:lnTo>
                  <a:lnTo>
                    <a:pt x="632143" y="713740"/>
                  </a:lnTo>
                  <a:lnTo>
                    <a:pt x="631825" y="704215"/>
                  </a:lnTo>
                  <a:lnTo>
                    <a:pt x="631825" y="694690"/>
                  </a:lnTo>
                  <a:lnTo>
                    <a:pt x="631825" y="684848"/>
                  </a:lnTo>
                  <a:lnTo>
                    <a:pt x="632143" y="675640"/>
                  </a:lnTo>
                  <a:lnTo>
                    <a:pt x="633097" y="666115"/>
                  </a:lnTo>
                  <a:lnTo>
                    <a:pt x="633734" y="656908"/>
                  </a:lnTo>
                  <a:lnTo>
                    <a:pt x="634688" y="647383"/>
                  </a:lnTo>
                  <a:lnTo>
                    <a:pt x="636278" y="638175"/>
                  </a:lnTo>
                  <a:lnTo>
                    <a:pt x="637550" y="628968"/>
                  </a:lnTo>
                  <a:lnTo>
                    <a:pt x="639458" y="620078"/>
                  </a:lnTo>
                  <a:lnTo>
                    <a:pt x="641367" y="610870"/>
                  </a:lnTo>
                  <a:lnTo>
                    <a:pt x="643593" y="601980"/>
                  </a:lnTo>
                  <a:lnTo>
                    <a:pt x="645819" y="593090"/>
                  </a:lnTo>
                  <a:lnTo>
                    <a:pt x="648682" y="584518"/>
                  </a:lnTo>
                  <a:lnTo>
                    <a:pt x="651544" y="575628"/>
                  </a:lnTo>
                  <a:lnTo>
                    <a:pt x="654406" y="567055"/>
                  </a:lnTo>
                  <a:lnTo>
                    <a:pt x="657587" y="558800"/>
                  </a:lnTo>
                  <a:lnTo>
                    <a:pt x="661085" y="550228"/>
                  </a:lnTo>
                  <a:lnTo>
                    <a:pt x="664902" y="541973"/>
                  </a:lnTo>
                  <a:lnTo>
                    <a:pt x="668718" y="534035"/>
                  </a:lnTo>
                  <a:lnTo>
                    <a:pt x="672535" y="525780"/>
                  </a:lnTo>
                  <a:lnTo>
                    <a:pt x="676669" y="517843"/>
                  </a:lnTo>
                  <a:lnTo>
                    <a:pt x="681122" y="509905"/>
                  </a:lnTo>
                  <a:lnTo>
                    <a:pt x="685893" y="502603"/>
                  </a:lnTo>
                  <a:lnTo>
                    <a:pt x="690345" y="494665"/>
                  </a:lnTo>
                  <a:lnTo>
                    <a:pt x="695434" y="487363"/>
                  </a:lnTo>
                  <a:lnTo>
                    <a:pt x="700523" y="480060"/>
                  </a:lnTo>
                  <a:lnTo>
                    <a:pt x="705929" y="472758"/>
                  </a:lnTo>
                  <a:lnTo>
                    <a:pt x="716743" y="458788"/>
                  </a:lnTo>
                  <a:lnTo>
                    <a:pt x="728192" y="445135"/>
                  </a:lnTo>
                  <a:lnTo>
                    <a:pt x="740914" y="432435"/>
                  </a:lnTo>
                  <a:lnTo>
                    <a:pt x="753636" y="420370"/>
                  </a:lnTo>
                  <a:lnTo>
                    <a:pt x="767312" y="408623"/>
                  </a:lnTo>
                  <a:lnTo>
                    <a:pt x="780988" y="397510"/>
                  </a:lnTo>
                  <a:lnTo>
                    <a:pt x="788303" y="392113"/>
                  </a:lnTo>
                  <a:lnTo>
                    <a:pt x="795618" y="387033"/>
                  </a:lnTo>
                  <a:lnTo>
                    <a:pt x="803251" y="382270"/>
                  </a:lnTo>
                  <a:lnTo>
                    <a:pt x="810566" y="377508"/>
                  </a:lnTo>
                  <a:lnTo>
                    <a:pt x="818517" y="373063"/>
                  </a:lnTo>
                  <a:lnTo>
                    <a:pt x="826468" y="368618"/>
                  </a:lnTo>
                  <a:lnTo>
                    <a:pt x="834101" y="364490"/>
                  </a:lnTo>
                  <a:lnTo>
                    <a:pt x="842370" y="360363"/>
                  </a:lnTo>
                  <a:lnTo>
                    <a:pt x="850321" y="356553"/>
                  </a:lnTo>
                  <a:lnTo>
                    <a:pt x="858908" y="353060"/>
                  </a:lnTo>
                  <a:lnTo>
                    <a:pt x="867178" y="349885"/>
                  </a:lnTo>
                  <a:lnTo>
                    <a:pt x="875765" y="346710"/>
                  </a:lnTo>
                  <a:lnTo>
                    <a:pt x="884034" y="343218"/>
                  </a:lnTo>
                  <a:lnTo>
                    <a:pt x="892621" y="340360"/>
                  </a:lnTo>
                  <a:lnTo>
                    <a:pt x="901526" y="338138"/>
                  </a:lnTo>
                  <a:lnTo>
                    <a:pt x="910750" y="335598"/>
                  </a:lnTo>
                  <a:lnTo>
                    <a:pt x="919655" y="333375"/>
                  </a:lnTo>
                  <a:lnTo>
                    <a:pt x="928560" y="331470"/>
                  </a:lnTo>
                  <a:lnTo>
                    <a:pt x="937783" y="329883"/>
                  </a:lnTo>
                  <a:lnTo>
                    <a:pt x="946688" y="327978"/>
                  </a:lnTo>
                  <a:lnTo>
                    <a:pt x="955912" y="327025"/>
                  </a:lnTo>
                  <a:lnTo>
                    <a:pt x="965135" y="326073"/>
                  </a:lnTo>
                  <a:lnTo>
                    <a:pt x="974676" y="324803"/>
                  </a:lnTo>
                  <a:lnTo>
                    <a:pt x="984218" y="324485"/>
                  </a:lnTo>
                  <a:lnTo>
                    <a:pt x="993759" y="324168"/>
                  </a:lnTo>
                  <a:lnTo>
                    <a:pt x="1003300" y="323850"/>
                  </a:lnTo>
                  <a:close/>
                  <a:moveTo>
                    <a:pt x="990283" y="189417"/>
                  </a:moveTo>
                  <a:lnTo>
                    <a:pt x="977265" y="190052"/>
                  </a:lnTo>
                  <a:lnTo>
                    <a:pt x="964565" y="190687"/>
                  </a:lnTo>
                  <a:lnTo>
                    <a:pt x="951865" y="191956"/>
                  </a:lnTo>
                  <a:lnTo>
                    <a:pt x="939165" y="193225"/>
                  </a:lnTo>
                  <a:lnTo>
                    <a:pt x="926465" y="195129"/>
                  </a:lnTo>
                  <a:lnTo>
                    <a:pt x="914083" y="197349"/>
                  </a:lnTo>
                  <a:lnTo>
                    <a:pt x="901383" y="199888"/>
                  </a:lnTo>
                  <a:lnTo>
                    <a:pt x="889318" y="202109"/>
                  </a:lnTo>
                  <a:lnTo>
                    <a:pt x="877253" y="205282"/>
                  </a:lnTo>
                  <a:lnTo>
                    <a:pt x="865188" y="208772"/>
                  </a:lnTo>
                  <a:lnTo>
                    <a:pt x="853440" y="212262"/>
                  </a:lnTo>
                  <a:lnTo>
                    <a:pt x="841693" y="216069"/>
                  </a:lnTo>
                  <a:lnTo>
                    <a:pt x="829945" y="219877"/>
                  </a:lnTo>
                  <a:lnTo>
                    <a:pt x="818515" y="224319"/>
                  </a:lnTo>
                  <a:lnTo>
                    <a:pt x="807085" y="228760"/>
                  </a:lnTo>
                  <a:lnTo>
                    <a:pt x="795655" y="233837"/>
                  </a:lnTo>
                  <a:lnTo>
                    <a:pt x="784543" y="239231"/>
                  </a:lnTo>
                  <a:lnTo>
                    <a:pt x="773748" y="244625"/>
                  </a:lnTo>
                  <a:lnTo>
                    <a:pt x="762953" y="250336"/>
                  </a:lnTo>
                  <a:lnTo>
                    <a:pt x="752158" y="256364"/>
                  </a:lnTo>
                  <a:lnTo>
                    <a:pt x="741680" y="262392"/>
                  </a:lnTo>
                  <a:lnTo>
                    <a:pt x="731203" y="269055"/>
                  </a:lnTo>
                  <a:lnTo>
                    <a:pt x="721360" y="275401"/>
                  </a:lnTo>
                  <a:lnTo>
                    <a:pt x="711200" y="282698"/>
                  </a:lnTo>
                  <a:lnTo>
                    <a:pt x="701358" y="289679"/>
                  </a:lnTo>
                  <a:lnTo>
                    <a:pt x="691833" y="297293"/>
                  </a:lnTo>
                  <a:lnTo>
                    <a:pt x="682308" y="304591"/>
                  </a:lnTo>
                  <a:lnTo>
                    <a:pt x="673100" y="312523"/>
                  </a:lnTo>
                  <a:lnTo>
                    <a:pt x="663893" y="320772"/>
                  </a:lnTo>
                  <a:lnTo>
                    <a:pt x="655003" y="329022"/>
                  </a:lnTo>
                  <a:lnTo>
                    <a:pt x="646430" y="337588"/>
                  </a:lnTo>
                  <a:lnTo>
                    <a:pt x="637858" y="346155"/>
                  </a:lnTo>
                  <a:lnTo>
                    <a:pt x="629602" y="355039"/>
                  </a:lnTo>
                  <a:lnTo>
                    <a:pt x="621665" y="363923"/>
                  </a:lnTo>
                  <a:lnTo>
                    <a:pt x="613727" y="373124"/>
                  </a:lnTo>
                  <a:lnTo>
                    <a:pt x="606107" y="382642"/>
                  </a:lnTo>
                  <a:lnTo>
                    <a:pt x="598805" y="392161"/>
                  </a:lnTo>
                  <a:lnTo>
                    <a:pt x="591502" y="401997"/>
                  </a:lnTo>
                  <a:lnTo>
                    <a:pt x="584835" y="411832"/>
                  </a:lnTo>
                  <a:lnTo>
                    <a:pt x="578167" y="422303"/>
                  </a:lnTo>
                  <a:lnTo>
                    <a:pt x="571817" y="432456"/>
                  </a:lnTo>
                  <a:lnTo>
                    <a:pt x="565150" y="442926"/>
                  </a:lnTo>
                  <a:lnTo>
                    <a:pt x="559435" y="453396"/>
                  </a:lnTo>
                  <a:lnTo>
                    <a:pt x="553720" y="464501"/>
                  </a:lnTo>
                  <a:lnTo>
                    <a:pt x="548005" y="475289"/>
                  </a:lnTo>
                  <a:lnTo>
                    <a:pt x="543242" y="486711"/>
                  </a:lnTo>
                  <a:lnTo>
                    <a:pt x="538162" y="497499"/>
                  </a:lnTo>
                  <a:lnTo>
                    <a:pt x="533400" y="508921"/>
                  </a:lnTo>
                  <a:lnTo>
                    <a:pt x="529272" y="520660"/>
                  </a:lnTo>
                  <a:lnTo>
                    <a:pt x="525145" y="532082"/>
                  </a:lnTo>
                  <a:lnTo>
                    <a:pt x="521017" y="543822"/>
                  </a:lnTo>
                  <a:lnTo>
                    <a:pt x="517525" y="555878"/>
                  </a:lnTo>
                  <a:lnTo>
                    <a:pt x="514350" y="568252"/>
                  </a:lnTo>
                  <a:lnTo>
                    <a:pt x="511492" y="580309"/>
                  </a:lnTo>
                  <a:lnTo>
                    <a:pt x="508635" y="592366"/>
                  </a:lnTo>
                  <a:lnTo>
                    <a:pt x="506412" y="604740"/>
                  </a:lnTo>
                  <a:lnTo>
                    <a:pt x="504190" y="617114"/>
                  </a:lnTo>
                  <a:lnTo>
                    <a:pt x="502602" y="629805"/>
                  </a:lnTo>
                  <a:lnTo>
                    <a:pt x="501015" y="642496"/>
                  </a:lnTo>
                  <a:lnTo>
                    <a:pt x="500062" y="654870"/>
                  </a:lnTo>
                  <a:lnTo>
                    <a:pt x="499110" y="668196"/>
                  </a:lnTo>
                  <a:lnTo>
                    <a:pt x="498792" y="680888"/>
                  </a:lnTo>
                  <a:lnTo>
                    <a:pt x="498157" y="693896"/>
                  </a:lnTo>
                  <a:lnTo>
                    <a:pt x="498792" y="706905"/>
                  </a:lnTo>
                  <a:lnTo>
                    <a:pt x="499110" y="719596"/>
                  </a:lnTo>
                  <a:lnTo>
                    <a:pt x="500062" y="732605"/>
                  </a:lnTo>
                  <a:lnTo>
                    <a:pt x="501015" y="745296"/>
                  </a:lnTo>
                  <a:lnTo>
                    <a:pt x="502602" y="758304"/>
                  </a:lnTo>
                  <a:lnTo>
                    <a:pt x="504190" y="770678"/>
                  </a:lnTo>
                  <a:lnTo>
                    <a:pt x="506412" y="783052"/>
                  </a:lnTo>
                  <a:lnTo>
                    <a:pt x="508635" y="795426"/>
                  </a:lnTo>
                  <a:lnTo>
                    <a:pt x="511492" y="807800"/>
                  </a:lnTo>
                  <a:lnTo>
                    <a:pt x="514350" y="819857"/>
                  </a:lnTo>
                  <a:lnTo>
                    <a:pt x="517525" y="831914"/>
                  </a:lnTo>
                  <a:lnTo>
                    <a:pt x="521017" y="843653"/>
                  </a:lnTo>
                  <a:lnTo>
                    <a:pt x="525145" y="855393"/>
                  </a:lnTo>
                  <a:lnTo>
                    <a:pt x="529272" y="867132"/>
                  </a:lnTo>
                  <a:lnTo>
                    <a:pt x="533400" y="878554"/>
                  </a:lnTo>
                  <a:lnTo>
                    <a:pt x="538162" y="889977"/>
                  </a:lnTo>
                  <a:lnTo>
                    <a:pt x="543242" y="901399"/>
                  </a:lnTo>
                  <a:lnTo>
                    <a:pt x="548005" y="912186"/>
                  </a:lnTo>
                  <a:lnTo>
                    <a:pt x="553720" y="923291"/>
                  </a:lnTo>
                  <a:lnTo>
                    <a:pt x="559435" y="934079"/>
                  </a:lnTo>
                  <a:lnTo>
                    <a:pt x="565150" y="944549"/>
                  </a:lnTo>
                  <a:lnTo>
                    <a:pt x="571817" y="955337"/>
                  </a:lnTo>
                  <a:lnTo>
                    <a:pt x="578167" y="965807"/>
                  </a:lnTo>
                  <a:lnTo>
                    <a:pt x="584835" y="975643"/>
                  </a:lnTo>
                  <a:lnTo>
                    <a:pt x="591502" y="985479"/>
                  </a:lnTo>
                  <a:lnTo>
                    <a:pt x="598805" y="995632"/>
                  </a:lnTo>
                  <a:lnTo>
                    <a:pt x="606107" y="1005150"/>
                  </a:lnTo>
                  <a:lnTo>
                    <a:pt x="613727" y="1014351"/>
                  </a:lnTo>
                  <a:lnTo>
                    <a:pt x="621665" y="1023552"/>
                  </a:lnTo>
                  <a:lnTo>
                    <a:pt x="629602" y="1033071"/>
                  </a:lnTo>
                  <a:lnTo>
                    <a:pt x="637858" y="1041955"/>
                  </a:lnTo>
                  <a:lnTo>
                    <a:pt x="646430" y="1050521"/>
                  </a:lnTo>
                  <a:lnTo>
                    <a:pt x="655003" y="1059088"/>
                  </a:lnTo>
                  <a:lnTo>
                    <a:pt x="663893" y="1067020"/>
                  </a:lnTo>
                  <a:lnTo>
                    <a:pt x="673100" y="1074952"/>
                  </a:lnTo>
                  <a:lnTo>
                    <a:pt x="682308" y="1082884"/>
                  </a:lnTo>
                  <a:lnTo>
                    <a:pt x="691833" y="1090499"/>
                  </a:lnTo>
                  <a:lnTo>
                    <a:pt x="701358" y="1098114"/>
                  </a:lnTo>
                  <a:lnTo>
                    <a:pt x="711200" y="1105094"/>
                  </a:lnTo>
                  <a:lnTo>
                    <a:pt x="721360" y="1112074"/>
                  </a:lnTo>
                  <a:lnTo>
                    <a:pt x="731203" y="1118737"/>
                  </a:lnTo>
                  <a:lnTo>
                    <a:pt x="741680" y="1125083"/>
                  </a:lnTo>
                  <a:lnTo>
                    <a:pt x="752158" y="1131111"/>
                  </a:lnTo>
                  <a:lnTo>
                    <a:pt x="762953" y="1137139"/>
                  </a:lnTo>
                  <a:lnTo>
                    <a:pt x="773748" y="1142850"/>
                  </a:lnTo>
                  <a:lnTo>
                    <a:pt x="784543" y="1148562"/>
                  </a:lnTo>
                  <a:lnTo>
                    <a:pt x="795655" y="1153638"/>
                  </a:lnTo>
                  <a:lnTo>
                    <a:pt x="807085" y="1158715"/>
                  </a:lnTo>
                  <a:lnTo>
                    <a:pt x="818515" y="1163157"/>
                  </a:lnTo>
                  <a:lnTo>
                    <a:pt x="829945" y="1167599"/>
                  </a:lnTo>
                  <a:lnTo>
                    <a:pt x="841693" y="1171723"/>
                  </a:lnTo>
                  <a:lnTo>
                    <a:pt x="853440" y="1175531"/>
                  </a:lnTo>
                  <a:lnTo>
                    <a:pt x="865188" y="1179338"/>
                  </a:lnTo>
                  <a:lnTo>
                    <a:pt x="877253" y="1182511"/>
                  </a:lnTo>
                  <a:lnTo>
                    <a:pt x="889318" y="1185366"/>
                  </a:lnTo>
                  <a:lnTo>
                    <a:pt x="901383" y="1188222"/>
                  </a:lnTo>
                  <a:lnTo>
                    <a:pt x="914083" y="1190126"/>
                  </a:lnTo>
                  <a:lnTo>
                    <a:pt x="926465" y="1192347"/>
                  </a:lnTo>
                  <a:lnTo>
                    <a:pt x="939165" y="1194250"/>
                  </a:lnTo>
                  <a:lnTo>
                    <a:pt x="951865" y="1195519"/>
                  </a:lnTo>
                  <a:lnTo>
                    <a:pt x="964565" y="1196788"/>
                  </a:lnTo>
                  <a:lnTo>
                    <a:pt x="977265" y="1197740"/>
                  </a:lnTo>
                  <a:lnTo>
                    <a:pt x="990283" y="1198058"/>
                  </a:lnTo>
                  <a:lnTo>
                    <a:pt x="1003300" y="1198375"/>
                  </a:lnTo>
                  <a:lnTo>
                    <a:pt x="1016317" y="1198058"/>
                  </a:lnTo>
                  <a:lnTo>
                    <a:pt x="1029335" y="1197740"/>
                  </a:lnTo>
                  <a:lnTo>
                    <a:pt x="1042035" y="1196788"/>
                  </a:lnTo>
                  <a:lnTo>
                    <a:pt x="1055053" y="1195519"/>
                  </a:lnTo>
                  <a:lnTo>
                    <a:pt x="1067435" y="1194250"/>
                  </a:lnTo>
                  <a:lnTo>
                    <a:pt x="1079817" y="1192347"/>
                  </a:lnTo>
                  <a:lnTo>
                    <a:pt x="1092517" y="1190126"/>
                  </a:lnTo>
                  <a:lnTo>
                    <a:pt x="1104900" y="1188222"/>
                  </a:lnTo>
                  <a:lnTo>
                    <a:pt x="1116965" y="1185366"/>
                  </a:lnTo>
                  <a:lnTo>
                    <a:pt x="1129347" y="1182511"/>
                  </a:lnTo>
                  <a:lnTo>
                    <a:pt x="1141095" y="1179338"/>
                  </a:lnTo>
                  <a:lnTo>
                    <a:pt x="1153160" y="1175531"/>
                  </a:lnTo>
                  <a:lnTo>
                    <a:pt x="1164907" y="1171723"/>
                  </a:lnTo>
                  <a:lnTo>
                    <a:pt x="1176973" y="1167599"/>
                  </a:lnTo>
                  <a:lnTo>
                    <a:pt x="1188085" y="1163157"/>
                  </a:lnTo>
                  <a:lnTo>
                    <a:pt x="1199515" y="1158715"/>
                  </a:lnTo>
                  <a:lnTo>
                    <a:pt x="1210945" y="1153638"/>
                  </a:lnTo>
                  <a:lnTo>
                    <a:pt x="1222057" y="1148562"/>
                  </a:lnTo>
                  <a:lnTo>
                    <a:pt x="1232853" y="1142850"/>
                  </a:lnTo>
                  <a:lnTo>
                    <a:pt x="1243647" y="1137139"/>
                  </a:lnTo>
                  <a:lnTo>
                    <a:pt x="1254443" y="1131111"/>
                  </a:lnTo>
                  <a:lnTo>
                    <a:pt x="1264920" y="1125083"/>
                  </a:lnTo>
                  <a:lnTo>
                    <a:pt x="1275080" y="1118737"/>
                  </a:lnTo>
                  <a:lnTo>
                    <a:pt x="1285557" y="1112074"/>
                  </a:lnTo>
                  <a:lnTo>
                    <a:pt x="1295400" y="1105094"/>
                  </a:lnTo>
                  <a:lnTo>
                    <a:pt x="1304925" y="1098114"/>
                  </a:lnTo>
                  <a:lnTo>
                    <a:pt x="1314767" y="1090499"/>
                  </a:lnTo>
                  <a:lnTo>
                    <a:pt x="1324293" y="1082884"/>
                  </a:lnTo>
                  <a:lnTo>
                    <a:pt x="1333500" y="1074952"/>
                  </a:lnTo>
                  <a:lnTo>
                    <a:pt x="1342390" y="1067020"/>
                  </a:lnTo>
                  <a:lnTo>
                    <a:pt x="1351280" y="1059088"/>
                  </a:lnTo>
                  <a:lnTo>
                    <a:pt x="1359853" y="1050521"/>
                  </a:lnTo>
                  <a:lnTo>
                    <a:pt x="1368425" y="1041955"/>
                  </a:lnTo>
                  <a:lnTo>
                    <a:pt x="1376680" y="1033071"/>
                  </a:lnTo>
                  <a:lnTo>
                    <a:pt x="1384935" y="1023552"/>
                  </a:lnTo>
                  <a:lnTo>
                    <a:pt x="1392555" y="1014351"/>
                  </a:lnTo>
                  <a:lnTo>
                    <a:pt x="1400175" y="1005150"/>
                  </a:lnTo>
                  <a:lnTo>
                    <a:pt x="1407477" y="995632"/>
                  </a:lnTo>
                  <a:lnTo>
                    <a:pt x="1414780" y="985479"/>
                  </a:lnTo>
                  <a:lnTo>
                    <a:pt x="1421765" y="975643"/>
                  </a:lnTo>
                  <a:lnTo>
                    <a:pt x="1428433" y="965807"/>
                  </a:lnTo>
                  <a:lnTo>
                    <a:pt x="1435100" y="955337"/>
                  </a:lnTo>
                  <a:lnTo>
                    <a:pt x="1441133" y="944549"/>
                  </a:lnTo>
                  <a:lnTo>
                    <a:pt x="1447165" y="934079"/>
                  </a:lnTo>
                  <a:lnTo>
                    <a:pt x="1452880" y="923291"/>
                  </a:lnTo>
                  <a:lnTo>
                    <a:pt x="1458277" y="912186"/>
                  </a:lnTo>
                  <a:lnTo>
                    <a:pt x="1463675" y="901399"/>
                  </a:lnTo>
                  <a:lnTo>
                    <a:pt x="1468437" y="889977"/>
                  </a:lnTo>
                  <a:lnTo>
                    <a:pt x="1473200" y="878554"/>
                  </a:lnTo>
                  <a:lnTo>
                    <a:pt x="1477327" y="867132"/>
                  </a:lnTo>
                  <a:lnTo>
                    <a:pt x="1481455" y="855393"/>
                  </a:lnTo>
                  <a:lnTo>
                    <a:pt x="1485265" y="843653"/>
                  </a:lnTo>
                  <a:lnTo>
                    <a:pt x="1488757" y="831914"/>
                  </a:lnTo>
                  <a:lnTo>
                    <a:pt x="1491933" y="819857"/>
                  </a:lnTo>
                  <a:lnTo>
                    <a:pt x="1495107" y="807800"/>
                  </a:lnTo>
                  <a:lnTo>
                    <a:pt x="1497647" y="795426"/>
                  </a:lnTo>
                  <a:lnTo>
                    <a:pt x="1500187" y="783052"/>
                  </a:lnTo>
                  <a:lnTo>
                    <a:pt x="1502410" y="770678"/>
                  </a:lnTo>
                  <a:lnTo>
                    <a:pt x="1503997" y="758304"/>
                  </a:lnTo>
                  <a:lnTo>
                    <a:pt x="1505585" y="745296"/>
                  </a:lnTo>
                  <a:lnTo>
                    <a:pt x="1506537" y="732605"/>
                  </a:lnTo>
                  <a:lnTo>
                    <a:pt x="1507490" y="719596"/>
                  </a:lnTo>
                  <a:lnTo>
                    <a:pt x="1508125" y="706905"/>
                  </a:lnTo>
                  <a:lnTo>
                    <a:pt x="1508125" y="693896"/>
                  </a:lnTo>
                  <a:lnTo>
                    <a:pt x="1508125" y="680888"/>
                  </a:lnTo>
                  <a:lnTo>
                    <a:pt x="1507490" y="668196"/>
                  </a:lnTo>
                  <a:lnTo>
                    <a:pt x="1506537" y="654870"/>
                  </a:lnTo>
                  <a:lnTo>
                    <a:pt x="1505585" y="642496"/>
                  </a:lnTo>
                  <a:lnTo>
                    <a:pt x="1503997" y="629805"/>
                  </a:lnTo>
                  <a:lnTo>
                    <a:pt x="1502410" y="617114"/>
                  </a:lnTo>
                  <a:lnTo>
                    <a:pt x="1500187" y="604740"/>
                  </a:lnTo>
                  <a:lnTo>
                    <a:pt x="1497647" y="592366"/>
                  </a:lnTo>
                  <a:lnTo>
                    <a:pt x="1495107" y="580309"/>
                  </a:lnTo>
                  <a:lnTo>
                    <a:pt x="1491933" y="568252"/>
                  </a:lnTo>
                  <a:lnTo>
                    <a:pt x="1488757" y="555878"/>
                  </a:lnTo>
                  <a:lnTo>
                    <a:pt x="1485265" y="543822"/>
                  </a:lnTo>
                  <a:lnTo>
                    <a:pt x="1481455" y="532082"/>
                  </a:lnTo>
                  <a:lnTo>
                    <a:pt x="1477327" y="520660"/>
                  </a:lnTo>
                  <a:lnTo>
                    <a:pt x="1473200" y="508921"/>
                  </a:lnTo>
                  <a:lnTo>
                    <a:pt x="1468437" y="497499"/>
                  </a:lnTo>
                  <a:lnTo>
                    <a:pt x="1463675" y="486711"/>
                  </a:lnTo>
                  <a:lnTo>
                    <a:pt x="1458277" y="475289"/>
                  </a:lnTo>
                  <a:lnTo>
                    <a:pt x="1452880" y="464501"/>
                  </a:lnTo>
                  <a:lnTo>
                    <a:pt x="1447165" y="453396"/>
                  </a:lnTo>
                  <a:lnTo>
                    <a:pt x="1441133" y="442926"/>
                  </a:lnTo>
                  <a:lnTo>
                    <a:pt x="1435100" y="432456"/>
                  </a:lnTo>
                  <a:lnTo>
                    <a:pt x="1428433" y="422303"/>
                  </a:lnTo>
                  <a:lnTo>
                    <a:pt x="1421765" y="411832"/>
                  </a:lnTo>
                  <a:lnTo>
                    <a:pt x="1414780" y="401997"/>
                  </a:lnTo>
                  <a:lnTo>
                    <a:pt x="1407477" y="392161"/>
                  </a:lnTo>
                  <a:lnTo>
                    <a:pt x="1400175" y="382642"/>
                  </a:lnTo>
                  <a:lnTo>
                    <a:pt x="1392555" y="373124"/>
                  </a:lnTo>
                  <a:lnTo>
                    <a:pt x="1384935" y="363923"/>
                  </a:lnTo>
                  <a:lnTo>
                    <a:pt x="1376680" y="355039"/>
                  </a:lnTo>
                  <a:lnTo>
                    <a:pt x="1368425" y="346155"/>
                  </a:lnTo>
                  <a:lnTo>
                    <a:pt x="1359853" y="337588"/>
                  </a:lnTo>
                  <a:lnTo>
                    <a:pt x="1351280" y="329022"/>
                  </a:lnTo>
                  <a:lnTo>
                    <a:pt x="1342390" y="320772"/>
                  </a:lnTo>
                  <a:lnTo>
                    <a:pt x="1333500" y="312523"/>
                  </a:lnTo>
                  <a:lnTo>
                    <a:pt x="1324293" y="304591"/>
                  </a:lnTo>
                  <a:lnTo>
                    <a:pt x="1314767" y="297293"/>
                  </a:lnTo>
                  <a:lnTo>
                    <a:pt x="1304925" y="289679"/>
                  </a:lnTo>
                  <a:lnTo>
                    <a:pt x="1295400" y="282698"/>
                  </a:lnTo>
                  <a:lnTo>
                    <a:pt x="1285557" y="275401"/>
                  </a:lnTo>
                  <a:lnTo>
                    <a:pt x="1275080" y="269055"/>
                  </a:lnTo>
                  <a:lnTo>
                    <a:pt x="1264920" y="262392"/>
                  </a:lnTo>
                  <a:lnTo>
                    <a:pt x="1254443" y="256364"/>
                  </a:lnTo>
                  <a:lnTo>
                    <a:pt x="1243647" y="250336"/>
                  </a:lnTo>
                  <a:lnTo>
                    <a:pt x="1232853" y="244625"/>
                  </a:lnTo>
                  <a:lnTo>
                    <a:pt x="1222057" y="239231"/>
                  </a:lnTo>
                  <a:lnTo>
                    <a:pt x="1210945" y="233837"/>
                  </a:lnTo>
                  <a:lnTo>
                    <a:pt x="1199515" y="228760"/>
                  </a:lnTo>
                  <a:lnTo>
                    <a:pt x="1188085" y="224319"/>
                  </a:lnTo>
                  <a:lnTo>
                    <a:pt x="1176973" y="219877"/>
                  </a:lnTo>
                  <a:lnTo>
                    <a:pt x="1164907" y="216069"/>
                  </a:lnTo>
                  <a:lnTo>
                    <a:pt x="1153160" y="212262"/>
                  </a:lnTo>
                  <a:lnTo>
                    <a:pt x="1141095" y="208772"/>
                  </a:lnTo>
                  <a:lnTo>
                    <a:pt x="1129347" y="205282"/>
                  </a:lnTo>
                  <a:lnTo>
                    <a:pt x="1116965" y="202109"/>
                  </a:lnTo>
                  <a:lnTo>
                    <a:pt x="1104900" y="199888"/>
                  </a:lnTo>
                  <a:lnTo>
                    <a:pt x="1092517" y="197349"/>
                  </a:lnTo>
                  <a:lnTo>
                    <a:pt x="1079817" y="195129"/>
                  </a:lnTo>
                  <a:lnTo>
                    <a:pt x="1067435" y="193225"/>
                  </a:lnTo>
                  <a:lnTo>
                    <a:pt x="1055053" y="191956"/>
                  </a:lnTo>
                  <a:lnTo>
                    <a:pt x="1042035" y="190687"/>
                  </a:lnTo>
                  <a:lnTo>
                    <a:pt x="1029335" y="190052"/>
                  </a:lnTo>
                  <a:lnTo>
                    <a:pt x="1016317" y="189417"/>
                  </a:lnTo>
                  <a:lnTo>
                    <a:pt x="1003300" y="189417"/>
                  </a:lnTo>
                  <a:lnTo>
                    <a:pt x="990283" y="189417"/>
                  </a:lnTo>
                  <a:close/>
                  <a:moveTo>
                    <a:pt x="1003300" y="0"/>
                  </a:moveTo>
                  <a:lnTo>
                    <a:pt x="1024573" y="317"/>
                  </a:lnTo>
                  <a:lnTo>
                    <a:pt x="1046163" y="1269"/>
                  </a:lnTo>
                  <a:lnTo>
                    <a:pt x="1067117" y="2221"/>
                  </a:lnTo>
                  <a:lnTo>
                    <a:pt x="1088390" y="3490"/>
                  </a:lnTo>
                  <a:lnTo>
                    <a:pt x="1109345" y="5711"/>
                  </a:lnTo>
                  <a:lnTo>
                    <a:pt x="1130935" y="8249"/>
                  </a:lnTo>
                  <a:lnTo>
                    <a:pt x="1151890" y="11105"/>
                  </a:lnTo>
                  <a:lnTo>
                    <a:pt x="1172845" y="14278"/>
                  </a:lnTo>
                  <a:lnTo>
                    <a:pt x="1193483" y="17768"/>
                  </a:lnTo>
                  <a:lnTo>
                    <a:pt x="1214120" y="21892"/>
                  </a:lnTo>
                  <a:lnTo>
                    <a:pt x="1234757" y="26334"/>
                  </a:lnTo>
                  <a:lnTo>
                    <a:pt x="1255395" y="31411"/>
                  </a:lnTo>
                  <a:lnTo>
                    <a:pt x="1276033" y="36487"/>
                  </a:lnTo>
                  <a:lnTo>
                    <a:pt x="1296353" y="42199"/>
                  </a:lnTo>
                  <a:lnTo>
                    <a:pt x="1316355" y="48227"/>
                  </a:lnTo>
                  <a:lnTo>
                    <a:pt x="1336675" y="54573"/>
                  </a:lnTo>
                  <a:lnTo>
                    <a:pt x="1356677" y="61553"/>
                  </a:lnTo>
                  <a:lnTo>
                    <a:pt x="1376363" y="68850"/>
                  </a:lnTo>
                  <a:lnTo>
                    <a:pt x="1395730" y="76148"/>
                  </a:lnTo>
                  <a:lnTo>
                    <a:pt x="1415415" y="84080"/>
                  </a:lnTo>
                  <a:lnTo>
                    <a:pt x="1434783" y="92329"/>
                  </a:lnTo>
                  <a:lnTo>
                    <a:pt x="1453833" y="101213"/>
                  </a:lnTo>
                  <a:lnTo>
                    <a:pt x="1472883" y="110097"/>
                  </a:lnTo>
                  <a:lnTo>
                    <a:pt x="1491297" y="119298"/>
                  </a:lnTo>
                  <a:lnTo>
                    <a:pt x="1509713" y="128817"/>
                  </a:lnTo>
                  <a:lnTo>
                    <a:pt x="1528445" y="138970"/>
                  </a:lnTo>
                  <a:lnTo>
                    <a:pt x="1546543" y="149440"/>
                  </a:lnTo>
                  <a:lnTo>
                    <a:pt x="1564323" y="160228"/>
                  </a:lnTo>
                  <a:lnTo>
                    <a:pt x="1582103" y="171015"/>
                  </a:lnTo>
                  <a:lnTo>
                    <a:pt x="1599565" y="182437"/>
                  </a:lnTo>
                  <a:lnTo>
                    <a:pt x="1616710" y="194177"/>
                  </a:lnTo>
                  <a:lnTo>
                    <a:pt x="1633855" y="205916"/>
                  </a:lnTo>
                  <a:lnTo>
                    <a:pt x="1650683" y="218290"/>
                  </a:lnTo>
                  <a:lnTo>
                    <a:pt x="1666875" y="230664"/>
                  </a:lnTo>
                  <a:lnTo>
                    <a:pt x="1683067" y="243355"/>
                  </a:lnTo>
                  <a:lnTo>
                    <a:pt x="1698943" y="256681"/>
                  </a:lnTo>
                  <a:lnTo>
                    <a:pt x="1714500" y="270324"/>
                  </a:lnTo>
                  <a:lnTo>
                    <a:pt x="1730057" y="283650"/>
                  </a:lnTo>
                  <a:lnTo>
                    <a:pt x="1745297" y="297611"/>
                  </a:lnTo>
                  <a:lnTo>
                    <a:pt x="1759903" y="311888"/>
                  </a:lnTo>
                  <a:lnTo>
                    <a:pt x="1774507" y="326483"/>
                  </a:lnTo>
                  <a:lnTo>
                    <a:pt x="1788477" y="341396"/>
                  </a:lnTo>
                  <a:lnTo>
                    <a:pt x="1802130" y="356308"/>
                  </a:lnTo>
                  <a:lnTo>
                    <a:pt x="1815783" y="371537"/>
                  </a:lnTo>
                  <a:lnTo>
                    <a:pt x="1829117" y="387402"/>
                  </a:lnTo>
                  <a:lnTo>
                    <a:pt x="1841817" y="402948"/>
                  </a:lnTo>
                  <a:lnTo>
                    <a:pt x="1854200" y="419130"/>
                  </a:lnTo>
                  <a:lnTo>
                    <a:pt x="1866265" y="435311"/>
                  </a:lnTo>
                  <a:lnTo>
                    <a:pt x="1878013" y="451810"/>
                  </a:lnTo>
                  <a:lnTo>
                    <a:pt x="1889443" y="468309"/>
                  </a:lnTo>
                  <a:lnTo>
                    <a:pt x="1900555" y="485442"/>
                  </a:lnTo>
                  <a:lnTo>
                    <a:pt x="1911350" y="502575"/>
                  </a:lnTo>
                  <a:lnTo>
                    <a:pt x="1921510" y="520026"/>
                  </a:lnTo>
                  <a:lnTo>
                    <a:pt x="1931670" y="537793"/>
                  </a:lnTo>
                  <a:lnTo>
                    <a:pt x="1940877" y="555561"/>
                  </a:lnTo>
                  <a:lnTo>
                    <a:pt x="1950085" y="573329"/>
                  </a:lnTo>
                  <a:lnTo>
                    <a:pt x="1958657" y="592049"/>
                  </a:lnTo>
                  <a:lnTo>
                    <a:pt x="1966913" y="610134"/>
                  </a:lnTo>
                  <a:lnTo>
                    <a:pt x="1974533" y="628536"/>
                  </a:lnTo>
                  <a:lnTo>
                    <a:pt x="1981835" y="647573"/>
                  </a:lnTo>
                  <a:lnTo>
                    <a:pt x="1988820" y="666610"/>
                  </a:lnTo>
                  <a:lnTo>
                    <a:pt x="1995170" y="685647"/>
                  </a:lnTo>
                  <a:lnTo>
                    <a:pt x="2000885" y="704684"/>
                  </a:lnTo>
                  <a:lnTo>
                    <a:pt x="2006600" y="724355"/>
                  </a:lnTo>
                  <a:lnTo>
                    <a:pt x="2000885" y="742123"/>
                  </a:lnTo>
                  <a:lnTo>
                    <a:pt x="1995170" y="759891"/>
                  </a:lnTo>
                  <a:lnTo>
                    <a:pt x="1988820" y="777341"/>
                  </a:lnTo>
                  <a:lnTo>
                    <a:pt x="1981835" y="794792"/>
                  </a:lnTo>
                  <a:lnTo>
                    <a:pt x="1974533" y="811925"/>
                  </a:lnTo>
                  <a:lnTo>
                    <a:pt x="1966913" y="829058"/>
                  </a:lnTo>
                  <a:lnTo>
                    <a:pt x="1958657" y="845874"/>
                  </a:lnTo>
                  <a:lnTo>
                    <a:pt x="1950085" y="862373"/>
                  </a:lnTo>
                  <a:lnTo>
                    <a:pt x="1940877" y="879189"/>
                  </a:lnTo>
                  <a:lnTo>
                    <a:pt x="1931670" y="895053"/>
                  </a:lnTo>
                  <a:lnTo>
                    <a:pt x="1921510" y="911552"/>
                  </a:lnTo>
                  <a:lnTo>
                    <a:pt x="1911350" y="927099"/>
                  </a:lnTo>
                  <a:lnTo>
                    <a:pt x="1900555" y="943280"/>
                  </a:lnTo>
                  <a:lnTo>
                    <a:pt x="1889443" y="958510"/>
                  </a:lnTo>
                  <a:lnTo>
                    <a:pt x="1878013" y="973739"/>
                  </a:lnTo>
                  <a:lnTo>
                    <a:pt x="1866265" y="989286"/>
                  </a:lnTo>
                  <a:lnTo>
                    <a:pt x="1854200" y="1004198"/>
                  </a:lnTo>
                  <a:lnTo>
                    <a:pt x="1841817" y="1018793"/>
                  </a:lnTo>
                  <a:lnTo>
                    <a:pt x="1829117" y="1033388"/>
                  </a:lnTo>
                  <a:lnTo>
                    <a:pt x="1815783" y="1047666"/>
                  </a:lnTo>
                  <a:lnTo>
                    <a:pt x="1802130" y="1061309"/>
                  </a:lnTo>
                  <a:lnTo>
                    <a:pt x="1788477" y="1075269"/>
                  </a:lnTo>
                  <a:lnTo>
                    <a:pt x="1774507" y="1088913"/>
                  </a:lnTo>
                  <a:lnTo>
                    <a:pt x="1759903" y="1101921"/>
                  </a:lnTo>
                  <a:lnTo>
                    <a:pt x="1745297" y="1115247"/>
                  </a:lnTo>
                  <a:lnTo>
                    <a:pt x="1730057" y="1127938"/>
                  </a:lnTo>
                  <a:lnTo>
                    <a:pt x="1714500" y="1140312"/>
                  </a:lnTo>
                  <a:lnTo>
                    <a:pt x="1698943" y="1152686"/>
                  </a:lnTo>
                  <a:lnTo>
                    <a:pt x="1683067" y="1164743"/>
                  </a:lnTo>
                  <a:lnTo>
                    <a:pt x="1666875" y="1176482"/>
                  </a:lnTo>
                  <a:lnTo>
                    <a:pt x="1650683" y="1187905"/>
                  </a:lnTo>
                  <a:lnTo>
                    <a:pt x="1633855" y="1199009"/>
                  </a:lnTo>
                  <a:lnTo>
                    <a:pt x="1616710" y="1210114"/>
                  </a:lnTo>
                  <a:lnTo>
                    <a:pt x="1599565" y="1220902"/>
                  </a:lnTo>
                  <a:lnTo>
                    <a:pt x="1582103" y="1231055"/>
                  </a:lnTo>
                  <a:lnTo>
                    <a:pt x="1564323" y="1241208"/>
                  </a:lnTo>
                  <a:lnTo>
                    <a:pt x="1546543" y="1250726"/>
                  </a:lnTo>
                  <a:lnTo>
                    <a:pt x="1528445" y="1260245"/>
                  </a:lnTo>
                  <a:lnTo>
                    <a:pt x="1509713" y="1269763"/>
                  </a:lnTo>
                  <a:lnTo>
                    <a:pt x="1491297" y="1278647"/>
                  </a:lnTo>
                  <a:lnTo>
                    <a:pt x="1472883" y="1287214"/>
                  </a:lnTo>
                  <a:lnTo>
                    <a:pt x="1453833" y="1295146"/>
                  </a:lnTo>
                  <a:lnTo>
                    <a:pt x="1434783" y="1303078"/>
                  </a:lnTo>
                  <a:lnTo>
                    <a:pt x="1415415" y="1310693"/>
                  </a:lnTo>
                  <a:lnTo>
                    <a:pt x="1395730" y="1317990"/>
                  </a:lnTo>
                  <a:lnTo>
                    <a:pt x="1376363" y="1324653"/>
                  </a:lnTo>
                  <a:lnTo>
                    <a:pt x="1356677" y="1331316"/>
                  </a:lnTo>
                  <a:lnTo>
                    <a:pt x="1336675" y="1337662"/>
                  </a:lnTo>
                  <a:lnTo>
                    <a:pt x="1316355" y="1343373"/>
                  </a:lnTo>
                  <a:lnTo>
                    <a:pt x="1296353" y="1349084"/>
                  </a:lnTo>
                  <a:lnTo>
                    <a:pt x="1276033" y="1354478"/>
                  </a:lnTo>
                  <a:lnTo>
                    <a:pt x="1255395" y="1358920"/>
                  </a:lnTo>
                  <a:lnTo>
                    <a:pt x="1234757" y="1363679"/>
                  </a:lnTo>
                  <a:lnTo>
                    <a:pt x="1214120" y="1367486"/>
                  </a:lnTo>
                  <a:lnTo>
                    <a:pt x="1193483" y="1371294"/>
                  </a:lnTo>
                  <a:lnTo>
                    <a:pt x="1172845" y="1374784"/>
                  </a:lnTo>
                  <a:lnTo>
                    <a:pt x="1151890" y="1377639"/>
                  </a:lnTo>
                  <a:lnTo>
                    <a:pt x="1130935" y="1380178"/>
                  </a:lnTo>
                  <a:lnTo>
                    <a:pt x="1109345" y="1382399"/>
                  </a:lnTo>
                  <a:lnTo>
                    <a:pt x="1088390" y="1384302"/>
                  </a:lnTo>
                  <a:lnTo>
                    <a:pt x="1067117" y="1385571"/>
                  </a:lnTo>
                  <a:lnTo>
                    <a:pt x="1046163" y="1386840"/>
                  </a:lnTo>
                  <a:lnTo>
                    <a:pt x="1024573" y="1387475"/>
                  </a:lnTo>
                  <a:lnTo>
                    <a:pt x="1003300" y="1387475"/>
                  </a:lnTo>
                  <a:lnTo>
                    <a:pt x="981393" y="1387475"/>
                  </a:lnTo>
                  <a:lnTo>
                    <a:pt x="959485" y="1386840"/>
                  </a:lnTo>
                  <a:lnTo>
                    <a:pt x="937895" y="1385571"/>
                  </a:lnTo>
                  <a:lnTo>
                    <a:pt x="916305" y="1384302"/>
                  </a:lnTo>
                  <a:lnTo>
                    <a:pt x="895033" y="1382399"/>
                  </a:lnTo>
                  <a:lnTo>
                    <a:pt x="873760" y="1380178"/>
                  </a:lnTo>
                  <a:lnTo>
                    <a:pt x="852805" y="1377639"/>
                  </a:lnTo>
                  <a:lnTo>
                    <a:pt x="831533" y="1374784"/>
                  </a:lnTo>
                  <a:lnTo>
                    <a:pt x="810578" y="1371294"/>
                  </a:lnTo>
                  <a:lnTo>
                    <a:pt x="789940" y="1367486"/>
                  </a:lnTo>
                  <a:lnTo>
                    <a:pt x="769303" y="1363679"/>
                  </a:lnTo>
                  <a:lnTo>
                    <a:pt x="748983" y="1358920"/>
                  </a:lnTo>
                  <a:lnTo>
                    <a:pt x="728980" y="1354478"/>
                  </a:lnTo>
                  <a:lnTo>
                    <a:pt x="708660" y="1349084"/>
                  </a:lnTo>
                  <a:lnTo>
                    <a:pt x="689293" y="1343373"/>
                  </a:lnTo>
                  <a:lnTo>
                    <a:pt x="669290" y="1337662"/>
                  </a:lnTo>
                  <a:lnTo>
                    <a:pt x="649605" y="1331316"/>
                  </a:lnTo>
                  <a:lnTo>
                    <a:pt x="630555" y="1324653"/>
                  </a:lnTo>
                  <a:lnTo>
                    <a:pt x="611187" y="1317990"/>
                  </a:lnTo>
                  <a:lnTo>
                    <a:pt x="592455" y="1310693"/>
                  </a:lnTo>
                  <a:lnTo>
                    <a:pt x="573722" y="1303078"/>
                  </a:lnTo>
                  <a:lnTo>
                    <a:pt x="554990" y="1295146"/>
                  </a:lnTo>
                  <a:lnTo>
                    <a:pt x="536892" y="1287214"/>
                  </a:lnTo>
                  <a:lnTo>
                    <a:pt x="518477" y="1278647"/>
                  </a:lnTo>
                  <a:lnTo>
                    <a:pt x="500380" y="1269763"/>
                  </a:lnTo>
                  <a:lnTo>
                    <a:pt x="482917" y="1260245"/>
                  </a:lnTo>
                  <a:lnTo>
                    <a:pt x="465137" y="1250726"/>
                  </a:lnTo>
                  <a:lnTo>
                    <a:pt x="447992" y="1241208"/>
                  </a:lnTo>
                  <a:lnTo>
                    <a:pt x="430847" y="1231055"/>
                  </a:lnTo>
                  <a:lnTo>
                    <a:pt x="414020" y="1220902"/>
                  </a:lnTo>
                  <a:lnTo>
                    <a:pt x="397510" y="1210114"/>
                  </a:lnTo>
                  <a:lnTo>
                    <a:pt x="381000" y="1199009"/>
                  </a:lnTo>
                  <a:lnTo>
                    <a:pt x="364807" y="1187905"/>
                  </a:lnTo>
                  <a:lnTo>
                    <a:pt x="348615" y="1176482"/>
                  </a:lnTo>
                  <a:lnTo>
                    <a:pt x="333057" y="1164743"/>
                  </a:lnTo>
                  <a:lnTo>
                    <a:pt x="317817" y="1152686"/>
                  </a:lnTo>
                  <a:lnTo>
                    <a:pt x="302260" y="1140312"/>
                  </a:lnTo>
                  <a:lnTo>
                    <a:pt x="287337" y="1127938"/>
                  </a:lnTo>
                  <a:lnTo>
                    <a:pt x="272732" y="1115247"/>
                  </a:lnTo>
                  <a:lnTo>
                    <a:pt x="258445" y="1101921"/>
                  </a:lnTo>
                  <a:lnTo>
                    <a:pt x="244475" y="1088913"/>
                  </a:lnTo>
                  <a:lnTo>
                    <a:pt x="230505" y="1075269"/>
                  </a:lnTo>
                  <a:lnTo>
                    <a:pt x="216852" y="1061309"/>
                  </a:lnTo>
                  <a:lnTo>
                    <a:pt x="203517" y="1047666"/>
                  </a:lnTo>
                  <a:lnTo>
                    <a:pt x="190182" y="1033388"/>
                  </a:lnTo>
                  <a:lnTo>
                    <a:pt x="177800" y="1018793"/>
                  </a:lnTo>
                  <a:lnTo>
                    <a:pt x="164782" y="1004198"/>
                  </a:lnTo>
                  <a:lnTo>
                    <a:pt x="152717" y="989286"/>
                  </a:lnTo>
                  <a:lnTo>
                    <a:pt x="140970" y="973739"/>
                  </a:lnTo>
                  <a:lnTo>
                    <a:pt x="129222" y="958510"/>
                  </a:lnTo>
                  <a:lnTo>
                    <a:pt x="117792" y="943280"/>
                  </a:lnTo>
                  <a:lnTo>
                    <a:pt x="106997" y="927099"/>
                  </a:lnTo>
                  <a:lnTo>
                    <a:pt x="96202" y="911552"/>
                  </a:lnTo>
                  <a:lnTo>
                    <a:pt x="85725" y="895053"/>
                  </a:lnTo>
                  <a:lnTo>
                    <a:pt x="75882" y="879189"/>
                  </a:lnTo>
                  <a:lnTo>
                    <a:pt x="66040" y="862373"/>
                  </a:lnTo>
                  <a:lnTo>
                    <a:pt x="56515" y="845874"/>
                  </a:lnTo>
                  <a:lnTo>
                    <a:pt x="47307" y="829058"/>
                  </a:lnTo>
                  <a:lnTo>
                    <a:pt x="38735" y="811925"/>
                  </a:lnTo>
                  <a:lnTo>
                    <a:pt x="30162" y="794792"/>
                  </a:lnTo>
                  <a:lnTo>
                    <a:pt x="22225" y="777341"/>
                  </a:lnTo>
                  <a:lnTo>
                    <a:pt x="14287" y="759891"/>
                  </a:lnTo>
                  <a:lnTo>
                    <a:pt x="6667" y="742123"/>
                  </a:lnTo>
                  <a:lnTo>
                    <a:pt x="0" y="724355"/>
                  </a:lnTo>
                  <a:lnTo>
                    <a:pt x="6667" y="704684"/>
                  </a:lnTo>
                  <a:lnTo>
                    <a:pt x="14287" y="685647"/>
                  </a:lnTo>
                  <a:lnTo>
                    <a:pt x="22225" y="666610"/>
                  </a:lnTo>
                  <a:lnTo>
                    <a:pt x="30162" y="647573"/>
                  </a:lnTo>
                  <a:lnTo>
                    <a:pt x="38735" y="628536"/>
                  </a:lnTo>
                  <a:lnTo>
                    <a:pt x="47307" y="610134"/>
                  </a:lnTo>
                  <a:lnTo>
                    <a:pt x="56515" y="592049"/>
                  </a:lnTo>
                  <a:lnTo>
                    <a:pt x="66040" y="573329"/>
                  </a:lnTo>
                  <a:lnTo>
                    <a:pt x="75882" y="555561"/>
                  </a:lnTo>
                  <a:lnTo>
                    <a:pt x="85725" y="537793"/>
                  </a:lnTo>
                  <a:lnTo>
                    <a:pt x="96202" y="520026"/>
                  </a:lnTo>
                  <a:lnTo>
                    <a:pt x="106997" y="502575"/>
                  </a:lnTo>
                  <a:lnTo>
                    <a:pt x="117792" y="485442"/>
                  </a:lnTo>
                  <a:lnTo>
                    <a:pt x="129222" y="468309"/>
                  </a:lnTo>
                  <a:lnTo>
                    <a:pt x="140970" y="451810"/>
                  </a:lnTo>
                  <a:lnTo>
                    <a:pt x="152717" y="435311"/>
                  </a:lnTo>
                  <a:lnTo>
                    <a:pt x="164782" y="419130"/>
                  </a:lnTo>
                  <a:lnTo>
                    <a:pt x="177800" y="402948"/>
                  </a:lnTo>
                  <a:lnTo>
                    <a:pt x="190182" y="387402"/>
                  </a:lnTo>
                  <a:lnTo>
                    <a:pt x="203517" y="371537"/>
                  </a:lnTo>
                  <a:lnTo>
                    <a:pt x="216852" y="356308"/>
                  </a:lnTo>
                  <a:lnTo>
                    <a:pt x="230505" y="341396"/>
                  </a:lnTo>
                  <a:lnTo>
                    <a:pt x="244475" y="326483"/>
                  </a:lnTo>
                  <a:lnTo>
                    <a:pt x="258445" y="311888"/>
                  </a:lnTo>
                  <a:lnTo>
                    <a:pt x="272732" y="297611"/>
                  </a:lnTo>
                  <a:lnTo>
                    <a:pt x="287337" y="283650"/>
                  </a:lnTo>
                  <a:lnTo>
                    <a:pt x="302260" y="270324"/>
                  </a:lnTo>
                  <a:lnTo>
                    <a:pt x="317817" y="256681"/>
                  </a:lnTo>
                  <a:lnTo>
                    <a:pt x="333057" y="243355"/>
                  </a:lnTo>
                  <a:lnTo>
                    <a:pt x="348615" y="230664"/>
                  </a:lnTo>
                  <a:lnTo>
                    <a:pt x="364807" y="218290"/>
                  </a:lnTo>
                  <a:lnTo>
                    <a:pt x="381000" y="205916"/>
                  </a:lnTo>
                  <a:lnTo>
                    <a:pt x="397510" y="194177"/>
                  </a:lnTo>
                  <a:lnTo>
                    <a:pt x="414020" y="182437"/>
                  </a:lnTo>
                  <a:lnTo>
                    <a:pt x="430847" y="171015"/>
                  </a:lnTo>
                  <a:lnTo>
                    <a:pt x="447992" y="160228"/>
                  </a:lnTo>
                  <a:lnTo>
                    <a:pt x="465137" y="149440"/>
                  </a:lnTo>
                  <a:lnTo>
                    <a:pt x="482917" y="138970"/>
                  </a:lnTo>
                  <a:lnTo>
                    <a:pt x="500380" y="128817"/>
                  </a:lnTo>
                  <a:lnTo>
                    <a:pt x="518477" y="119298"/>
                  </a:lnTo>
                  <a:lnTo>
                    <a:pt x="536892" y="110097"/>
                  </a:lnTo>
                  <a:lnTo>
                    <a:pt x="554990" y="101213"/>
                  </a:lnTo>
                  <a:lnTo>
                    <a:pt x="573722" y="92329"/>
                  </a:lnTo>
                  <a:lnTo>
                    <a:pt x="592455" y="84080"/>
                  </a:lnTo>
                  <a:lnTo>
                    <a:pt x="611187" y="76148"/>
                  </a:lnTo>
                  <a:lnTo>
                    <a:pt x="630555" y="68850"/>
                  </a:lnTo>
                  <a:lnTo>
                    <a:pt x="649605" y="61553"/>
                  </a:lnTo>
                  <a:lnTo>
                    <a:pt x="669290" y="54573"/>
                  </a:lnTo>
                  <a:lnTo>
                    <a:pt x="689293" y="48227"/>
                  </a:lnTo>
                  <a:lnTo>
                    <a:pt x="708660" y="42199"/>
                  </a:lnTo>
                  <a:lnTo>
                    <a:pt x="728980" y="36487"/>
                  </a:lnTo>
                  <a:lnTo>
                    <a:pt x="748983" y="31411"/>
                  </a:lnTo>
                  <a:lnTo>
                    <a:pt x="769303" y="26334"/>
                  </a:lnTo>
                  <a:lnTo>
                    <a:pt x="789940" y="21892"/>
                  </a:lnTo>
                  <a:lnTo>
                    <a:pt x="810578" y="17768"/>
                  </a:lnTo>
                  <a:lnTo>
                    <a:pt x="831533" y="14278"/>
                  </a:lnTo>
                  <a:lnTo>
                    <a:pt x="852805" y="11105"/>
                  </a:lnTo>
                  <a:lnTo>
                    <a:pt x="873760" y="8249"/>
                  </a:lnTo>
                  <a:lnTo>
                    <a:pt x="895033" y="5711"/>
                  </a:lnTo>
                  <a:lnTo>
                    <a:pt x="916305" y="3490"/>
                  </a:lnTo>
                  <a:lnTo>
                    <a:pt x="937895" y="2221"/>
                  </a:lnTo>
                  <a:lnTo>
                    <a:pt x="959485" y="1269"/>
                  </a:lnTo>
                  <a:lnTo>
                    <a:pt x="981393" y="317"/>
                  </a:lnTo>
                  <a:lnTo>
                    <a:pt x="100330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lIns="83085" tIns="41543" rIns="83085" bIns="41543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974046" y="1143598"/>
            <a:ext cx="4515179" cy="405859"/>
            <a:chOff x="4597712" y="1584494"/>
            <a:chExt cx="5699829" cy="5112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3" name="Freeform 5"/>
            <p:cNvSpPr>
              <a:spLocks/>
            </p:cNvSpPr>
            <p:nvPr/>
          </p:nvSpPr>
          <p:spPr bwMode="auto">
            <a:xfrm>
              <a:off x="4597712" y="1584494"/>
              <a:ext cx="5699829" cy="511214"/>
            </a:xfrm>
            <a:custGeom>
              <a:avLst/>
              <a:gdLst>
                <a:gd name="T0" fmla="*/ 12255 w 12769"/>
                <a:gd name="T1" fmla="*/ 31 h 1159"/>
                <a:gd name="T2" fmla="*/ 12727 w 12769"/>
                <a:gd name="T3" fmla="*/ 503 h 1159"/>
                <a:gd name="T4" fmla="*/ 12727 w 12769"/>
                <a:gd name="T5" fmla="*/ 656 h 1159"/>
                <a:gd name="T6" fmla="*/ 12255 w 12769"/>
                <a:gd name="T7" fmla="*/ 1128 h 1159"/>
                <a:gd name="T8" fmla="*/ 12180 w 12769"/>
                <a:gd name="T9" fmla="*/ 1159 h 1159"/>
                <a:gd name="T10" fmla="*/ 591 w 12769"/>
                <a:gd name="T11" fmla="*/ 1159 h 1159"/>
                <a:gd name="T12" fmla="*/ 514 w 12769"/>
                <a:gd name="T13" fmla="*/ 1128 h 1159"/>
                <a:gd name="T14" fmla="*/ 42 w 12769"/>
                <a:gd name="T15" fmla="*/ 656 h 1159"/>
                <a:gd name="T16" fmla="*/ 42 w 12769"/>
                <a:gd name="T17" fmla="*/ 503 h 1159"/>
                <a:gd name="T18" fmla="*/ 514 w 12769"/>
                <a:gd name="T19" fmla="*/ 31 h 1159"/>
                <a:gd name="T20" fmla="*/ 591 w 12769"/>
                <a:gd name="T21" fmla="*/ 0 h 1159"/>
                <a:gd name="T22" fmla="*/ 12178 w 12769"/>
                <a:gd name="T23" fmla="*/ 0 h 1159"/>
                <a:gd name="T24" fmla="*/ 12255 w 12769"/>
                <a:gd name="T25" fmla="*/ 31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69" h="1159">
                  <a:moveTo>
                    <a:pt x="12255" y="31"/>
                  </a:moveTo>
                  <a:lnTo>
                    <a:pt x="12727" y="503"/>
                  </a:lnTo>
                  <a:cubicBezTo>
                    <a:pt x="12769" y="545"/>
                    <a:pt x="12769" y="614"/>
                    <a:pt x="12727" y="656"/>
                  </a:cubicBezTo>
                  <a:lnTo>
                    <a:pt x="12255" y="1128"/>
                  </a:lnTo>
                  <a:cubicBezTo>
                    <a:pt x="12235" y="1148"/>
                    <a:pt x="12208" y="1159"/>
                    <a:pt x="12180" y="1159"/>
                  </a:cubicBezTo>
                  <a:lnTo>
                    <a:pt x="591" y="1159"/>
                  </a:lnTo>
                  <a:cubicBezTo>
                    <a:pt x="563" y="1159"/>
                    <a:pt x="535" y="1149"/>
                    <a:pt x="514" y="1128"/>
                  </a:cubicBezTo>
                  <a:lnTo>
                    <a:pt x="42" y="656"/>
                  </a:lnTo>
                  <a:cubicBezTo>
                    <a:pt x="0" y="614"/>
                    <a:pt x="0" y="545"/>
                    <a:pt x="42" y="503"/>
                  </a:cubicBezTo>
                  <a:lnTo>
                    <a:pt x="514" y="31"/>
                  </a:lnTo>
                  <a:cubicBezTo>
                    <a:pt x="535" y="10"/>
                    <a:pt x="563" y="0"/>
                    <a:pt x="591" y="0"/>
                  </a:cubicBezTo>
                  <a:lnTo>
                    <a:pt x="12178" y="0"/>
                  </a:lnTo>
                  <a:cubicBezTo>
                    <a:pt x="12207" y="0"/>
                    <a:pt x="12235" y="11"/>
                    <a:pt x="12255" y="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 lim="800000"/>
              <a:headEnd/>
              <a:tailEnd/>
            </a:ln>
            <a:extLst/>
          </p:spPr>
          <p:txBody>
            <a:bodyPr vert="horz" wrap="square" lIns="83085" tIns="41543" rIns="83085" bIns="41543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5533485" y="1634928"/>
              <a:ext cx="3164444" cy="3634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875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定义</a:t>
              </a:r>
              <a:endParaRPr lang="zh-CN" altLang="en-US" sz="18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KSO_Shape"/>
            <p:cNvSpPr>
              <a:spLocks/>
            </p:cNvSpPr>
            <p:nvPr/>
          </p:nvSpPr>
          <p:spPr bwMode="auto">
            <a:xfrm>
              <a:off x="9331114" y="1670049"/>
              <a:ext cx="286351" cy="360384"/>
            </a:xfrm>
            <a:custGeom>
              <a:avLst/>
              <a:gdLst>
                <a:gd name="T0" fmla="*/ 2147483646 w 4228"/>
                <a:gd name="T1" fmla="*/ 2147483646 h 5910"/>
                <a:gd name="T2" fmla="*/ 2147483646 w 4228"/>
                <a:gd name="T3" fmla="*/ 2147483646 h 5910"/>
                <a:gd name="T4" fmla="*/ 2147483646 w 4228"/>
                <a:gd name="T5" fmla="*/ 2147483646 h 5910"/>
                <a:gd name="T6" fmla="*/ 2147483646 w 4228"/>
                <a:gd name="T7" fmla="*/ 2147483646 h 5910"/>
                <a:gd name="T8" fmla="*/ 2147483646 w 4228"/>
                <a:gd name="T9" fmla="*/ 736754076 h 5910"/>
                <a:gd name="T10" fmla="*/ 2147483646 w 4228"/>
                <a:gd name="T11" fmla="*/ 468900117 h 5910"/>
                <a:gd name="T12" fmla="*/ 2147483646 w 4228"/>
                <a:gd name="T13" fmla="*/ 2147483646 h 5910"/>
                <a:gd name="T14" fmla="*/ 2147483646 w 4228"/>
                <a:gd name="T15" fmla="*/ 2147483646 h 5910"/>
                <a:gd name="T16" fmla="*/ 769768890 w 4228"/>
                <a:gd name="T17" fmla="*/ 2147483646 h 5910"/>
                <a:gd name="T18" fmla="*/ 502005176 w 4228"/>
                <a:gd name="T19" fmla="*/ 2147483646 h 5910"/>
                <a:gd name="T20" fmla="*/ 2147483646 w 4228"/>
                <a:gd name="T21" fmla="*/ 2147483646 h 5910"/>
                <a:gd name="T22" fmla="*/ 2147483646 w 4228"/>
                <a:gd name="T23" fmla="*/ 2147483646 h 5910"/>
                <a:gd name="T24" fmla="*/ 2147483646 w 4228"/>
                <a:gd name="T25" fmla="*/ 2147483646 h 5910"/>
                <a:gd name="T26" fmla="*/ 2147483646 w 4228"/>
                <a:gd name="T27" fmla="*/ 2147483646 h 5910"/>
                <a:gd name="T28" fmla="*/ 2147483646 w 4228"/>
                <a:gd name="T29" fmla="*/ 2147483646 h 5910"/>
                <a:gd name="T30" fmla="*/ 2147483646 w 4228"/>
                <a:gd name="T31" fmla="*/ 2147483646 h 5910"/>
                <a:gd name="T32" fmla="*/ 2147483646 w 4228"/>
                <a:gd name="T33" fmla="*/ 2147483646 h 5910"/>
                <a:gd name="T34" fmla="*/ 2147483646 w 4228"/>
                <a:gd name="T35" fmla="*/ 2147483646 h 5910"/>
                <a:gd name="T36" fmla="*/ 2147483646 w 4228"/>
                <a:gd name="T37" fmla="*/ 2147483646 h 5910"/>
                <a:gd name="T38" fmla="*/ 2147483646 w 4228"/>
                <a:gd name="T39" fmla="*/ 2147483646 h 5910"/>
                <a:gd name="T40" fmla="*/ 2147483646 w 4228"/>
                <a:gd name="T41" fmla="*/ 2147483646 h 5910"/>
                <a:gd name="T42" fmla="*/ 2147483646 w 4228"/>
                <a:gd name="T43" fmla="*/ 2147483646 h 5910"/>
                <a:gd name="T44" fmla="*/ 2147483646 w 4228"/>
                <a:gd name="T45" fmla="*/ 2147483646 h 5910"/>
                <a:gd name="T46" fmla="*/ 2147483646 w 4228"/>
                <a:gd name="T47" fmla="*/ 2147483646 h 5910"/>
                <a:gd name="T48" fmla="*/ 2147483646 w 4228"/>
                <a:gd name="T49" fmla="*/ 2147483646 h 5910"/>
                <a:gd name="T50" fmla="*/ 2147483646 w 4228"/>
                <a:gd name="T51" fmla="*/ 2147483646 h 5910"/>
                <a:gd name="T52" fmla="*/ 2147483646 w 4228"/>
                <a:gd name="T53" fmla="*/ 2147483646 h 5910"/>
                <a:gd name="T54" fmla="*/ 2147483646 w 4228"/>
                <a:gd name="T55" fmla="*/ 2147483646 h 5910"/>
                <a:gd name="T56" fmla="*/ 2147483646 w 4228"/>
                <a:gd name="T57" fmla="*/ 2147483646 h 5910"/>
                <a:gd name="T58" fmla="*/ 2147483646 w 4228"/>
                <a:gd name="T59" fmla="*/ 2147483646 h 5910"/>
                <a:gd name="T60" fmla="*/ 2147483646 w 4228"/>
                <a:gd name="T61" fmla="*/ 2147483646 h 5910"/>
                <a:gd name="T62" fmla="*/ 2147483646 w 4228"/>
                <a:gd name="T63" fmla="*/ 2147483646 h 5910"/>
                <a:gd name="T64" fmla="*/ 2147483646 w 4228"/>
                <a:gd name="T65" fmla="*/ 2147483646 h 5910"/>
                <a:gd name="T66" fmla="*/ 2147483646 w 4228"/>
                <a:gd name="T67" fmla="*/ 2147483646 h 5910"/>
                <a:gd name="T68" fmla="*/ 2147483646 w 4228"/>
                <a:gd name="T69" fmla="*/ 2147483646 h 5910"/>
                <a:gd name="T70" fmla="*/ 2147483646 w 4228"/>
                <a:gd name="T71" fmla="*/ 2147483646 h 5910"/>
                <a:gd name="T72" fmla="*/ 2147483646 w 4228"/>
                <a:gd name="T73" fmla="*/ 2147483646 h 5910"/>
                <a:gd name="T74" fmla="*/ 2147483646 w 4228"/>
                <a:gd name="T75" fmla="*/ 2147483646 h 5910"/>
                <a:gd name="T76" fmla="*/ 2147483646 w 4228"/>
                <a:gd name="T77" fmla="*/ 2147483646 h 5910"/>
                <a:gd name="T78" fmla="*/ 2147483646 w 4228"/>
                <a:gd name="T79" fmla="*/ 2147483646 h 5910"/>
                <a:gd name="T80" fmla="*/ 2147483646 w 4228"/>
                <a:gd name="T81" fmla="*/ 2147483646 h 5910"/>
                <a:gd name="T82" fmla="*/ 2147483646 w 4228"/>
                <a:gd name="T83" fmla="*/ 2147483646 h 5910"/>
                <a:gd name="T84" fmla="*/ 2147483646 w 4228"/>
                <a:gd name="T85" fmla="*/ 2147483646 h 5910"/>
                <a:gd name="T86" fmla="*/ 2147483646 w 4228"/>
                <a:gd name="T87" fmla="*/ 2147483646 h 5910"/>
                <a:gd name="T88" fmla="*/ 2147483646 w 4228"/>
                <a:gd name="T89" fmla="*/ 2147483646 h 5910"/>
                <a:gd name="T90" fmla="*/ 2147483646 w 4228"/>
                <a:gd name="T91" fmla="*/ 2147483646 h 5910"/>
                <a:gd name="T92" fmla="*/ 2147483646 w 4228"/>
                <a:gd name="T93" fmla="*/ 2147483646 h 5910"/>
                <a:gd name="T94" fmla="*/ 2147483646 w 4228"/>
                <a:gd name="T95" fmla="*/ 2147483646 h 5910"/>
                <a:gd name="T96" fmla="*/ 2147483646 w 4228"/>
                <a:gd name="T97" fmla="*/ 2147483646 h 5910"/>
                <a:gd name="T98" fmla="*/ 2147483646 w 4228"/>
                <a:gd name="T99" fmla="*/ 2147483646 h 5910"/>
                <a:gd name="T100" fmla="*/ 2147483646 w 4228"/>
                <a:gd name="T101" fmla="*/ 2147483646 h 5910"/>
                <a:gd name="T102" fmla="*/ 2147483646 w 4228"/>
                <a:gd name="T103" fmla="*/ 2147483646 h 5910"/>
                <a:gd name="T104" fmla="*/ 2147483646 w 4228"/>
                <a:gd name="T105" fmla="*/ 2147483646 h 5910"/>
                <a:gd name="T106" fmla="*/ 2147483646 w 4228"/>
                <a:gd name="T107" fmla="*/ 2147483646 h 5910"/>
                <a:gd name="T108" fmla="*/ 2147483646 w 4228"/>
                <a:gd name="T109" fmla="*/ 2147483646 h 5910"/>
                <a:gd name="T110" fmla="*/ 2147483646 w 4228"/>
                <a:gd name="T111" fmla="*/ 2147483646 h 5910"/>
                <a:gd name="T112" fmla="*/ 2147483646 w 4228"/>
                <a:gd name="T113" fmla="*/ 2147483646 h 5910"/>
                <a:gd name="T114" fmla="*/ 2147483646 w 4228"/>
                <a:gd name="T115" fmla="*/ 2147483646 h 5910"/>
                <a:gd name="T116" fmla="*/ 2147483646 w 4228"/>
                <a:gd name="T117" fmla="*/ 2147483646 h 5910"/>
                <a:gd name="T118" fmla="*/ 2147483646 w 4228"/>
                <a:gd name="T119" fmla="*/ 2147483646 h 5910"/>
                <a:gd name="T120" fmla="*/ 2147483646 w 4228"/>
                <a:gd name="T121" fmla="*/ 2147483646 h 591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228" h="5910">
                  <a:moveTo>
                    <a:pt x="3998" y="2785"/>
                  </a:moveTo>
                  <a:lnTo>
                    <a:pt x="3815" y="2602"/>
                  </a:lnTo>
                  <a:lnTo>
                    <a:pt x="2840" y="1627"/>
                  </a:lnTo>
                  <a:lnTo>
                    <a:pt x="3127" y="1341"/>
                  </a:lnTo>
                  <a:lnTo>
                    <a:pt x="3155" y="1312"/>
                  </a:lnTo>
                  <a:lnTo>
                    <a:pt x="3181" y="1282"/>
                  </a:lnTo>
                  <a:lnTo>
                    <a:pt x="3205" y="1251"/>
                  </a:lnTo>
                  <a:lnTo>
                    <a:pt x="3227" y="1219"/>
                  </a:lnTo>
                  <a:lnTo>
                    <a:pt x="3247" y="1185"/>
                  </a:lnTo>
                  <a:lnTo>
                    <a:pt x="3266" y="1151"/>
                  </a:lnTo>
                  <a:lnTo>
                    <a:pt x="3284" y="1116"/>
                  </a:lnTo>
                  <a:lnTo>
                    <a:pt x="3299" y="1081"/>
                  </a:lnTo>
                  <a:lnTo>
                    <a:pt x="3313" y="1046"/>
                  </a:lnTo>
                  <a:lnTo>
                    <a:pt x="3324" y="1009"/>
                  </a:lnTo>
                  <a:lnTo>
                    <a:pt x="3335" y="972"/>
                  </a:lnTo>
                  <a:lnTo>
                    <a:pt x="3342" y="935"/>
                  </a:lnTo>
                  <a:lnTo>
                    <a:pt x="3349" y="898"/>
                  </a:lnTo>
                  <a:lnTo>
                    <a:pt x="3353" y="861"/>
                  </a:lnTo>
                  <a:lnTo>
                    <a:pt x="3356" y="823"/>
                  </a:lnTo>
                  <a:lnTo>
                    <a:pt x="3357" y="786"/>
                  </a:lnTo>
                  <a:lnTo>
                    <a:pt x="3356" y="748"/>
                  </a:lnTo>
                  <a:lnTo>
                    <a:pt x="3353" y="710"/>
                  </a:lnTo>
                  <a:lnTo>
                    <a:pt x="3349" y="673"/>
                  </a:lnTo>
                  <a:lnTo>
                    <a:pt x="3342" y="635"/>
                  </a:lnTo>
                  <a:lnTo>
                    <a:pt x="3335" y="598"/>
                  </a:lnTo>
                  <a:lnTo>
                    <a:pt x="3324" y="562"/>
                  </a:lnTo>
                  <a:lnTo>
                    <a:pt x="3313" y="526"/>
                  </a:lnTo>
                  <a:lnTo>
                    <a:pt x="3299" y="489"/>
                  </a:lnTo>
                  <a:lnTo>
                    <a:pt x="3284" y="455"/>
                  </a:lnTo>
                  <a:lnTo>
                    <a:pt x="3266" y="420"/>
                  </a:lnTo>
                  <a:lnTo>
                    <a:pt x="3247" y="385"/>
                  </a:lnTo>
                  <a:lnTo>
                    <a:pt x="3227" y="353"/>
                  </a:lnTo>
                  <a:lnTo>
                    <a:pt x="3205" y="321"/>
                  </a:lnTo>
                  <a:lnTo>
                    <a:pt x="3181" y="290"/>
                  </a:lnTo>
                  <a:lnTo>
                    <a:pt x="3155" y="258"/>
                  </a:lnTo>
                  <a:lnTo>
                    <a:pt x="3127" y="229"/>
                  </a:lnTo>
                  <a:lnTo>
                    <a:pt x="3097" y="201"/>
                  </a:lnTo>
                  <a:lnTo>
                    <a:pt x="3067" y="176"/>
                  </a:lnTo>
                  <a:lnTo>
                    <a:pt x="3036" y="151"/>
                  </a:lnTo>
                  <a:lnTo>
                    <a:pt x="3003" y="129"/>
                  </a:lnTo>
                  <a:lnTo>
                    <a:pt x="2970" y="108"/>
                  </a:lnTo>
                  <a:lnTo>
                    <a:pt x="2936" y="89"/>
                  </a:lnTo>
                  <a:lnTo>
                    <a:pt x="2902" y="72"/>
                  </a:lnTo>
                  <a:lnTo>
                    <a:pt x="2866" y="56"/>
                  </a:lnTo>
                  <a:lnTo>
                    <a:pt x="2830" y="43"/>
                  </a:lnTo>
                  <a:lnTo>
                    <a:pt x="2795" y="32"/>
                  </a:lnTo>
                  <a:lnTo>
                    <a:pt x="2758" y="22"/>
                  </a:lnTo>
                  <a:lnTo>
                    <a:pt x="2720" y="14"/>
                  </a:lnTo>
                  <a:lnTo>
                    <a:pt x="2683" y="7"/>
                  </a:lnTo>
                  <a:lnTo>
                    <a:pt x="2645" y="3"/>
                  </a:lnTo>
                  <a:lnTo>
                    <a:pt x="2608" y="0"/>
                  </a:lnTo>
                  <a:lnTo>
                    <a:pt x="2570" y="0"/>
                  </a:lnTo>
                  <a:lnTo>
                    <a:pt x="2532" y="0"/>
                  </a:lnTo>
                  <a:lnTo>
                    <a:pt x="2496" y="3"/>
                  </a:lnTo>
                  <a:lnTo>
                    <a:pt x="2458" y="7"/>
                  </a:lnTo>
                  <a:lnTo>
                    <a:pt x="2421" y="14"/>
                  </a:lnTo>
                  <a:lnTo>
                    <a:pt x="2383" y="22"/>
                  </a:lnTo>
                  <a:lnTo>
                    <a:pt x="2346" y="32"/>
                  </a:lnTo>
                  <a:lnTo>
                    <a:pt x="2310" y="43"/>
                  </a:lnTo>
                  <a:lnTo>
                    <a:pt x="2275" y="56"/>
                  </a:lnTo>
                  <a:lnTo>
                    <a:pt x="2239" y="72"/>
                  </a:lnTo>
                  <a:lnTo>
                    <a:pt x="2205" y="89"/>
                  </a:lnTo>
                  <a:lnTo>
                    <a:pt x="2171" y="108"/>
                  </a:lnTo>
                  <a:lnTo>
                    <a:pt x="2138" y="129"/>
                  </a:lnTo>
                  <a:lnTo>
                    <a:pt x="2105" y="151"/>
                  </a:lnTo>
                  <a:lnTo>
                    <a:pt x="2074" y="176"/>
                  </a:lnTo>
                  <a:lnTo>
                    <a:pt x="2044" y="201"/>
                  </a:lnTo>
                  <a:lnTo>
                    <a:pt x="2018" y="229"/>
                  </a:lnTo>
                  <a:lnTo>
                    <a:pt x="301" y="1950"/>
                  </a:lnTo>
                  <a:lnTo>
                    <a:pt x="284" y="1965"/>
                  </a:lnTo>
                  <a:lnTo>
                    <a:pt x="266" y="1980"/>
                  </a:lnTo>
                  <a:lnTo>
                    <a:pt x="248" y="1996"/>
                  </a:lnTo>
                  <a:lnTo>
                    <a:pt x="231" y="2013"/>
                  </a:lnTo>
                  <a:lnTo>
                    <a:pt x="203" y="2042"/>
                  </a:lnTo>
                  <a:lnTo>
                    <a:pt x="177" y="2072"/>
                  </a:lnTo>
                  <a:lnTo>
                    <a:pt x="153" y="2104"/>
                  </a:lnTo>
                  <a:lnTo>
                    <a:pt x="131" y="2135"/>
                  </a:lnTo>
                  <a:lnTo>
                    <a:pt x="110" y="2169"/>
                  </a:lnTo>
                  <a:lnTo>
                    <a:pt x="91" y="2203"/>
                  </a:lnTo>
                  <a:lnTo>
                    <a:pt x="74" y="2238"/>
                  </a:lnTo>
                  <a:lnTo>
                    <a:pt x="58" y="2273"/>
                  </a:lnTo>
                  <a:lnTo>
                    <a:pt x="45" y="2308"/>
                  </a:lnTo>
                  <a:lnTo>
                    <a:pt x="33" y="2345"/>
                  </a:lnTo>
                  <a:lnTo>
                    <a:pt x="23" y="2382"/>
                  </a:lnTo>
                  <a:lnTo>
                    <a:pt x="15" y="2419"/>
                  </a:lnTo>
                  <a:lnTo>
                    <a:pt x="9" y="2456"/>
                  </a:lnTo>
                  <a:lnTo>
                    <a:pt x="5" y="2493"/>
                  </a:lnTo>
                  <a:lnTo>
                    <a:pt x="1" y="2531"/>
                  </a:lnTo>
                  <a:lnTo>
                    <a:pt x="0" y="2569"/>
                  </a:lnTo>
                  <a:lnTo>
                    <a:pt x="1" y="2606"/>
                  </a:lnTo>
                  <a:lnTo>
                    <a:pt x="5" y="2644"/>
                  </a:lnTo>
                  <a:lnTo>
                    <a:pt x="9" y="2681"/>
                  </a:lnTo>
                  <a:lnTo>
                    <a:pt x="15" y="2719"/>
                  </a:lnTo>
                  <a:lnTo>
                    <a:pt x="23" y="2756"/>
                  </a:lnTo>
                  <a:lnTo>
                    <a:pt x="33" y="2792"/>
                  </a:lnTo>
                  <a:lnTo>
                    <a:pt x="45" y="2829"/>
                  </a:lnTo>
                  <a:lnTo>
                    <a:pt x="58" y="2865"/>
                  </a:lnTo>
                  <a:lnTo>
                    <a:pt x="74" y="2899"/>
                  </a:lnTo>
                  <a:lnTo>
                    <a:pt x="91" y="2934"/>
                  </a:lnTo>
                  <a:lnTo>
                    <a:pt x="110" y="2969"/>
                  </a:lnTo>
                  <a:lnTo>
                    <a:pt x="131" y="3001"/>
                  </a:lnTo>
                  <a:lnTo>
                    <a:pt x="153" y="3033"/>
                  </a:lnTo>
                  <a:lnTo>
                    <a:pt x="177" y="3065"/>
                  </a:lnTo>
                  <a:lnTo>
                    <a:pt x="203" y="3096"/>
                  </a:lnTo>
                  <a:lnTo>
                    <a:pt x="231" y="3125"/>
                  </a:lnTo>
                  <a:lnTo>
                    <a:pt x="1388" y="4281"/>
                  </a:lnTo>
                  <a:lnTo>
                    <a:pt x="1102" y="4567"/>
                  </a:lnTo>
                  <a:lnTo>
                    <a:pt x="1075" y="4597"/>
                  </a:lnTo>
                  <a:lnTo>
                    <a:pt x="1048" y="4627"/>
                  </a:lnTo>
                  <a:lnTo>
                    <a:pt x="1024" y="4658"/>
                  </a:lnTo>
                  <a:lnTo>
                    <a:pt x="1001" y="4691"/>
                  </a:lnTo>
                  <a:lnTo>
                    <a:pt x="981" y="4724"/>
                  </a:lnTo>
                  <a:lnTo>
                    <a:pt x="962" y="4758"/>
                  </a:lnTo>
                  <a:lnTo>
                    <a:pt x="945" y="4792"/>
                  </a:lnTo>
                  <a:lnTo>
                    <a:pt x="930" y="4828"/>
                  </a:lnTo>
                  <a:lnTo>
                    <a:pt x="916" y="4864"/>
                  </a:lnTo>
                  <a:lnTo>
                    <a:pt x="904" y="4899"/>
                  </a:lnTo>
                  <a:lnTo>
                    <a:pt x="894" y="4936"/>
                  </a:lnTo>
                  <a:lnTo>
                    <a:pt x="886" y="4973"/>
                  </a:lnTo>
                  <a:lnTo>
                    <a:pt x="879" y="5011"/>
                  </a:lnTo>
                  <a:lnTo>
                    <a:pt x="875" y="5048"/>
                  </a:lnTo>
                  <a:lnTo>
                    <a:pt x="873" y="5086"/>
                  </a:lnTo>
                  <a:lnTo>
                    <a:pt x="872" y="5123"/>
                  </a:lnTo>
                  <a:lnTo>
                    <a:pt x="873" y="5161"/>
                  </a:lnTo>
                  <a:lnTo>
                    <a:pt x="875" y="5198"/>
                  </a:lnTo>
                  <a:lnTo>
                    <a:pt x="880" y="5236"/>
                  </a:lnTo>
                  <a:lnTo>
                    <a:pt x="886" y="5273"/>
                  </a:lnTo>
                  <a:lnTo>
                    <a:pt x="894" y="5311"/>
                  </a:lnTo>
                  <a:lnTo>
                    <a:pt x="904" y="5347"/>
                  </a:lnTo>
                  <a:lnTo>
                    <a:pt x="916" y="5383"/>
                  </a:lnTo>
                  <a:lnTo>
                    <a:pt x="930" y="5419"/>
                  </a:lnTo>
                  <a:lnTo>
                    <a:pt x="945" y="5455"/>
                  </a:lnTo>
                  <a:lnTo>
                    <a:pt x="962" y="5489"/>
                  </a:lnTo>
                  <a:lnTo>
                    <a:pt x="981" y="5523"/>
                  </a:lnTo>
                  <a:lnTo>
                    <a:pt x="1002" y="5556"/>
                  </a:lnTo>
                  <a:lnTo>
                    <a:pt x="1024" y="5589"/>
                  </a:lnTo>
                  <a:lnTo>
                    <a:pt x="1049" y="5620"/>
                  </a:lnTo>
                  <a:lnTo>
                    <a:pt x="1075" y="5650"/>
                  </a:lnTo>
                  <a:lnTo>
                    <a:pt x="1102" y="5679"/>
                  </a:lnTo>
                  <a:lnTo>
                    <a:pt x="1131" y="5707"/>
                  </a:lnTo>
                  <a:lnTo>
                    <a:pt x="1162" y="5734"/>
                  </a:lnTo>
                  <a:lnTo>
                    <a:pt x="1193" y="5757"/>
                  </a:lnTo>
                  <a:lnTo>
                    <a:pt x="1225" y="5779"/>
                  </a:lnTo>
                  <a:lnTo>
                    <a:pt x="1259" y="5800"/>
                  </a:lnTo>
                  <a:lnTo>
                    <a:pt x="1292" y="5819"/>
                  </a:lnTo>
                  <a:lnTo>
                    <a:pt x="1327" y="5836"/>
                  </a:lnTo>
                  <a:lnTo>
                    <a:pt x="1362" y="5852"/>
                  </a:lnTo>
                  <a:lnTo>
                    <a:pt x="1398" y="5865"/>
                  </a:lnTo>
                  <a:lnTo>
                    <a:pt x="1434" y="5877"/>
                  </a:lnTo>
                  <a:lnTo>
                    <a:pt x="1471" y="5887"/>
                  </a:lnTo>
                  <a:lnTo>
                    <a:pt x="1507" y="5895"/>
                  </a:lnTo>
                  <a:lnTo>
                    <a:pt x="1545" y="5902"/>
                  </a:lnTo>
                  <a:lnTo>
                    <a:pt x="1582" y="5906"/>
                  </a:lnTo>
                  <a:lnTo>
                    <a:pt x="1620" y="5909"/>
                  </a:lnTo>
                  <a:lnTo>
                    <a:pt x="1658" y="5910"/>
                  </a:lnTo>
                  <a:lnTo>
                    <a:pt x="1696" y="5909"/>
                  </a:lnTo>
                  <a:lnTo>
                    <a:pt x="1734" y="5906"/>
                  </a:lnTo>
                  <a:lnTo>
                    <a:pt x="1771" y="5902"/>
                  </a:lnTo>
                  <a:lnTo>
                    <a:pt x="1809" y="5895"/>
                  </a:lnTo>
                  <a:lnTo>
                    <a:pt x="1845" y="5887"/>
                  </a:lnTo>
                  <a:lnTo>
                    <a:pt x="1882" y="5877"/>
                  </a:lnTo>
                  <a:lnTo>
                    <a:pt x="1918" y="5865"/>
                  </a:lnTo>
                  <a:lnTo>
                    <a:pt x="1954" y="5852"/>
                  </a:lnTo>
                  <a:lnTo>
                    <a:pt x="1989" y="5836"/>
                  </a:lnTo>
                  <a:lnTo>
                    <a:pt x="2024" y="5819"/>
                  </a:lnTo>
                  <a:lnTo>
                    <a:pt x="2057" y="5800"/>
                  </a:lnTo>
                  <a:lnTo>
                    <a:pt x="2091" y="5780"/>
                  </a:lnTo>
                  <a:lnTo>
                    <a:pt x="2123" y="5757"/>
                  </a:lnTo>
                  <a:lnTo>
                    <a:pt x="2154" y="5734"/>
                  </a:lnTo>
                  <a:lnTo>
                    <a:pt x="2184" y="5707"/>
                  </a:lnTo>
                  <a:lnTo>
                    <a:pt x="2215" y="5679"/>
                  </a:lnTo>
                  <a:lnTo>
                    <a:pt x="3998" y="3897"/>
                  </a:lnTo>
                  <a:lnTo>
                    <a:pt x="4026" y="3866"/>
                  </a:lnTo>
                  <a:lnTo>
                    <a:pt x="4052" y="3836"/>
                  </a:lnTo>
                  <a:lnTo>
                    <a:pt x="4076" y="3805"/>
                  </a:lnTo>
                  <a:lnTo>
                    <a:pt x="4099" y="3773"/>
                  </a:lnTo>
                  <a:lnTo>
                    <a:pt x="4119" y="3739"/>
                  </a:lnTo>
                  <a:lnTo>
                    <a:pt x="4138" y="3706"/>
                  </a:lnTo>
                  <a:lnTo>
                    <a:pt x="4156" y="3671"/>
                  </a:lnTo>
                  <a:lnTo>
                    <a:pt x="4170" y="3636"/>
                  </a:lnTo>
                  <a:lnTo>
                    <a:pt x="4185" y="3600"/>
                  </a:lnTo>
                  <a:lnTo>
                    <a:pt x="4196" y="3564"/>
                  </a:lnTo>
                  <a:lnTo>
                    <a:pt x="4206" y="3527"/>
                  </a:lnTo>
                  <a:lnTo>
                    <a:pt x="4214" y="3489"/>
                  </a:lnTo>
                  <a:lnTo>
                    <a:pt x="4220" y="3453"/>
                  </a:lnTo>
                  <a:lnTo>
                    <a:pt x="4225" y="3415"/>
                  </a:lnTo>
                  <a:lnTo>
                    <a:pt x="4227" y="3378"/>
                  </a:lnTo>
                  <a:lnTo>
                    <a:pt x="4228" y="3340"/>
                  </a:lnTo>
                  <a:lnTo>
                    <a:pt x="4227" y="3302"/>
                  </a:lnTo>
                  <a:lnTo>
                    <a:pt x="4225" y="3265"/>
                  </a:lnTo>
                  <a:lnTo>
                    <a:pt x="4220" y="3227"/>
                  </a:lnTo>
                  <a:lnTo>
                    <a:pt x="4214" y="3191"/>
                  </a:lnTo>
                  <a:lnTo>
                    <a:pt x="4206" y="3153"/>
                  </a:lnTo>
                  <a:lnTo>
                    <a:pt x="4196" y="3116"/>
                  </a:lnTo>
                  <a:lnTo>
                    <a:pt x="4185" y="3080"/>
                  </a:lnTo>
                  <a:lnTo>
                    <a:pt x="4170" y="3044"/>
                  </a:lnTo>
                  <a:lnTo>
                    <a:pt x="4156" y="3009"/>
                  </a:lnTo>
                  <a:lnTo>
                    <a:pt x="4138" y="2974"/>
                  </a:lnTo>
                  <a:lnTo>
                    <a:pt x="4119" y="2941"/>
                  </a:lnTo>
                  <a:lnTo>
                    <a:pt x="4099" y="2907"/>
                  </a:lnTo>
                  <a:lnTo>
                    <a:pt x="4076" y="2875"/>
                  </a:lnTo>
                  <a:lnTo>
                    <a:pt x="4052" y="2844"/>
                  </a:lnTo>
                  <a:lnTo>
                    <a:pt x="4026" y="2814"/>
                  </a:lnTo>
                  <a:lnTo>
                    <a:pt x="3998" y="2785"/>
                  </a:lnTo>
                  <a:close/>
                  <a:moveTo>
                    <a:pt x="2285" y="499"/>
                  </a:moveTo>
                  <a:lnTo>
                    <a:pt x="2285" y="499"/>
                  </a:lnTo>
                  <a:lnTo>
                    <a:pt x="2300" y="485"/>
                  </a:lnTo>
                  <a:lnTo>
                    <a:pt x="2316" y="471"/>
                  </a:lnTo>
                  <a:lnTo>
                    <a:pt x="2332" y="459"/>
                  </a:lnTo>
                  <a:lnTo>
                    <a:pt x="2348" y="448"/>
                  </a:lnTo>
                  <a:lnTo>
                    <a:pt x="2365" y="437"/>
                  </a:lnTo>
                  <a:lnTo>
                    <a:pt x="2383" y="428"/>
                  </a:lnTo>
                  <a:lnTo>
                    <a:pt x="2401" y="419"/>
                  </a:lnTo>
                  <a:lnTo>
                    <a:pt x="2419" y="411"/>
                  </a:lnTo>
                  <a:lnTo>
                    <a:pt x="2437" y="404"/>
                  </a:lnTo>
                  <a:lnTo>
                    <a:pt x="2456" y="398"/>
                  </a:lnTo>
                  <a:lnTo>
                    <a:pt x="2474" y="393"/>
                  </a:lnTo>
                  <a:lnTo>
                    <a:pt x="2493" y="389"/>
                  </a:lnTo>
                  <a:lnTo>
                    <a:pt x="2512" y="385"/>
                  </a:lnTo>
                  <a:lnTo>
                    <a:pt x="2531" y="383"/>
                  </a:lnTo>
                  <a:lnTo>
                    <a:pt x="2551" y="382"/>
                  </a:lnTo>
                  <a:lnTo>
                    <a:pt x="2570" y="381"/>
                  </a:lnTo>
                  <a:lnTo>
                    <a:pt x="2590" y="382"/>
                  </a:lnTo>
                  <a:lnTo>
                    <a:pt x="2609" y="383"/>
                  </a:lnTo>
                  <a:lnTo>
                    <a:pt x="2628" y="385"/>
                  </a:lnTo>
                  <a:lnTo>
                    <a:pt x="2647" y="389"/>
                  </a:lnTo>
                  <a:lnTo>
                    <a:pt x="2667" y="393"/>
                  </a:lnTo>
                  <a:lnTo>
                    <a:pt x="2685" y="398"/>
                  </a:lnTo>
                  <a:lnTo>
                    <a:pt x="2704" y="404"/>
                  </a:lnTo>
                  <a:lnTo>
                    <a:pt x="2722" y="411"/>
                  </a:lnTo>
                  <a:lnTo>
                    <a:pt x="2741" y="419"/>
                  </a:lnTo>
                  <a:lnTo>
                    <a:pt x="2759" y="428"/>
                  </a:lnTo>
                  <a:lnTo>
                    <a:pt x="2776" y="437"/>
                  </a:lnTo>
                  <a:lnTo>
                    <a:pt x="2792" y="448"/>
                  </a:lnTo>
                  <a:lnTo>
                    <a:pt x="2809" y="459"/>
                  </a:lnTo>
                  <a:lnTo>
                    <a:pt x="2826" y="471"/>
                  </a:lnTo>
                  <a:lnTo>
                    <a:pt x="2841" y="485"/>
                  </a:lnTo>
                  <a:lnTo>
                    <a:pt x="2856" y="499"/>
                  </a:lnTo>
                  <a:lnTo>
                    <a:pt x="2870" y="515"/>
                  </a:lnTo>
                  <a:lnTo>
                    <a:pt x="2884" y="530"/>
                  </a:lnTo>
                  <a:lnTo>
                    <a:pt x="2896" y="546"/>
                  </a:lnTo>
                  <a:lnTo>
                    <a:pt x="2908" y="563"/>
                  </a:lnTo>
                  <a:lnTo>
                    <a:pt x="2918" y="581"/>
                  </a:lnTo>
                  <a:lnTo>
                    <a:pt x="2928" y="597"/>
                  </a:lnTo>
                  <a:lnTo>
                    <a:pt x="2937" y="615"/>
                  </a:lnTo>
                  <a:lnTo>
                    <a:pt x="2945" y="633"/>
                  </a:lnTo>
                  <a:lnTo>
                    <a:pt x="2952" y="652"/>
                  </a:lnTo>
                  <a:lnTo>
                    <a:pt x="2959" y="670"/>
                  </a:lnTo>
                  <a:lnTo>
                    <a:pt x="2963" y="689"/>
                  </a:lnTo>
                  <a:lnTo>
                    <a:pt x="2968" y="708"/>
                  </a:lnTo>
                  <a:lnTo>
                    <a:pt x="2971" y="727"/>
                  </a:lnTo>
                  <a:lnTo>
                    <a:pt x="2973" y="747"/>
                  </a:lnTo>
                  <a:lnTo>
                    <a:pt x="2974" y="766"/>
                  </a:lnTo>
                  <a:lnTo>
                    <a:pt x="2974" y="786"/>
                  </a:lnTo>
                  <a:lnTo>
                    <a:pt x="2974" y="805"/>
                  </a:lnTo>
                  <a:lnTo>
                    <a:pt x="2973" y="824"/>
                  </a:lnTo>
                  <a:lnTo>
                    <a:pt x="2971" y="844"/>
                  </a:lnTo>
                  <a:lnTo>
                    <a:pt x="2968" y="863"/>
                  </a:lnTo>
                  <a:lnTo>
                    <a:pt x="2963" y="882"/>
                  </a:lnTo>
                  <a:lnTo>
                    <a:pt x="2959" y="901"/>
                  </a:lnTo>
                  <a:lnTo>
                    <a:pt x="2952" y="920"/>
                  </a:lnTo>
                  <a:lnTo>
                    <a:pt x="2945" y="938"/>
                  </a:lnTo>
                  <a:lnTo>
                    <a:pt x="2937" y="955"/>
                  </a:lnTo>
                  <a:lnTo>
                    <a:pt x="2928" y="973"/>
                  </a:lnTo>
                  <a:lnTo>
                    <a:pt x="2918" y="991"/>
                  </a:lnTo>
                  <a:lnTo>
                    <a:pt x="2908" y="1008"/>
                  </a:lnTo>
                  <a:lnTo>
                    <a:pt x="2896" y="1025"/>
                  </a:lnTo>
                  <a:lnTo>
                    <a:pt x="2884" y="1040"/>
                  </a:lnTo>
                  <a:lnTo>
                    <a:pt x="2870" y="1056"/>
                  </a:lnTo>
                  <a:lnTo>
                    <a:pt x="2856" y="1071"/>
                  </a:lnTo>
                  <a:lnTo>
                    <a:pt x="2743" y="1184"/>
                  </a:lnTo>
                  <a:lnTo>
                    <a:pt x="1550" y="2377"/>
                  </a:lnTo>
                  <a:lnTo>
                    <a:pt x="1543" y="2353"/>
                  </a:lnTo>
                  <a:lnTo>
                    <a:pt x="1535" y="2327"/>
                  </a:lnTo>
                  <a:lnTo>
                    <a:pt x="1527" y="2303"/>
                  </a:lnTo>
                  <a:lnTo>
                    <a:pt x="1518" y="2278"/>
                  </a:lnTo>
                  <a:lnTo>
                    <a:pt x="1508" y="2255"/>
                  </a:lnTo>
                  <a:lnTo>
                    <a:pt x="1497" y="2230"/>
                  </a:lnTo>
                  <a:lnTo>
                    <a:pt x="1485" y="2207"/>
                  </a:lnTo>
                  <a:lnTo>
                    <a:pt x="1473" y="2183"/>
                  </a:lnTo>
                  <a:lnTo>
                    <a:pt x="1459" y="2161"/>
                  </a:lnTo>
                  <a:lnTo>
                    <a:pt x="1446" y="2139"/>
                  </a:lnTo>
                  <a:lnTo>
                    <a:pt x="1430" y="2116"/>
                  </a:lnTo>
                  <a:lnTo>
                    <a:pt x="1415" y="2094"/>
                  </a:lnTo>
                  <a:lnTo>
                    <a:pt x="1398" y="2073"/>
                  </a:lnTo>
                  <a:lnTo>
                    <a:pt x="1380" y="2053"/>
                  </a:lnTo>
                  <a:lnTo>
                    <a:pt x="1362" y="2033"/>
                  </a:lnTo>
                  <a:lnTo>
                    <a:pt x="1343" y="2013"/>
                  </a:lnTo>
                  <a:lnTo>
                    <a:pt x="1323" y="1994"/>
                  </a:lnTo>
                  <a:lnTo>
                    <a:pt x="1303" y="1976"/>
                  </a:lnTo>
                  <a:lnTo>
                    <a:pt x="1283" y="1958"/>
                  </a:lnTo>
                  <a:lnTo>
                    <a:pt x="1262" y="1941"/>
                  </a:lnTo>
                  <a:lnTo>
                    <a:pt x="1241" y="1926"/>
                  </a:lnTo>
                  <a:lnTo>
                    <a:pt x="1218" y="1911"/>
                  </a:lnTo>
                  <a:lnTo>
                    <a:pt x="1196" y="1897"/>
                  </a:lnTo>
                  <a:lnTo>
                    <a:pt x="1174" y="1883"/>
                  </a:lnTo>
                  <a:lnTo>
                    <a:pt x="1151" y="1871"/>
                  </a:lnTo>
                  <a:lnTo>
                    <a:pt x="1128" y="1860"/>
                  </a:lnTo>
                  <a:lnTo>
                    <a:pt x="1105" y="1849"/>
                  </a:lnTo>
                  <a:lnTo>
                    <a:pt x="1080" y="1839"/>
                  </a:lnTo>
                  <a:lnTo>
                    <a:pt x="1057" y="1830"/>
                  </a:lnTo>
                  <a:lnTo>
                    <a:pt x="1032" y="1821"/>
                  </a:lnTo>
                  <a:lnTo>
                    <a:pt x="1008" y="1814"/>
                  </a:lnTo>
                  <a:lnTo>
                    <a:pt x="983" y="1808"/>
                  </a:lnTo>
                  <a:lnTo>
                    <a:pt x="2285" y="499"/>
                  </a:lnTo>
                  <a:close/>
                  <a:moveTo>
                    <a:pt x="1943" y="5409"/>
                  </a:moveTo>
                  <a:lnTo>
                    <a:pt x="1943" y="5409"/>
                  </a:lnTo>
                  <a:lnTo>
                    <a:pt x="1929" y="5423"/>
                  </a:lnTo>
                  <a:lnTo>
                    <a:pt x="1913" y="5437"/>
                  </a:lnTo>
                  <a:lnTo>
                    <a:pt x="1897" y="5449"/>
                  </a:lnTo>
                  <a:lnTo>
                    <a:pt x="1881" y="5461"/>
                  </a:lnTo>
                  <a:lnTo>
                    <a:pt x="1863" y="5471"/>
                  </a:lnTo>
                  <a:lnTo>
                    <a:pt x="1846" y="5481"/>
                  </a:lnTo>
                  <a:lnTo>
                    <a:pt x="1829" y="5490"/>
                  </a:lnTo>
                  <a:lnTo>
                    <a:pt x="1811" y="5498"/>
                  </a:lnTo>
                  <a:lnTo>
                    <a:pt x="1792" y="5505"/>
                  </a:lnTo>
                  <a:lnTo>
                    <a:pt x="1773" y="5510"/>
                  </a:lnTo>
                  <a:lnTo>
                    <a:pt x="1754" y="5516"/>
                  </a:lnTo>
                  <a:lnTo>
                    <a:pt x="1735" y="5521"/>
                  </a:lnTo>
                  <a:lnTo>
                    <a:pt x="1716" y="5523"/>
                  </a:lnTo>
                  <a:lnTo>
                    <a:pt x="1697" y="5526"/>
                  </a:lnTo>
                  <a:lnTo>
                    <a:pt x="1677" y="5527"/>
                  </a:lnTo>
                  <a:lnTo>
                    <a:pt x="1658" y="5527"/>
                  </a:lnTo>
                  <a:lnTo>
                    <a:pt x="1638" y="5527"/>
                  </a:lnTo>
                  <a:lnTo>
                    <a:pt x="1619" y="5526"/>
                  </a:lnTo>
                  <a:lnTo>
                    <a:pt x="1600" y="5523"/>
                  </a:lnTo>
                  <a:lnTo>
                    <a:pt x="1581" y="5521"/>
                  </a:lnTo>
                  <a:lnTo>
                    <a:pt x="1562" y="5516"/>
                  </a:lnTo>
                  <a:lnTo>
                    <a:pt x="1543" y="5510"/>
                  </a:lnTo>
                  <a:lnTo>
                    <a:pt x="1524" y="5505"/>
                  </a:lnTo>
                  <a:lnTo>
                    <a:pt x="1506" y="5498"/>
                  </a:lnTo>
                  <a:lnTo>
                    <a:pt x="1488" y="5490"/>
                  </a:lnTo>
                  <a:lnTo>
                    <a:pt x="1471" y="5481"/>
                  </a:lnTo>
                  <a:lnTo>
                    <a:pt x="1453" y="5471"/>
                  </a:lnTo>
                  <a:lnTo>
                    <a:pt x="1436" y="5461"/>
                  </a:lnTo>
                  <a:lnTo>
                    <a:pt x="1419" y="5449"/>
                  </a:lnTo>
                  <a:lnTo>
                    <a:pt x="1404" y="5437"/>
                  </a:lnTo>
                  <a:lnTo>
                    <a:pt x="1388" y="5423"/>
                  </a:lnTo>
                  <a:lnTo>
                    <a:pt x="1372" y="5409"/>
                  </a:lnTo>
                  <a:lnTo>
                    <a:pt x="1358" y="5394"/>
                  </a:lnTo>
                  <a:lnTo>
                    <a:pt x="1344" y="5378"/>
                  </a:lnTo>
                  <a:lnTo>
                    <a:pt x="1332" y="5362"/>
                  </a:lnTo>
                  <a:lnTo>
                    <a:pt x="1320" y="5345"/>
                  </a:lnTo>
                  <a:lnTo>
                    <a:pt x="1310" y="5329"/>
                  </a:lnTo>
                  <a:lnTo>
                    <a:pt x="1300" y="5311"/>
                  </a:lnTo>
                  <a:lnTo>
                    <a:pt x="1291" y="5293"/>
                  </a:lnTo>
                  <a:lnTo>
                    <a:pt x="1283" y="5275"/>
                  </a:lnTo>
                  <a:lnTo>
                    <a:pt x="1276" y="5257"/>
                  </a:lnTo>
                  <a:lnTo>
                    <a:pt x="1271" y="5238"/>
                  </a:lnTo>
                  <a:lnTo>
                    <a:pt x="1265" y="5219"/>
                  </a:lnTo>
                  <a:lnTo>
                    <a:pt x="1262" y="5200"/>
                  </a:lnTo>
                  <a:lnTo>
                    <a:pt x="1259" y="5181"/>
                  </a:lnTo>
                  <a:lnTo>
                    <a:pt x="1256" y="5162"/>
                  </a:lnTo>
                  <a:lnTo>
                    <a:pt x="1254" y="5142"/>
                  </a:lnTo>
                  <a:lnTo>
                    <a:pt x="1254" y="5123"/>
                  </a:lnTo>
                  <a:lnTo>
                    <a:pt x="1254" y="5103"/>
                  </a:lnTo>
                  <a:lnTo>
                    <a:pt x="1256" y="5084"/>
                  </a:lnTo>
                  <a:lnTo>
                    <a:pt x="1259" y="5065"/>
                  </a:lnTo>
                  <a:lnTo>
                    <a:pt x="1262" y="5045"/>
                  </a:lnTo>
                  <a:lnTo>
                    <a:pt x="1265" y="5026"/>
                  </a:lnTo>
                  <a:lnTo>
                    <a:pt x="1271" y="5009"/>
                  </a:lnTo>
                  <a:lnTo>
                    <a:pt x="1276" y="4990"/>
                  </a:lnTo>
                  <a:lnTo>
                    <a:pt x="1283" y="4971"/>
                  </a:lnTo>
                  <a:lnTo>
                    <a:pt x="1291" y="4953"/>
                  </a:lnTo>
                  <a:lnTo>
                    <a:pt x="1300" y="4935"/>
                  </a:lnTo>
                  <a:lnTo>
                    <a:pt x="1310" y="4918"/>
                  </a:lnTo>
                  <a:lnTo>
                    <a:pt x="1320" y="4902"/>
                  </a:lnTo>
                  <a:lnTo>
                    <a:pt x="1332" y="4885"/>
                  </a:lnTo>
                  <a:lnTo>
                    <a:pt x="1344" y="4868"/>
                  </a:lnTo>
                  <a:lnTo>
                    <a:pt x="1358" y="4852"/>
                  </a:lnTo>
                  <a:lnTo>
                    <a:pt x="1372" y="4838"/>
                  </a:lnTo>
                  <a:lnTo>
                    <a:pt x="1658" y="4551"/>
                  </a:lnTo>
                  <a:lnTo>
                    <a:pt x="1762" y="4655"/>
                  </a:lnTo>
                  <a:lnTo>
                    <a:pt x="1945" y="4838"/>
                  </a:lnTo>
                  <a:lnTo>
                    <a:pt x="1958" y="4852"/>
                  </a:lnTo>
                  <a:lnTo>
                    <a:pt x="1972" y="4868"/>
                  </a:lnTo>
                  <a:lnTo>
                    <a:pt x="1985" y="4885"/>
                  </a:lnTo>
                  <a:lnTo>
                    <a:pt x="1996" y="4902"/>
                  </a:lnTo>
                  <a:lnTo>
                    <a:pt x="2007" y="4918"/>
                  </a:lnTo>
                  <a:lnTo>
                    <a:pt x="2018" y="4935"/>
                  </a:lnTo>
                  <a:lnTo>
                    <a:pt x="2025" y="4953"/>
                  </a:lnTo>
                  <a:lnTo>
                    <a:pt x="2033" y="4972"/>
                  </a:lnTo>
                  <a:lnTo>
                    <a:pt x="2039" y="4990"/>
                  </a:lnTo>
                  <a:lnTo>
                    <a:pt x="2046" y="5009"/>
                  </a:lnTo>
                  <a:lnTo>
                    <a:pt x="2051" y="5026"/>
                  </a:lnTo>
                  <a:lnTo>
                    <a:pt x="2055" y="5046"/>
                  </a:lnTo>
                  <a:lnTo>
                    <a:pt x="2058" y="5065"/>
                  </a:lnTo>
                  <a:lnTo>
                    <a:pt x="2061" y="5084"/>
                  </a:lnTo>
                  <a:lnTo>
                    <a:pt x="2062" y="5103"/>
                  </a:lnTo>
                  <a:lnTo>
                    <a:pt x="2063" y="5123"/>
                  </a:lnTo>
                  <a:lnTo>
                    <a:pt x="2062" y="5142"/>
                  </a:lnTo>
                  <a:lnTo>
                    <a:pt x="2061" y="5162"/>
                  </a:lnTo>
                  <a:lnTo>
                    <a:pt x="2058" y="5181"/>
                  </a:lnTo>
                  <a:lnTo>
                    <a:pt x="2055" y="5200"/>
                  </a:lnTo>
                  <a:lnTo>
                    <a:pt x="2051" y="5219"/>
                  </a:lnTo>
                  <a:lnTo>
                    <a:pt x="2046" y="5238"/>
                  </a:lnTo>
                  <a:lnTo>
                    <a:pt x="2039" y="5257"/>
                  </a:lnTo>
                  <a:lnTo>
                    <a:pt x="2033" y="5275"/>
                  </a:lnTo>
                  <a:lnTo>
                    <a:pt x="2025" y="5293"/>
                  </a:lnTo>
                  <a:lnTo>
                    <a:pt x="2018" y="5311"/>
                  </a:lnTo>
                  <a:lnTo>
                    <a:pt x="2007" y="5329"/>
                  </a:lnTo>
                  <a:lnTo>
                    <a:pt x="1996" y="5345"/>
                  </a:lnTo>
                  <a:lnTo>
                    <a:pt x="1985" y="5362"/>
                  </a:lnTo>
                  <a:lnTo>
                    <a:pt x="1971" y="5378"/>
                  </a:lnTo>
                  <a:lnTo>
                    <a:pt x="1958" y="5393"/>
                  </a:lnTo>
                  <a:lnTo>
                    <a:pt x="1943" y="5409"/>
                  </a:lnTo>
                  <a:close/>
                  <a:moveTo>
                    <a:pt x="3727" y="3626"/>
                  </a:moveTo>
                  <a:lnTo>
                    <a:pt x="2420" y="4933"/>
                  </a:lnTo>
                  <a:lnTo>
                    <a:pt x="2414" y="4908"/>
                  </a:lnTo>
                  <a:lnTo>
                    <a:pt x="2406" y="4883"/>
                  </a:lnTo>
                  <a:lnTo>
                    <a:pt x="2397" y="4858"/>
                  </a:lnTo>
                  <a:lnTo>
                    <a:pt x="2389" y="4833"/>
                  </a:lnTo>
                  <a:lnTo>
                    <a:pt x="2379" y="4810"/>
                  </a:lnTo>
                  <a:lnTo>
                    <a:pt x="2368" y="4786"/>
                  </a:lnTo>
                  <a:lnTo>
                    <a:pt x="2356" y="4762"/>
                  </a:lnTo>
                  <a:lnTo>
                    <a:pt x="2344" y="4739"/>
                  </a:lnTo>
                  <a:lnTo>
                    <a:pt x="2331" y="4716"/>
                  </a:lnTo>
                  <a:lnTo>
                    <a:pt x="2316" y="4693"/>
                  </a:lnTo>
                  <a:lnTo>
                    <a:pt x="2302" y="4672"/>
                  </a:lnTo>
                  <a:lnTo>
                    <a:pt x="2286" y="4649"/>
                  </a:lnTo>
                  <a:lnTo>
                    <a:pt x="2269" y="4628"/>
                  </a:lnTo>
                  <a:lnTo>
                    <a:pt x="2251" y="4607"/>
                  </a:lnTo>
                  <a:lnTo>
                    <a:pt x="2234" y="4587"/>
                  </a:lnTo>
                  <a:lnTo>
                    <a:pt x="2215" y="4567"/>
                  </a:lnTo>
                  <a:lnTo>
                    <a:pt x="2032" y="4385"/>
                  </a:lnTo>
                  <a:lnTo>
                    <a:pt x="501" y="2855"/>
                  </a:lnTo>
                  <a:lnTo>
                    <a:pt x="487" y="2839"/>
                  </a:lnTo>
                  <a:lnTo>
                    <a:pt x="473" y="2824"/>
                  </a:lnTo>
                  <a:lnTo>
                    <a:pt x="461" y="2807"/>
                  </a:lnTo>
                  <a:lnTo>
                    <a:pt x="449" y="2791"/>
                  </a:lnTo>
                  <a:lnTo>
                    <a:pt x="439" y="2773"/>
                  </a:lnTo>
                  <a:lnTo>
                    <a:pt x="429" y="2757"/>
                  </a:lnTo>
                  <a:lnTo>
                    <a:pt x="420" y="2739"/>
                  </a:lnTo>
                  <a:lnTo>
                    <a:pt x="412" y="2721"/>
                  </a:lnTo>
                  <a:lnTo>
                    <a:pt x="405" y="2702"/>
                  </a:lnTo>
                  <a:lnTo>
                    <a:pt x="400" y="2684"/>
                  </a:lnTo>
                  <a:lnTo>
                    <a:pt x="394" y="2665"/>
                  </a:lnTo>
                  <a:lnTo>
                    <a:pt x="391" y="2646"/>
                  </a:lnTo>
                  <a:lnTo>
                    <a:pt x="387" y="2627"/>
                  </a:lnTo>
                  <a:lnTo>
                    <a:pt x="385" y="2607"/>
                  </a:lnTo>
                  <a:lnTo>
                    <a:pt x="383" y="2588"/>
                  </a:lnTo>
                  <a:lnTo>
                    <a:pt x="383" y="2569"/>
                  </a:lnTo>
                  <a:lnTo>
                    <a:pt x="383" y="2549"/>
                  </a:lnTo>
                  <a:lnTo>
                    <a:pt x="385" y="2530"/>
                  </a:lnTo>
                  <a:lnTo>
                    <a:pt x="387" y="2510"/>
                  </a:lnTo>
                  <a:lnTo>
                    <a:pt x="391" y="2491"/>
                  </a:lnTo>
                  <a:lnTo>
                    <a:pt x="394" y="2472"/>
                  </a:lnTo>
                  <a:lnTo>
                    <a:pt x="400" y="2453"/>
                  </a:lnTo>
                  <a:lnTo>
                    <a:pt x="405" y="2434"/>
                  </a:lnTo>
                  <a:lnTo>
                    <a:pt x="412" y="2416"/>
                  </a:lnTo>
                  <a:lnTo>
                    <a:pt x="420" y="2399"/>
                  </a:lnTo>
                  <a:lnTo>
                    <a:pt x="429" y="2381"/>
                  </a:lnTo>
                  <a:lnTo>
                    <a:pt x="439" y="2363"/>
                  </a:lnTo>
                  <a:lnTo>
                    <a:pt x="449" y="2346"/>
                  </a:lnTo>
                  <a:lnTo>
                    <a:pt x="461" y="2329"/>
                  </a:lnTo>
                  <a:lnTo>
                    <a:pt x="473" y="2314"/>
                  </a:lnTo>
                  <a:lnTo>
                    <a:pt x="487" y="2298"/>
                  </a:lnTo>
                  <a:lnTo>
                    <a:pt x="501" y="2283"/>
                  </a:lnTo>
                  <a:lnTo>
                    <a:pt x="517" y="2268"/>
                  </a:lnTo>
                  <a:lnTo>
                    <a:pt x="532" y="2255"/>
                  </a:lnTo>
                  <a:lnTo>
                    <a:pt x="548" y="2242"/>
                  </a:lnTo>
                  <a:lnTo>
                    <a:pt x="565" y="2231"/>
                  </a:lnTo>
                  <a:lnTo>
                    <a:pt x="581" y="2220"/>
                  </a:lnTo>
                  <a:lnTo>
                    <a:pt x="599" y="2210"/>
                  </a:lnTo>
                  <a:lnTo>
                    <a:pt x="617" y="2202"/>
                  </a:lnTo>
                  <a:lnTo>
                    <a:pt x="635" y="2195"/>
                  </a:lnTo>
                  <a:lnTo>
                    <a:pt x="653" y="2187"/>
                  </a:lnTo>
                  <a:lnTo>
                    <a:pt x="672" y="2181"/>
                  </a:lnTo>
                  <a:lnTo>
                    <a:pt x="691" y="2176"/>
                  </a:lnTo>
                  <a:lnTo>
                    <a:pt x="710" y="2172"/>
                  </a:lnTo>
                  <a:lnTo>
                    <a:pt x="729" y="2169"/>
                  </a:lnTo>
                  <a:lnTo>
                    <a:pt x="748" y="2167"/>
                  </a:lnTo>
                  <a:lnTo>
                    <a:pt x="768" y="2164"/>
                  </a:lnTo>
                  <a:lnTo>
                    <a:pt x="787" y="2164"/>
                  </a:lnTo>
                  <a:lnTo>
                    <a:pt x="807" y="2164"/>
                  </a:lnTo>
                  <a:lnTo>
                    <a:pt x="826" y="2167"/>
                  </a:lnTo>
                  <a:lnTo>
                    <a:pt x="845" y="2169"/>
                  </a:lnTo>
                  <a:lnTo>
                    <a:pt x="865" y="2172"/>
                  </a:lnTo>
                  <a:lnTo>
                    <a:pt x="884" y="2176"/>
                  </a:lnTo>
                  <a:lnTo>
                    <a:pt x="903" y="2181"/>
                  </a:lnTo>
                  <a:lnTo>
                    <a:pt x="921" y="2187"/>
                  </a:lnTo>
                  <a:lnTo>
                    <a:pt x="940" y="2193"/>
                  </a:lnTo>
                  <a:lnTo>
                    <a:pt x="957" y="2202"/>
                  </a:lnTo>
                  <a:lnTo>
                    <a:pt x="975" y="2210"/>
                  </a:lnTo>
                  <a:lnTo>
                    <a:pt x="992" y="2220"/>
                  </a:lnTo>
                  <a:lnTo>
                    <a:pt x="1010" y="2231"/>
                  </a:lnTo>
                  <a:lnTo>
                    <a:pt x="1025" y="2242"/>
                  </a:lnTo>
                  <a:lnTo>
                    <a:pt x="1042" y="2255"/>
                  </a:lnTo>
                  <a:lnTo>
                    <a:pt x="1058" y="2268"/>
                  </a:lnTo>
                  <a:lnTo>
                    <a:pt x="1073" y="2283"/>
                  </a:lnTo>
                  <a:lnTo>
                    <a:pt x="1087" y="2298"/>
                  </a:lnTo>
                  <a:lnTo>
                    <a:pt x="1100" y="2314"/>
                  </a:lnTo>
                  <a:lnTo>
                    <a:pt x="1114" y="2329"/>
                  </a:lnTo>
                  <a:lnTo>
                    <a:pt x="1125" y="2346"/>
                  </a:lnTo>
                  <a:lnTo>
                    <a:pt x="1136" y="2363"/>
                  </a:lnTo>
                  <a:lnTo>
                    <a:pt x="1145" y="2381"/>
                  </a:lnTo>
                  <a:lnTo>
                    <a:pt x="1154" y="2399"/>
                  </a:lnTo>
                  <a:lnTo>
                    <a:pt x="1162" y="2416"/>
                  </a:lnTo>
                  <a:lnTo>
                    <a:pt x="1168" y="2434"/>
                  </a:lnTo>
                  <a:lnTo>
                    <a:pt x="1175" y="2453"/>
                  </a:lnTo>
                  <a:lnTo>
                    <a:pt x="1179" y="2472"/>
                  </a:lnTo>
                  <a:lnTo>
                    <a:pt x="1184" y="2491"/>
                  </a:lnTo>
                  <a:lnTo>
                    <a:pt x="1187" y="2510"/>
                  </a:lnTo>
                  <a:lnTo>
                    <a:pt x="1189" y="2530"/>
                  </a:lnTo>
                  <a:lnTo>
                    <a:pt x="1191" y="2549"/>
                  </a:lnTo>
                  <a:lnTo>
                    <a:pt x="1192" y="2569"/>
                  </a:lnTo>
                  <a:lnTo>
                    <a:pt x="1191" y="2588"/>
                  </a:lnTo>
                  <a:lnTo>
                    <a:pt x="1189" y="2607"/>
                  </a:lnTo>
                  <a:lnTo>
                    <a:pt x="1187" y="2627"/>
                  </a:lnTo>
                  <a:lnTo>
                    <a:pt x="1184" y="2646"/>
                  </a:lnTo>
                  <a:lnTo>
                    <a:pt x="1179" y="2665"/>
                  </a:lnTo>
                  <a:lnTo>
                    <a:pt x="1175" y="2684"/>
                  </a:lnTo>
                  <a:lnTo>
                    <a:pt x="1168" y="2702"/>
                  </a:lnTo>
                  <a:lnTo>
                    <a:pt x="1162" y="2721"/>
                  </a:lnTo>
                  <a:lnTo>
                    <a:pt x="1154" y="2739"/>
                  </a:lnTo>
                  <a:lnTo>
                    <a:pt x="1145" y="2757"/>
                  </a:lnTo>
                  <a:lnTo>
                    <a:pt x="1136" y="2773"/>
                  </a:lnTo>
                  <a:lnTo>
                    <a:pt x="1125" y="2791"/>
                  </a:lnTo>
                  <a:lnTo>
                    <a:pt x="1114" y="2808"/>
                  </a:lnTo>
                  <a:lnTo>
                    <a:pt x="1100" y="2824"/>
                  </a:lnTo>
                  <a:lnTo>
                    <a:pt x="1087" y="2839"/>
                  </a:lnTo>
                  <a:lnTo>
                    <a:pt x="1073" y="2855"/>
                  </a:lnTo>
                  <a:lnTo>
                    <a:pt x="1343" y="3125"/>
                  </a:lnTo>
                  <a:lnTo>
                    <a:pt x="2570" y="1898"/>
                  </a:lnTo>
                  <a:lnTo>
                    <a:pt x="3545" y="2872"/>
                  </a:lnTo>
                  <a:lnTo>
                    <a:pt x="3727" y="3054"/>
                  </a:lnTo>
                  <a:lnTo>
                    <a:pt x="3742" y="3069"/>
                  </a:lnTo>
                  <a:lnTo>
                    <a:pt x="3755" y="3086"/>
                  </a:lnTo>
                  <a:lnTo>
                    <a:pt x="3768" y="3101"/>
                  </a:lnTo>
                  <a:lnTo>
                    <a:pt x="3780" y="3118"/>
                  </a:lnTo>
                  <a:lnTo>
                    <a:pt x="3790" y="3135"/>
                  </a:lnTo>
                  <a:lnTo>
                    <a:pt x="3800" y="3153"/>
                  </a:lnTo>
                  <a:lnTo>
                    <a:pt x="3809" y="3169"/>
                  </a:lnTo>
                  <a:lnTo>
                    <a:pt x="3816" y="3188"/>
                  </a:lnTo>
                  <a:lnTo>
                    <a:pt x="3823" y="3206"/>
                  </a:lnTo>
                  <a:lnTo>
                    <a:pt x="3830" y="3225"/>
                  </a:lnTo>
                  <a:lnTo>
                    <a:pt x="3834" y="3244"/>
                  </a:lnTo>
                  <a:lnTo>
                    <a:pt x="3839" y="3263"/>
                  </a:lnTo>
                  <a:lnTo>
                    <a:pt x="3842" y="3282"/>
                  </a:lnTo>
                  <a:lnTo>
                    <a:pt x="3844" y="3301"/>
                  </a:lnTo>
                  <a:lnTo>
                    <a:pt x="3845" y="3321"/>
                  </a:lnTo>
                  <a:lnTo>
                    <a:pt x="3845" y="3340"/>
                  </a:lnTo>
                  <a:lnTo>
                    <a:pt x="3845" y="3359"/>
                  </a:lnTo>
                  <a:lnTo>
                    <a:pt x="3844" y="3379"/>
                  </a:lnTo>
                  <a:lnTo>
                    <a:pt x="3842" y="3398"/>
                  </a:lnTo>
                  <a:lnTo>
                    <a:pt x="3839" y="3417"/>
                  </a:lnTo>
                  <a:lnTo>
                    <a:pt x="3834" y="3436"/>
                  </a:lnTo>
                  <a:lnTo>
                    <a:pt x="3830" y="3455"/>
                  </a:lnTo>
                  <a:lnTo>
                    <a:pt x="3823" y="3474"/>
                  </a:lnTo>
                  <a:lnTo>
                    <a:pt x="3816" y="3492"/>
                  </a:lnTo>
                  <a:lnTo>
                    <a:pt x="3809" y="3511"/>
                  </a:lnTo>
                  <a:lnTo>
                    <a:pt x="3800" y="3528"/>
                  </a:lnTo>
                  <a:lnTo>
                    <a:pt x="3790" y="3545"/>
                  </a:lnTo>
                  <a:lnTo>
                    <a:pt x="3780" y="3562"/>
                  </a:lnTo>
                  <a:lnTo>
                    <a:pt x="3768" y="3579"/>
                  </a:lnTo>
                  <a:lnTo>
                    <a:pt x="3755" y="3595"/>
                  </a:lnTo>
                  <a:lnTo>
                    <a:pt x="3742" y="3611"/>
                  </a:lnTo>
                  <a:lnTo>
                    <a:pt x="3727" y="3626"/>
                  </a:lnTo>
                  <a:close/>
                  <a:moveTo>
                    <a:pt x="2480" y="2235"/>
                  </a:moveTo>
                  <a:lnTo>
                    <a:pt x="1460" y="3254"/>
                  </a:lnTo>
                  <a:lnTo>
                    <a:pt x="1730" y="3524"/>
                  </a:lnTo>
                  <a:lnTo>
                    <a:pt x="2750" y="2505"/>
                  </a:lnTo>
                  <a:lnTo>
                    <a:pt x="2480" y="2235"/>
                  </a:lnTo>
                  <a:close/>
                  <a:moveTo>
                    <a:pt x="2887" y="2643"/>
                  </a:moveTo>
                  <a:lnTo>
                    <a:pt x="1868" y="3662"/>
                  </a:lnTo>
                  <a:lnTo>
                    <a:pt x="2139" y="3932"/>
                  </a:lnTo>
                  <a:lnTo>
                    <a:pt x="3157" y="2913"/>
                  </a:lnTo>
                  <a:lnTo>
                    <a:pt x="2887" y="2643"/>
                  </a:lnTo>
                  <a:close/>
                  <a:moveTo>
                    <a:pt x="2276" y="4069"/>
                  </a:moveTo>
                  <a:lnTo>
                    <a:pt x="2546" y="4340"/>
                  </a:lnTo>
                  <a:lnTo>
                    <a:pt x="3565" y="3321"/>
                  </a:lnTo>
                  <a:lnTo>
                    <a:pt x="3295" y="3050"/>
                  </a:lnTo>
                  <a:lnTo>
                    <a:pt x="2276" y="40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lIns="83085" tIns="41543" rIns="83085" bIns="41543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424625" y="1939286"/>
            <a:ext cx="4515179" cy="405859"/>
            <a:chOff x="4597712" y="2297506"/>
            <a:chExt cx="5699829" cy="5112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Freeform 5"/>
            <p:cNvSpPr>
              <a:spLocks/>
            </p:cNvSpPr>
            <p:nvPr/>
          </p:nvSpPr>
          <p:spPr bwMode="auto">
            <a:xfrm>
              <a:off x="4597712" y="2297506"/>
              <a:ext cx="5699829" cy="511214"/>
            </a:xfrm>
            <a:custGeom>
              <a:avLst/>
              <a:gdLst>
                <a:gd name="T0" fmla="*/ 12255 w 12769"/>
                <a:gd name="T1" fmla="*/ 31 h 1159"/>
                <a:gd name="T2" fmla="*/ 12727 w 12769"/>
                <a:gd name="T3" fmla="*/ 503 h 1159"/>
                <a:gd name="T4" fmla="*/ 12727 w 12769"/>
                <a:gd name="T5" fmla="*/ 656 h 1159"/>
                <a:gd name="T6" fmla="*/ 12255 w 12769"/>
                <a:gd name="T7" fmla="*/ 1128 h 1159"/>
                <a:gd name="T8" fmla="*/ 12180 w 12769"/>
                <a:gd name="T9" fmla="*/ 1159 h 1159"/>
                <a:gd name="T10" fmla="*/ 591 w 12769"/>
                <a:gd name="T11" fmla="*/ 1159 h 1159"/>
                <a:gd name="T12" fmla="*/ 514 w 12769"/>
                <a:gd name="T13" fmla="*/ 1128 h 1159"/>
                <a:gd name="T14" fmla="*/ 42 w 12769"/>
                <a:gd name="T15" fmla="*/ 656 h 1159"/>
                <a:gd name="T16" fmla="*/ 42 w 12769"/>
                <a:gd name="T17" fmla="*/ 503 h 1159"/>
                <a:gd name="T18" fmla="*/ 514 w 12769"/>
                <a:gd name="T19" fmla="*/ 31 h 1159"/>
                <a:gd name="T20" fmla="*/ 591 w 12769"/>
                <a:gd name="T21" fmla="*/ 0 h 1159"/>
                <a:gd name="T22" fmla="*/ 12178 w 12769"/>
                <a:gd name="T23" fmla="*/ 0 h 1159"/>
                <a:gd name="T24" fmla="*/ 12255 w 12769"/>
                <a:gd name="T25" fmla="*/ 31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69" h="1159">
                  <a:moveTo>
                    <a:pt x="12255" y="31"/>
                  </a:moveTo>
                  <a:lnTo>
                    <a:pt x="12727" y="503"/>
                  </a:lnTo>
                  <a:cubicBezTo>
                    <a:pt x="12769" y="545"/>
                    <a:pt x="12769" y="614"/>
                    <a:pt x="12727" y="656"/>
                  </a:cubicBezTo>
                  <a:lnTo>
                    <a:pt x="12255" y="1128"/>
                  </a:lnTo>
                  <a:cubicBezTo>
                    <a:pt x="12235" y="1148"/>
                    <a:pt x="12208" y="1159"/>
                    <a:pt x="12180" y="1159"/>
                  </a:cubicBezTo>
                  <a:lnTo>
                    <a:pt x="591" y="1159"/>
                  </a:lnTo>
                  <a:cubicBezTo>
                    <a:pt x="563" y="1159"/>
                    <a:pt x="535" y="1149"/>
                    <a:pt x="514" y="1128"/>
                  </a:cubicBezTo>
                  <a:lnTo>
                    <a:pt x="42" y="656"/>
                  </a:lnTo>
                  <a:cubicBezTo>
                    <a:pt x="0" y="614"/>
                    <a:pt x="0" y="545"/>
                    <a:pt x="42" y="503"/>
                  </a:cubicBezTo>
                  <a:lnTo>
                    <a:pt x="514" y="31"/>
                  </a:lnTo>
                  <a:cubicBezTo>
                    <a:pt x="535" y="10"/>
                    <a:pt x="563" y="0"/>
                    <a:pt x="591" y="0"/>
                  </a:cubicBezTo>
                  <a:lnTo>
                    <a:pt x="12178" y="0"/>
                  </a:lnTo>
                  <a:cubicBezTo>
                    <a:pt x="12207" y="0"/>
                    <a:pt x="12235" y="11"/>
                    <a:pt x="12255" y="31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 lim="800000"/>
              <a:headEnd/>
              <a:tailEnd/>
            </a:ln>
            <a:extLst/>
          </p:spPr>
          <p:txBody>
            <a:bodyPr vert="horz" wrap="square" lIns="83085" tIns="41543" rIns="83085" bIns="41543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533485" y="2366080"/>
              <a:ext cx="3224324" cy="3634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875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研究背景</a:t>
              </a:r>
              <a:endParaRPr lang="zh-CN" altLang="en-US" sz="18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3" name="KSO_Shape"/>
            <p:cNvSpPr>
              <a:spLocks/>
            </p:cNvSpPr>
            <p:nvPr/>
          </p:nvSpPr>
          <p:spPr bwMode="auto">
            <a:xfrm>
              <a:off x="9315111" y="2409874"/>
              <a:ext cx="318357" cy="2864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8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8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8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8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8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lIns="83085" tIns="41543" rIns="83085" bIns="41543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013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329862" y="1858730"/>
            <a:ext cx="563137" cy="570144"/>
            <a:chOff x="4538092" y="1956346"/>
            <a:chExt cx="750849" cy="760193"/>
          </a:xfrm>
        </p:grpSpPr>
        <p:sp>
          <p:nvSpPr>
            <p:cNvPr id="100" name="椭圆 99"/>
            <p:cNvSpPr/>
            <p:nvPr/>
          </p:nvSpPr>
          <p:spPr>
            <a:xfrm>
              <a:off x="4538092" y="1956346"/>
              <a:ext cx="750849" cy="750947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733732" y="1977875"/>
              <a:ext cx="3663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endParaRPr lang="zh-CN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843808" y="1077869"/>
            <a:ext cx="563137" cy="563210"/>
            <a:chOff x="3875916" y="908726"/>
            <a:chExt cx="750849" cy="750947"/>
          </a:xfrm>
        </p:grpSpPr>
        <p:sp>
          <p:nvSpPr>
            <p:cNvPr id="60" name="椭圆 59"/>
            <p:cNvSpPr/>
            <p:nvPr/>
          </p:nvSpPr>
          <p:spPr>
            <a:xfrm>
              <a:off x="3875916" y="908726"/>
              <a:ext cx="750849" cy="750947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082629" y="914514"/>
              <a:ext cx="3663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zh-CN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373732" y="2857502"/>
            <a:ext cx="563137" cy="563210"/>
            <a:chOff x="4497515" y="4149086"/>
            <a:chExt cx="750849" cy="750947"/>
          </a:xfrm>
        </p:grpSpPr>
        <p:sp>
          <p:nvSpPr>
            <p:cNvPr id="66" name="椭圆 65"/>
            <p:cNvSpPr/>
            <p:nvPr/>
          </p:nvSpPr>
          <p:spPr>
            <a:xfrm>
              <a:off x="4497515" y="4149086"/>
              <a:ext cx="750849" cy="750947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648768" y="4161274"/>
              <a:ext cx="3663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endParaRPr lang="zh-CN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897817" y="3698445"/>
            <a:ext cx="563137" cy="577143"/>
            <a:chOff x="3862962" y="5270347"/>
            <a:chExt cx="750849" cy="769525"/>
          </a:xfrm>
        </p:grpSpPr>
        <p:sp>
          <p:nvSpPr>
            <p:cNvPr id="111" name="椭圆 110"/>
            <p:cNvSpPr/>
            <p:nvPr/>
          </p:nvSpPr>
          <p:spPr>
            <a:xfrm>
              <a:off x="3862962" y="5270347"/>
              <a:ext cx="750849" cy="750947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006974" y="5301208"/>
              <a:ext cx="3663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4</a:t>
              </a:r>
              <a:endParaRPr lang="zh-CN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732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" y="0"/>
            <a:ext cx="3653303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89802" y="1782002"/>
            <a:ext cx="1567338" cy="1567542"/>
          </a:xfrm>
          <a:prstGeom prst="ellipse">
            <a:avLst/>
          </a:prstGeom>
          <a:pattFill prst="dkDnDiag">
            <a:fgClr>
              <a:srgbClr val="F3F3F3"/>
            </a:fgClr>
            <a:bgClr>
              <a:srgbClr val="F7F7F7"/>
            </a:bgClr>
          </a:pattFill>
          <a:ln w="19050">
            <a:gradFill flip="none" rotWithShape="1">
              <a:gsLst>
                <a:gs pos="0">
                  <a:schemeClr val="bg1"/>
                </a:gs>
                <a:gs pos="100000">
                  <a:srgbClr val="DEDEDE"/>
                </a:gs>
              </a:gsLst>
              <a:lin ang="2700000" scaled="1"/>
              <a:tileRect/>
            </a:gradFill>
          </a:ln>
          <a:effectLst>
            <a:outerShdw blurRad="3429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2155" y="1689986"/>
            <a:ext cx="4452221" cy="800403"/>
          </a:xfrm>
          <a:prstGeom prst="rect">
            <a:avLst/>
          </a:prstGeom>
          <a:noFill/>
          <a:effectLst/>
        </p:spPr>
        <p:txBody>
          <a:bodyPr wrap="square" lIns="72572" tIns="36286" rIns="72572" bIns="36286" rtlCol="0">
            <a:spAutoFit/>
          </a:bodyPr>
          <a:lstStyle/>
          <a:p>
            <a:pPr algn="ctr"/>
            <a:r>
              <a:rPr lang="zh-CN" altLang="en-US" sz="4725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  <a:endParaRPr lang="zh-CN" altLang="en-US" sz="4725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616658" y="2573868"/>
            <a:ext cx="40432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105"/>
          <p:cNvGrpSpPr>
            <a:grpSpLocks/>
          </p:cNvGrpSpPr>
          <p:nvPr/>
        </p:nvGrpSpPr>
        <p:grpSpPr bwMode="auto">
          <a:xfrm>
            <a:off x="3161158" y="2148103"/>
            <a:ext cx="824626" cy="827846"/>
            <a:chOff x="0" y="0"/>
            <a:chExt cx="492125" cy="490538"/>
          </a:xfrm>
          <a:solidFill>
            <a:schemeClr val="accent1"/>
          </a:solidFill>
        </p:grpSpPr>
        <p:sp>
          <p:nvSpPr>
            <p:cNvPr id="49" name="Freeform 9"/>
            <p:cNvSpPr>
              <a:spLocks noEditPoints="1" noChangeArrowheads="1"/>
            </p:cNvSpPr>
            <p:nvPr/>
          </p:nvSpPr>
          <p:spPr bwMode="auto">
            <a:xfrm>
              <a:off x="0" y="0"/>
              <a:ext cx="492125" cy="490538"/>
            </a:xfrm>
            <a:custGeom>
              <a:avLst/>
              <a:gdLst>
                <a:gd name="T0" fmla="*/ 445988 w 128"/>
                <a:gd name="T1" fmla="*/ 0 h 128"/>
                <a:gd name="T2" fmla="*/ 107652 w 128"/>
                <a:gd name="T3" fmla="*/ 0 h 128"/>
                <a:gd name="T4" fmla="*/ 61516 w 128"/>
                <a:gd name="T5" fmla="*/ 45988 h 128"/>
                <a:gd name="T6" fmla="*/ 61516 w 128"/>
                <a:gd name="T7" fmla="*/ 76647 h 128"/>
                <a:gd name="T8" fmla="*/ 46137 w 128"/>
                <a:gd name="T9" fmla="*/ 76647 h 128"/>
                <a:gd name="T10" fmla="*/ 0 w 128"/>
                <a:gd name="T11" fmla="*/ 122635 h 128"/>
                <a:gd name="T12" fmla="*/ 0 w 128"/>
                <a:gd name="T13" fmla="*/ 429221 h 128"/>
                <a:gd name="T14" fmla="*/ 61516 w 128"/>
                <a:gd name="T15" fmla="*/ 490538 h 128"/>
                <a:gd name="T16" fmla="*/ 430609 w 128"/>
                <a:gd name="T17" fmla="*/ 490538 h 128"/>
                <a:gd name="T18" fmla="*/ 492125 w 128"/>
                <a:gd name="T19" fmla="*/ 429221 h 128"/>
                <a:gd name="T20" fmla="*/ 492125 w 128"/>
                <a:gd name="T21" fmla="*/ 45988 h 128"/>
                <a:gd name="T22" fmla="*/ 445988 w 128"/>
                <a:gd name="T23" fmla="*/ 0 h 128"/>
                <a:gd name="T24" fmla="*/ 461367 w 128"/>
                <a:gd name="T25" fmla="*/ 429221 h 128"/>
                <a:gd name="T26" fmla="*/ 430609 w 128"/>
                <a:gd name="T27" fmla="*/ 459879 h 128"/>
                <a:gd name="T28" fmla="*/ 61516 w 128"/>
                <a:gd name="T29" fmla="*/ 459879 h 128"/>
                <a:gd name="T30" fmla="*/ 30758 w 128"/>
                <a:gd name="T31" fmla="*/ 429221 h 128"/>
                <a:gd name="T32" fmla="*/ 30758 w 128"/>
                <a:gd name="T33" fmla="*/ 122635 h 128"/>
                <a:gd name="T34" fmla="*/ 46137 w 128"/>
                <a:gd name="T35" fmla="*/ 107305 h 128"/>
                <a:gd name="T36" fmla="*/ 61516 w 128"/>
                <a:gd name="T37" fmla="*/ 107305 h 128"/>
                <a:gd name="T38" fmla="*/ 61516 w 128"/>
                <a:gd name="T39" fmla="*/ 413891 h 128"/>
                <a:gd name="T40" fmla="*/ 76895 w 128"/>
                <a:gd name="T41" fmla="*/ 429221 h 128"/>
                <a:gd name="T42" fmla="*/ 92273 w 128"/>
                <a:gd name="T43" fmla="*/ 413891 h 128"/>
                <a:gd name="T44" fmla="*/ 92273 w 128"/>
                <a:gd name="T45" fmla="*/ 45988 h 128"/>
                <a:gd name="T46" fmla="*/ 107652 w 128"/>
                <a:gd name="T47" fmla="*/ 30659 h 128"/>
                <a:gd name="T48" fmla="*/ 445988 w 128"/>
                <a:gd name="T49" fmla="*/ 30659 h 128"/>
                <a:gd name="T50" fmla="*/ 461367 w 128"/>
                <a:gd name="T51" fmla="*/ 45988 h 128"/>
                <a:gd name="T52" fmla="*/ 461367 w 128"/>
                <a:gd name="T53" fmla="*/ 429221 h 12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28"/>
                <a:gd name="T82" fmla="*/ 0 h 128"/>
                <a:gd name="T83" fmla="*/ 128 w 128"/>
                <a:gd name="T84" fmla="*/ 128 h 12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Freeform 10"/>
            <p:cNvSpPr>
              <a:spLocks noChangeArrowheads="1"/>
            </p:cNvSpPr>
            <p:nvPr/>
          </p:nvSpPr>
          <p:spPr bwMode="auto">
            <a:xfrm>
              <a:off x="292100" y="184150"/>
              <a:ext cx="138113" cy="14288"/>
            </a:xfrm>
            <a:custGeom>
              <a:avLst/>
              <a:gdLst>
                <a:gd name="T0" fmla="*/ 7673 w 36"/>
                <a:gd name="T1" fmla="*/ 14288 h 4"/>
                <a:gd name="T2" fmla="*/ 130440 w 36"/>
                <a:gd name="T3" fmla="*/ 14288 h 4"/>
                <a:gd name="T4" fmla="*/ 138113 w 36"/>
                <a:gd name="T5" fmla="*/ 7144 h 4"/>
                <a:gd name="T6" fmla="*/ 130440 w 36"/>
                <a:gd name="T7" fmla="*/ 0 h 4"/>
                <a:gd name="T8" fmla="*/ 7673 w 36"/>
                <a:gd name="T9" fmla="*/ 0 h 4"/>
                <a:gd name="T10" fmla="*/ 0 w 36"/>
                <a:gd name="T11" fmla="*/ 7144 h 4"/>
                <a:gd name="T12" fmla="*/ 7673 w 36"/>
                <a:gd name="T13" fmla="*/ 14288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Freeform 11"/>
            <p:cNvSpPr>
              <a:spLocks noChangeArrowheads="1"/>
            </p:cNvSpPr>
            <p:nvPr/>
          </p:nvSpPr>
          <p:spPr bwMode="auto">
            <a:xfrm>
              <a:off x="292100" y="138112"/>
              <a:ext cx="138113" cy="14288"/>
            </a:xfrm>
            <a:custGeom>
              <a:avLst/>
              <a:gdLst>
                <a:gd name="T0" fmla="*/ 7673 w 36"/>
                <a:gd name="T1" fmla="*/ 14288 h 4"/>
                <a:gd name="T2" fmla="*/ 130440 w 36"/>
                <a:gd name="T3" fmla="*/ 14288 h 4"/>
                <a:gd name="T4" fmla="*/ 138113 w 36"/>
                <a:gd name="T5" fmla="*/ 7144 h 4"/>
                <a:gd name="T6" fmla="*/ 130440 w 36"/>
                <a:gd name="T7" fmla="*/ 0 h 4"/>
                <a:gd name="T8" fmla="*/ 7673 w 36"/>
                <a:gd name="T9" fmla="*/ 0 h 4"/>
                <a:gd name="T10" fmla="*/ 0 w 36"/>
                <a:gd name="T11" fmla="*/ 7144 h 4"/>
                <a:gd name="T12" fmla="*/ 7673 w 36"/>
                <a:gd name="T13" fmla="*/ 14288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Freeform 12"/>
            <p:cNvSpPr>
              <a:spLocks noChangeArrowheads="1"/>
            </p:cNvSpPr>
            <p:nvPr/>
          </p:nvSpPr>
          <p:spPr bwMode="auto">
            <a:xfrm>
              <a:off x="292100" y="92075"/>
              <a:ext cx="138113" cy="14288"/>
            </a:xfrm>
            <a:custGeom>
              <a:avLst/>
              <a:gdLst>
                <a:gd name="T0" fmla="*/ 7673 w 36"/>
                <a:gd name="T1" fmla="*/ 14288 h 4"/>
                <a:gd name="T2" fmla="*/ 130440 w 36"/>
                <a:gd name="T3" fmla="*/ 14288 h 4"/>
                <a:gd name="T4" fmla="*/ 138113 w 36"/>
                <a:gd name="T5" fmla="*/ 7144 h 4"/>
                <a:gd name="T6" fmla="*/ 130440 w 36"/>
                <a:gd name="T7" fmla="*/ 0 h 4"/>
                <a:gd name="T8" fmla="*/ 7673 w 36"/>
                <a:gd name="T9" fmla="*/ 0 h 4"/>
                <a:gd name="T10" fmla="*/ 0 w 36"/>
                <a:gd name="T11" fmla="*/ 7144 h 4"/>
                <a:gd name="T12" fmla="*/ 7673 w 36"/>
                <a:gd name="T13" fmla="*/ 14288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Freeform 13"/>
            <p:cNvSpPr>
              <a:spLocks noChangeArrowheads="1"/>
            </p:cNvSpPr>
            <p:nvPr/>
          </p:nvSpPr>
          <p:spPr bwMode="auto">
            <a:xfrm>
              <a:off x="122238" y="414337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Freeform 14"/>
            <p:cNvSpPr>
              <a:spLocks noChangeArrowheads="1"/>
            </p:cNvSpPr>
            <p:nvPr/>
          </p:nvSpPr>
          <p:spPr bwMode="auto">
            <a:xfrm>
              <a:off x="122238" y="368300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Freeform 15"/>
            <p:cNvSpPr>
              <a:spLocks noChangeArrowheads="1"/>
            </p:cNvSpPr>
            <p:nvPr/>
          </p:nvSpPr>
          <p:spPr bwMode="auto">
            <a:xfrm>
              <a:off x="122238" y="322262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Freeform 16"/>
            <p:cNvSpPr>
              <a:spLocks noChangeArrowheads="1"/>
            </p:cNvSpPr>
            <p:nvPr/>
          </p:nvSpPr>
          <p:spPr bwMode="auto">
            <a:xfrm>
              <a:off x="292100" y="414337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Freeform 17"/>
            <p:cNvSpPr>
              <a:spLocks noChangeArrowheads="1"/>
            </p:cNvSpPr>
            <p:nvPr/>
          </p:nvSpPr>
          <p:spPr bwMode="auto">
            <a:xfrm>
              <a:off x="292100" y="368300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Freeform 18"/>
            <p:cNvSpPr>
              <a:spLocks noChangeArrowheads="1"/>
            </p:cNvSpPr>
            <p:nvPr/>
          </p:nvSpPr>
          <p:spPr bwMode="auto">
            <a:xfrm>
              <a:off x="292100" y="322262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Freeform 19"/>
            <p:cNvSpPr>
              <a:spLocks noChangeArrowheads="1"/>
            </p:cNvSpPr>
            <p:nvPr/>
          </p:nvSpPr>
          <p:spPr bwMode="auto">
            <a:xfrm>
              <a:off x="122238" y="230187"/>
              <a:ext cx="307975" cy="14288"/>
            </a:xfrm>
            <a:custGeom>
              <a:avLst/>
              <a:gdLst>
                <a:gd name="T0" fmla="*/ 300276 w 80"/>
                <a:gd name="T1" fmla="*/ 0 h 4"/>
                <a:gd name="T2" fmla="*/ 7699 w 80"/>
                <a:gd name="T3" fmla="*/ 0 h 4"/>
                <a:gd name="T4" fmla="*/ 0 w 80"/>
                <a:gd name="T5" fmla="*/ 7144 h 4"/>
                <a:gd name="T6" fmla="*/ 7699 w 80"/>
                <a:gd name="T7" fmla="*/ 14288 h 4"/>
                <a:gd name="T8" fmla="*/ 300276 w 80"/>
                <a:gd name="T9" fmla="*/ 14288 h 4"/>
                <a:gd name="T10" fmla="*/ 307975 w 80"/>
                <a:gd name="T11" fmla="*/ 7144 h 4"/>
                <a:gd name="T12" fmla="*/ 300276 w 80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0"/>
                <a:gd name="T22" fmla="*/ 0 h 4"/>
                <a:gd name="T23" fmla="*/ 80 w 80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Freeform 20"/>
            <p:cNvSpPr>
              <a:spLocks noChangeArrowheads="1"/>
            </p:cNvSpPr>
            <p:nvPr/>
          </p:nvSpPr>
          <p:spPr bwMode="auto">
            <a:xfrm>
              <a:off x="122238" y="276225"/>
              <a:ext cx="307975" cy="14288"/>
            </a:xfrm>
            <a:custGeom>
              <a:avLst/>
              <a:gdLst>
                <a:gd name="T0" fmla="*/ 300276 w 80"/>
                <a:gd name="T1" fmla="*/ 0 h 4"/>
                <a:gd name="T2" fmla="*/ 7699 w 80"/>
                <a:gd name="T3" fmla="*/ 0 h 4"/>
                <a:gd name="T4" fmla="*/ 0 w 80"/>
                <a:gd name="T5" fmla="*/ 7144 h 4"/>
                <a:gd name="T6" fmla="*/ 7699 w 80"/>
                <a:gd name="T7" fmla="*/ 14288 h 4"/>
                <a:gd name="T8" fmla="*/ 300276 w 80"/>
                <a:gd name="T9" fmla="*/ 14288 h 4"/>
                <a:gd name="T10" fmla="*/ 307975 w 80"/>
                <a:gd name="T11" fmla="*/ 7144 h 4"/>
                <a:gd name="T12" fmla="*/ 300276 w 80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0"/>
                <a:gd name="T22" fmla="*/ 0 h 4"/>
                <a:gd name="T23" fmla="*/ 80 w 80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Freeform 21"/>
            <p:cNvSpPr>
              <a:spLocks noEditPoints="1" noChangeArrowheads="1"/>
            </p:cNvSpPr>
            <p:nvPr/>
          </p:nvSpPr>
          <p:spPr bwMode="auto">
            <a:xfrm>
              <a:off x="122238" y="60325"/>
              <a:ext cx="138113" cy="138113"/>
            </a:xfrm>
            <a:custGeom>
              <a:avLst/>
              <a:gdLst>
                <a:gd name="T0" fmla="*/ 15346 w 36"/>
                <a:gd name="T1" fmla="*/ 138113 h 36"/>
                <a:gd name="T2" fmla="*/ 122767 w 36"/>
                <a:gd name="T3" fmla="*/ 138113 h 36"/>
                <a:gd name="T4" fmla="*/ 138113 w 36"/>
                <a:gd name="T5" fmla="*/ 122767 h 36"/>
                <a:gd name="T6" fmla="*/ 138113 w 36"/>
                <a:gd name="T7" fmla="*/ 15346 h 36"/>
                <a:gd name="T8" fmla="*/ 122767 w 36"/>
                <a:gd name="T9" fmla="*/ 0 h 36"/>
                <a:gd name="T10" fmla="*/ 15346 w 36"/>
                <a:gd name="T11" fmla="*/ 0 h 36"/>
                <a:gd name="T12" fmla="*/ 0 w 36"/>
                <a:gd name="T13" fmla="*/ 15346 h 36"/>
                <a:gd name="T14" fmla="*/ 0 w 36"/>
                <a:gd name="T15" fmla="*/ 122767 h 36"/>
                <a:gd name="T16" fmla="*/ 15346 w 36"/>
                <a:gd name="T17" fmla="*/ 138113 h 36"/>
                <a:gd name="T18" fmla="*/ 30692 w 36"/>
                <a:gd name="T19" fmla="*/ 30692 h 36"/>
                <a:gd name="T20" fmla="*/ 107421 w 36"/>
                <a:gd name="T21" fmla="*/ 30692 h 36"/>
                <a:gd name="T22" fmla="*/ 107421 w 36"/>
                <a:gd name="T23" fmla="*/ 107421 h 36"/>
                <a:gd name="T24" fmla="*/ 30692 w 36"/>
                <a:gd name="T25" fmla="*/ 107421 h 36"/>
                <a:gd name="T26" fmla="*/ 30692 w 36"/>
                <a:gd name="T27" fmla="*/ 30692 h 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6"/>
                <a:gd name="T43" fmla="*/ 0 h 36"/>
                <a:gd name="T44" fmla="*/ 36 w 36"/>
                <a:gd name="T45" fmla="*/ 36 h 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139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2782" y="1597017"/>
            <a:ext cx="1078299" cy="10789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10126" y="1597017"/>
            <a:ext cx="2861875" cy="107896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auto">
          <a:xfrm>
            <a:off x="1854097" y="1696909"/>
            <a:ext cx="2573933" cy="1271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zh-CN" sz="1600" dirty="0" smtClean="0"/>
              <a:t>移动应用软件是指运行在智能手机、平板电脑以及其它智能终端上的计算机应用程序。</a:t>
            </a: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2782" y="2824216"/>
            <a:ext cx="1078299" cy="10789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10126" y="2824216"/>
            <a:ext cx="2861875" cy="107896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1714480" y="2928940"/>
            <a:ext cx="2932217" cy="96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/>
              <a:t>分类方式：</a:t>
            </a:r>
            <a:endParaRPr lang="en-US" altLang="zh-CN" sz="1600" dirty="0" smtClean="0"/>
          </a:p>
          <a:p>
            <a:pPr>
              <a:lnSpc>
                <a:spcPct val="130000"/>
              </a:lnSpc>
            </a:pPr>
            <a:r>
              <a:rPr lang="zh-CN" altLang="en-US" sz="1600" dirty="0" smtClean="0"/>
              <a:t>根据</a:t>
            </a:r>
            <a:r>
              <a:rPr lang="zh-CN" altLang="zh-CN" sz="1600" dirty="0" smtClean="0"/>
              <a:t>功能</a:t>
            </a:r>
            <a:r>
              <a:rPr lang="zh-CN" altLang="en-US" sz="1600" dirty="0" smtClean="0"/>
              <a:t>分类</a:t>
            </a:r>
            <a:endParaRPr lang="en-US" altLang="zh-CN" sz="1600" dirty="0" smtClean="0"/>
          </a:p>
          <a:p>
            <a:pPr>
              <a:lnSpc>
                <a:spcPct val="130000"/>
              </a:lnSpc>
            </a:pPr>
            <a:r>
              <a:rPr lang="zh-CN" altLang="zh-CN" sz="1600" dirty="0" smtClean="0"/>
              <a:t>根据运行方式</a:t>
            </a:r>
            <a:r>
              <a:rPr lang="zh-CN" altLang="en-US" sz="1600" dirty="0" smtClean="0"/>
              <a:t>分类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15972" y="1597017"/>
            <a:ext cx="3813738" cy="263281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14"/>
          <p:cNvSpPr>
            <a:spLocks noEditPoints="1"/>
          </p:cNvSpPr>
          <p:nvPr/>
        </p:nvSpPr>
        <p:spPr bwMode="auto">
          <a:xfrm>
            <a:off x="1041381" y="2002867"/>
            <a:ext cx="221103" cy="267264"/>
          </a:xfrm>
          <a:custGeom>
            <a:avLst/>
            <a:gdLst>
              <a:gd name="T0" fmla="*/ 75 w 116"/>
              <a:gd name="T1" fmla="*/ 56 h 140"/>
              <a:gd name="T2" fmla="*/ 97 w 116"/>
              <a:gd name="T3" fmla="*/ 56 h 140"/>
              <a:gd name="T4" fmla="*/ 103 w 116"/>
              <a:gd name="T5" fmla="*/ 61 h 140"/>
              <a:gd name="T6" fmla="*/ 100 w 116"/>
              <a:gd name="T7" fmla="*/ 66 h 140"/>
              <a:gd name="T8" fmla="*/ 9 w 116"/>
              <a:gd name="T9" fmla="*/ 138 h 140"/>
              <a:gd name="T10" fmla="*/ 1 w 116"/>
              <a:gd name="T11" fmla="*/ 137 h 140"/>
              <a:gd name="T12" fmla="*/ 1 w 116"/>
              <a:gd name="T13" fmla="*/ 131 h 140"/>
              <a:gd name="T14" fmla="*/ 36 w 116"/>
              <a:gd name="T15" fmla="*/ 67 h 140"/>
              <a:gd name="T16" fmla="*/ 15 w 116"/>
              <a:gd name="T17" fmla="*/ 67 h 140"/>
              <a:gd name="T18" fmla="*/ 10 w 116"/>
              <a:gd name="T19" fmla="*/ 61 h 140"/>
              <a:gd name="T20" fmla="*/ 11 w 116"/>
              <a:gd name="T21" fmla="*/ 58 h 140"/>
              <a:gd name="T22" fmla="*/ 49 w 116"/>
              <a:gd name="T23" fmla="*/ 3 h 140"/>
              <a:gd name="T24" fmla="*/ 54 w 116"/>
              <a:gd name="T25" fmla="*/ 1 h 140"/>
              <a:gd name="T26" fmla="*/ 54 w 116"/>
              <a:gd name="T27" fmla="*/ 0 h 140"/>
              <a:gd name="T28" fmla="*/ 111 w 116"/>
              <a:gd name="T29" fmla="*/ 0 h 140"/>
              <a:gd name="T30" fmla="*/ 116 w 116"/>
              <a:gd name="T31" fmla="*/ 6 h 140"/>
              <a:gd name="T32" fmla="*/ 114 w 116"/>
              <a:gd name="T33" fmla="*/ 10 h 140"/>
              <a:gd name="T34" fmla="*/ 75 w 116"/>
              <a:gd name="T35" fmla="*/ 56 h 140"/>
              <a:gd name="T36" fmla="*/ 81 w 116"/>
              <a:gd name="T37" fmla="*/ 67 h 140"/>
              <a:gd name="T38" fmla="*/ 81 w 116"/>
              <a:gd name="T39" fmla="*/ 67 h 140"/>
              <a:gd name="T40" fmla="*/ 63 w 116"/>
              <a:gd name="T41" fmla="*/ 67 h 140"/>
              <a:gd name="T42" fmla="*/ 63 w 116"/>
              <a:gd name="T43" fmla="*/ 67 h 140"/>
              <a:gd name="T44" fmla="*/ 60 w 116"/>
              <a:gd name="T45" fmla="*/ 65 h 140"/>
              <a:gd name="T46" fmla="*/ 59 w 116"/>
              <a:gd name="T47" fmla="*/ 58 h 140"/>
              <a:gd name="T48" fmla="*/ 99 w 116"/>
              <a:gd name="T49" fmla="*/ 11 h 140"/>
              <a:gd name="T50" fmla="*/ 57 w 116"/>
              <a:gd name="T51" fmla="*/ 11 h 140"/>
              <a:gd name="T52" fmla="*/ 26 w 116"/>
              <a:gd name="T53" fmla="*/ 56 h 140"/>
              <a:gd name="T54" fmla="*/ 45 w 116"/>
              <a:gd name="T55" fmla="*/ 56 h 140"/>
              <a:gd name="T56" fmla="*/ 45 w 116"/>
              <a:gd name="T57" fmla="*/ 56 h 140"/>
              <a:gd name="T58" fmla="*/ 48 w 116"/>
              <a:gd name="T59" fmla="*/ 56 h 140"/>
              <a:gd name="T60" fmla="*/ 50 w 116"/>
              <a:gd name="T61" fmla="*/ 64 h 140"/>
              <a:gd name="T62" fmla="*/ 23 w 116"/>
              <a:gd name="T63" fmla="*/ 113 h 140"/>
              <a:gd name="T64" fmla="*/ 81 w 116"/>
              <a:gd name="T65" fmla="*/ 67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6" h="140">
                <a:moveTo>
                  <a:pt x="75" y="56"/>
                </a:moveTo>
                <a:cubicBezTo>
                  <a:pt x="97" y="56"/>
                  <a:pt x="97" y="56"/>
                  <a:pt x="97" y="56"/>
                </a:cubicBezTo>
                <a:cubicBezTo>
                  <a:pt x="100" y="56"/>
                  <a:pt x="103" y="58"/>
                  <a:pt x="103" y="61"/>
                </a:cubicBezTo>
                <a:cubicBezTo>
                  <a:pt x="103" y="63"/>
                  <a:pt x="102" y="65"/>
                  <a:pt x="100" y="66"/>
                </a:cubicBezTo>
                <a:cubicBezTo>
                  <a:pt x="9" y="138"/>
                  <a:pt x="9" y="138"/>
                  <a:pt x="9" y="138"/>
                </a:cubicBezTo>
                <a:cubicBezTo>
                  <a:pt x="6" y="140"/>
                  <a:pt x="3" y="140"/>
                  <a:pt x="1" y="137"/>
                </a:cubicBezTo>
                <a:cubicBezTo>
                  <a:pt x="0" y="136"/>
                  <a:pt x="0" y="133"/>
                  <a:pt x="1" y="131"/>
                </a:cubicBezTo>
                <a:cubicBezTo>
                  <a:pt x="36" y="67"/>
                  <a:pt x="36" y="67"/>
                  <a:pt x="36" y="67"/>
                </a:cubicBezTo>
                <a:cubicBezTo>
                  <a:pt x="15" y="67"/>
                  <a:pt x="15" y="67"/>
                  <a:pt x="15" y="67"/>
                </a:cubicBezTo>
                <a:cubicBezTo>
                  <a:pt x="12" y="67"/>
                  <a:pt x="10" y="64"/>
                  <a:pt x="10" y="61"/>
                </a:cubicBezTo>
                <a:cubicBezTo>
                  <a:pt x="10" y="60"/>
                  <a:pt x="10" y="59"/>
                  <a:pt x="11" y="58"/>
                </a:cubicBezTo>
                <a:cubicBezTo>
                  <a:pt x="49" y="3"/>
                  <a:pt x="49" y="3"/>
                  <a:pt x="49" y="3"/>
                </a:cubicBezTo>
                <a:cubicBezTo>
                  <a:pt x="50" y="1"/>
                  <a:pt x="52" y="1"/>
                  <a:pt x="54" y="1"/>
                </a:cubicBezTo>
                <a:cubicBezTo>
                  <a:pt x="54" y="0"/>
                  <a:pt x="54" y="0"/>
                  <a:pt x="5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4" y="0"/>
                  <a:pt x="116" y="3"/>
                  <a:pt x="116" y="6"/>
                </a:cubicBezTo>
                <a:cubicBezTo>
                  <a:pt x="116" y="7"/>
                  <a:pt x="115" y="9"/>
                  <a:pt x="114" y="10"/>
                </a:cubicBezTo>
                <a:cubicBezTo>
                  <a:pt x="75" y="56"/>
                  <a:pt x="75" y="56"/>
                  <a:pt x="75" y="56"/>
                </a:cubicBezTo>
                <a:close/>
                <a:moveTo>
                  <a:pt x="81" y="67"/>
                </a:moveTo>
                <a:cubicBezTo>
                  <a:pt x="81" y="67"/>
                  <a:pt x="81" y="67"/>
                  <a:pt x="81" y="67"/>
                </a:cubicBezTo>
                <a:cubicBezTo>
                  <a:pt x="63" y="67"/>
                  <a:pt x="63" y="67"/>
                  <a:pt x="63" y="67"/>
                </a:cubicBezTo>
                <a:cubicBezTo>
                  <a:pt x="63" y="67"/>
                  <a:pt x="63" y="67"/>
                  <a:pt x="63" y="67"/>
                </a:cubicBezTo>
                <a:cubicBezTo>
                  <a:pt x="62" y="67"/>
                  <a:pt x="61" y="66"/>
                  <a:pt x="60" y="65"/>
                </a:cubicBezTo>
                <a:cubicBezTo>
                  <a:pt x="57" y="63"/>
                  <a:pt x="57" y="60"/>
                  <a:pt x="59" y="58"/>
                </a:cubicBezTo>
                <a:cubicBezTo>
                  <a:pt x="99" y="11"/>
                  <a:pt x="99" y="11"/>
                  <a:pt x="99" y="11"/>
                </a:cubicBezTo>
                <a:cubicBezTo>
                  <a:pt x="57" y="11"/>
                  <a:pt x="57" y="11"/>
                  <a:pt x="57" y="11"/>
                </a:cubicBezTo>
                <a:cubicBezTo>
                  <a:pt x="26" y="56"/>
                  <a:pt x="26" y="56"/>
                  <a:pt x="26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6" y="56"/>
                  <a:pt x="47" y="56"/>
                  <a:pt x="48" y="56"/>
                </a:cubicBezTo>
                <a:cubicBezTo>
                  <a:pt x="51" y="58"/>
                  <a:pt x="52" y="61"/>
                  <a:pt x="50" y="64"/>
                </a:cubicBezTo>
                <a:cubicBezTo>
                  <a:pt x="23" y="113"/>
                  <a:pt x="23" y="113"/>
                  <a:pt x="23" y="113"/>
                </a:cubicBezTo>
                <a:cubicBezTo>
                  <a:pt x="81" y="67"/>
                  <a:pt x="81" y="67"/>
                  <a:pt x="81" y="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19"/>
          <p:cNvSpPr>
            <a:spLocks noEditPoints="1"/>
          </p:cNvSpPr>
          <p:nvPr/>
        </p:nvSpPr>
        <p:spPr bwMode="auto">
          <a:xfrm>
            <a:off x="1018787" y="3228855"/>
            <a:ext cx="267099" cy="269686"/>
          </a:xfrm>
          <a:custGeom>
            <a:avLst/>
            <a:gdLst>
              <a:gd name="T0" fmla="*/ 116 w 140"/>
              <a:gd name="T1" fmla="*/ 2 h 141"/>
              <a:gd name="T2" fmla="*/ 122 w 140"/>
              <a:gd name="T3" fmla="*/ 3 h 141"/>
              <a:gd name="T4" fmla="*/ 122 w 140"/>
              <a:gd name="T5" fmla="*/ 3 h 141"/>
              <a:gd name="T6" fmla="*/ 138 w 140"/>
              <a:gd name="T7" fmla="*/ 19 h 141"/>
              <a:gd name="T8" fmla="*/ 138 w 140"/>
              <a:gd name="T9" fmla="*/ 19 h 141"/>
              <a:gd name="T10" fmla="*/ 139 w 140"/>
              <a:gd name="T11" fmla="*/ 25 h 141"/>
              <a:gd name="T12" fmla="*/ 118 w 140"/>
              <a:gd name="T13" fmla="*/ 43 h 141"/>
              <a:gd name="T14" fmla="*/ 103 w 140"/>
              <a:gd name="T15" fmla="*/ 46 h 141"/>
              <a:gd name="T16" fmla="*/ 99 w 140"/>
              <a:gd name="T17" fmla="*/ 102 h 141"/>
              <a:gd name="T18" fmla="*/ 69 w 140"/>
              <a:gd name="T19" fmla="*/ 115 h 141"/>
              <a:gd name="T20" fmla="*/ 26 w 140"/>
              <a:gd name="T21" fmla="*/ 72 h 141"/>
              <a:gd name="T22" fmla="*/ 69 w 140"/>
              <a:gd name="T23" fmla="*/ 29 h 141"/>
              <a:gd name="T24" fmla="*/ 100 w 140"/>
              <a:gd name="T25" fmla="*/ 33 h 141"/>
              <a:gd name="T26" fmla="*/ 98 w 140"/>
              <a:gd name="T27" fmla="*/ 20 h 141"/>
              <a:gd name="T28" fmla="*/ 124 w 140"/>
              <a:gd name="T29" fmla="*/ 55 h 141"/>
              <a:gd name="T30" fmla="*/ 135 w 140"/>
              <a:gd name="T31" fmla="*/ 52 h 141"/>
              <a:gd name="T32" fmla="*/ 138 w 140"/>
              <a:gd name="T33" fmla="*/ 72 h 141"/>
              <a:gd name="T34" fmla="*/ 69 w 140"/>
              <a:gd name="T35" fmla="*/ 141 h 141"/>
              <a:gd name="T36" fmla="*/ 0 w 140"/>
              <a:gd name="T37" fmla="*/ 72 h 141"/>
              <a:gd name="T38" fmla="*/ 69 w 140"/>
              <a:gd name="T39" fmla="*/ 3 h 141"/>
              <a:gd name="T40" fmla="*/ 89 w 140"/>
              <a:gd name="T41" fmla="*/ 6 h 141"/>
              <a:gd name="T42" fmla="*/ 86 w 140"/>
              <a:gd name="T43" fmla="*/ 16 h 141"/>
              <a:gd name="T44" fmla="*/ 69 w 140"/>
              <a:gd name="T45" fmla="*/ 14 h 141"/>
              <a:gd name="T46" fmla="*/ 11 w 140"/>
              <a:gd name="T47" fmla="*/ 72 h 141"/>
              <a:gd name="T48" fmla="*/ 69 w 140"/>
              <a:gd name="T49" fmla="*/ 130 h 141"/>
              <a:gd name="T50" fmla="*/ 127 w 140"/>
              <a:gd name="T51" fmla="*/ 72 h 141"/>
              <a:gd name="T52" fmla="*/ 124 w 140"/>
              <a:gd name="T53" fmla="*/ 55 h 141"/>
              <a:gd name="T54" fmla="*/ 69 w 140"/>
              <a:gd name="T55" fmla="*/ 52 h 141"/>
              <a:gd name="T56" fmla="*/ 90 w 140"/>
              <a:gd name="T57" fmla="*/ 43 h 141"/>
              <a:gd name="T58" fmla="*/ 43 w 140"/>
              <a:gd name="T59" fmla="*/ 46 h 141"/>
              <a:gd name="T60" fmla="*/ 43 w 140"/>
              <a:gd name="T61" fmla="*/ 46 h 141"/>
              <a:gd name="T62" fmla="*/ 43 w 140"/>
              <a:gd name="T63" fmla="*/ 98 h 141"/>
              <a:gd name="T64" fmla="*/ 94 w 140"/>
              <a:gd name="T65" fmla="*/ 98 h 141"/>
              <a:gd name="T66" fmla="*/ 105 w 140"/>
              <a:gd name="T67" fmla="*/ 72 h 141"/>
              <a:gd name="T68" fmla="*/ 86 w 140"/>
              <a:gd name="T69" fmla="*/ 62 h 141"/>
              <a:gd name="T70" fmla="*/ 83 w 140"/>
              <a:gd name="T71" fmla="*/ 86 h 141"/>
              <a:gd name="T72" fmla="*/ 69 w 140"/>
              <a:gd name="T73" fmla="*/ 92 h 141"/>
              <a:gd name="T74" fmla="*/ 55 w 140"/>
              <a:gd name="T75" fmla="*/ 86 h 141"/>
              <a:gd name="T76" fmla="*/ 55 w 140"/>
              <a:gd name="T77" fmla="*/ 58 h 141"/>
              <a:gd name="T78" fmla="*/ 69 w 140"/>
              <a:gd name="T79" fmla="*/ 52 h 141"/>
              <a:gd name="T80" fmla="*/ 73 w 140"/>
              <a:gd name="T81" fmla="*/ 60 h 141"/>
              <a:gd name="T82" fmla="*/ 60 w 140"/>
              <a:gd name="T83" fmla="*/ 63 h 141"/>
              <a:gd name="T84" fmla="*/ 56 w 140"/>
              <a:gd name="T85" fmla="*/ 72 h 141"/>
              <a:gd name="T86" fmla="*/ 69 w 140"/>
              <a:gd name="T87" fmla="*/ 85 h 141"/>
              <a:gd name="T88" fmla="*/ 78 w 140"/>
              <a:gd name="T89" fmla="*/ 81 h 141"/>
              <a:gd name="T90" fmla="*/ 81 w 140"/>
              <a:gd name="T91" fmla="*/ 68 h 141"/>
              <a:gd name="T92" fmla="*/ 65 w 140"/>
              <a:gd name="T93" fmla="*/ 76 h 141"/>
              <a:gd name="T94" fmla="*/ 73 w 140"/>
              <a:gd name="T95" fmla="*/ 60 h 141"/>
              <a:gd name="T96" fmla="*/ 117 w 140"/>
              <a:gd name="T97" fmla="*/ 10 h 141"/>
              <a:gd name="T98" fmla="*/ 106 w 140"/>
              <a:gd name="T99" fmla="*/ 30 h 141"/>
              <a:gd name="T100" fmla="*/ 117 w 140"/>
              <a:gd name="T101" fmla="*/ 10 h 141"/>
              <a:gd name="T102" fmla="*/ 123 w 140"/>
              <a:gd name="T103" fmla="*/ 22 h 141"/>
              <a:gd name="T104" fmla="*/ 118 w 140"/>
              <a:gd name="T105" fmla="*/ 37 h 141"/>
              <a:gd name="T106" fmla="*/ 123 w 140"/>
              <a:gd name="T107" fmla="*/ 22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1">
                <a:moveTo>
                  <a:pt x="98" y="20"/>
                </a:moveTo>
                <a:cubicBezTo>
                  <a:pt x="116" y="2"/>
                  <a:pt x="116" y="2"/>
                  <a:pt x="116" y="2"/>
                </a:cubicBezTo>
                <a:cubicBezTo>
                  <a:pt x="118" y="0"/>
                  <a:pt x="120" y="0"/>
                  <a:pt x="121" y="2"/>
                </a:cubicBezTo>
                <a:cubicBezTo>
                  <a:pt x="121" y="2"/>
                  <a:pt x="122" y="3"/>
                  <a:pt x="122" y="3"/>
                </a:cubicBezTo>
                <a:cubicBezTo>
                  <a:pt x="122" y="3"/>
                  <a:pt x="122" y="3"/>
                  <a:pt x="122" y="3"/>
                </a:cubicBezTo>
                <a:cubicBezTo>
                  <a:pt x="122" y="3"/>
                  <a:pt x="122" y="3"/>
                  <a:pt x="122" y="3"/>
                </a:cubicBezTo>
                <a:cubicBezTo>
                  <a:pt x="125" y="16"/>
                  <a:pt x="125" y="16"/>
                  <a:pt x="125" y="16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8" y="19"/>
                  <a:pt x="139" y="19"/>
                  <a:pt x="139" y="20"/>
                </a:cubicBezTo>
                <a:cubicBezTo>
                  <a:pt x="140" y="21"/>
                  <a:pt x="140" y="23"/>
                  <a:pt x="139" y="25"/>
                </a:cubicBezTo>
                <a:cubicBezTo>
                  <a:pt x="121" y="43"/>
                  <a:pt x="121" y="43"/>
                  <a:pt x="121" y="43"/>
                </a:cubicBezTo>
                <a:cubicBezTo>
                  <a:pt x="120" y="43"/>
                  <a:pt x="119" y="44"/>
                  <a:pt x="118" y="43"/>
                </a:cubicBezTo>
                <a:cubicBezTo>
                  <a:pt x="108" y="41"/>
                  <a:pt x="108" y="41"/>
                  <a:pt x="108" y="41"/>
                </a:cubicBezTo>
                <a:cubicBezTo>
                  <a:pt x="103" y="46"/>
                  <a:pt x="103" y="46"/>
                  <a:pt x="103" y="46"/>
                </a:cubicBezTo>
                <a:cubicBezTo>
                  <a:pt x="108" y="53"/>
                  <a:pt x="112" y="62"/>
                  <a:pt x="112" y="72"/>
                </a:cubicBezTo>
                <a:cubicBezTo>
                  <a:pt x="112" y="84"/>
                  <a:pt x="107" y="95"/>
                  <a:pt x="99" y="102"/>
                </a:cubicBezTo>
                <a:cubicBezTo>
                  <a:pt x="99" y="102"/>
                  <a:pt x="99" y="102"/>
                  <a:pt x="99" y="102"/>
                </a:cubicBezTo>
                <a:cubicBezTo>
                  <a:pt x="91" y="110"/>
                  <a:pt x="81" y="115"/>
                  <a:pt x="69" y="115"/>
                </a:cubicBezTo>
                <a:cubicBezTo>
                  <a:pt x="57" y="115"/>
                  <a:pt x="46" y="110"/>
                  <a:pt x="39" y="102"/>
                </a:cubicBezTo>
                <a:cubicBezTo>
                  <a:pt x="31" y="95"/>
                  <a:pt x="26" y="84"/>
                  <a:pt x="26" y="72"/>
                </a:cubicBezTo>
                <a:cubicBezTo>
                  <a:pt x="26" y="60"/>
                  <a:pt x="31" y="50"/>
                  <a:pt x="39" y="42"/>
                </a:cubicBezTo>
                <a:cubicBezTo>
                  <a:pt x="46" y="34"/>
                  <a:pt x="57" y="29"/>
                  <a:pt x="69" y="29"/>
                </a:cubicBezTo>
                <a:cubicBezTo>
                  <a:pt x="79" y="29"/>
                  <a:pt x="88" y="33"/>
                  <a:pt x="95" y="38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98" y="23"/>
                  <a:pt x="98" y="23"/>
                  <a:pt x="98" y="23"/>
                </a:cubicBezTo>
                <a:cubicBezTo>
                  <a:pt x="97" y="22"/>
                  <a:pt x="98" y="21"/>
                  <a:pt x="98" y="20"/>
                </a:cubicBezTo>
                <a:close/>
                <a:moveTo>
                  <a:pt x="124" y="55"/>
                </a:moveTo>
                <a:cubicBezTo>
                  <a:pt x="124" y="55"/>
                  <a:pt x="124" y="55"/>
                  <a:pt x="124" y="55"/>
                </a:cubicBezTo>
                <a:cubicBezTo>
                  <a:pt x="124" y="52"/>
                  <a:pt x="125" y="49"/>
                  <a:pt x="128" y="48"/>
                </a:cubicBezTo>
                <a:cubicBezTo>
                  <a:pt x="131" y="47"/>
                  <a:pt x="134" y="49"/>
                  <a:pt x="135" y="52"/>
                </a:cubicBezTo>
                <a:cubicBezTo>
                  <a:pt x="136" y="55"/>
                  <a:pt x="137" y="58"/>
                  <a:pt x="137" y="62"/>
                </a:cubicBezTo>
                <a:cubicBezTo>
                  <a:pt x="138" y="65"/>
                  <a:pt x="138" y="69"/>
                  <a:pt x="138" y="72"/>
                </a:cubicBezTo>
                <a:cubicBezTo>
                  <a:pt x="138" y="91"/>
                  <a:pt x="130" y="108"/>
                  <a:pt x="118" y="121"/>
                </a:cubicBezTo>
                <a:cubicBezTo>
                  <a:pt x="105" y="133"/>
                  <a:pt x="88" y="141"/>
                  <a:pt x="69" y="141"/>
                </a:cubicBezTo>
                <a:cubicBezTo>
                  <a:pt x="50" y="141"/>
                  <a:pt x="33" y="133"/>
                  <a:pt x="20" y="121"/>
                </a:cubicBezTo>
                <a:cubicBezTo>
                  <a:pt x="8" y="108"/>
                  <a:pt x="0" y="91"/>
                  <a:pt x="0" y="72"/>
                </a:cubicBezTo>
                <a:cubicBezTo>
                  <a:pt x="0" y="53"/>
                  <a:pt x="8" y="36"/>
                  <a:pt x="20" y="23"/>
                </a:cubicBezTo>
                <a:cubicBezTo>
                  <a:pt x="33" y="11"/>
                  <a:pt x="50" y="3"/>
                  <a:pt x="69" y="3"/>
                </a:cubicBezTo>
                <a:cubicBezTo>
                  <a:pt x="72" y="3"/>
                  <a:pt x="76" y="3"/>
                  <a:pt x="79" y="4"/>
                </a:cubicBezTo>
                <a:cubicBezTo>
                  <a:pt x="82" y="4"/>
                  <a:pt x="86" y="5"/>
                  <a:pt x="89" y="6"/>
                </a:cubicBezTo>
                <a:cubicBezTo>
                  <a:pt x="92" y="7"/>
                  <a:pt x="93" y="10"/>
                  <a:pt x="93" y="13"/>
                </a:cubicBezTo>
                <a:cubicBezTo>
                  <a:pt x="92" y="16"/>
                  <a:pt x="89" y="17"/>
                  <a:pt x="86" y="16"/>
                </a:cubicBezTo>
                <a:cubicBezTo>
                  <a:pt x="83" y="16"/>
                  <a:pt x="80" y="15"/>
                  <a:pt x="77" y="15"/>
                </a:cubicBezTo>
                <a:cubicBezTo>
                  <a:pt x="75" y="14"/>
                  <a:pt x="72" y="14"/>
                  <a:pt x="69" y="14"/>
                </a:cubicBezTo>
                <a:cubicBezTo>
                  <a:pt x="53" y="14"/>
                  <a:pt x="38" y="21"/>
                  <a:pt x="28" y="31"/>
                </a:cubicBezTo>
                <a:cubicBezTo>
                  <a:pt x="17" y="42"/>
                  <a:pt x="11" y="56"/>
                  <a:pt x="11" y="72"/>
                </a:cubicBezTo>
                <a:cubicBezTo>
                  <a:pt x="11" y="88"/>
                  <a:pt x="17" y="103"/>
                  <a:pt x="28" y="113"/>
                </a:cubicBezTo>
                <a:cubicBezTo>
                  <a:pt x="38" y="124"/>
                  <a:pt x="53" y="130"/>
                  <a:pt x="69" y="130"/>
                </a:cubicBezTo>
                <a:cubicBezTo>
                  <a:pt x="85" y="130"/>
                  <a:pt x="99" y="124"/>
                  <a:pt x="110" y="113"/>
                </a:cubicBezTo>
                <a:cubicBezTo>
                  <a:pt x="120" y="103"/>
                  <a:pt x="127" y="88"/>
                  <a:pt x="127" y="72"/>
                </a:cubicBezTo>
                <a:cubicBezTo>
                  <a:pt x="127" y="69"/>
                  <a:pt x="127" y="66"/>
                  <a:pt x="126" y="64"/>
                </a:cubicBezTo>
                <a:cubicBezTo>
                  <a:pt x="126" y="61"/>
                  <a:pt x="125" y="58"/>
                  <a:pt x="124" y="55"/>
                </a:cubicBezTo>
                <a:close/>
                <a:moveTo>
                  <a:pt x="69" y="52"/>
                </a:moveTo>
                <a:cubicBezTo>
                  <a:pt x="69" y="52"/>
                  <a:pt x="69" y="52"/>
                  <a:pt x="69" y="52"/>
                </a:cubicBezTo>
                <a:cubicBezTo>
                  <a:pt x="72" y="52"/>
                  <a:pt x="76" y="53"/>
                  <a:pt x="78" y="55"/>
                </a:cubicBezTo>
                <a:cubicBezTo>
                  <a:pt x="90" y="43"/>
                  <a:pt x="90" y="43"/>
                  <a:pt x="90" y="43"/>
                </a:cubicBezTo>
                <a:cubicBezTo>
                  <a:pt x="84" y="38"/>
                  <a:pt x="77" y="36"/>
                  <a:pt x="69" y="36"/>
                </a:cubicBezTo>
                <a:cubicBezTo>
                  <a:pt x="59" y="36"/>
                  <a:pt x="50" y="40"/>
                  <a:pt x="43" y="46"/>
                </a:cubicBezTo>
                <a:cubicBezTo>
                  <a:pt x="43" y="46"/>
                  <a:pt x="43" y="46"/>
                  <a:pt x="43" y="46"/>
                </a:cubicBezTo>
                <a:cubicBezTo>
                  <a:pt x="43" y="46"/>
                  <a:pt x="43" y="46"/>
                  <a:pt x="43" y="46"/>
                </a:cubicBezTo>
                <a:cubicBezTo>
                  <a:pt x="37" y="53"/>
                  <a:pt x="33" y="62"/>
                  <a:pt x="33" y="72"/>
                </a:cubicBezTo>
                <a:cubicBezTo>
                  <a:pt x="33" y="82"/>
                  <a:pt x="37" y="91"/>
                  <a:pt x="43" y="98"/>
                </a:cubicBezTo>
                <a:cubicBezTo>
                  <a:pt x="50" y="104"/>
                  <a:pt x="59" y="108"/>
                  <a:pt x="69" y="108"/>
                </a:cubicBezTo>
                <a:cubicBezTo>
                  <a:pt x="79" y="108"/>
                  <a:pt x="88" y="104"/>
                  <a:pt x="94" y="98"/>
                </a:cubicBezTo>
                <a:cubicBezTo>
                  <a:pt x="95" y="98"/>
                  <a:pt x="95" y="98"/>
                  <a:pt x="95" y="98"/>
                </a:cubicBezTo>
                <a:cubicBezTo>
                  <a:pt x="101" y="91"/>
                  <a:pt x="105" y="82"/>
                  <a:pt x="105" y="72"/>
                </a:cubicBezTo>
                <a:cubicBezTo>
                  <a:pt x="105" y="64"/>
                  <a:pt x="103" y="57"/>
                  <a:pt x="98" y="51"/>
                </a:cubicBezTo>
                <a:cubicBezTo>
                  <a:pt x="86" y="62"/>
                  <a:pt x="86" y="62"/>
                  <a:pt x="86" y="62"/>
                </a:cubicBezTo>
                <a:cubicBezTo>
                  <a:pt x="88" y="65"/>
                  <a:pt x="89" y="69"/>
                  <a:pt x="89" y="72"/>
                </a:cubicBezTo>
                <a:cubicBezTo>
                  <a:pt x="89" y="77"/>
                  <a:pt x="86" y="82"/>
                  <a:pt x="83" y="86"/>
                </a:cubicBezTo>
                <a:cubicBezTo>
                  <a:pt x="83" y="86"/>
                  <a:pt x="83" y="86"/>
                  <a:pt x="83" y="86"/>
                </a:cubicBezTo>
                <a:cubicBezTo>
                  <a:pt x="79" y="90"/>
                  <a:pt x="74" y="92"/>
                  <a:pt x="69" y="92"/>
                </a:cubicBezTo>
                <a:cubicBezTo>
                  <a:pt x="63" y="92"/>
                  <a:pt x="59" y="90"/>
                  <a:pt x="55" y="86"/>
                </a:cubicBezTo>
                <a:cubicBezTo>
                  <a:pt x="55" y="86"/>
                  <a:pt x="55" y="86"/>
                  <a:pt x="55" y="86"/>
                </a:cubicBezTo>
                <a:cubicBezTo>
                  <a:pt x="51" y="82"/>
                  <a:pt x="49" y="78"/>
                  <a:pt x="49" y="72"/>
                </a:cubicBezTo>
                <a:cubicBezTo>
                  <a:pt x="49" y="67"/>
                  <a:pt x="51" y="62"/>
                  <a:pt x="55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9" y="55"/>
                  <a:pt x="63" y="52"/>
                  <a:pt x="69" y="52"/>
                </a:cubicBezTo>
                <a:close/>
                <a:moveTo>
                  <a:pt x="73" y="60"/>
                </a:moveTo>
                <a:cubicBezTo>
                  <a:pt x="73" y="60"/>
                  <a:pt x="73" y="60"/>
                  <a:pt x="73" y="60"/>
                </a:cubicBezTo>
                <a:cubicBezTo>
                  <a:pt x="72" y="59"/>
                  <a:pt x="71" y="59"/>
                  <a:pt x="69" y="59"/>
                </a:cubicBezTo>
                <a:cubicBezTo>
                  <a:pt x="65" y="59"/>
                  <a:pt x="62" y="60"/>
                  <a:pt x="60" y="63"/>
                </a:cubicBezTo>
                <a:cubicBezTo>
                  <a:pt x="60" y="63"/>
                  <a:pt x="60" y="63"/>
                  <a:pt x="60" y="63"/>
                </a:cubicBezTo>
                <a:cubicBezTo>
                  <a:pt x="57" y="65"/>
                  <a:pt x="56" y="68"/>
                  <a:pt x="56" y="72"/>
                </a:cubicBezTo>
                <a:cubicBezTo>
                  <a:pt x="56" y="76"/>
                  <a:pt x="57" y="79"/>
                  <a:pt x="60" y="81"/>
                </a:cubicBezTo>
                <a:cubicBezTo>
                  <a:pt x="62" y="84"/>
                  <a:pt x="65" y="85"/>
                  <a:pt x="69" y="85"/>
                </a:cubicBezTo>
                <a:cubicBezTo>
                  <a:pt x="73" y="85"/>
                  <a:pt x="76" y="84"/>
                  <a:pt x="78" y="81"/>
                </a:cubicBezTo>
                <a:cubicBezTo>
                  <a:pt x="78" y="81"/>
                  <a:pt x="78" y="81"/>
                  <a:pt x="78" y="81"/>
                </a:cubicBezTo>
                <a:cubicBezTo>
                  <a:pt x="81" y="79"/>
                  <a:pt x="82" y="76"/>
                  <a:pt x="82" y="72"/>
                </a:cubicBezTo>
                <a:cubicBezTo>
                  <a:pt x="82" y="70"/>
                  <a:pt x="82" y="69"/>
                  <a:pt x="81" y="68"/>
                </a:cubicBezTo>
                <a:cubicBezTo>
                  <a:pt x="73" y="76"/>
                  <a:pt x="73" y="76"/>
                  <a:pt x="73" y="76"/>
                </a:cubicBezTo>
                <a:cubicBezTo>
                  <a:pt x="71" y="78"/>
                  <a:pt x="67" y="78"/>
                  <a:pt x="65" y="76"/>
                </a:cubicBezTo>
                <a:cubicBezTo>
                  <a:pt x="63" y="74"/>
                  <a:pt x="63" y="70"/>
                  <a:pt x="65" y="68"/>
                </a:cubicBezTo>
                <a:cubicBezTo>
                  <a:pt x="73" y="60"/>
                  <a:pt x="73" y="60"/>
                  <a:pt x="73" y="60"/>
                </a:cubicBezTo>
                <a:close/>
                <a:moveTo>
                  <a:pt x="117" y="10"/>
                </a:moveTo>
                <a:cubicBezTo>
                  <a:pt x="117" y="10"/>
                  <a:pt x="117" y="10"/>
                  <a:pt x="117" y="10"/>
                </a:cubicBezTo>
                <a:cubicBezTo>
                  <a:pt x="104" y="23"/>
                  <a:pt x="104" y="23"/>
                  <a:pt x="104" y="23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0"/>
                  <a:pt x="117" y="10"/>
                  <a:pt x="117" y="10"/>
                </a:cubicBezTo>
                <a:close/>
                <a:moveTo>
                  <a:pt x="123" y="22"/>
                </a:moveTo>
                <a:cubicBezTo>
                  <a:pt x="123" y="22"/>
                  <a:pt x="123" y="22"/>
                  <a:pt x="123" y="22"/>
                </a:cubicBezTo>
                <a:cubicBezTo>
                  <a:pt x="111" y="35"/>
                  <a:pt x="111" y="35"/>
                  <a:pt x="111" y="35"/>
                </a:cubicBezTo>
                <a:cubicBezTo>
                  <a:pt x="118" y="37"/>
                  <a:pt x="118" y="37"/>
                  <a:pt x="118" y="37"/>
                </a:cubicBezTo>
                <a:cubicBezTo>
                  <a:pt x="131" y="24"/>
                  <a:pt x="131" y="24"/>
                  <a:pt x="131" y="24"/>
                </a:cubicBezTo>
                <a:cubicBezTo>
                  <a:pt x="123" y="22"/>
                  <a:pt x="123" y="22"/>
                  <a:pt x="123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179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7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2844" y="71420"/>
            <a:ext cx="17235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130000"/>
              </a:lnSpc>
              <a:defRPr/>
            </a:pPr>
            <a:r>
              <a:rPr lang="zh-CN" altLang="en-US" sz="20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根据</a:t>
            </a:r>
            <a:r>
              <a:rPr lang="zh-CN" altLang="zh-CN" sz="20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</a:t>
            </a:r>
            <a:r>
              <a:rPr lang="zh-CN" altLang="en-US" sz="20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分类</a:t>
            </a:r>
            <a:endParaRPr lang="en-US" altLang="zh-CN" sz="2000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129 Grupo"/>
          <p:cNvGrpSpPr/>
          <p:nvPr/>
        </p:nvGrpSpPr>
        <p:grpSpPr>
          <a:xfrm>
            <a:off x="3480029" y="2530532"/>
            <a:ext cx="3439825" cy="2159750"/>
            <a:chOff x="9279774" y="6619559"/>
            <a:chExt cx="9176297" cy="5760000"/>
          </a:xfrm>
        </p:grpSpPr>
        <p:sp>
          <p:nvSpPr>
            <p:cNvPr id="6" name="7 Elipse"/>
            <p:cNvSpPr>
              <a:spLocks noChangeAspect="1"/>
            </p:cNvSpPr>
            <p:nvPr/>
          </p:nvSpPr>
          <p:spPr bwMode="auto">
            <a:xfrm>
              <a:off x="9279774" y="6619559"/>
              <a:ext cx="9176297" cy="5760000"/>
            </a:xfrm>
            <a:custGeom>
              <a:avLst/>
              <a:gdLst/>
              <a:ahLst/>
              <a:cxnLst/>
              <a:rect l="l" t="t" r="r" b="b"/>
              <a:pathLst>
                <a:path w="9176297" h="5760000">
                  <a:moveTo>
                    <a:pt x="2880000" y="0"/>
                  </a:moveTo>
                  <a:cubicBezTo>
                    <a:pt x="4121179" y="0"/>
                    <a:pt x="5178976" y="785149"/>
                    <a:pt x="5580558" y="1887066"/>
                  </a:cubicBezTo>
                  <a:cubicBezTo>
                    <a:pt x="5817220" y="2382263"/>
                    <a:pt x="6145999" y="2688431"/>
                    <a:pt x="6509246" y="2688431"/>
                  </a:cubicBezTo>
                  <a:cubicBezTo>
                    <a:pt x="6763059" y="2688431"/>
                    <a:pt x="7000044" y="2538951"/>
                    <a:pt x="7198961" y="2278669"/>
                  </a:cubicBezTo>
                  <a:cubicBezTo>
                    <a:pt x="7392729" y="1989875"/>
                    <a:pt x="7722265" y="1799880"/>
                    <a:pt x="8096177" y="1799880"/>
                  </a:cubicBezTo>
                  <a:cubicBezTo>
                    <a:pt x="8692711" y="1799880"/>
                    <a:pt x="9176297" y="2283466"/>
                    <a:pt x="9176297" y="2880000"/>
                  </a:cubicBezTo>
                  <a:cubicBezTo>
                    <a:pt x="9176297" y="3476534"/>
                    <a:pt x="8692711" y="3960120"/>
                    <a:pt x="8096177" y="3960120"/>
                  </a:cubicBezTo>
                  <a:cubicBezTo>
                    <a:pt x="7722378" y="3960120"/>
                    <a:pt x="7392929" y="3770240"/>
                    <a:pt x="7199125" y="3481602"/>
                  </a:cubicBezTo>
                  <a:cubicBezTo>
                    <a:pt x="7000388" y="3221883"/>
                    <a:pt x="6763671" y="3072765"/>
                    <a:pt x="6510167" y="3072765"/>
                  </a:cubicBezTo>
                  <a:cubicBezTo>
                    <a:pt x="6144845" y="3072765"/>
                    <a:pt x="5814387" y="3382442"/>
                    <a:pt x="5577070" y="3882462"/>
                  </a:cubicBezTo>
                  <a:cubicBezTo>
                    <a:pt x="5172865" y="4979380"/>
                    <a:pt x="4117594" y="5760000"/>
                    <a:pt x="2880000" y="5760000"/>
                  </a:cubicBezTo>
                  <a:cubicBezTo>
                    <a:pt x="1289420" y="5760000"/>
                    <a:pt x="0" y="4470580"/>
                    <a:pt x="0" y="2880000"/>
                  </a:cubicBezTo>
                  <a:cubicBezTo>
                    <a:pt x="0" y="1289420"/>
                    <a:pt x="1289420" y="0"/>
                    <a:pt x="2880000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bg1"/>
              </a:solidFill>
            </a:ln>
            <a:effectLst>
              <a:outerShdw blurRad="381000" dist="76200" dir="5400000" algn="t" rotWithShape="0">
                <a:prstClr val="black">
                  <a:alpha val="28000"/>
                </a:prstClr>
              </a:outerShdw>
            </a:effectLst>
            <a:extLst/>
          </p:spPr>
          <p:txBody>
            <a:bodyPr lIns="0" tIns="0" rIns="0" bIns="0" rtlCol="0" anchor="ctr"/>
            <a:lstStyle/>
            <a:p>
              <a:pPr algn="ctr" defTabSz="882263"/>
              <a:endParaRPr lang="es-SV" sz="5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64 Elipse"/>
            <p:cNvSpPr>
              <a:spLocks noChangeAspect="1"/>
            </p:cNvSpPr>
            <p:nvPr/>
          </p:nvSpPr>
          <p:spPr>
            <a:xfrm>
              <a:off x="16505941" y="8635477"/>
              <a:ext cx="1755195" cy="175519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82263"/>
              <a:r>
                <a:rPr lang="es-MX" sz="19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Open Sans Extrabold" panose="020B0906030804020204" pitchFamily="34" charset="0"/>
                  <a:sym typeface="Arial" panose="020B0604020202020204" pitchFamily="34" charset="0"/>
                </a:rPr>
                <a:t>05</a:t>
              </a:r>
            </a:p>
          </p:txBody>
        </p:sp>
      </p:grpSp>
      <p:grpSp>
        <p:nvGrpSpPr>
          <p:cNvPr id="8" name="131 Grupo"/>
          <p:cNvGrpSpPr/>
          <p:nvPr/>
        </p:nvGrpSpPr>
        <p:grpSpPr>
          <a:xfrm>
            <a:off x="3615099" y="1823396"/>
            <a:ext cx="2737434" cy="2731903"/>
            <a:chOff x="9639774" y="4733642"/>
            <a:chExt cx="7302554" cy="7285917"/>
          </a:xfrm>
        </p:grpSpPr>
        <p:sp>
          <p:nvSpPr>
            <p:cNvPr id="9" name="39 Elipse"/>
            <p:cNvSpPr/>
            <p:nvPr/>
          </p:nvSpPr>
          <p:spPr bwMode="auto">
            <a:xfrm>
              <a:off x="9639774" y="4733642"/>
              <a:ext cx="7302554" cy="7285917"/>
            </a:xfrm>
            <a:custGeom>
              <a:avLst/>
              <a:gdLst/>
              <a:ahLst/>
              <a:cxnLst/>
              <a:rect l="l" t="t" r="r" b="b"/>
              <a:pathLst>
                <a:path w="7302554" h="7285917">
                  <a:moveTo>
                    <a:pt x="6222434" y="0"/>
                  </a:moveTo>
                  <a:cubicBezTo>
                    <a:pt x="6818968" y="0"/>
                    <a:pt x="7302554" y="483586"/>
                    <a:pt x="7302554" y="1080120"/>
                  </a:cubicBezTo>
                  <a:cubicBezTo>
                    <a:pt x="7302554" y="1676654"/>
                    <a:pt x="6818968" y="2160240"/>
                    <a:pt x="6222434" y="2160240"/>
                  </a:cubicBezTo>
                  <a:lnTo>
                    <a:pt x="6212402" y="2159734"/>
                  </a:lnTo>
                  <a:cubicBezTo>
                    <a:pt x="5785295" y="2175509"/>
                    <a:pt x="5414097" y="2327583"/>
                    <a:pt x="5163254" y="2620086"/>
                  </a:cubicBezTo>
                  <a:cubicBezTo>
                    <a:pt x="4866483" y="2966146"/>
                    <a:pt x="4789657" y="3448733"/>
                    <a:pt x="4907223" y="3963314"/>
                  </a:cubicBezTo>
                  <a:cubicBezTo>
                    <a:pt x="4994052" y="4214922"/>
                    <a:pt x="5040000" y="4485054"/>
                    <a:pt x="5040000" y="4765917"/>
                  </a:cubicBezTo>
                  <a:cubicBezTo>
                    <a:pt x="5040000" y="6157675"/>
                    <a:pt x="3911758" y="7285917"/>
                    <a:pt x="2520000" y="7285917"/>
                  </a:cubicBezTo>
                  <a:cubicBezTo>
                    <a:pt x="1128242" y="7285917"/>
                    <a:pt x="0" y="6157675"/>
                    <a:pt x="0" y="4765917"/>
                  </a:cubicBezTo>
                  <a:cubicBezTo>
                    <a:pt x="0" y="3374159"/>
                    <a:pt x="1128242" y="2245917"/>
                    <a:pt x="2520000" y="2245917"/>
                  </a:cubicBezTo>
                  <a:cubicBezTo>
                    <a:pt x="2709437" y="2245917"/>
                    <a:pt x="2893993" y="2266820"/>
                    <a:pt x="3071087" y="2308227"/>
                  </a:cubicBezTo>
                  <a:cubicBezTo>
                    <a:pt x="3788824" y="2494906"/>
                    <a:pt x="4457246" y="2376750"/>
                    <a:pt x="4842207" y="1927854"/>
                  </a:cubicBezTo>
                  <a:cubicBezTo>
                    <a:pt x="5028127" y="1711057"/>
                    <a:pt x="5127725" y="1440676"/>
                    <a:pt x="5145438" y="1141997"/>
                  </a:cubicBezTo>
                  <a:cubicBezTo>
                    <a:pt x="5142902" y="1121571"/>
                    <a:pt x="5142314" y="1100914"/>
                    <a:pt x="5142314" y="1080120"/>
                  </a:cubicBezTo>
                  <a:cubicBezTo>
                    <a:pt x="5142314" y="483586"/>
                    <a:pt x="5625900" y="0"/>
                    <a:pt x="6222434" y="0"/>
                  </a:cubicBezTo>
                  <a:close/>
                </a:path>
              </a:pathLst>
            </a:custGeom>
            <a:solidFill>
              <a:schemeClr val="accent4"/>
            </a:solidFill>
            <a:ln w="19050">
              <a:solidFill>
                <a:schemeClr val="bg1"/>
              </a:solidFill>
            </a:ln>
            <a:effectLst>
              <a:outerShdw blurRad="381000" dist="76200" dir="5400000" algn="t" rotWithShape="0">
                <a:prstClr val="black">
                  <a:alpha val="28000"/>
                </a:prstClr>
              </a:outerShdw>
            </a:effectLst>
            <a:extLst/>
          </p:spPr>
          <p:txBody>
            <a:bodyPr lIns="0" tIns="0" rIns="0" bIns="0" rtlCol="0" anchor="ctr"/>
            <a:lstStyle/>
            <a:p>
              <a:pPr algn="ctr" defTabSz="882263"/>
              <a:endParaRPr lang="es-SV" sz="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63 Elipse"/>
            <p:cNvSpPr>
              <a:spLocks noChangeAspect="1"/>
            </p:cNvSpPr>
            <p:nvPr/>
          </p:nvSpPr>
          <p:spPr>
            <a:xfrm>
              <a:off x="14976326" y="4942842"/>
              <a:ext cx="1755195" cy="175519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82263"/>
              <a:r>
                <a:rPr lang="es-MX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Open Sans Extrabold" panose="020B0906030804020204" pitchFamily="34" charset="0"/>
                  <a:sym typeface="Arial" panose="020B0604020202020204" pitchFamily="34" charset="0"/>
                </a:rPr>
                <a:t>04</a:t>
              </a:r>
            </a:p>
          </p:txBody>
        </p:sp>
      </p:grpSp>
      <p:grpSp>
        <p:nvGrpSpPr>
          <p:cNvPr id="11" name="132 Grupo"/>
          <p:cNvGrpSpPr/>
          <p:nvPr/>
        </p:nvGrpSpPr>
        <p:grpSpPr>
          <a:xfrm>
            <a:off x="3750048" y="1246594"/>
            <a:ext cx="1619395" cy="3173721"/>
            <a:chOff x="9999774" y="3195324"/>
            <a:chExt cx="4320000" cy="8464235"/>
          </a:xfrm>
        </p:grpSpPr>
        <p:sp>
          <p:nvSpPr>
            <p:cNvPr id="12" name="5 Elipse"/>
            <p:cNvSpPr>
              <a:spLocks noChangeAspect="1"/>
            </p:cNvSpPr>
            <p:nvPr/>
          </p:nvSpPr>
          <p:spPr bwMode="auto">
            <a:xfrm>
              <a:off x="9999774" y="3195324"/>
              <a:ext cx="4320000" cy="8464235"/>
            </a:xfrm>
            <a:custGeom>
              <a:avLst/>
              <a:gdLst/>
              <a:ahLst/>
              <a:cxnLst/>
              <a:rect l="l" t="t" r="r" b="b"/>
              <a:pathLst>
                <a:path w="4320000" h="8464235">
                  <a:moveTo>
                    <a:pt x="2160000" y="0"/>
                  </a:moveTo>
                  <a:cubicBezTo>
                    <a:pt x="2756534" y="0"/>
                    <a:pt x="3240120" y="483586"/>
                    <a:pt x="3240120" y="1080120"/>
                  </a:cubicBezTo>
                  <a:cubicBezTo>
                    <a:pt x="3240120" y="1400727"/>
                    <a:pt x="3100435" y="1688709"/>
                    <a:pt x="2877814" y="1885639"/>
                  </a:cubicBezTo>
                  <a:cubicBezTo>
                    <a:pt x="2630105" y="2201090"/>
                    <a:pt x="2489205" y="2572923"/>
                    <a:pt x="2489205" y="2970338"/>
                  </a:cubicBezTo>
                  <a:cubicBezTo>
                    <a:pt x="2489205" y="3549579"/>
                    <a:pt x="2788530" y="4074474"/>
                    <a:pt x="3273893" y="4456155"/>
                  </a:cubicBezTo>
                  <a:cubicBezTo>
                    <a:pt x="3901360" y="4832231"/>
                    <a:pt x="4320000" y="5519344"/>
                    <a:pt x="4320000" y="6304235"/>
                  </a:cubicBezTo>
                  <a:cubicBezTo>
                    <a:pt x="4320000" y="7497170"/>
                    <a:pt x="3352935" y="8464235"/>
                    <a:pt x="2160000" y="8464235"/>
                  </a:cubicBezTo>
                  <a:cubicBezTo>
                    <a:pt x="967065" y="8464235"/>
                    <a:pt x="0" y="7497170"/>
                    <a:pt x="0" y="6304235"/>
                  </a:cubicBezTo>
                  <a:cubicBezTo>
                    <a:pt x="0" y="5554456"/>
                    <a:pt x="382022" y="4893904"/>
                    <a:pt x="962335" y="4507047"/>
                  </a:cubicBezTo>
                  <a:cubicBezTo>
                    <a:pt x="1492089" y="4125066"/>
                    <a:pt x="1821035" y="3577564"/>
                    <a:pt x="1821035" y="2970338"/>
                  </a:cubicBezTo>
                  <a:cubicBezTo>
                    <a:pt x="1821035" y="2562805"/>
                    <a:pt x="1672869" y="2182172"/>
                    <a:pt x="1414636" y="1860600"/>
                  </a:cubicBezTo>
                  <a:cubicBezTo>
                    <a:pt x="1208131" y="1664577"/>
                    <a:pt x="1079880" y="1387326"/>
                    <a:pt x="1079880" y="1080120"/>
                  </a:cubicBezTo>
                  <a:cubicBezTo>
                    <a:pt x="1079880" y="483586"/>
                    <a:pt x="1563466" y="0"/>
                    <a:pt x="2160000" y="0"/>
                  </a:cubicBez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bg1"/>
              </a:solidFill>
            </a:ln>
            <a:effectLst>
              <a:outerShdw blurRad="381000" dist="76200" dir="5400000" algn="t" rotWithShape="0">
                <a:prstClr val="black">
                  <a:alpha val="28000"/>
                </a:prstClr>
              </a:outerShdw>
            </a:effectLst>
            <a:extLst/>
          </p:spPr>
          <p:txBody>
            <a:bodyPr lIns="0" tIns="0" rIns="0" bIns="0" rtlCol="0" anchor="ctr"/>
            <a:lstStyle/>
            <a:p>
              <a:pPr algn="ctr" defTabSz="882263"/>
              <a:endParaRPr lang="es-SV" sz="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62 Elipse"/>
            <p:cNvSpPr>
              <a:spLocks noChangeAspect="1"/>
            </p:cNvSpPr>
            <p:nvPr/>
          </p:nvSpPr>
          <p:spPr>
            <a:xfrm>
              <a:off x="11282176" y="3378559"/>
              <a:ext cx="1755195" cy="175519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82263"/>
              <a:r>
                <a:rPr lang="es-MX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Open Sans Extrabold" panose="020B0906030804020204" pitchFamily="34" charset="0"/>
                  <a:sym typeface="Arial" panose="020B0604020202020204" pitchFamily="34" charset="0"/>
                </a:rPr>
                <a:t>03</a:t>
              </a:r>
            </a:p>
          </p:txBody>
        </p:sp>
      </p:grpSp>
      <p:grpSp>
        <p:nvGrpSpPr>
          <p:cNvPr id="14" name="133 Grupo"/>
          <p:cNvGrpSpPr/>
          <p:nvPr/>
        </p:nvGrpSpPr>
        <p:grpSpPr>
          <a:xfrm>
            <a:off x="2776413" y="1823396"/>
            <a:ext cx="2457957" cy="2461935"/>
            <a:chOff x="7402771" y="4733642"/>
            <a:chExt cx="6557003" cy="6565917"/>
          </a:xfrm>
        </p:grpSpPr>
        <p:sp>
          <p:nvSpPr>
            <p:cNvPr id="15" name="4 Elipse"/>
            <p:cNvSpPr>
              <a:spLocks noChangeAspect="1"/>
            </p:cNvSpPr>
            <p:nvPr/>
          </p:nvSpPr>
          <p:spPr bwMode="auto">
            <a:xfrm>
              <a:off x="7402771" y="4733642"/>
              <a:ext cx="6557003" cy="6565917"/>
            </a:xfrm>
            <a:custGeom>
              <a:avLst/>
              <a:gdLst/>
              <a:ahLst/>
              <a:cxnLst/>
              <a:rect l="l" t="t" r="r" b="b"/>
              <a:pathLst>
                <a:path w="6557003" h="6565917">
                  <a:moveTo>
                    <a:pt x="1080120" y="0"/>
                  </a:moveTo>
                  <a:cubicBezTo>
                    <a:pt x="1644631" y="0"/>
                    <a:pt x="2107995" y="433060"/>
                    <a:pt x="2155444" y="985143"/>
                  </a:cubicBezTo>
                  <a:cubicBezTo>
                    <a:pt x="2156721" y="984254"/>
                    <a:pt x="2158114" y="983617"/>
                    <a:pt x="2159508" y="982983"/>
                  </a:cubicBezTo>
                  <a:lnTo>
                    <a:pt x="2157122" y="1018367"/>
                  </a:lnTo>
                  <a:cubicBezTo>
                    <a:pt x="2159655" y="1038752"/>
                    <a:pt x="2160240" y="1059368"/>
                    <a:pt x="2160240" y="1080120"/>
                  </a:cubicBezTo>
                  <a:cubicBezTo>
                    <a:pt x="2160240" y="1135366"/>
                    <a:pt x="2156092" y="1189644"/>
                    <a:pt x="2146743" y="1242456"/>
                  </a:cubicBezTo>
                  <a:cubicBezTo>
                    <a:pt x="2145586" y="1705467"/>
                    <a:pt x="2292716" y="2136654"/>
                    <a:pt x="2596672" y="2468868"/>
                  </a:cubicBezTo>
                  <a:cubicBezTo>
                    <a:pt x="3015292" y="2926405"/>
                    <a:pt x="3647277" y="3104294"/>
                    <a:pt x="4315225" y="3014888"/>
                  </a:cubicBezTo>
                  <a:lnTo>
                    <a:pt x="4313324" y="3023292"/>
                  </a:lnTo>
                  <a:cubicBezTo>
                    <a:pt x="4454868" y="2985083"/>
                    <a:pt x="4603697" y="2965917"/>
                    <a:pt x="4757003" y="2965917"/>
                  </a:cubicBezTo>
                  <a:cubicBezTo>
                    <a:pt x="5751116" y="2965917"/>
                    <a:pt x="6557003" y="3771804"/>
                    <a:pt x="6557003" y="4765917"/>
                  </a:cubicBezTo>
                  <a:cubicBezTo>
                    <a:pt x="6557003" y="5760030"/>
                    <a:pt x="5751116" y="6565917"/>
                    <a:pt x="4757003" y="6565917"/>
                  </a:cubicBezTo>
                  <a:cubicBezTo>
                    <a:pt x="3762890" y="6565917"/>
                    <a:pt x="2957003" y="5760030"/>
                    <a:pt x="2957003" y="4765917"/>
                  </a:cubicBezTo>
                  <a:cubicBezTo>
                    <a:pt x="2957003" y="4597118"/>
                    <a:pt x="2980238" y="4433746"/>
                    <a:pt x="3025416" y="4279310"/>
                  </a:cubicBezTo>
                  <a:cubicBezTo>
                    <a:pt x="3115248" y="3688287"/>
                    <a:pt x="2980004" y="3120613"/>
                    <a:pt x="2601234" y="2706629"/>
                  </a:cubicBezTo>
                  <a:cubicBezTo>
                    <a:pt x="2268415" y="2342868"/>
                    <a:pt x="1800729" y="2155869"/>
                    <a:pt x="1287094" y="2139930"/>
                  </a:cubicBezTo>
                  <a:cubicBezTo>
                    <a:pt x="1220171" y="2153424"/>
                    <a:pt x="1150941" y="2160240"/>
                    <a:pt x="1080120" y="2160240"/>
                  </a:cubicBezTo>
                  <a:cubicBezTo>
                    <a:pt x="483586" y="2160240"/>
                    <a:pt x="0" y="1676654"/>
                    <a:pt x="0" y="1080120"/>
                  </a:cubicBezTo>
                  <a:cubicBezTo>
                    <a:pt x="0" y="483586"/>
                    <a:pt x="483586" y="0"/>
                    <a:pt x="1080120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bg1"/>
              </a:solidFill>
            </a:ln>
            <a:effectLst>
              <a:outerShdw blurRad="381000" dist="76200" dir="5400000" algn="t" rotWithShape="0">
                <a:prstClr val="black">
                  <a:alpha val="28000"/>
                </a:prstClr>
              </a:outerShdw>
            </a:effectLst>
            <a:extLst/>
          </p:spPr>
          <p:txBody>
            <a:bodyPr lIns="0" tIns="0" rIns="0" bIns="0" rtlCol="0" anchor="ctr"/>
            <a:lstStyle/>
            <a:p>
              <a:pPr algn="ctr" defTabSz="882263"/>
              <a:endParaRPr lang="es-SV" sz="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61 Elipse"/>
            <p:cNvSpPr>
              <a:spLocks noChangeAspect="1"/>
            </p:cNvSpPr>
            <p:nvPr/>
          </p:nvSpPr>
          <p:spPr>
            <a:xfrm>
              <a:off x="7588843" y="4930143"/>
              <a:ext cx="1755195" cy="175519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82263"/>
              <a:r>
                <a:rPr lang="es-MX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Open Sans Extrabold" panose="020B0906030804020204" pitchFamily="34" charset="0"/>
                  <a:sym typeface="Arial" panose="020B0604020202020204" pitchFamily="34" charset="0"/>
                </a:rPr>
                <a:t>02</a:t>
              </a:r>
            </a:p>
          </p:txBody>
        </p:sp>
      </p:grpSp>
      <p:grpSp>
        <p:nvGrpSpPr>
          <p:cNvPr id="17" name="134 Grupo"/>
          <p:cNvGrpSpPr/>
          <p:nvPr/>
        </p:nvGrpSpPr>
        <p:grpSpPr>
          <a:xfrm>
            <a:off x="2198000" y="3070470"/>
            <a:ext cx="2901543" cy="1079875"/>
            <a:chOff x="5859434" y="8059559"/>
            <a:chExt cx="7740340" cy="2880000"/>
          </a:xfrm>
        </p:grpSpPr>
        <p:sp>
          <p:nvSpPr>
            <p:cNvPr id="18" name="3 Elipse"/>
            <p:cNvSpPr>
              <a:spLocks noChangeAspect="1"/>
            </p:cNvSpPr>
            <p:nvPr/>
          </p:nvSpPr>
          <p:spPr bwMode="auto">
            <a:xfrm>
              <a:off x="5859434" y="8059559"/>
              <a:ext cx="7740340" cy="2880000"/>
            </a:xfrm>
            <a:custGeom>
              <a:avLst/>
              <a:gdLst/>
              <a:ahLst/>
              <a:cxnLst/>
              <a:rect l="l" t="t" r="r" b="b"/>
              <a:pathLst>
                <a:path w="7740340" h="2880000">
                  <a:moveTo>
                    <a:pt x="6300340" y="0"/>
                  </a:moveTo>
                  <a:cubicBezTo>
                    <a:pt x="7095630" y="0"/>
                    <a:pt x="7740340" y="644710"/>
                    <a:pt x="7740340" y="1440000"/>
                  </a:cubicBezTo>
                  <a:cubicBezTo>
                    <a:pt x="7740340" y="2235290"/>
                    <a:pt x="7095630" y="2880000"/>
                    <a:pt x="6300340" y="2880000"/>
                  </a:cubicBezTo>
                  <a:cubicBezTo>
                    <a:pt x="5885156" y="2880000"/>
                    <a:pt x="5511010" y="2704290"/>
                    <a:pt x="5249309" y="2422148"/>
                  </a:cubicBezTo>
                  <a:cubicBezTo>
                    <a:pt x="5248757" y="2422489"/>
                    <a:pt x="5248171" y="2422758"/>
                    <a:pt x="5247585" y="2423026"/>
                  </a:cubicBezTo>
                  <a:cubicBezTo>
                    <a:pt x="4787435" y="1899251"/>
                    <a:pt x="4143967" y="1574656"/>
                    <a:pt x="3432088" y="1574656"/>
                  </a:cubicBezTo>
                  <a:cubicBezTo>
                    <a:pt x="2839826" y="1574656"/>
                    <a:pt x="2294917" y="1799332"/>
                    <a:pt x="1866084" y="2179330"/>
                  </a:cubicBezTo>
                  <a:cubicBezTo>
                    <a:pt x="1669871" y="2389407"/>
                    <a:pt x="1390260" y="2520120"/>
                    <a:pt x="1080120" y="2520120"/>
                  </a:cubicBezTo>
                  <a:cubicBezTo>
                    <a:pt x="483586" y="2520120"/>
                    <a:pt x="0" y="2036534"/>
                    <a:pt x="0" y="1440000"/>
                  </a:cubicBezTo>
                  <a:cubicBezTo>
                    <a:pt x="0" y="843466"/>
                    <a:pt x="483586" y="359880"/>
                    <a:pt x="1080120" y="359880"/>
                  </a:cubicBezTo>
                  <a:cubicBezTo>
                    <a:pt x="1411226" y="359880"/>
                    <a:pt x="1707536" y="508864"/>
                    <a:pt x="1905271" y="743788"/>
                  </a:cubicBezTo>
                  <a:cubicBezTo>
                    <a:pt x="2329616" y="1096551"/>
                    <a:pt x="2861566" y="1304626"/>
                    <a:pt x="3438438" y="1304626"/>
                  </a:cubicBezTo>
                  <a:cubicBezTo>
                    <a:pt x="4089499" y="1304626"/>
                    <a:pt x="4683338" y="1039592"/>
                    <a:pt x="5130819" y="602053"/>
                  </a:cubicBezTo>
                  <a:cubicBezTo>
                    <a:pt x="5391019" y="237165"/>
                    <a:pt x="5817983" y="0"/>
                    <a:pt x="6300340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bg1"/>
              </a:solidFill>
            </a:ln>
            <a:effectLst>
              <a:outerShdw blurRad="381000" dist="76200" dir="5400000" algn="t" rotWithShape="0">
                <a:prstClr val="black">
                  <a:alpha val="28000"/>
                </a:prstClr>
              </a:outerShdw>
            </a:effectLst>
            <a:extLst/>
          </p:spPr>
          <p:txBody>
            <a:bodyPr lIns="0" tIns="0" rIns="0" bIns="0" rtlCol="0" anchor="ctr"/>
            <a:lstStyle/>
            <a:p>
              <a:pPr algn="ctr" defTabSz="882263"/>
              <a:endParaRPr lang="es-SV" sz="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60 Elipse"/>
            <p:cNvSpPr>
              <a:spLocks noChangeAspect="1"/>
            </p:cNvSpPr>
            <p:nvPr/>
          </p:nvSpPr>
          <p:spPr>
            <a:xfrm>
              <a:off x="6066371" y="8621595"/>
              <a:ext cx="1755195" cy="175519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82263"/>
              <a:r>
                <a:rPr lang="es-MX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Open Sans Extrabold" panose="020B0906030804020204" pitchFamily="34" charset="0"/>
                  <a:sym typeface="Arial" panose="020B0604020202020204" pitchFamily="34" charset="0"/>
                </a:rPr>
                <a:t>01</a:t>
              </a:r>
            </a:p>
          </p:txBody>
        </p:sp>
      </p:grpSp>
      <p:sp>
        <p:nvSpPr>
          <p:cNvPr id="20" name="50 Elipse"/>
          <p:cNvSpPr/>
          <p:nvPr/>
        </p:nvSpPr>
        <p:spPr>
          <a:xfrm>
            <a:off x="4094170" y="3144711"/>
            <a:ext cx="931152" cy="931393"/>
          </a:xfrm>
          <a:prstGeom prst="ellipse">
            <a:avLst/>
          </a:prstGeom>
          <a:solidFill>
            <a:schemeClr val="bg1"/>
          </a:solidFill>
          <a:ln w="28575" cap="rnd" cmpd="sng">
            <a:noFill/>
            <a:bevel/>
          </a:ln>
          <a:effectLst>
            <a:innerShdw blurRad="177800" dist="25400">
              <a:prstClr val="black"/>
            </a:innerShdw>
          </a:effectLst>
          <a:scene3d>
            <a:camera prst="orthographicFront"/>
            <a:lightRig rig="contrasting" dir="t"/>
          </a:scene3d>
          <a:sp3d prstMaterial="metal">
            <a:bevelT w="0" h="0" prst="coolSlant"/>
            <a:contourClr>
              <a:srgbClr val="BEC7C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3398" rIns="0" bIns="33398" rtlCol="0" anchor="ctr"/>
          <a:lstStyle/>
          <a:p>
            <a:pPr algn="ctr" defTabSz="882263">
              <a:lnSpc>
                <a:spcPct val="125000"/>
              </a:lnSpc>
            </a:pPr>
            <a:r>
              <a:rPr lang="zh-CN" altLang="en-US" sz="1600" kern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 Condensed" panose="020B0604020202020204" charset="0"/>
                <a:sym typeface="Arial" panose="020B0604020202020204" pitchFamily="34" charset="0"/>
              </a:rPr>
              <a:t>分类</a:t>
            </a:r>
            <a:endParaRPr lang="es-MX" sz="1600" kern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 Condense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21" name="Textbox 1"/>
          <p:cNvSpPr/>
          <p:nvPr/>
        </p:nvSpPr>
        <p:spPr>
          <a:xfrm>
            <a:off x="792747" y="3361483"/>
            <a:ext cx="1339076" cy="658500"/>
          </a:xfrm>
          <a:prstGeom prst="rect">
            <a:avLst/>
          </a:prstGeom>
        </p:spPr>
        <p:txBody>
          <a:bodyPr wrap="square" lIns="88263" tIns="44126" rIns="88263" bIns="44126">
            <a:spAutoFit/>
          </a:bodyPr>
          <a:lstStyle/>
          <a:p>
            <a:r>
              <a:rPr lang="zh-CN" altLang="zh-CN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社交应用类</a:t>
            </a:r>
            <a:endParaRPr lang="en-US" altLang="zh-CN" sz="1604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zh-CN" sz="1050" dirty="0" smtClean="0"/>
              <a:t>微信、</a:t>
            </a:r>
            <a:r>
              <a:rPr lang="en-US" altLang="zh-CN" sz="1050" dirty="0" smtClean="0"/>
              <a:t>QQ</a:t>
            </a:r>
            <a:r>
              <a:rPr lang="zh-CN" altLang="zh-CN" sz="1050" dirty="0" smtClean="0"/>
              <a:t>、</a:t>
            </a:r>
            <a:r>
              <a:rPr lang="en-US" altLang="zh-CN" sz="1050" dirty="0" err="1" smtClean="0"/>
              <a:t>facebook</a:t>
            </a:r>
            <a:r>
              <a:rPr lang="zh-CN" altLang="zh-CN" sz="1050" dirty="0" smtClean="0"/>
              <a:t>、陌陌</a:t>
            </a:r>
            <a:endParaRPr lang="id-ID" altLang="zh-CN" sz="1050" kern="0" dirty="0">
              <a:solidFill>
                <a:prstClr val="black">
                  <a:lumMod val="60000"/>
                  <a:lumOff val="4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1"/>
          <p:cNvSpPr/>
          <p:nvPr/>
        </p:nvSpPr>
        <p:spPr>
          <a:xfrm>
            <a:off x="1368633" y="1863115"/>
            <a:ext cx="1326095" cy="658500"/>
          </a:xfrm>
          <a:prstGeom prst="rect">
            <a:avLst/>
          </a:prstGeom>
        </p:spPr>
        <p:txBody>
          <a:bodyPr wrap="square" lIns="88263" tIns="44126" rIns="88263" bIns="44126">
            <a:spAutoFit/>
          </a:bodyPr>
          <a:lstStyle/>
          <a:p>
            <a:r>
              <a:rPr lang="zh-CN" altLang="zh-CN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地图导航类</a:t>
            </a:r>
            <a:endParaRPr lang="en-US" altLang="zh-CN" sz="1604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050" dirty="0" smtClean="0"/>
              <a:t>Google</a:t>
            </a:r>
            <a:r>
              <a:rPr lang="zh-CN" altLang="zh-CN" sz="1050" dirty="0" smtClean="0"/>
              <a:t>地图、百度地图、高德地图</a:t>
            </a:r>
            <a:endParaRPr lang="id-ID" altLang="zh-CN" sz="1050" kern="0" dirty="0">
              <a:solidFill>
                <a:prstClr val="black">
                  <a:lumMod val="60000"/>
                  <a:lumOff val="4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Textbox 1"/>
          <p:cNvSpPr/>
          <p:nvPr/>
        </p:nvSpPr>
        <p:spPr>
          <a:xfrm>
            <a:off x="3924128" y="522562"/>
            <a:ext cx="1359928" cy="658500"/>
          </a:xfrm>
          <a:prstGeom prst="rect">
            <a:avLst/>
          </a:prstGeom>
        </p:spPr>
        <p:txBody>
          <a:bodyPr wrap="square" lIns="88263" tIns="44126" rIns="88263" bIns="44126">
            <a:spAutoFit/>
          </a:bodyPr>
          <a:lstStyle/>
          <a:p>
            <a:r>
              <a:rPr lang="zh-CN" altLang="zh-CN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网购支付类</a:t>
            </a:r>
            <a:endParaRPr lang="en-US" altLang="zh-CN" sz="1604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zh-CN" sz="1050" dirty="0" smtClean="0"/>
              <a:t>淘宝、京东、苏宁易购、支付宝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1"/>
          <p:cNvSpPr/>
          <p:nvPr/>
        </p:nvSpPr>
        <p:spPr>
          <a:xfrm>
            <a:off x="6416038" y="1863115"/>
            <a:ext cx="1323338" cy="658500"/>
          </a:xfrm>
          <a:prstGeom prst="rect">
            <a:avLst/>
          </a:prstGeom>
        </p:spPr>
        <p:txBody>
          <a:bodyPr wrap="square" lIns="88263" tIns="44126" rIns="88263" bIns="44126">
            <a:spAutoFit/>
          </a:bodyPr>
          <a:lstStyle/>
          <a:p>
            <a:r>
              <a:rPr lang="zh-CN" altLang="zh-CN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通话通讯类</a:t>
            </a:r>
            <a:endParaRPr lang="en-US" altLang="zh-CN" sz="1604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zh-CN" sz="1050" dirty="0" smtClean="0"/>
              <a:t>飞信、</a:t>
            </a:r>
            <a:r>
              <a:rPr lang="en-US" altLang="zh-CN" sz="1050" dirty="0" smtClean="0"/>
              <a:t>QQ</a:t>
            </a:r>
            <a:r>
              <a:rPr lang="zh-CN" altLang="zh-CN" sz="1050" dirty="0" smtClean="0"/>
              <a:t>、阿里旺旺、掌上宝</a:t>
            </a:r>
            <a:endParaRPr lang="id-ID" altLang="zh-CN" sz="1050" kern="0" dirty="0">
              <a:solidFill>
                <a:prstClr val="black">
                  <a:lumMod val="60000"/>
                  <a:lumOff val="4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Textbox 1"/>
          <p:cNvSpPr/>
          <p:nvPr/>
        </p:nvSpPr>
        <p:spPr>
          <a:xfrm>
            <a:off x="6986484" y="3361483"/>
            <a:ext cx="1400763" cy="658500"/>
          </a:xfrm>
          <a:prstGeom prst="rect">
            <a:avLst/>
          </a:prstGeom>
        </p:spPr>
        <p:txBody>
          <a:bodyPr wrap="square" lIns="88263" tIns="44126" rIns="88263" bIns="44126">
            <a:spAutoFit/>
          </a:bodyPr>
          <a:lstStyle/>
          <a:p>
            <a:r>
              <a:rPr lang="zh-CN" altLang="zh-CN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生活服务类</a:t>
            </a:r>
            <a:endParaRPr lang="en-US" altLang="zh-CN" sz="1604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zh-CN" sz="1050" dirty="0" smtClean="0"/>
              <a:t>去哪了、美团、滴滴打车</a:t>
            </a:r>
            <a:endParaRPr lang="id-ID" altLang="zh-CN" sz="1050" kern="0" dirty="0">
              <a:solidFill>
                <a:prstClr val="black">
                  <a:lumMod val="60000"/>
                  <a:lumOff val="4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6" name="82 Grupo"/>
          <p:cNvGrpSpPr>
            <a:grpSpLocks noChangeAspect="1"/>
          </p:cNvGrpSpPr>
          <p:nvPr/>
        </p:nvGrpSpPr>
        <p:grpSpPr>
          <a:xfrm>
            <a:off x="7699530" y="2044579"/>
            <a:ext cx="252019" cy="249585"/>
            <a:chOff x="18853929" y="3019796"/>
            <a:chExt cx="860707" cy="852174"/>
          </a:xfrm>
          <a:solidFill>
            <a:schemeClr val="tx2"/>
          </a:solidFill>
        </p:grpSpPr>
        <p:sp>
          <p:nvSpPr>
            <p:cNvPr id="27" name="Freeform 6"/>
            <p:cNvSpPr>
              <a:spLocks noEditPoints="1"/>
            </p:cNvSpPr>
            <p:nvPr/>
          </p:nvSpPr>
          <p:spPr bwMode="auto">
            <a:xfrm>
              <a:off x="18853929" y="3019796"/>
              <a:ext cx="860707" cy="852174"/>
            </a:xfrm>
            <a:custGeom>
              <a:avLst/>
              <a:gdLst>
                <a:gd name="T0" fmla="*/ 1358 w 3226"/>
                <a:gd name="T1" fmla="*/ 609 h 3195"/>
                <a:gd name="T2" fmla="*/ 1146 w 3226"/>
                <a:gd name="T3" fmla="*/ 711 h 3195"/>
                <a:gd name="T4" fmla="*/ 974 w 3226"/>
                <a:gd name="T5" fmla="*/ 686 h 3195"/>
                <a:gd name="T6" fmla="*/ 725 w 3226"/>
                <a:gd name="T7" fmla="*/ 1048 h 3195"/>
                <a:gd name="T8" fmla="*/ 662 w 3226"/>
                <a:gd name="T9" fmla="*/ 1270 h 3195"/>
                <a:gd name="T10" fmla="*/ 540 w 3226"/>
                <a:gd name="T11" fmla="*/ 1393 h 3195"/>
                <a:gd name="T12" fmla="*/ 567 w 3226"/>
                <a:gd name="T13" fmla="*/ 1815 h 3195"/>
                <a:gd name="T14" fmla="*/ 683 w 3226"/>
                <a:gd name="T15" fmla="*/ 1979 h 3195"/>
                <a:gd name="T16" fmla="*/ 719 w 3226"/>
                <a:gd name="T17" fmla="*/ 2176 h 3195"/>
                <a:gd name="T18" fmla="*/ 1001 w 3226"/>
                <a:gd name="T19" fmla="*/ 2494 h 3195"/>
                <a:gd name="T20" fmla="*/ 1174 w 3226"/>
                <a:gd name="T21" fmla="*/ 2495 h 3195"/>
                <a:gd name="T22" fmla="*/ 1378 w 3226"/>
                <a:gd name="T23" fmla="*/ 2609 h 3195"/>
                <a:gd name="T24" fmla="*/ 1813 w 3226"/>
                <a:gd name="T25" fmla="*/ 2690 h 3195"/>
                <a:gd name="T26" fmla="*/ 1916 w 3226"/>
                <a:gd name="T27" fmla="*/ 2552 h 3195"/>
                <a:gd name="T28" fmla="*/ 2140 w 3226"/>
                <a:gd name="T29" fmla="*/ 2475 h 3195"/>
                <a:gd name="T30" fmla="*/ 2708 w 3226"/>
                <a:gd name="T31" fmla="*/ 2490 h 3195"/>
                <a:gd name="T32" fmla="*/ 2502 w 3226"/>
                <a:gd name="T33" fmla="*/ 2089 h 3195"/>
                <a:gd name="T34" fmla="*/ 2592 w 3226"/>
                <a:gd name="T35" fmla="*/ 1872 h 3195"/>
                <a:gd name="T36" fmla="*/ 3024 w 3226"/>
                <a:gd name="T37" fmla="*/ 1733 h 3195"/>
                <a:gd name="T38" fmla="*/ 2612 w 3226"/>
                <a:gd name="T39" fmla="*/ 1345 h 3195"/>
                <a:gd name="T40" fmla="*/ 2509 w 3226"/>
                <a:gd name="T41" fmla="*/ 1135 h 3195"/>
                <a:gd name="T42" fmla="*/ 2534 w 3226"/>
                <a:gd name="T43" fmla="*/ 965 h 3195"/>
                <a:gd name="T44" fmla="*/ 2170 w 3226"/>
                <a:gd name="T45" fmla="*/ 718 h 3195"/>
                <a:gd name="T46" fmla="*/ 1944 w 3226"/>
                <a:gd name="T47" fmla="*/ 656 h 3195"/>
                <a:gd name="T48" fmla="*/ 1820 w 3226"/>
                <a:gd name="T49" fmla="*/ 535 h 3195"/>
                <a:gd name="T50" fmla="*/ 1812 w 3226"/>
                <a:gd name="T51" fmla="*/ 9 h 3195"/>
                <a:gd name="T52" fmla="*/ 1940 w 3226"/>
                <a:gd name="T53" fmla="*/ 131 h 3195"/>
                <a:gd name="T54" fmla="*/ 2428 w 3226"/>
                <a:gd name="T55" fmla="*/ 332 h 3195"/>
                <a:gd name="T56" fmla="*/ 2605 w 3226"/>
                <a:gd name="T57" fmla="*/ 335 h 3195"/>
                <a:gd name="T58" fmla="*/ 2900 w 3226"/>
                <a:gd name="T59" fmla="*/ 641 h 3195"/>
                <a:gd name="T60" fmla="*/ 2876 w 3226"/>
                <a:gd name="T61" fmla="*/ 816 h 3195"/>
                <a:gd name="T62" fmla="*/ 3122 w 3226"/>
                <a:gd name="T63" fmla="*/ 1287 h 3195"/>
                <a:gd name="T64" fmla="*/ 3224 w 3226"/>
                <a:gd name="T65" fmla="*/ 1431 h 3195"/>
                <a:gd name="T66" fmla="*/ 3190 w 3226"/>
                <a:gd name="T67" fmla="*/ 1848 h 3195"/>
                <a:gd name="T68" fmla="*/ 2755 w 3226"/>
                <a:gd name="T69" fmla="*/ 1990 h 3195"/>
                <a:gd name="T70" fmla="*/ 2908 w 3226"/>
                <a:gd name="T71" fmla="*/ 2465 h 3195"/>
                <a:gd name="T72" fmla="*/ 2851 w 3226"/>
                <a:gd name="T73" fmla="*/ 2632 h 3195"/>
                <a:gd name="T74" fmla="*/ 2514 w 3226"/>
                <a:gd name="T75" fmla="*/ 2882 h 3195"/>
                <a:gd name="T76" fmla="*/ 2077 w 3226"/>
                <a:gd name="T77" fmla="*/ 2703 h 3195"/>
                <a:gd name="T78" fmla="*/ 1890 w 3226"/>
                <a:gd name="T79" fmla="*/ 3139 h 3195"/>
                <a:gd name="T80" fmla="*/ 1476 w 3226"/>
                <a:gd name="T81" fmla="*/ 3195 h 3195"/>
                <a:gd name="T82" fmla="*/ 1317 w 3226"/>
                <a:gd name="T83" fmla="*/ 3118 h 3195"/>
                <a:gd name="T84" fmla="*/ 1087 w 3226"/>
                <a:gd name="T85" fmla="*/ 2675 h 3195"/>
                <a:gd name="T86" fmla="*/ 682 w 3226"/>
                <a:gd name="T87" fmla="*/ 2880 h 3195"/>
                <a:gd name="T88" fmla="*/ 355 w 3226"/>
                <a:gd name="T89" fmla="*/ 2607 h 3195"/>
                <a:gd name="T90" fmla="*/ 324 w 3226"/>
                <a:gd name="T91" fmla="*/ 2436 h 3195"/>
                <a:gd name="T92" fmla="*/ 162 w 3226"/>
                <a:gd name="T93" fmla="*/ 1929 h 3195"/>
                <a:gd name="T94" fmla="*/ 22 w 3226"/>
                <a:gd name="T95" fmla="*/ 1822 h 3195"/>
                <a:gd name="T96" fmla="*/ 9 w 3226"/>
                <a:gd name="T97" fmla="*/ 1401 h 3195"/>
                <a:gd name="T98" fmla="*/ 132 w 3226"/>
                <a:gd name="T99" fmla="*/ 1275 h 3195"/>
                <a:gd name="T100" fmla="*/ 335 w 3226"/>
                <a:gd name="T101" fmla="*/ 788 h 3195"/>
                <a:gd name="T102" fmla="*/ 339 w 3226"/>
                <a:gd name="T103" fmla="*/ 614 h 3195"/>
                <a:gd name="T104" fmla="*/ 651 w 3226"/>
                <a:gd name="T105" fmla="*/ 323 h 3195"/>
                <a:gd name="T106" fmla="*/ 824 w 3226"/>
                <a:gd name="T107" fmla="*/ 346 h 3195"/>
                <a:gd name="T108" fmla="*/ 1300 w 3226"/>
                <a:gd name="T109" fmla="*/ 102 h 3195"/>
                <a:gd name="T110" fmla="*/ 1445 w 3226"/>
                <a:gd name="T111" fmla="*/ 2 h 3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26" h="3195">
                  <a:moveTo>
                    <a:pt x="1476" y="200"/>
                  </a:moveTo>
                  <a:lnTo>
                    <a:pt x="1414" y="506"/>
                  </a:lnTo>
                  <a:lnTo>
                    <a:pt x="1405" y="535"/>
                  </a:lnTo>
                  <a:lnTo>
                    <a:pt x="1394" y="562"/>
                  </a:lnTo>
                  <a:lnTo>
                    <a:pt x="1378" y="586"/>
                  </a:lnTo>
                  <a:lnTo>
                    <a:pt x="1358" y="609"/>
                  </a:lnTo>
                  <a:lnTo>
                    <a:pt x="1335" y="628"/>
                  </a:lnTo>
                  <a:lnTo>
                    <a:pt x="1311" y="643"/>
                  </a:lnTo>
                  <a:lnTo>
                    <a:pt x="1283" y="656"/>
                  </a:lnTo>
                  <a:lnTo>
                    <a:pt x="1227" y="676"/>
                  </a:lnTo>
                  <a:lnTo>
                    <a:pt x="1174" y="701"/>
                  </a:lnTo>
                  <a:lnTo>
                    <a:pt x="1146" y="711"/>
                  </a:lnTo>
                  <a:lnTo>
                    <a:pt x="1117" y="718"/>
                  </a:lnTo>
                  <a:lnTo>
                    <a:pt x="1087" y="720"/>
                  </a:lnTo>
                  <a:lnTo>
                    <a:pt x="1057" y="718"/>
                  </a:lnTo>
                  <a:lnTo>
                    <a:pt x="1028" y="711"/>
                  </a:lnTo>
                  <a:lnTo>
                    <a:pt x="1001" y="701"/>
                  </a:lnTo>
                  <a:lnTo>
                    <a:pt x="974" y="686"/>
                  </a:lnTo>
                  <a:lnTo>
                    <a:pt x="711" y="513"/>
                  </a:lnTo>
                  <a:lnTo>
                    <a:pt x="518" y="705"/>
                  </a:lnTo>
                  <a:lnTo>
                    <a:pt x="693" y="965"/>
                  </a:lnTo>
                  <a:lnTo>
                    <a:pt x="708" y="992"/>
                  </a:lnTo>
                  <a:lnTo>
                    <a:pt x="719" y="1019"/>
                  </a:lnTo>
                  <a:lnTo>
                    <a:pt x="725" y="1048"/>
                  </a:lnTo>
                  <a:lnTo>
                    <a:pt x="727" y="1077"/>
                  </a:lnTo>
                  <a:lnTo>
                    <a:pt x="725" y="1106"/>
                  </a:lnTo>
                  <a:lnTo>
                    <a:pt x="718" y="1135"/>
                  </a:lnTo>
                  <a:lnTo>
                    <a:pt x="706" y="1163"/>
                  </a:lnTo>
                  <a:lnTo>
                    <a:pt x="683" y="1216"/>
                  </a:lnTo>
                  <a:lnTo>
                    <a:pt x="662" y="1270"/>
                  </a:lnTo>
                  <a:lnTo>
                    <a:pt x="650" y="1298"/>
                  </a:lnTo>
                  <a:lnTo>
                    <a:pt x="634" y="1323"/>
                  </a:lnTo>
                  <a:lnTo>
                    <a:pt x="615" y="1345"/>
                  </a:lnTo>
                  <a:lnTo>
                    <a:pt x="592" y="1364"/>
                  </a:lnTo>
                  <a:lnTo>
                    <a:pt x="567" y="1381"/>
                  </a:lnTo>
                  <a:lnTo>
                    <a:pt x="540" y="1393"/>
                  </a:lnTo>
                  <a:lnTo>
                    <a:pt x="511" y="1401"/>
                  </a:lnTo>
                  <a:lnTo>
                    <a:pt x="202" y="1461"/>
                  </a:lnTo>
                  <a:lnTo>
                    <a:pt x="202" y="1733"/>
                  </a:lnTo>
                  <a:lnTo>
                    <a:pt x="511" y="1794"/>
                  </a:lnTo>
                  <a:lnTo>
                    <a:pt x="540" y="1802"/>
                  </a:lnTo>
                  <a:lnTo>
                    <a:pt x="567" y="1815"/>
                  </a:lnTo>
                  <a:lnTo>
                    <a:pt x="593" y="1831"/>
                  </a:lnTo>
                  <a:lnTo>
                    <a:pt x="615" y="1850"/>
                  </a:lnTo>
                  <a:lnTo>
                    <a:pt x="634" y="1872"/>
                  </a:lnTo>
                  <a:lnTo>
                    <a:pt x="650" y="1897"/>
                  </a:lnTo>
                  <a:lnTo>
                    <a:pt x="662" y="1925"/>
                  </a:lnTo>
                  <a:lnTo>
                    <a:pt x="683" y="1979"/>
                  </a:lnTo>
                  <a:lnTo>
                    <a:pt x="707" y="2032"/>
                  </a:lnTo>
                  <a:lnTo>
                    <a:pt x="718" y="2060"/>
                  </a:lnTo>
                  <a:lnTo>
                    <a:pt x="725" y="2089"/>
                  </a:lnTo>
                  <a:lnTo>
                    <a:pt x="727" y="2118"/>
                  </a:lnTo>
                  <a:lnTo>
                    <a:pt x="725" y="2148"/>
                  </a:lnTo>
                  <a:lnTo>
                    <a:pt x="719" y="2176"/>
                  </a:lnTo>
                  <a:lnTo>
                    <a:pt x="708" y="2204"/>
                  </a:lnTo>
                  <a:lnTo>
                    <a:pt x="693" y="2230"/>
                  </a:lnTo>
                  <a:lnTo>
                    <a:pt x="518" y="2490"/>
                  </a:lnTo>
                  <a:lnTo>
                    <a:pt x="713" y="2682"/>
                  </a:lnTo>
                  <a:lnTo>
                    <a:pt x="974" y="2509"/>
                  </a:lnTo>
                  <a:lnTo>
                    <a:pt x="1001" y="2494"/>
                  </a:lnTo>
                  <a:lnTo>
                    <a:pt x="1028" y="2484"/>
                  </a:lnTo>
                  <a:lnTo>
                    <a:pt x="1057" y="2478"/>
                  </a:lnTo>
                  <a:lnTo>
                    <a:pt x="1087" y="2475"/>
                  </a:lnTo>
                  <a:lnTo>
                    <a:pt x="1117" y="2478"/>
                  </a:lnTo>
                  <a:lnTo>
                    <a:pt x="1146" y="2485"/>
                  </a:lnTo>
                  <a:lnTo>
                    <a:pt x="1174" y="2495"/>
                  </a:lnTo>
                  <a:lnTo>
                    <a:pt x="1228" y="2519"/>
                  </a:lnTo>
                  <a:lnTo>
                    <a:pt x="1283" y="2540"/>
                  </a:lnTo>
                  <a:lnTo>
                    <a:pt x="1311" y="2552"/>
                  </a:lnTo>
                  <a:lnTo>
                    <a:pt x="1336" y="2567"/>
                  </a:lnTo>
                  <a:lnTo>
                    <a:pt x="1359" y="2587"/>
                  </a:lnTo>
                  <a:lnTo>
                    <a:pt x="1378" y="2609"/>
                  </a:lnTo>
                  <a:lnTo>
                    <a:pt x="1394" y="2634"/>
                  </a:lnTo>
                  <a:lnTo>
                    <a:pt x="1406" y="2660"/>
                  </a:lnTo>
                  <a:lnTo>
                    <a:pt x="1415" y="2690"/>
                  </a:lnTo>
                  <a:lnTo>
                    <a:pt x="1476" y="2995"/>
                  </a:lnTo>
                  <a:lnTo>
                    <a:pt x="1750" y="2995"/>
                  </a:lnTo>
                  <a:lnTo>
                    <a:pt x="1813" y="2690"/>
                  </a:lnTo>
                  <a:lnTo>
                    <a:pt x="1821" y="2660"/>
                  </a:lnTo>
                  <a:lnTo>
                    <a:pt x="1832" y="2634"/>
                  </a:lnTo>
                  <a:lnTo>
                    <a:pt x="1849" y="2609"/>
                  </a:lnTo>
                  <a:lnTo>
                    <a:pt x="1868" y="2587"/>
                  </a:lnTo>
                  <a:lnTo>
                    <a:pt x="1891" y="2567"/>
                  </a:lnTo>
                  <a:lnTo>
                    <a:pt x="1916" y="2552"/>
                  </a:lnTo>
                  <a:lnTo>
                    <a:pt x="1944" y="2540"/>
                  </a:lnTo>
                  <a:lnTo>
                    <a:pt x="1998" y="2519"/>
                  </a:lnTo>
                  <a:lnTo>
                    <a:pt x="2052" y="2495"/>
                  </a:lnTo>
                  <a:lnTo>
                    <a:pt x="2081" y="2485"/>
                  </a:lnTo>
                  <a:lnTo>
                    <a:pt x="2110" y="2478"/>
                  </a:lnTo>
                  <a:lnTo>
                    <a:pt x="2140" y="2475"/>
                  </a:lnTo>
                  <a:lnTo>
                    <a:pt x="2170" y="2478"/>
                  </a:lnTo>
                  <a:lnTo>
                    <a:pt x="2198" y="2484"/>
                  </a:lnTo>
                  <a:lnTo>
                    <a:pt x="2226" y="2494"/>
                  </a:lnTo>
                  <a:lnTo>
                    <a:pt x="2252" y="2509"/>
                  </a:lnTo>
                  <a:lnTo>
                    <a:pt x="2514" y="2682"/>
                  </a:lnTo>
                  <a:lnTo>
                    <a:pt x="2708" y="2490"/>
                  </a:lnTo>
                  <a:lnTo>
                    <a:pt x="2534" y="2230"/>
                  </a:lnTo>
                  <a:lnTo>
                    <a:pt x="2518" y="2204"/>
                  </a:lnTo>
                  <a:lnTo>
                    <a:pt x="2508" y="2176"/>
                  </a:lnTo>
                  <a:lnTo>
                    <a:pt x="2502" y="2148"/>
                  </a:lnTo>
                  <a:lnTo>
                    <a:pt x="2500" y="2118"/>
                  </a:lnTo>
                  <a:lnTo>
                    <a:pt x="2502" y="2089"/>
                  </a:lnTo>
                  <a:lnTo>
                    <a:pt x="2509" y="2060"/>
                  </a:lnTo>
                  <a:lnTo>
                    <a:pt x="2520" y="2032"/>
                  </a:lnTo>
                  <a:lnTo>
                    <a:pt x="2544" y="1979"/>
                  </a:lnTo>
                  <a:lnTo>
                    <a:pt x="2565" y="1925"/>
                  </a:lnTo>
                  <a:lnTo>
                    <a:pt x="2577" y="1897"/>
                  </a:lnTo>
                  <a:lnTo>
                    <a:pt x="2592" y="1872"/>
                  </a:lnTo>
                  <a:lnTo>
                    <a:pt x="2612" y="1849"/>
                  </a:lnTo>
                  <a:lnTo>
                    <a:pt x="2635" y="1831"/>
                  </a:lnTo>
                  <a:lnTo>
                    <a:pt x="2659" y="1815"/>
                  </a:lnTo>
                  <a:lnTo>
                    <a:pt x="2686" y="1802"/>
                  </a:lnTo>
                  <a:lnTo>
                    <a:pt x="2716" y="1794"/>
                  </a:lnTo>
                  <a:lnTo>
                    <a:pt x="3024" y="1733"/>
                  </a:lnTo>
                  <a:lnTo>
                    <a:pt x="3024" y="1461"/>
                  </a:lnTo>
                  <a:lnTo>
                    <a:pt x="2716" y="1400"/>
                  </a:lnTo>
                  <a:lnTo>
                    <a:pt x="2686" y="1392"/>
                  </a:lnTo>
                  <a:lnTo>
                    <a:pt x="2659" y="1381"/>
                  </a:lnTo>
                  <a:lnTo>
                    <a:pt x="2635" y="1364"/>
                  </a:lnTo>
                  <a:lnTo>
                    <a:pt x="2612" y="1345"/>
                  </a:lnTo>
                  <a:lnTo>
                    <a:pt x="2592" y="1323"/>
                  </a:lnTo>
                  <a:lnTo>
                    <a:pt x="2577" y="1298"/>
                  </a:lnTo>
                  <a:lnTo>
                    <a:pt x="2564" y="1270"/>
                  </a:lnTo>
                  <a:lnTo>
                    <a:pt x="2544" y="1215"/>
                  </a:lnTo>
                  <a:lnTo>
                    <a:pt x="2520" y="1163"/>
                  </a:lnTo>
                  <a:lnTo>
                    <a:pt x="2509" y="1135"/>
                  </a:lnTo>
                  <a:lnTo>
                    <a:pt x="2502" y="1106"/>
                  </a:lnTo>
                  <a:lnTo>
                    <a:pt x="2500" y="1077"/>
                  </a:lnTo>
                  <a:lnTo>
                    <a:pt x="2502" y="1048"/>
                  </a:lnTo>
                  <a:lnTo>
                    <a:pt x="2508" y="1019"/>
                  </a:lnTo>
                  <a:lnTo>
                    <a:pt x="2519" y="992"/>
                  </a:lnTo>
                  <a:lnTo>
                    <a:pt x="2534" y="965"/>
                  </a:lnTo>
                  <a:lnTo>
                    <a:pt x="2708" y="705"/>
                  </a:lnTo>
                  <a:lnTo>
                    <a:pt x="2514" y="513"/>
                  </a:lnTo>
                  <a:lnTo>
                    <a:pt x="2252" y="686"/>
                  </a:lnTo>
                  <a:lnTo>
                    <a:pt x="2225" y="701"/>
                  </a:lnTo>
                  <a:lnTo>
                    <a:pt x="2197" y="711"/>
                  </a:lnTo>
                  <a:lnTo>
                    <a:pt x="2170" y="718"/>
                  </a:lnTo>
                  <a:lnTo>
                    <a:pt x="2140" y="720"/>
                  </a:lnTo>
                  <a:lnTo>
                    <a:pt x="2110" y="718"/>
                  </a:lnTo>
                  <a:lnTo>
                    <a:pt x="2081" y="711"/>
                  </a:lnTo>
                  <a:lnTo>
                    <a:pt x="2052" y="700"/>
                  </a:lnTo>
                  <a:lnTo>
                    <a:pt x="1998" y="676"/>
                  </a:lnTo>
                  <a:lnTo>
                    <a:pt x="1944" y="656"/>
                  </a:lnTo>
                  <a:lnTo>
                    <a:pt x="1916" y="643"/>
                  </a:lnTo>
                  <a:lnTo>
                    <a:pt x="1890" y="628"/>
                  </a:lnTo>
                  <a:lnTo>
                    <a:pt x="1868" y="609"/>
                  </a:lnTo>
                  <a:lnTo>
                    <a:pt x="1849" y="586"/>
                  </a:lnTo>
                  <a:lnTo>
                    <a:pt x="1832" y="562"/>
                  </a:lnTo>
                  <a:lnTo>
                    <a:pt x="1820" y="535"/>
                  </a:lnTo>
                  <a:lnTo>
                    <a:pt x="1813" y="506"/>
                  </a:lnTo>
                  <a:lnTo>
                    <a:pt x="1750" y="200"/>
                  </a:lnTo>
                  <a:lnTo>
                    <a:pt x="1476" y="200"/>
                  </a:lnTo>
                  <a:close/>
                  <a:moveTo>
                    <a:pt x="1750" y="0"/>
                  </a:moveTo>
                  <a:lnTo>
                    <a:pt x="1782" y="2"/>
                  </a:lnTo>
                  <a:lnTo>
                    <a:pt x="1812" y="9"/>
                  </a:lnTo>
                  <a:lnTo>
                    <a:pt x="1840" y="20"/>
                  </a:lnTo>
                  <a:lnTo>
                    <a:pt x="1866" y="36"/>
                  </a:lnTo>
                  <a:lnTo>
                    <a:pt x="1889" y="55"/>
                  </a:lnTo>
                  <a:lnTo>
                    <a:pt x="1910" y="78"/>
                  </a:lnTo>
                  <a:lnTo>
                    <a:pt x="1927" y="102"/>
                  </a:lnTo>
                  <a:lnTo>
                    <a:pt x="1940" y="131"/>
                  </a:lnTo>
                  <a:lnTo>
                    <a:pt x="1948" y="160"/>
                  </a:lnTo>
                  <a:lnTo>
                    <a:pt x="2010" y="467"/>
                  </a:lnTo>
                  <a:lnTo>
                    <a:pt x="2076" y="491"/>
                  </a:lnTo>
                  <a:lnTo>
                    <a:pt x="2140" y="520"/>
                  </a:lnTo>
                  <a:lnTo>
                    <a:pt x="2403" y="346"/>
                  </a:lnTo>
                  <a:lnTo>
                    <a:pt x="2428" y="332"/>
                  </a:lnTo>
                  <a:lnTo>
                    <a:pt x="2456" y="322"/>
                  </a:lnTo>
                  <a:lnTo>
                    <a:pt x="2485" y="316"/>
                  </a:lnTo>
                  <a:lnTo>
                    <a:pt x="2514" y="314"/>
                  </a:lnTo>
                  <a:lnTo>
                    <a:pt x="2546" y="316"/>
                  </a:lnTo>
                  <a:lnTo>
                    <a:pt x="2576" y="323"/>
                  </a:lnTo>
                  <a:lnTo>
                    <a:pt x="2605" y="335"/>
                  </a:lnTo>
                  <a:lnTo>
                    <a:pt x="2633" y="351"/>
                  </a:lnTo>
                  <a:lnTo>
                    <a:pt x="2657" y="372"/>
                  </a:lnTo>
                  <a:lnTo>
                    <a:pt x="2851" y="564"/>
                  </a:lnTo>
                  <a:lnTo>
                    <a:pt x="2872" y="588"/>
                  </a:lnTo>
                  <a:lnTo>
                    <a:pt x="2887" y="614"/>
                  </a:lnTo>
                  <a:lnTo>
                    <a:pt x="2900" y="641"/>
                  </a:lnTo>
                  <a:lnTo>
                    <a:pt x="2907" y="671"/>
                  </a:lnTo>
                  <a:lnTo>
                    <a:pt x="2910" y="701"/>
                  </a:lnTo>
                  <a:lnTo>
                    <a:pt x="2908" y="730"/>
                  </a:lnTo>
                  <a:lnTo>
                    <a:pt x="2903" y="760"/>
                  </a:lnTo>
                  <a:lnTo>
                    <a:pt x="2891" y="788"/>
                  </a:lnTo>
                  <a:lnTo>
                    <a:pt x="2876" y="816"/>
                  </a:lnTo>
                  <a:lnTo>
                    <a:pt x="2702" y="1076"/>
                  </a:lnTo>
                  <a:lnTo>
                    <a:pt x="2730" y="1140"/>
                  </a:lnTo>
                  <a:lnTo>
                    <a:pt x="2755" y="1205"/>
                  </a:lnTo>
                  <a:lnTo>
                    <a:pt x="3065" y="1265"/>
                  </a:lnTo>
                  <a:lnTo>
                    <a:pt x="3094" y="1275"/>
                  </a:lnTo>
                  <a:lnTo>
                    <a:pt x="3122" y="1287"/>
                  </a:lnTo>
                  <a:lnTo>
                    <a:pt x="3148" y="1304"/>
                  </a:lnTo>
                  <a:lnTo>
                    <a:pt x="3171" y="1324"/>
                  </a:lnTo>
                  <a:lnTo>
                    <a:pt x="3190" y="1347"/>
                  </a:lnTo>
                  <a:lnTo>
                    <a:pt x="3206" y="1373"/>
                  </a:lnTo>
                  <a:lnTo>
                    <a:pt x="3217" y="1401"/>
                  </a:lnTo>
                  <a:lnTo>
                    <a:pt x="3224" y="1431"/>
                  </a:lnTo>
                  <a:lnTo>
                    <a:pt x="3226" y="1461"/>
                  </a:lnTo>
                  <a:lnTo>
                    <a:pt x="3226" y="1733"/>
                  </a:lnTo>
                  <a:lnTo>
                    <a:pt x="3224" y="1765"/>
                  </a:lnTo>
                  <a:lnTo>
                    <a:pt x="3217" y="1794"/>
                  </a:lnTo>
                  <a:lnTo>
                    <a:pt x="3206" y="1822"/>
                  </a:lnTo>
                  <a:lnTo>
                    <a:pt x="3190" y="1848"/>
                  </a:lnTo>
                  <a:lnTo>
                    <a:pt x="3171" y="1871"/>
                  </a:lnTo>
                  <a:lnTo>
                    <a:pt x="3148" y="1891"/>
                  </a:lnTo>
                  <a:lnTo>
                    <a:pt x="3122" y="1908"/>
                  </a:lnTo>
                  <a:lnTo>
                    <a:pt x="3094" y="1921"/>
                  </a:lnTo>
                  <a:lnTo>
                    <a:pt x="3065" y="1929"/>
                  </a:lnTo>
                  <a:lnTo>
                    <a:pt x="2755" y="1990"/>
                  </a:lnTo>
                  <a:lnTo>
                    <a:pt x="2730" y="2056"/>
                  </a:lnTo>
                  <a:lnTo>
                    <a:pt x="2702" y="2119"/>
                  </a:lnTo>
                  <a:lnTo>
                    <a:pt x="2876" y="2379"/>
                  </a:lnTo>
                  <a:lnTo>
                    <a:pt x="2891" y="2406"/>
                  </a:lnTo>
                  <a:lnTo>
                    <a:pt x="2903" y="2436"/>
                  </a:lnTo>
                  <a:lnTo>
                    <a:pt x="2908" y="2465"/>
                  </a:lnTo>
                  <a:lnTo>
                    <a:pt x="2910" y="2495"/>
                  </a:lnTo>
                  <a:lnTo>
                    <a:pt x="2907" y="2524"/>
                  </a:lnTo>
                  <a:lnTo>
                    <a:pt x="2900" y="2554"/>
                  </a:lnTo>
                  <a:lnTo>
                    <a:pt x="2887" y="2582"/>
                  </a:lnTo>
                  <a:lnTo>
                    <a:pt x="2872" y="2607"/>
                  </a:lnTo>
                  <a:lnTo>
                    <a:pt x="2851" y="2632"/>
                  </a:lnTo>
                  <a:lnTo>
                    <a:pt x="2657" y="2824"/>
                  </a:lnTo>
                  <a:lnTo>
                    <a:pt x="2633" y="2844"/>
                  </a:lnTo>
                  <a:lnTo>
                    <a:pt x="2605" y="2860"/>
                  </a:lnTo>
                  <a:lnTo>
                    <a:pt x="2576" y="2873"/>
                  </a:lnTo>
                  <a:lnTo>
                    <a:pt x="2546" y="2880"/>
                  </a:lnTo>
                  <a:lnTo>
                    <a:pt x="2514" y="2882"/>
                  </a:lnTo>
                  <a:lnTo>
                    <a:pt x="2485" y="2880"/>
                  </a:lnTo>
                  <a:lnTo>
                    <a:pt x="2457" y="2874"/>
                  </a:lnTo>
                  <a:lnTo>
                    <a:pt x="2429" y="2864"/>
                  </a:lnTo>
                  <a:lnTo>
                    <a:pt x="2403" y="2848"/>
                  </a:lnTo>
                  <a:lnTo>
                    <a:pt x="2140" y="2675"/>
                  </a:lnTo>
                  <a:lnTo>
                    <a:pt x="2077" y="2703"/>
                  </a:lnTo>
                  <a:lnTo>
                    <a:pt x="2010" y="2729"/>
                  </a:lnTo>
                  <a:lnTo>
                    <a:pt x="1948" y="3034"/>
                  </a:lnTo>
                  <a:lnTo>
                    <a:pt x="1940" y="3065"/>
                  </a:lnTo>
                  <a:lnTo>
                    <a:pt x="1927" y="3092"/>
                  </a:lnTo>
                  <a:lnTo>
                    <a:pt x="1910" y="3118"/>
                  </a:lnTo>
                  <a:lnTo>
                    <a:pt x="1890" y="3139"/>
                  </a:lnTo>
                  <a:lnTo>
                    <a:pt x="1866" y="3159"/>
                  </a:lnTo>
                  <a:lnTo>
                    <a:pt x="1841" y="3174"/>
                  </a:lnTo>
                  <a:lnTo>
                    <a:pt x="1812" y="3185"/>
                  </a:lnTo>
                  <a:lnTo>
                    <a:pt x="1782" y="3192"/>
                  </a:lnTo>
                  <a:lnTo>
                    <a:pt x="1750" y="3195"/>
                  </a:lnTo>
                  <a:lnTo>
                    <a:pt x="1476" y="3195"/>
                  </a:lnTo>
                  <a:lnTo>
                    <a:pt x="1445" y="3192"/>
                  </a:lnTo>
                  <a:lnTo>
                    <a:pt x="1415" y="3185"/>
                  </a:lnTo>
                  <a:lnTo>
                    <a:pt x="1386" y="3174"/>
                  </a:lnTo>
                  <a:lnTo>
                    <a:pt x="1360" y="3159"/>
                  </a:lnTo>
                  <a:lnTo>
                    <a:pt x="1337" y="3140"/>
                  </a:lnTo>
                  <a:lnTo>
                    <a:pt x="1317" y="3118"/>
                  </a:lnTo>
                  <a:lnTo>
                    <a:pt x="1300" y="3092"/>
                  </a:lnTo>
                  <a:lnTo>
                    <a:pt x="1287" y="3065"/>
                  </a:lnTo>
                  <a:lnTo>
                    <a:pt x="1279" y="3034"/>
                  </a:lnTo>
                  <a:lnTo>
                    <a:pt x="1217" y="2729"/>
                  </a:lnTo>
                  <a:lnTo>
                    <a:pt x="1151" y="2703"/>
                  </a:lnTo>
                  <a:lnTo>
                    <a:pt x="1087" y="2675"/>
                  </a:lnTo>
                  <a:lnTo>
                    <a:pt x="824" y="2848"/>
                  </a:lnTo>
                  <a:lnTo>
                    <a:pt x="798" y="2864"/>
                  </a:lnTo>
                  <a:lnTo>
                    <a:pt x="770" y="2874"/>
                  </a:lnTo>
                  <a:lnTo>
                    <a:pt x="741" y="2880"/>
                  </a:lnTo>
                  <a:lnTo>
                    <a:pt x="713" y="2882"/>
                  </a:lnTo>
                  <a:lnTo>
                    <a:pt x="682" y="2880"/>
                  </a:lnTo>
                  <a:lnTo>
                    <a:pt x="651" y="2873"/>
                  </a:lnTo>
                  <a:lnTo>
                    <a:pt x="622" y="2860"/>
                  </a:lnTo>
                  <a:lnTo>
                    <a:pt x="595" y="2844"/>
                  </a:lnTo>
                  <a:lnTo>
                    <a:pt x="570" y="2824"/>
                  </a:lnTo>
                  <a:lnTo>
                    <a:pt x="375" y="2632"/>
                  </a:lnTo>
                  <a:lnTo>
                    <a:pt x="355" y="2607"/>
                  </a:lnTo>
                  <a:lnTo>
                    <a:pt x="339" y="2582"/>
                  </a:lnTo>
                  <a:lnTo>
                    <a:pt x="327" y="2554"/>
                  </a:lnTo>
                  <a:lnTo>
                    <a:pt x="320" y="2524"/>
                  </a:lnTo>
                  <a:lnTo>
                    <a:pt x="317" y="2495"/>
                  </a:lnTo>
                  <a:lnTo>
                    <a:pt x="319" y="2465"/>
                  </a:lnTo>
                  <a:lnTo>
                    <a:pt x="324" y="2436"/>
                  </a:lnTo>
                  <a:lnTo>
                    <a:pt x="335" y="2406"/>
                  </a:lnTo>
                  <a:lnTo>
                    <a:pt x="351" y="2379"/>
                  </a:lnTo>
                  <a:lnTo>
                    <a:pt x="526" y="2119"/>
                  </a:lnTo>
                  <a:lnTo>
                    <a:pt x="497" y="2056"/>
                  </a:lnTo>
                  <a:lnTo>
                    <a:pt x="471" y="1990"/>
                  </a:lnTo>
                  <a:lnTo>
                    <a:pt x="162" y="1929"/>
                  </a:lnTo>
                  <a:lnTo>
                    <a:pt x="132" y="1921"/>
                  </a:lnTo>
                  <a:lnTo>
                    <a:pt x="104" y="1908"/>
                  </a:lnTo>
                  <a:lnTo>
                    <a:pt x="78" y="1891"/>
                  </a:lnTo>
                  <a:lnTo>
                    <a:pt x="56" y="1871"/>
                  </a:lnTo>
                  <a:lnTo>
                    <a:pt x="37" y="1848"/>
                  </a:lnTo>
                  <a:lnTo>
                    <a:pt x="22" y="1822"/>
                  </a:lnTo>
                  <a:lnTo>
                    <a:pt x="9" y="1794"/>
                  </a:lnTo>
                  <a:lnTo>
                    <a:pt x="2" y="1765"/>
                  </a:lnTo>
                  <a:lnTo>
                    <a:pt x="0" y="1733"/>
                  </a:lnTo>
                  <a:lnTo>
                    <a:pt x="0" y="1461"/>
                  </a:lnTo>
                  <a:lnTo>
                    <a:pt x="2" y="1431"/>
                  </a:lnTo>
                  <a:lnTo>
                    <a:pt x="9" y="1401"/>
                  </a:lnTo>
                  <a:lnTo>
                    <a:pt x="22" y="1373"/>
                  </a:lnTo>
                  <a:lnTo>
                    <a:pt x="37" y="1347"/>
                  </a:lnTo>
                  <a:lnTo>
                    <a:pt x="56" y="1324"/>
                  </a:lnTo>
                  <a:lnTo>
                    <a:pt x="78" y="1304"/>
                  </a:lnTo>
                  <a:lnTo>
                    <a:pt x="104" y="1287"/>
                  </a:lnTo>
                  <a:lnTo>
                    <a:pt x="132" y="1275"/>
                  </a:lnTo>
                  <a:lnTo>
                    <a:pt x="162" y="1265"/>
                  </a:lnTo>
                  <a:lnTo>
                    <a:pt x="471" y="1205"/>
                  </a:lnTo>
                  <a:lnTo>
                    <a:pt x="497" y="1140"/>
                  </a:lnTo>
                  <a:lnTo>
                    <a:pt x="526" y="1076"/>
                  </a:lnTo>
                  <a:lnTo>
                    <a:pt x="351" y="816"/>
                  </a:lnTo>
                  <a:lnTo>
                    <a:pt x="335" y="788"/>
                  </a:lnTo>
                  <a:lnTo>
                    <a:pt x="324" y="760"/>
                  </a:lnTo>
                  <a:lnTo>
                    <a:pt x="319" y="730"/>
                  </a:lnTo>
                  <a:lnTo>
                    <a:pt x="317" y="701"/>
                  </a:lnTo>
                  <a:lnTo>
                    <a:pt x="320" y="671"/>
                  </a:lnTo>
                  <a:lnTo>
                    <a:pt x="327" y="641"/>
                  </a:lnTo>
                  <a:lnTo>
                    <a:pt x="339" y="614"/>
                  </a:lnTo>
                  <a:lnTo>
                    <a:pt x="355" y="588"/>
                  </a:lnTo>
                  <a:lnTo>
                    <a:pt x="375" y="564"/>
                  </a:lnTo>
                  <a:lnTo>
                    <a:pt x="570" y="372"/>
                  </a:lnTo>
                  <a:lnTo>
                    <a:pt x="595" y="351"/>
                  </a:lnTo>
                  <a:lnTo>
                    <a:pt x="622" y="335"/>
                  </a:lnTo>
                  <a:lnTo>
                    <a:pt x="651" y="323"/>
                  </a:lnTo>
                  <a:lnTo>
                    <a:pt x="682" y="316"/>
                  </a:lnTo>
                  <a:lnTo>
                    <a:pt x="713" y="314"/>
                  </a:lnTo>
                  <a:lnTo>
                    <a:pt x="741" y="316"/>
                  </a:lnTo>
                  <a:lnTo>
                    <a:pt x="770" y="322"/>
                  </a:lnTo>
                  <a:lnTo>
                    <a:pt x="798" y="332"/>
                  </a:lnTo>
                  <a:lnTo>
                    <a:pt x="824" y="346"/>
                  </a:lnTo>
                  <a:lnTo>
                    <a:pt x="1087" y="520"/>
                  </a:lnTo>
                  <a:lnTo>
                    <a:pt x="1151" y="492"/>
                  </a:lnTo>
                  <a:lnTo>
                    <a:pt x="1217" y="467"/>
                  </a:lnTo>
                  <a:lnTo>
                    <a:pt x="1279" y="160"/>
                  </a:lnTo>
                  <a:lnTo>
                    <a:pt x="1287" y="131"/>
                  </a:lnTo>
                  <a:lnTo>
                    <a:pt x="1300" y="102"/>
                  </a:lnTo>
                  <a:lnTo>
                    <a:pt x="1317" y="78"/>
                  </a:lnTo>
                  <a:lnTo>
                    <a:pt x="1337" y="55"/>
                  </a:lnTo>
                  <a:lnTo>
                    <a:pt x="1360" y="36"/>
                  </a:lnTo>
                  <a:lnTo>
                    <a:pt x="1386" y="20"/>
                  </a:lnTo>
                  <a:lnTo>
                    <a:pt x="1415" y="9"/>
                  </a:lnTo>
                  <a:lnTo>
                    <a:pt x="1445" y="2"/>
                  </a:lnTo>
                  <a:lnTo>
                    <a:pt x="1476" y="0"/>
                  </a:lnTo>
                  <a:lnTo>
                    <a:pt x="1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0" tIns="0" rIns="0" bIns="0" rtlCol="0" anchor="ctr"/>
            <a:lstStyle/>
            <a:p>
              <a:pPr algn="ctr"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Freeform 7"/>
            <p:cNvSpPr>
              <a:spLocks noEditPoints="1"/>
            </p:cNvSpPr>
            <p:nvPr/>
          </p:nvSpPr>
          <p:spPr bwMode="auto">
            <a:xfrm>
              <a:off x="19096036" y="3259237"/>
              <a:ext cx="376493" cy="372759"/>
            </a:xfrm>
            <a:custGeom>
              <a:avLst/>
              <a:gdLst>
                <a:gd name="T0" fmla="*/ 582 w 1412"/>
                <a:gd name="T1" fmla="*/ 100 h 1398"/>
                <a:gd name="T2" fmla="*/ 412 w 1412"/>
                <a:gd name="T3" fmla="*/ 161 h 1398"/>
                <a:gd name="T4" fmla="*/ 270 w 1412"/>
                <a:gd name="T5" fmla="*/ 266 h 1398"/>
                <a:gd name="T6" fmla="*/ 163 w 1412"/>
                <a:gd name="T7" fmla="*/ 407 h 1398"/>
                <a:gd name="T8" fmla="*/ 101 w 1412"/>
                <a:gd name="T9" fmla="*/ 576 h 1398"/>
                <a:gd name="T10" fmla="*/ 92 w 1412"/>
                <a:gd name="T11" fmla="*/ 762 h 1398"/>
                <a:gd name="T12" fmla="*/ 138 w 1412"/>
                <a:gd name="T13" fmla="*/ 936 h 1398"/>
                <a:gd name="T14" fmla="*/ 229 w 1412"/>
                <a:gd name="T15" fmla="*/ 1087 h 1398"/>
                <a:gd name="T16" fmla="*/ 361 w 1412"/>
                <a:gd name="T17" fmla="*/ 1206 h 1398"/>
                <a:gd name="T18" fmla="*/ 523 w 1412"/>
                <a:gd name="T19" fmla="*/ 1282 h 1398"/>
                <a:gd name="T20" fmla="*/ 707 w 1412"/>
                <a:gd name="T21" fmla="*/ 1310 h 1398"/>
                <a:gd name="T22" fmla="*/ 890 w 1412"/>
                <a:gd name="T23" fmla="*/ 1282 h 1398"/>
                <a:gd name="T24" fmla="*/ 1051 w 1412"/>
                <a:gd name="T25" fmla="*/ 1206 h 1398"/>
                <a:gd name="T26" fmla="*/ 1183 w 1412"/>
                <a:gd name="T27" fmla="*/ 1087 h 1398"/>
                <a:gd name="T28" fmla="*/ 1275 w 1412"/>
                <a:gd name="T29" fmla="*/ 936 h 1398"/>
                <a:gd name="T30" fmla="*/ 1320 w 1412"/>
                <a:gd name="T31" fmla="*/ 762 h 1398"/>
                <a:gd name="T32" fmla="*/ 1311 w 1412"/>
                <a:gd name="T33" fmla="*/ 576 h 1398"/>
                <a:gd name="T34" fmla="*/ 1249 w 1412"/>
                <a:gd name="T35" fmla="*/ 407 h 1398"/>
                <a:gd name="T36" fmla="*/ 1143 w 1412"/>
                <a:gd name="T37" fmla="*/ 266 h 1398"/>
                <a:gd name="T38" fmla="*/ 1001 w 1412"/>
                <a:gd name="T39" fmla="*/ 161 h 1398"/>
                <a:gd name="T40" fmla="*/ 830 w 1412"/>
                <a:gd name="T41" fmla="*/ 100 h 1398"/>
                <a:gd name="T42" fmla="*/ 707 w 1412"/>
                <a:gd name="T43" fmla="*/ 0 h 1398"/>
                <a:gd name="T44" fmla="*/ 905 w 1412"/>
                <a:gd name="T45" fmla="*/ 27 h 1398"/>
                <a:gd name="T46" fmla="*/ 1081 w 1412"/>
                <a:gd name="T47" fmla="*/ 106 h 1398"/>
                <a:gd name="T48" fmla="*/ 1227 w 1412"/>
                <a:gd name="T49" fmla="*/ 227 h 1398"/>
                <a:gd name="T50" fmla="*/ 1336 w 1412"/>
                <a:gd name="T51" fmla="*/ 383 h 1398"/>
                <a:gd name="T52" fmla="*/ 1399 w 1412"/>
                <a:gd name="T53" fmla="*/ 565 h 1398"/>
                <a:gd name="T54" fmla="*/ 1409 w 1412"/>
                <a:gd name="T55" fmla="*/ 766 h 1398"/>
                <a:gd name="T56" fmla="*/ 1363 w 1412"/>
                <a:gd name="T57" fmla="*/ 956 h 1398"/>
                <a:gd name="T58" fmla="*/ 1268 w 1412"/>
                <a:gd name="T59" fmla="*/ 1121 h 1398"/>
                <a:gd name="T60" fmla="*/ 1134 w 1412"/>
                <a:gd name="T61" fmla="*/ 1255 h 1398"/>
                <a:gd name="T62" fmla="*/ 966 w 1412"/>
                <a:gd name="T63" fmla="*/ 1349 h 1398"/>
                <a:gd name="T64" fmla="*/ 775 w 1412"/>
                <a:gd name="T65" fmla="*/ 1395 h 1398"/>
                <a:gd name="T66" fmla="*/ 573 w 1412"/>
                <a:gd name="T67" fmla="*/ 1384 h 1398"/>
                <a:gd name="T68" fmla="*/ 388 w 1412"/>
                <a:gd name="T69" fmla="*/ 1322 h 1398"/>
                <a:gd name="T70" fmla="*/ 230 w 1412"/>
                <a:gd name="T71" fmla="*/ 1215 h 1398"/>
                <a:gd name="T72" fmla="*/ 108 w 1412"/>
                <a:gd name="T73" fmla="*/ 1069 h 1398"/>
                <a:gd name="T74" fmla="*/ 28 w 1412"/>
                <a:gd name="T75" fmla="*/ 895 h 1398"/>
                <a:gd name="T76" fmla="*/ 0 w 1412"/>
                <a:gd name="T77" fmla="*/ 699 h 1398"/>
                <a:gd name="T78" fmla="*/ 28 w 1412"/>
                <a:gd name="T79" fmla="*/ 502 h 1398"/>
                <a:gd name="T80" fmla="*/ 108 w 1412"/>
                <a:gd name="T81" fmla="*/ 328 h 1398"/>
                <a:gd name="T82" fmla="*/ 230 w 1412"/>
                <a:gd name="T83" fmla="*/ 183 h 1398"/>
                <a:gd name="T84" fmla="*/ 388 w 1412"/>
                <a:gd name="T85" fmla="*/ 74 h 1398"/>
                <a:gd name="T86" fmla="*/ 573 w 1412"/>
                <a:gd name="T87" fmla="*/ 12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12" h="1398">
                  <a:moveTo>
                    <a:pt x="707" y="87"/>
                  </a:moveTo>
                  <a:lnTo>
                    <a:pt x="643" y="90"/>
                  </a:lnTo>
                  <a:lnTo>
                    <a:pt x="582" y="100"/>
                  </a:lnTo>
                  <a:lnTo>
                    <a:pt x="523" y="114"/>
                  </a:lnTo>
                  <a:lnTo>
                    <a:pt x="465" y="135"/>
                  </a:lnTo>
                  <a:lnTo>
                    <a:pt x="412" y="161"/>
                  </a:lnTo>
                  <a:lnTo>
                    <a:pt x="361" y="192"/>
                  </a:lnTo>
                  <a:lnTo>
                    <a:pt x="314" y="226"/>
                  </a:lnTo>
                  <a:lnTo>
                    <a:pt x="270" y="266"/>
                  </a:lnTo>
                  <a:lnTo>
                    <a:pt x="229" y="309"/>
                  </a:lnTo>
                  <a:lnTo>
                    <a:pt x="194" y="357"/>
                  </a:lnTo>
                  <a:lnTo>
                    <a:pt x="163" y="407"/>
                  </a:lnTo>
                  <a:lnTo>
                    <a:pt x="138" y="460"/>
                  </a:lnTo>
                  <a:lnTo>
                    <a:pt x="116" y="516"/>
                  </a:lnTo>
                  <a:lnTo>
                    <a:pt x="101" y="576"/>
                  </a:lnTo>
                  <a:lnTo>
                    <a:pt x="92" y="636"/>
                  </a:lnTo>
                  <a:lnTo>
                    <a:pt x="88" y="699"/>
                  </a:lnTo>
                  <a:lnTo>
                    <a:pt x="92" y="762"/>
                  </a:lnTo>
                  <a:lnTo>
                    <a:pt x="101" y="822"/>
                  </a:lnTo>
                  <a:lnTo>
                    <a:pt x="116" y="881"/>
                  </a:lnTo>
                  <a:lnTo>
                    <a:pt x="138" y="936"/>
                  </a:lnTo>
                  <a:lnTo>
                    <a:pt x="163" y="990"/>
                  </a:lnTo>
                  <a:lnTo>
                    <a:pt x="194" y="1040"/>
                  </a:lnTo>
                  <a:lnTo>
                    <a:pt x="229" y="1087"/>
                  </a:lnTo>
                  <a:lnTo>
                    <a:pt x="270" y="1131"/>
                  </a:lnTo>
                  <a:lnTo>
                    <a:pt x="314" y="1170"/>
                  </a:lnTo>
                  <a:lnTo>
                    <a:pt x="361" y="1206"/>
                  </a:lnTo>
                  <a:lnTo>
                    <a:pt x="412" y="1236"/>
                  </a:lnTo>
                  <a:lnTo>
                    <a:pt x="465" y="1262"/>
                  </a:lnTo>
                  <a:lnTo>
                    <a:pt x="523" y="1282"/>
                  </a:lnTo>
                  <a:lnTo>
                    <a:pt x="582" y="1298"/>
                  </a:lnTo>
                  <a:lnTo>
                    <a:pt x="643" y="1307"/>
                  </a:lnTo>
                  <a:lnTo>
                    <a:pt x="707" y="1310"/>
                  </a:lnTo>
                  <a:lnTo>
                    <a:pt x="770" y="1307"/>
                  </a:lnTo>
                  <a:lnTo>
                    <a:pt x="830" y="1298"/>
                  </a:lnTo>
                  <a:lnTo>
                    <a:pt x="890" y="1282"/>
                  </a:lnTo>
                  <a:lnTo>
                    <a:pt x="947" y="1262"/>
                  </a:lnTo>
                  <a:lnTo>
                    <a:pt x="1001" y="1236"/>
                  </a:lnTo>
                  <a:lnTo>
                    <a:pt x="1051" y="1206"/>
                  </a:lnTo>
                  <a:lnTo>
                    <a:pt x="1099" y="1170"/>
                  </a:lnTo>
                  <a:lnTo>
                    <a:pt x="1143" y="1131"/>
                  </a:lnTo>
                  <a:lnTo>
                    <a:pt x="1183" y="1087"/>
                  </a:lnTo>
                  <a:lnTo>
                    <a:pt x="1218" y="1040"/>
                  </a:lnTo>
                  <a:lnTo>
                    <a:pt x="1249" y="990"/>
                  </a:lnTo>
                  <a:lnTo>
                    <a:pt x="1275" y="936"/>
                  </a:lnTo>
                  <a:lnTo>
                    <a:pt x="1296" y="881"/>
                  </a:lnTo>
                  <a:lnTo>
                    <a:pt x="1311" y="822"/>
                  </a:lnTo>
                  <a:lnTo>
                    <a:pt x="1320" y="762"/>
                  </a:lnTo>
                  <a:lnTo>
                    <a:pt x="1323" y="699"/>
                  </a:lnTo>
                  <a:lnTo>
                    <a:pt x="1320" y="636"/>
                  </a:lnTo>
                  <a:lnTo>
                    <a:pt x="1311" y="576"/>
                  </a:lnTo>
                  <a:lnTo>
                    <a:pt x="1296" y="516"/>
                  </a:lnTo>
                  <a:lnTo>
                    <a:pt x="1275" y="460"/>
                  </a:lnTo>
                  <a:lnTo>
                    <a:pt x="1249" y="407"/>
                  </a:lnTo>
                  <a:lnTo>
                    <a:pt x="1218" y="357"/>
                  </a:lnTo>
                  <a:lnTo>
                    <a:pt x="1183" y="309"/>
                  </a:lnTo>
                  <a:lnTo>
                    <a:pt x="1143" y="266"/>
                  </a:lnTo>
                  <a:lnTo>
                    <a:pt x="1099" y="226"/>
                  </a:lnTo>
                  <a:lnTo>
                    <a:pt x="1051" y="192"/>
                  </a:lnTo>
                  <a:lnTo>
                    <a:pt x="1001" y="161"/>
                  </a:lnTo>
                  <a:lnTo>
                    <a:pt x="947" y="135"/>
                  </a:lnTo>
                  <a:lnTo>
                    <a:pt x="890" y="114"/>
                  </a:lnTo>
                  <a:lnTo>
                    <a:pt x="830" y="100"/>
                  </a:lnTo>
                  <a:lnTo>
                    <a:pt x="770" y="90"/>
                  </a:lnTo>
                  <a:lnTo>
                    <a:pt x="707" y="87"/>
                  </a:lnTo>
                  <a:close/>
                  <a:moveTo>
                    <a:pt x="707" y="0"/>
                  </a:moveTo>
                  <a:lnTo>
                    <a:pt x="775" y="3"/>
                  </a:lnTo>
                  <a:lnTo>
                    <a:pt x="841" y="12"/>
                  </a:lnTo>
                  <a:lnTo>
                    <a:pt x="905" y="27"/>
                  </a:lnTo>
                  <a:lnTo>
                    <a:pt x="966" y="49"/>
                  </a:lnTo>
                  <a:lnTo>
                    <a:pt x="1024" y="74"/>
                  </a:lnTo>
                  <a:lnTo>
                    <a:pt x="1081" y="106"/>
                  </a:lnTo>
                  <a:lnTo>
                    <a:pt x="1134" y="142"/>
                  </a:lnTo>
                  <a:lnTo>
                    <a:pt x="1182" y="183"/>
                  </a:lnTo>
                  <a:lnTo>
                    <a:pt x="1227" y="227"/>
                  </a:lnTo>
                  <a:lnTo>
                    <a:pt x="1268" y="275"/>
                  </a:lnTo>
                  <a:lnTo>
                    <a:pt x="1305" y="328"/>
                  </a:lnTo>
                  <a:lnTo>
                    <a:pt x="1336" y="383"/>
                  </a:lnTo>
                  <a:lnTo>
                    <a:pt x="1363" y="442"/>
                  </a:lnTo>
                  <a:lnTo>
                    <a:pt x="1383" y="502"/>
                  </a:lnTo>
                  <a:lnTo>
                    <a:pt x="1399" y="565"/>
                  </a:lnTo>
                  <a:lnTo>
                    <a:pt x="1409" y="632"/>
                  </a:lnTo>
                  <a:lnTo>
                    <a:pt x="1412" y="699"/>
                  </a:lnTo>
                  <a:lnTo>
                    <a:pt x="1409" y="766"/>
                  </a:lnTo>
                  <a:lnTo>
                    <a:pt x="1399" y="831"/>
                  </a:lnTo>
                  <a:lnTo>
                    <a:pt x="1383" y="895"/>
                  </a:lnTo>
                  <a:lnTo>
                    <a:pt x="1363" y="956"/>
                  </a:lnTo>
                  <a:lnTo>
                    <a:pt x="1336" y="1014"/>
                  </a:lnTo>
                  <a:lnTo>
                    <a:pt x="1305" y="1069"/>
                  </a:lnTo>
                  <a:lnTo>
                    <a:pt x="1268" y="1121"/>
                  </a:lnTo>
                  <a:lnTo>
                    <a:pt x="1227" y="1170"/>
                  </a:lnTo>
                  <a:lnTo>
                    <a:pt x="1182" y="1215"/>
                  </a:lnTo>
                  <a:lnTo>
                    <a:pt x="1134" y="1255"/>
                  </a:lnTo>
                  <a:lnTo>
                    <a:pt x="1081" y="1291"/>
                  </a:lnTo>
                  <a:lnTo>
                    <a:pt x="1024" y="1322"/>
                  </a:lnTo>
                  <a:lnTo>
                    <a:pt x="966" y="1349"/>
                  </a:lnTo>
                  <a:lnTo>
                    <a:pt x="905" y="1369"/>
                  </a:lnTo>
                  <a:lnTo>
                    <a:pt x="841" y="1384"/>
                  </a:lnTo>
                  <a:lnTo>
                    <a:pt x="775" y="1395"/>
                  </a:lnTo>
                  <a:lnTo>
                    <a:pt x="707" y="1398"/>
                  </a:lnTo>
                  <a:lnTo>
                    <a:pt x="639" y="1395"/>
                  </a:lnTo>
                  <a:lnTo>
                    <a:pt x="573" y="1384"/>
                  </a:lnTo>
                  <a:lnTo>
                    <a:pt x="508" y="1369"/>
                  </a:lnTo>
                  <a:lnTo>
                    <a:pt x="447" y="1349"/>
                  </a:lnTo>
                  <a:lnTo>
                    <a:pt x="388" y="1322"/>
                  </a:lnTo>
                  <a:lnTo>
                    <a:pt x="331" y="1291"/>
                  </a:lnTo>
                  <a:lnTo>
                    <a:pt x="279" y="1255"/>
                  </a:lnTo>
                  <a:lnTo>
                    <a:pt x="230" y="1215"/>
                  </a:lnTo>
                  <a:lnTo>
                    <a:pt x="185" y="1170"/>
                  </a:lnTo>
                  <a:lnTo>
                    <a:pt x="145" y="1121"/>
                  </a:lnTo>
                  <a:lnTo>
                    <a:pt x="108" y="1069"/>
                  </a:lnTo>
                  <a:lnTo>
                    <a:pt x="77" y="1014"/>
                  </a:lnTo>
                  <a:lnTo>
                    <a:pt x="50" y="956"/>
                  </a:lnTo>
                  <a:lnTo>
                    <a:pt x="28" y="895"/>
                  </a:lnTo>
                  <a:lnTo>
                    <a:pt x="13" y="831"/>
                  </a:lnTo>
                  <a:lnTo>
                    <a:pt x="3" y="766"/>
                  </a:lnTo>
                  <a:lnTo>
                    <a:pt x="0" y="699"/>
                  </a:lnTo>
                  <a:lnTo>
                    <a:pt x="3" y="632"/>
                  </a:lnTo>
                  <a:lnTo>
                    <a:pt x="13" y="565"/>
                  </a:lnTo>
                  <a:lnTo>
                    <a:pt x="28" y="502"/>
                  </a:lnTo>
                  <a:lnTo>
                    <a:pt x="50" y="442"/>
                  </a:lnTo>
                  <a:lnTo>
                    <a:pt x="77" y="383"/>
                  </a:lnTo>
                  <a:lnTo>
                    <a:pt x="108" y="328"/>
                  </a:lnTo>
                  <a:lnTo>
                    <a:pt x="145" y="275"/>
                  </a:lnTo>
                  <a:lnTo>
                    <a:pt x="185" y="227"/>
                  </a:lnTo>
                  <a:lnTo>
                    <a:pt x="230" y="183"/>
                  </a:lnTo>
                  <a:lnTo>
                    <a:pt x="279" y="142"/>
                  </a:lnTo>
                  <a:lnTo>
                    <a:pt x="331" y="106"/>
                  </a:lnTo>
                  <a:lnTo>
                    <a:pt x="388" y="74"/>
                  </a:lnTo>
                  <a:lnTo>
                    <a:pt x="447" y="49"/>
                  </a:lnTo>
                  <a:lnTo>
                    <a:pt x="508" y="27"/>
                  </a:lnTo>
                  <a:lnTo>
                    <a:pt x="573" y="12"/>
                  </a:lnTo>
                  <a:lnTo>
                    <a:pt x="639" y="3"/>
                  </a:lnTo>
                  <a:lnTo>
                    <a:pt x="7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0" tIns="0" rIns="0" bIns="0" rtlCol="0" anchor="ctr"/>
            <a:lstStyle/>
            <a:p>
              <a:pPr algn="ctr"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Freeform 8"/>
            <p:cNvSpPr>
              <a:spLocks noEditPoints="1"/>
            </p:cNvSpPr>
            <p:nvPr/>
          </p:nvSpPr>
          <p:spPr bwMode="auto">
            <a:xfrm>
              <a:off x="19177094" y="3339228"/>
              <a:ext cx="214910" cy="213310"/>
            </a:xfrm>
            <a:custGeom>
              <a:avLst/>
              <a:gdLst>
                <a:gd name="T0" fmla="*/ 361 w 806"/>
                <a:gd name="T1" fmla="*/ 103 h 800"/>
                <a:gd name="T2" fmla="*/ 285 w 806"/>
                <a:gd name="T3" fmla="*/ 123 h 800"/>
                <a:gd name="T4" fmla="*/ 217 w 806"/>
                <a:gd name="T5" fmla="*/ 162 h 800"/>
                <a:gd name="T6" fmla="*/ 162 w 806"/>
                <a:gd name="T7" fmla="*/ 216 h 800"/>
                <a:gd name="T8" fmla="*/ 123 w 806"/>
                <a:gd name="T9" fmla="*/ 283 h 800"/>
                <a:gd name="T10" fmla="*/ 103 w 806"/>
                <a:gd name="T11" fmla="*/ 359 h 800"/>
                <a:gd name="T12" fmla="*/ 103 w 806"/>
                <a:gd name="T13" fmla="*/ 440 h 800"/>
                <a:gd name="T14" fmla="*/ 123 w 806"/>
                <a:gd name="T15" fmla="*/ 517 h 800"/>
                <a:gd name="T16" fmla="*/ 162 w 806"/>
                <a:gd name="T17" fmla="*/ 583 h 800"/>
                <a:gd name="T18" fmla="*/ 217 w 806"/>
                <a:gd name="T19" fmla="*/ 637 h 800"/>
                <a:gd name="T20" fmla="*/ 285 w 806"/>
                <a:gd name="T21" fmla="*/ 676 h 800"/>
                <a:gd name="T22" fmla="*/ 361 w 806"/>
                <a:gd name="T23" fmla="*/ 696 h 800"/>
                <a:gd name="T24" fmla="*/ 443 w 806"/>
                <a:gd name="T25" fmla="*/ 696 h 800"/>
                <a:gd name="T26" fmla="*/ 520 w 806"/>
                <a:gd name="T27" fmla="*/ 676 h 800"/>
                <a:gd name="T28" fmla="*/ 587 w 806"/>
                <a:gd name="T29" fmla="*/ 637 h 800"/>
                <a:gd name="T30" fmla="*/ 642 w 806"/>
                <a:gd name="T31" fmla="*/ 583 h 800"/>
                <a:gd name="T32" fmla="*/ 681 w 806"/>
                <a:gd name="T33" fmla="*/ 517 h 800"/>
                <a:gd name="T34" fmla="*/ 702 w 806"/>
                <a:gd name="T35" fmla="*/ 440 h 800"/>
                <a:gd name="T36" fmla="*/ 702 w 806"/>
                <a:gd name="T37" fmla="*/ 359 h 800"/>
                <a:gd name="T38" fmla="*/ 681 w 806"/>
                <a:gd name="T39" fmla="*/ 283 h 800"/>
                <a:gd name="T40" fmla="*/ 642 w 806"/>
                <a:gd name="T41" fmla="*/ 216 h 800"/>
                <a:gd name="T42" fmla="*/ 587 w 806"/>
                <a:gd name="T43" fmla="*/ 162 h 800"/>
                <a:gd name="T44" fmla="*/ 520 w 806"/>
                <a:gd name="T45" fmla="*/ 123 h 800"/>
                <a:gd name="T46" fmla="*/ 443 w 806"/>
                <a:gd name="T47" fmla="*/ 103 h 800"/>
                <a:gd name="T48" fmla="*/ 403 w 806"/>
                <a:gd name="T49" fmla="*/ 0 h 800"/>
                <a:gd name="T50" fmla="*/ 502 w 806"/>
                <a:gd name="T51" fmla="*/ 12 h 800"/>
                <a:gd name="T52" fmla="*/ 591 w 806"/>
                <a:gd name="T53" fmla="*/ 47 h 800"/>
                <a:gd name="T54" fmla="*/ 670 w 806"/>
                <a:gd name="T55" fmla="*/ 101 h 800"/>
                <a:gd name="T56" fmla="*/ 734 w 806"/>
                <a:gd name="T57" fmla="*/ 171 h 800"/>
                <a:gd name="T58" fmla="*/ 778 w 806"/>
                <a:gd name="T59" fmla="*/ 255 h 800"/>
                <a:gd name="T60" fmla="*/ 803 w 806"/>
                <a:gd name="T61" fmla="*/ 349 h 800"/>
                <a:gd name="T62" fmla="*/ 803 w 806"/>
                <a:gd name="T63" fmla="*/ 450 h 800"/>
                <a:gd name="T64" fmla="*/ 778 w 806"/>
                <a:gd name="T65" fmla="*/ 544 h 800"/>
                <a:gd name="T66" fmla="*/ 734 w 806"/>
                <a:gd name="T67" fmla="*/ 628 h 800"/>
                <a:gd name="T68" fmla="*/ 670 w 806"/>
                <a:gd name="T69" fmla="*/ 698 h 800"/>
                <a:gd name="T70" fmla="*/ 591 w 806"/>
                <a:gd name="T71" fmla="*/ 753 h 800"/>
                <a:gd name="T72" fmla="*/ 502 w 806"/>
                <a:gd name="T73" fmla="*/ 787 h 800"/>
                <a:gd name="T74" fmla="*/ 403 w 806"/>
                <a:gd name="T75" fmla="*/ 800 h 800"/>
                <a:gd name="T76" fmla="*/ 303 w 806"/>
                <a:gd name="T77" fmla="*/ 787 h 800"/>
                <a:gd name="T78" fmla="*/ 213 w 806"/>
                <a:gd name="T79" fmla="*/ 753 h 800"/>
                <a:gd name="T80" fmla="*/ 135 w 806"/>
                <a:gd name="T81" fmla="*/ 698 h 800"/>
                <a:gd name="T82" fmla="*/ 72 w 806"/>
                <a:gd name="T83" fmla="*/ 628 h 800"/>
                <a:gd name="T84" fmla="*/ 26 w 806"/>
                <a:gd name="T85" fmla="*/ 544 h 800"/>
                <a:gd name="T86" fmla="*/ 3 w 806"/>
                <a:gd name="T87" fmla="*/ 450 h 800"/>
                <a:gd name="T88" fmla="*/ 3 w 806"/>
                <a:gd name="T89" fmla="*/ 349 h 800"/>
                <a:gd name="T90" fmla="*/ 26 w 806"/>
                <a:gd name="T91" fmla="*/ 255 h 800"/>
                <a:gd name="T92" fmla="*/ 72 w 806"/>
                <a:gd name="T93" fmla="*/ 171 h 800"/>
                <a:gd name="T94" fmla="*/ 135 w 806"/>
                <a:gd name="T95" fmla="*/ 101 h 800"/>
                <a:gd name="T96" fmla="*/ 213 w 806"/>
                <a:gd name="T97" fmla="*/ 47 h 800"/>
                <a:gd name="T98" fmla="*/ 303 w 806"/>
                <a:gd name="T99" fmla="*/ 12 h 800"/>
                <a:gd name="T100" fmla="*/ 403 w 806"/>
                <a:gd name="T101" fmla="*/ 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06" h="800">
                  <a:moveTo>
                    <a:pt x="403" y="100"/>
                  </a:moveTo>
                  <a:lnTo>
                    <a:pt x="361" y="103"/>
                  </a:lnTo>
                  <a:lnTo>
                    <a:pt x="322" y="110"/>
                  </a:lnTo>
                  <a:lnTo>
                    <a:pt x="285" y="123"/>
                  </a:lnTo>
                  <a:lnTo>
                    <a:pt x="250" y="141"/>
                  </a:lnTo>
                  <a:lnTo>
                    <a:pt x="217" y="162"/>
                  </a:lnTo>
                  <a:lnTo>
                    <a:pt x="188" y="188"/>
                  </a:lnTo>
                  <a:lnTo>
                    <a:pt x="162" y="216"/>
                  </a:lnTo>
                  <a:lnTo>
                    <a:pt x="141" y="248"/>
                  </a:lnTo>
                  <a:lnTo>
                    <a:pt x="123" y="283"/>
                  </a:lnTo>
                  <a:lnTo>
                    <a:pt x="110" y="321"/>
                  </a:lnTo>
                  <a:lnTo>
                    <a:pt x="103" y="359"/>
                  </a:lnTo>
                  <a:lnTo>
                    <a:pt x="100" y="400"/>
                  </a:lnTo>
                  <a:lnTo>
                    <a:pt x="103" y="440"/>
                  </a:lnTo>
                  <a:lnTo>
                    <a:pt x="110" y="479"/>
                  </a:lnTo>
                  <a:lnTo>
                    <a:pt x="123" y="517"/>
                  </a:lnTo>
                  <a:lnTo>
                    <a:pt x="141" y="550"/>
                  </a:lnTo>
                  <a:lnTo>
                    <a:pt x="162" y="583"/>
                  </a:lnTo>
                  <a:lnTo>
                    <a:pt x="188" y="612"/>
                  </a:lnTo>
                  <a:lnTo>
                    <a:pt x="217" y="637"/>
                  </a:lnTo>
                  <a:lnTo>
                    <a:pt x="250" y="659"/>
                  </a:lnTo>
                  <a:lnTo>
                    <a:pt x="285" y="676"/>
                  </a:lnTo>
                  <a:lnTo>
                    <a:pt x="322" y="688"/>
                  </a:lnTo>
                  <a:lnTo>
                    <a:pt x="361" y="696"/>
                  </a:lnTo>
                  <a:lnTo>
                    <a:pt x="403" y="699"/>
                  </a:lnTo>
                  <a:lnTo>
                    <a:pt x="443" y="696"/>
                  </a:lnTo>
                  <a:lnTo>
                    <a:pt x="483" y="688"/>
                  </a:lnTo>
                  <a:lnTo>
                    <a:pt x="520" y="676"/>
                  </a:lnTo>
                  <a:lnTo>
                    <a:pt x="555" y="659"/>
                  </a:lnTo>
                  <a:lnTo>
                    <a:pt x="587" y="637"/>
                  </a:lnTo>
                  <a:lnTo>
                    <a:pt x="616" y="612"/>
                  </a:lnTo>
                  <a:lnTo>
                    <a:pt x="642" y="583"/>
                  </a:lnTo>
                  <a:lnTo>
                    <a:pt x="664" y="550"/>
                  </a:lnTo>
                  <a:lnTo>
                    <a:pt x="681" y="517"/>
                  </a:lnTo>
                  <a:lnTo>
                    <a:pt x="694" y="479"/>
                  </a:lnTo>
                  <a:lnTo>
                    <a:pt x="702" y="440"/>
                  </a:lnTo>
                  <a:lnTo>
                    <a:pt x="705" y="400"/>
                  </a:lnTo>
                  <a:lnTo>
                    <a:pt x="702" y="359"/>
                  </a:lnTo>
                  <a:lnTo>
                    <a:pt x="694" y="321"/>
                  </a:lnTo>
                  <a:lnTo>
                    <a:pt x="681" y="283"/>
                  </a:lnTo>
                  <a:lnTo>
                    <a:pt x="664" y="248"/>
                  </a:lnTo>
                  <a:lnTo>
                    <a:pt x="642" y="216"/>
                  </a:lnTo>
                  <a:lnTo>
                    <a:pt x="616" y="188"/>
                  </a:lnTo>
                  <a:lnTo>
                    <a:pt x="587" y="162"/>
                  </a:lnTo>
                  <a:lnTo>
                    <a:pt x="555" y="141"/>
                  </a:lnTo>
                  <a:lnTo>
                    <a:pt x="520" y="123"/>
                  </a:lnTo>
                  <a:lnTo>
                    <a:pt x="483" y="110"/>
                  </a:lnTo>
                  <a:lnTo>
                    <a:pt x="443" y="103"/>
                  </a:lnTo>
                  <a:lnTo>
                    <a:pt x="403" y="100"/>
                  </a:lnTo>
                  <a:close/>
                  <a:moveTo>
                    <a:pt x="403" y="0"/>
                  </a:moveTo>
                  <a:lnTo>
                    <a:pt x="453" y="3"/>
                  </a:lnTo>
                  <a:lnTo>
                    <a:pt x="502" y="12"/>
                  </a:lnTo>
                  <a:lnTo>
                    <a:pt x="548" y="26"/>
                  </a:lnTo>
                  <a:lnTo>
                    <a:pt x="591" y="47"/>
                  </a:lnTo>
                  <a:lnTo>
                    <a:pt x="633" y="71"/>
                  </a:lnTo>
                  <a:lnTo>
                    <a:pt x="670" y="101"/>
                  </a:lnTo>
                  <a:lnTo>
                    <a:pt x="704" y="134"/>
                  </a:lnTo>
                  <a:lnTo>
                    <a:pt x="734" y="171"/>
                  </a:lnTo>
                  <a:lnTo>
                    <a:pt x="758" y="211"/>
                  </a:lnTo>
                  <a:lnTo>
                    <a:pt x="778" y="255"/>
                  </a:lnTo>
                  <a:lnTo>
                    <a:pt x="794" y="301"/>
                  </a:lnTo>
                  <a:lnTo>
                    <a:pt x="803" y="349"/>
                  </a:lnTo>
                  <a:lnTo>
                    <a:pt x="806" y="400"/>
                  </a:lnTo>
                  <a:lnTo>
                    <a:pt x="803" y="450"/>
                  </a:lnTo>
                  <a:lnTo>
                    <a:pt x="794" y="498"/>
                  </a:lnTo>
                  <a:lnTo>
                    <a:pt x="778" y="544"/>
                  </a:lnTo>
                  <a:lnTo>
                    <a:pt x="758" y="587"/>
                  </a:lnTo>
                  <a:lnTo>
                    <a:pt x="734" y="628"/>
                  </a:lnTo>
                  <a:lnTo>
                    <a:pt x="704" y="665"/>
                  </a:lnTo>
                  <a:lnTo>
                    <a:pt x="670" y="698"/>
                  </a:lnTo>
                  <a:lnTo>
                    <a:pt x="633" y="727"/>
                  </a:lnTo>
                  <a:lnTo>
                    <a:pt x="591" y="753"/>
                  </a:lnTo>
                  <a:lnTo>
                    <a:pt x="548" y="772"/>
                  </a:lnTo>
                  <a:lnTo>
                    <a:pt x="502" y="787"/>
                  </a:lnTo>
                  <a:lnTo>
                    <a:pt x="453" y="796"/>
                  </a:lnTo>
                  <a:lnTo>
                    <a:pt x="403" y="800"/>
                  </a:lnTo>
                  <a:lnTo>
                    <a:pt x="352" y="796"/>
                  </a:lnTo>
                  <a:lnTo>
                    <a:pt x="303" y="787"/>
                  </a:lnTo>
                  <a:lnTo>
                    <a:pt x="256" y="772"/>
                  </a:lnTo>
                  <a:lnTo>
                    <a:pt x="213" y="753"/>
                  </a:lnTo>
                  <a:lnTo>
                    <a:pt x="172" y="727"/>
                  </a:lnTo>
                  <a:lnTo>
                    <a:pt x="135" y="698"/>
                  </a:lnTo>
                  <a:lnTo>
                    <a:pt x="101" y="665"/>
                  </a:lnTo>
                  <a:lnTo>
                    <a:pt x="72" y="628"/>
                  </a:lnTo>
                  <a:lnTo>
                    <a:pt x="46" y="587"/>
                  </a:lnTo>
                  <a:lnTo>
                    <a:pt x="26" y="544"/>
                  </a:lnTo>
                  <a:lnTo>
                    <a:pt x="12" y="498"/>
                  </a:lnTo>
                  <a:lnTo>
                    <a:pt x="3" y="450"/>
                  </a:lnTo>
                  <a:lnTo>
                    <a:pt x="0" y="400"/>
                  </a:lnTo>
                  <a:lnTo>
                    <a:pt x="3" y="349"/>
                  </a:lnTo>
                  <a:lnTo>
                    <a:pt x="12" y="301"/>
                  </a:lnTo>
                  <a:lnTo>
                    <a:pt x="26" y="255"/>
                  </a:lnTo>
                  <a:lnTo>
                    <a:pt x="46" y="211"/>
                  </a:lnTo>
                  <a:lnTo>
                    <a:pt x="72" y="171"/>
                  </a:lnTo>
                  <a:lnTo>
                    <a:pt x="101" y="134"/>
                  </a:lnTo>
                  <a:lnTo>
                    <a:pt x="135" y="101"/>
                  </a:lnTo>
                  <a:lnTo>
                    <a:pt x="172" y="71"/>
                  </a:lnTo>
                  <a:lnTo>
                    <a:pt x="213" y="47"/>
                  </a:lnTo>
                  <a:lnTo>
                    <a:pt x="256" y="26"/>
                  </a:lnTo>
                  <a:lnTo>
                    <a:pt x="303" y="12"/>
                  </a:lnTo>
                  <a:lnTo>
                    <a:pt x="352" y="3"/>
                  </a:lnTo>
                  <a:lnTo>
                    <a:pt x="4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0" tIns="0" rIns="0" bIns="0" rtlCol="0" anchor="ctr"/>
            <a:lstStyle/>
            <a:p>
              <a:pPr algn="ctr"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Group 4"/>
          <p:cNvGrpSpPr>
            <a:grpSpLocks noChangeAspect="1"/>
          </p:cNvGrpSpPr>
          <p:nvPr/>
        </p:nvGrpSpPr>
        <p:grpSpPr bwMode="auto">
          <a:xfrm>
            <a:off x="576789" y="3437700"/>
            <a:ext cx="266006" cy="266074"/>
            <a:chOff x="1320" y="7559"/>
            <a:chExt cx="447" cy="447"/>
          </a:xfrm>
          <a:solidFill>
            <a:schemeClr val="tx2"/>
          </a:solidFill>
        </p:grpSpPr>
        <p:sp>
          <p:nvSpPr>
            <p:cNvPr id="32" name="Freeform 6"/>
            <p:cNvSpPr>
              <a:spLocks noEditPoints="1"/>
            </p:cNvSpPr>
            <p:nvPr/>
          </p:nvSpPr>
          <p:spPr bwMode="auto">
            <a:xfrm>
              <a:off x="1469" y="7559"/>
              <a:ext cx="298" cy="297"/>
            </a:xfrm>
            <a:custGeom>
              <a:avLst/>
              <a:gdLst>
                <a:gd name="T0" fmla="*/ 1045 w 2385"/>
                <a:gd name="T1" fmla="*/ 182 h 2383"/>
                <a:gd name="T2" fmla="*/ 834 w 2385"/>
                <a:gd name="T3" fmla="*/ 235 h 2383"/>
                <a:gd name="T4" fmla="*/ 640 w 2385"/>
                <a:gd name="T5" fmla="*/ 332 h 2383"/>
                <a:gd name="T6" fmla="*/ 469 w 2385"/>
                <a:gd name="T7" fmla="*/ 470 h 2383"/>
                <a:gd name="T8" fmla="*/ 328 w 2385"/>
                <a:gd name="T9" fmla="*/ 646 h 2383"/>
                <a:gd name="T10" fmla="*/ 231 w 2385"/>
                <a:gd name="T11" fmla="*/ 842 h 2383"/>
                <a:gd name="T12" fmla="*/ 180 w 2385"/>
                <a:gd name="T13" fmla="*/ 1050 h 2383"/>
                <a:gd name="T14" fmla="*/ 172 w 2385"/>
                <a:gd name="T15" fmla="*/ 1263 h 2383"/>
                <a:gd name="T16" fmla="*/ 209 w 2385"/>
                <a:gd name="T17" fmla="*/ 1474 h 2383"/>
                <a:gd name="T18" fmla="*/ 291 w 2385"/>
                <a:gd name="T19" fmla="*/ 1675 h 2383"/>
                <a:gd name="T20" fmla="*/ 417 w 2385"/>
                <a:gd name="T21" fmla="*/ 1859 h 2383"/>
                <a:gd name="T22" fmla="*/ 580 w 2385"/>
                <a:gd name="T23" fmla="*/ 2011 h 2383"/>
                <a:gd name="T24" fmla="*/ 767 w 2385"/>
                <a:gd name="T25" fmla="*/ 2122 h 2383"/>
                <a:gd name="T26" fmla="*/ 972 w 2385"/>
                <a:gd name="T27" fmla="*/ 2190 h 2383"/>
                <a:gd name="T28" fmla="*/ 1191 w 2385"/>
                <a:gd name="T29" fmla="*/ 2213 h 2383"/>
                <a:gd name="T30" fmla="*/ 1410 w 2385"/>
                <a:gd name="T31" fmla="*/ 2190 h 2383"/>
                <a:gd name="T32" fmla="*/ 1616 w 2385"/>
                <a:gd name="T33" fmla="*/ 2122 h 2383"/>
                <a:gd name="T34" fmla="*/ 1803 w 2385"/>
                <a:gd name="T35" fmla="*/ 2011 h 2383"/>
                <a:gd name="T36" fmla="*/ 1965 w 2385"/>
                <a:gd name="T37" fmla="*/ 1860 h 2383"/>
                <a:gd name="T38" fmla="*/ 2089 w 2385"/>
                <a:gd name="T39" fmla="*/ 1681 h 2383"/>
                <a:gd name="T40" fmla="*/ 2172 w 2385"/>
                <a:gd name="T41" fmla="*/ 1481 h 2383"/>
                <a:gd name="T42" fmla="*/ 2211 w 2385"/>
                <a:gd name="T43" fmla="*/ 1267 h 2383"/>
                <a:gd name="T44" fmla="*/ 2203 w 2385"/>
                <a:gd name="T45" fmla="*/ 1045 h 2383"/>
                <a:gd name="T46" fmla="*/ 2149 w 2385"/>
                <a:gd name="T47" fmla="*/ 835 h 2383"/>
                <a:gd name="T48" fmla="*/ 2053 w 2385"/>
                <a:gd name="T49" fmla="*/ 641 h 2383"/>
                <a:gd name="T50" fmla="*/ 1914 w 2385"/>
                <a:gd name="T51" fmla="*/ 470 h 2383"/>
                <a:gd name="T52" fmla="*/ 1743 w 2385"/>
                <a:gd name="T53" fmla="*/ 332 h 2383"/>
                <a:gd name="T54" fmla="*/ 1549 w 2385"/>
                <a:gd name="T55" fmla="*/ 235 h 2383"/>
                <a:gd name="T56" fmla="*/ 1338 w 2385"/>
                <a:gd name="T57" fmla="*/ 182 h 2383"/>
                <a:gd name="T58" fmla="*/ 1191 w 2385"/>
                <a:gd name="T59" fmla="*/ 0 h 2383"/>
                <a:gd name="T60" fmla="*/ 1447 w 2385"/>
                <a:gd name="T61" fmla="*/ 28 h 2383"/>
                <a:gd name="T62" fmla="*/ 1687 w 2385"/>
                <a:gd name="T63" fmla="*/ 107 h 2383"/>
                <a:gd name="T64" fmla="*/ 1905 w 2385"/>
                <a:gd name="T65" fmla="*/ 237 h 2383"/>
                <a:gd name="T66" fmla="*/ 2093 w 2385"/>
                <a:gd name="T67" fmla="*/ 412 h 2383"/>
                <a:gd name="T68" fmla="*/ 2239 w 2385"/>
                <a:gd name="T69" fmla="*/ 622 h 2383"/>
                <a:gd name="T70" fmla="*/ 2336 w 2385"/>
                <a:gd name="T71" fmla="*/ 855 h 2383"/>
                <a:gd name="T72" fmla="*/ 2381 w 2385"/>
                <a:gd name="T73" fmla="*/ 1106 h 2383"/>
                <a:gd name="T74" fmla="*/ 2372 w 2385"/>
                <a:gd name="T75" fmla="*/ 1363 h 2383"/>
                <a:gd name="T76" fmla="*/ 2310 w 2385"/>
                <a:gd name="T77" fmla="*/ 1609 h 2383"/>
                <a:gd name="T78" fmla="*/ 2195 w 2385"/>
                <a:gd name="T79" fmla="*/ 1835 h 2383"/>
                <a:gd name="T80" fmla="*/ 2035 w 2385"/>
                <a:gd name="T81" fmla="*/ 2035 h 2383"/>
                <a:gd name="T82" fmla="*/ 1835 w 2385"/>
                <a:gd name="T83" fmla="*/ 2196 h 2383"/>
                <a:gd name="T84" fmla="*/ 1609 w 2385"/>
                <a:gd name="T85" fmla="*/ 2309 h 2383"/>
                <a:gd name="T86" fmla="*/ 1362 w 2385"/>
                <a:gd name="T87" fmla="*/ 2371 h 2383"/>
                <a:gd name="T88" fmla="*/ 1105 w 2385"/>
                <a:gd name="T89" fmla="*/ 2381 h 2383"/>
                <a:gd name="T90" fmla="*/ 854 w 2385"/>
                <a:gd name="T91" fmla="*/ 2336 h 2383"/>
                <a:gd name="T92" fmla="*/ 621 w 2385"/>
                <a:gd name="T93" fmla="*/ 2240 h 2383"/>
                <a:gd name="T94" fmla="*/ 412 w 2385"/>
                <a:gd name="T95" fmla="*/ 2094 h 2383"/>
                <a:gd name="T96" fmla="*/ 237 w 2385"/>
                <a:gd name="T97" fmla="*/ 1908 h 2383"/>
                <a:gd name="T98" fmla="*/ 111 w 2385"/>
                <a:gd name="T99" fmla="*/ 1696 h 2383"/>
                <a:gd name="T100" fmla="*/ 31 w 2385"/>
                <a:gd name="T101" fmla="*/ 1469 h 2383"/>
                <a:gd name="T102" fmla="*/ 0 w 2385"/>
                <a:gd name="T103" fmla="*/ 1231 h 2383"/>
                <a:gd name="T104" fmla="*/ 16 w 2385"/>
                <a:gd name="T105" fmla="*/ 994 h 2383"/>
                <a:gd name="T106" fmla="*/ 79 w 2385"/>
                <a:gd name="T107" fmla="*/ 763 h 2383"/>
                <a:gd name="T108" fmla="*/ 190 w 2385"/>
                <a:gd name="T109" fmla="*/ 545 h 2383"/>
                <a:gd name="T110" fmla="*/ 348 w 2385"/>
                <a:gd name="T111" fmla="*/ 350 h 2383"/>
                <a:gd name="T112" fmla="*/ 548 w 2385"/>
                <a:gd name="T113" fmla="*/ 188 h 2383"/>
                <a:gd name="T114" fmla="*/ 774 w 2385"/>
                <a:gd name="T115" fmla="*/ 75 h 2383"/>
                <a:gd name="T116" fmla="*/ 1019 w 2385"/>
                <a:gd name="T117" fmla="*/ 12 h 2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85" h="2383">
                  <a:moveTo>
                    <a:pt x="1191" y="171"/>
                  </a:moveTo>
                  <a:lnTo>
                    <a:pt x="1117" y="174"/>
                  </a:lnTo>
                  <a:lnTo>
                    <a:pt x="1045" y="182"/>
                  </a:lnTo>
                  <a:lnTo>
                    <a:pt x="972" y="195"/>
                  </a:lnTo>
                  <a:lnTo>
                    <a:pt x="902" y="212"/>
                  </a:lnTo>
                  <a:lnTo>
                    <a:pt x="834" y="235"/>
                  </a:lnTo>
                  <a:lnTo>
                    <a:pt x="767" y="263"/>
                  </a:lnTo>
                  <a:lnTo>
                    <a:pt x="702" y="295"/>
                  </a:lnTo>
                  <a:lnTo>
                    <a:pt x="640" y="332"/>
                  </a:lnTo>
                  <a:lnTo>
                    <a:pt x="580" y="374"/>
                  </a:lnTo>
                  <a:lnTo>
                    <a:pt x="523" y="420"/>
                  </a:lnTo>
                  <a:lnTo>
                    <a:pt x="469" y="470"/>
                  </a:lnTo>
                  <a:lnTo>
                    <a:pt x="417" y="525"/>
                  </a:lnTo>
                  <a:lnTo>
                    <a:pt x="370" y="585"/>
                  </a:lnTo>
                  <a:lnTo>
                    <a:pt x="328" y="646"/>
                  </a:lnTo>
                  <a:lnTo>
                    <a:pt x="291" y="709"/>
                  </a:lnTo>
                  <a:lnTo>
                    <a:pt x="259" y="775"/>
                  </a:lnTo>
                  <a:lnTo>
                    <a:pt x="231" y="842"/>
                  </a:lnTo>
                  <a:lnTo>
                    <a:pt x="209" y="910"/>
                  </a:lnTo>
                  <a:lnTo>
                    <a:pt x="192" y="980"/>
                  </a:lnTo>
                  <a:lnTo>
                    <a:pt x="180" y="1050"/>
                  </a:lnTo>
                  <a:lnTo>
                    <a:pt x="172" y="1121"/>
                  </a:lnTo>
                  <a:lnTo>
                    <a:pt x="170" y="1192"/>
                  </a:lnTo>
                  <a:lnTo>
                    <a:pt x="172" y="1263"/>
                  </a:lnTo>
                  <a:lnTo>
                    <a:pt x="180" y="1335"/>
                  </a:lnTo>
                  <a:lnTo>
                    <a:pt x="192" y="1405"/>
                  </a:lnTo>
                  <a:lnTo>
                    <a:pt x="209" y="1474"/>
                  </a:lnTo>
                  <a:lnTo>
                    <a:pt x="231" y="1543"/>
                  </a:lnTo>
                  <a:lnTo>
                    <a:pt x="259" y="1610"/>
                  </a:lnTo>
                  <a:lnTo>
                    <a:pt x="291" y="1675"/>
                  </a:lnTo>
                  <a:lnTo>
                    <a:pt x="328" y="1739"/>
                  </a:lnTo>
                  <a:lnTo>
                    <a:pt x="370" y="1800"/>
                  </a:lnTo>
                  <a:lnTo>
                    <a:pt x="417" y="1859"/>
                  </a:lnTo>
                  <a:lnTo>
                    <a:pt x="469" y="1915"/>
                  </a:lnTo>
                  <a:lnTo>
                    <a:pt x="523" y="1965"/>
                  </a:lnTo>
                  <a:lnTo>
                    <a:pt x="580" y="2011"/>
                  </a:lnTo>
                  <a:lnTo>
                    <a:pt x="640" y="2053"/>
                  </a:lnTo>
                  <a:lnTo>
                    <a:pt x="702" y="2089"/>
                  </a:lnTo>
                  <a:lnTo>
                    <a:pt x="767" y="2122"/>
                  </a:lnTo>
                  <a:lnTo>
                    <a:pt x="834" y="2150"/>
                  </a:lnTo>
                  <a:lnTo>
                    <a:pt x="902" y="2173"/>
                  </a:lnTo>
                  <a:lnTo>
                    <a:pt x="972" y="2190"/>
                  </a:lnTo>
                  <a:lnTo>
                    <a:pt x="1045" y="2203"/>
                  </a:lnTo>
                  <a:lnTo>
                    <a:pt x="1117" y="2211"/>
                  </a:lnTo>
                  <a:lnTo>
                    <a:pt x="1191" y="2213"/>
                  </a:lnTo>
                  <a:lnTo>
                    <a:pt x="1266" y="2211"/>
                  </a:lnTo>
                  <a:lnTo>
                    <a:pt x="1338" y="2203"/>
                  </a:lnTo>
                  <a:lnTo>
                    <a:pt x="1410" y="2190"/>
                  </a:lnTo>
                  <a:lnTo>
                    <a:pt x="1480" y="2173"/>
                  </a:lnTo>
                  <a:lnTo>
                    <a:pt x="1549" y="2150"/>
                  </a:lnTo>
                  <a:lnTo>
                    <a:pt x="1616" y="2122"/>
                  </a:lnTo>
                  <a:lnTo>
                    <a:pt x="1680" y="2089"/>
                  </a:lnTo>
                  <a:lnTo>
                    <a:pt x="1743" y="2053"/>
                  </a:lnTo>
                  <a:lnTo>
                    <a:pt x="1803" y="2011"/>
                  </a:lnTo>
                  <a:lnTo>
                    <a:pt x="1860" y="1965"/>
                  </a:lnTo>
                  <a:lnTo>
                    <a:pt x="1914" y="1915"/>
                  </a:lnTo>
                  <a:lnTo>
                    <a:pt x="1965" y="1860"/>
                  </a:lnTo>
                  <a:lnTo>
                    <a:pt x="2011" y="1803"/>
                  </a:lnTo>
                  <a:lnTo>
                    <a:pt x="2053" y="1743"/>
                  </a:lnTo>
                  <a:lnTo>
                    <a:pt x="2089" y="1681"/>
                  </a:lnTo>
                  <a:lnTo>
                    <a:pt x="2122" y="1616"/>
                  </a:lnTo>
                  <a:lnTo>
                    <a:pt x="2149" y="1550"/>
                  </a:lnTo>
                  <a:lnTo>
                    <a:pt x="2172" y="1481"/>
                  </a:lnTo>
                  <a:lnTo>
                    <a:pt x="2190" y="1410"/>
                  </a:lnTo>
                  <a:lnTo>
                    <a:pt x="2203" y="1339"/>
                  </a:lnTo>
                  <a:lnTo>
                    <a:pt x="2211" y="1267"/>
                  </a:lnTo>
                  <a:lnTo>
                    <a:pt x="2213" y="1192"/>
                  </a:lnTo>
                  <a:lnTo>
                    <a:pt x="2211" y="1118"/>
                  </a:lnTo>
                  <a:lnTo>
                    <a:pt x="2203" y="1045"/>
                  </a:lnTo>
                  <a:lnTo>
                    <a:pt x="2190" y="973"/>
                  </a:lnTo>
                  <a:lnTo>
                    <a:pt x="2172" y="903"/>
                  </a:lnTo>
                  <a:lnTo>
                    <a:pt x="2149" y="835"/>
                  </a:lnTo>
                  <a:lnTo>
                    <a:pt x="2122" y="768"/>
                  </a:lnTo>
                  <a:lnTo>
                    <a:pt x="2089" y="703"/>
                  </a:lnTo>
                  <a:lnTo>
                    <a:pt x="2053" y="641"/>
                  </a:lnTo>
                  <a:lnTo>
                    <a:pt x="2011" y="581"/>
                  </a:lnTo>
                  <a:lnTo>
                    <a:pt x="1965" y="524"/>
                  </a:lnTo>
                  <a:lnTo>
                    <a:pt x="1914" y="470"/>
                  </a:lnTo>
                  <a:lnTo>
                    <a:pt x="1860" y="420"/>
                  </a:lnTo>
                  <a:lnTo>
                    <a:pt x="1803" y="374"/>
                  </a:lnTo>
                  <a:lnTo>
                    <a:pt x="1743" y="332"/>
                  </a:lnTo>
                  <a:lnTo>
                    <a:pt x="1680" y="295"/>
                  </a:lnTo>
                  <a:lnTo>
                    <a:pt x="1616" y="263"/>
                  </a:lnTo>
                  <a:lnTo>
                    <a:pt x="1549" y="235"/>
                  </a:lnTo>
                  <a:lnTo>
                    <a:pt x="1480" y="212"/>
                  </a:lnTo>
                  <a:lnTo>
                    <a:pt x="1410" y="195"/>
                  </a:lnTo>
                  <a:lnTo>
                    <a:pt x="1338" y="182"/>
                  </a:lnTo>
                  <a:lnTo>
                    <a:pt x="1266" y="174"/>
                  </a:lnTo>
                  <a:lnTo>
                    <a:pt x="1191" y="171"/>
                  </a:lnTo>
                  <a:close/>
                  <a:moveTo>
                    <a:pt x="1191" y="0"/>
                  </a:moveTo>
                  <a:lnTo>
                    <a:pt x="1278" y="4"/>
                  </a:lnTo>
                  <a:lnTo>
                    <a:pt x="1362" y="12"/>
                  </a:lnTo>
                  <a:lnTo>
                    <a:pt x="1447" y="28"/>
                  </a:lnTo>
                  <a:lnTo>
                    <a:pt x="1528" y="49"/>
                  </a:lnTo>
                  <a:lnTo>
                    <a:pt x="1609" y="75"/>
                  </a:lnTo>
                  <a:lnTo>
                    <a:pt x="1687" y="107"/>
                  </a:lnTo>
                  <a:lnTo>
                    <a:pt x="1762" y="145"/>
                  </a:lnTo>
                  <a:lnTo>
                    <a:pt x="1835" y="188"/>
                  </a:lnTo>
                  <a:lnTo>
                    <a:pt x="1905" y="237"/>
                  </a:lnTo>
                  <a:lnTo>
                    <a:pt x="1971" y="290"/>
                  </a:lnTo>
                  <a:lnTo>
                    <a:pt x="2035" y="350"/>
                  </a:lnTo>
                  <a:lnTo>
                    <a:pt x="2093" y="412"/>
                  </a:lnTo>
                  <a:lnTo>
                    <a:pt x="2147" y="479"/>
                  </a:lnTo>
                  <a:lnTo>
                    <a:pt x="2195" y="549"/>
                  </a:lnTo>
                  <a:lnTo>
                    <a:pt x="2239" y="622"/>
                  </a:lnTo>
                  <a:lnTo>
                    <a:pt x="2277" y="698"/>
                  </a:lnTo>
                  <a:lnTo>
                    <a:pt x="2310" y="775"/>
                  </a:lnTo>
                  <a:lnTo>
                    <a:pt x="2336" y="855"/>
                  </a:lnTo>
                  <a:lnTo>
                    <a:pt x="2357" y="937"/>
                  </a:lnTo>
                  <a:lnTo>
                    <a:pt x="2372" y="1021"/>
                  </a:lnTo>
                  <a:lnTo>
                    <a:pt x="2381" y="1106"/>
                  </a:lnTo>
                  <a:lnTo>
                    <a:pt x="2385" y="1192"/>
                  </a:lnTo>
                  <a:lnTo>
                    <a:pt x="2381" y="1279"/>
                  </a:lnTo>
                  <a:lnTo>
                    <a:pt x="2372" y="1363"/>
                  </a:lnTo>
                  <a:lnTo>
                    <a:pt x="2357" y="1447"/>
                  </a:lnTo>
                  <a:lnTo>
                    <a:pt x="2336" y="1529"/>
                  </a:lnTo>
                  <a:lnTo>
                    <a:pt x="2310" y="1609"/>
                  </a:lnTo>
                  <a:lnTo>
                    <a:pt x="2277" y="1687"/>
                  </a:lnTo>
                  <a:lnTo>
                    <a:pt x="2239" y="1763"/>
                  </a:lnTo>
                  <a:lnTo>
                    <a:pt x="2195" y="1835"/>
                  </a:lnTo>
                  <a:lnTo>
                    <a:pt x="2147" y="1905"/>
                  </a:lnTo>
                  <a:lnTo>
                    <a:pt x="2093" y="1972"/>
                  </a:lnTo>
                  <a:lnTo>
                    <a:pt x="2035" y="2035"/>
                  </a:lnTo>
                  <a:lnTo>
                    <a:pt x="1971" y="2094"/>
                  </a:lnTo>
                  <a:lnTo>
                    <a:pt x="1905" y="2147"/>
                  </a:lnTo>
                  <a:lnTo>
                    <a:pt x="1835" y="2196"/>
                  </a:lnTo>
                  <a:lnTo>
                    <a:pt x="1762" y="2240"/>
                  </a:lnTo>
                  <a:lnTo>
                    <a:pt x="1687" y="2277"/>
                  </a:lnTo>
                  <a:lnTo>
                    <a:pt x="1609" y="2309"/>
                  </a:lnTo>
                  <a:lnTo>
                    <a:pt x="1528" y="2336"/>
                  </a:lnTo>
                  <a:lnTo>
                    <a:pt x="1447" y="2357"/>
                  </a:lnTo>
                  <a:lnTo>
                    <a:pt x="1362" y="2371"/>
                  </a:lnTo>
                  <a:lnTo>
                    <a:pt x="1278" y="2381"/>
                  </a:lnTo>
                  <a:lnTo>
                    <a:pt x="1191" y="2383"/>
                  </a:lnTo>
                  <a:lnTo>
                    <a:pt x="1105" y="2381"/>
                  </a:lnTo>
                  <a:lnTo>
                    <a:pt x="1019" y="2371"/>
                  </a:lnTo>
                  <a:lnTo>
                    <a:pt x="936" y="2357"/>
                  </a:lnTo>
                  <a:lnTo>
                    <a:pt x="854" y="2336"/>
                  </a:lnTo>
                  <a:lnTo>
                    <a:pt x="774" y="2309"/>
                  </a:lnTo>
                  <a:lnTo>
                    <a:pt x="696" y="2277"/>
                  </a:lnTo>
                  <a:lnTo>
                    <a:pt x="621" y="2240"/>
                  </a:lnTo>
                  <a:lnTo>
                    <a:pt x="548" y="2196"/>
                  </a:lnTo>
                  <a:lnTo>
                    <a:pt x="478" y="2147"/>
                  </a:lnTo>
                  <a:lnTo>
                    <a:pt x="412" y="2094"/>
                  </a:lnTo>
                  <a:lnTo>
                    <a:pt x="348" y="2035"/>
                  </a:lnTo>
                  <a:lnTo>
                    <a:pt x="290" y="1973"/>
                  </a:lnTo>
                  <a:lnTo>
                    <a:pt x="237" y="1908"/>
                  </a:lnTo>
                  <a:lnTo>
                    <a:pt x="190" y="1840"/>
                  </a:lnTo>
                  <a:lnTo>
                    <a:pt x="148" y="1770"/>
                  </a:lnTo>
                  <a:lnTo>
                    <a:pt x="111" y="1696"/>
                  </a:lnTo>
                  <a:lnTo>
                    <a:pt x="79" y="1622"/>
                  </a:lnTo>
                  <a:lnTo>
                    <a:pt x="52" y="1546"/>
                  </a:lnTo>
                  <a:lnTo>
                    <a:pt x="31" y="1469"/>
                  </a:lnTo>
                  <a:lnTo>
                    <a:pt x="16" y="1391"/>
                  </a:lnTo>
                  <a:lnTo>
                    <a:pt x="5" y="1312"/>
                  </a:lnTo>
                  <a:lnTo>
                    <a:pt x="0" y="1231"/>
                  </a:lnTo>
                  <a:lnTo>
                    <a:pt x="0" y="1152"/>
                  </a:lnTo>
                  <a:lnTo>
                    <a:pt x="5" y="1073"/>
                  </a:lnTo>
                  <a:lnTo>
                    <a:pt x="16" y="994"/>
                  </a:lnTo>
                  <a:lnTo>
                    <a:pt x="31" y="915"/>
                  </a:lnTo>
                  <a:lnTo>
                    <a:pt x="52" y="838"/>
                  </a:lnTo>
                  <a:lnTo>
                    <a:pt x="79" y="763"/>
                  </a:lnTo>
                  <a:lnTo>
                    <a:pt x="111" y="688"/>
                  </a:lnTo>
                  <a:lnTo>
                    <a:pt x="148" y="615"/>
                  </a:lnTo>
                  <a:lnTo>
                    <a:pt x="190" y="545"/>
                  </a:lnTo>
                  <a:lnTo>
                    <a:pt x="237" y="477"/>
                  </a:lnTo>
                  <a:lnTo>
                    <a:pt x="290" y="412"/>
                  </a:lnTo>
                  <a:lnTo>
                    <a:pt x="348" y="350"/>
                  </a:lnTo>
                  <a:lnTo>
                    <a:pt x="412" y="290"/>
                  </a:lnTo>
                  <a:lnTo>
                    <a:pt x="478" y="237"/>
                  </a:lnTo>
                  <a:lnTo>
                    <a:pt x="548" y="188"/>
                  </a:lnTo>
                  <a:lnTo>
                    <a:pt x="621" y="145"/>
                  </a:lnTo>
                  <a:lnTo>
                    <a:pt x="696" y="107"/>
                  </a:lnTo>
                  <a:lnTo>
                    <a:pt x="774" y="75"/>
                  </a:lnTo>
                  <a:lnTo>
                    <a:pt x="854" y="49"/>
                  </a:lnTo>
                  <a:lnTo>
                    <a:pt x="936" y="28"/>
                  </a:lnTo>
                  <a:lnTo>
                    <a:pt x="1019" y="12"/>
                  </a:lnTo>
                  <a:lnTo>
                    <a:pt x="1105" y="4"/>
                  </a:lnTo>
                  <a:lnTo>
                    <a:pt x="11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1488" y="7799"/>
              <a:ext cx="38" cy="39"/>
            </a:xfrm>
            <a:custGeom>
              <a:avLst/>
              <a:gdLst>
                <a:gd name="T0" fmla="*/ 212 w 307"/>
                <a:gd name="T1" fmla="*/ 0 h 307"/>
                <a:gd name="T2" fmla="*/ 231 w 307"/>
                <a:gd name="T3" fmla="*/ 0 h 307"/>
                <a:gd name="T4" fmla="*/ 249 w 307"/>
                <a:gd name="T5" fmla="*/ 4 h 307"/>
                <a:gd name="T6" fmla="*/ 267 w 307"/>
                <a:gd name="T7" fmla="*/ 13 h 307"/>
                <a:gd name="T8" fmla="*/ 282 w 307"/>
                <a:gd name="T9" fmla="*/ 25 h 307"/>
                <a:gd name="T10" fmla="*/ 294 w 307"/>
                <a:gd name="T11" fmla="*/ 40 h 307"/>
                <a:gd name="T12" fmla="*/ 302 w 307"/>
                <a:gd name="T13" fmla="*/ 57 h 307"/>
                <a:gd name="T14" fmla="*/ 307 w 307"/>
                <a:gd name="T15" fmla="*/ 75 h 307"/>
                <a:gd name="T16" fmla="*/ 307 w 307"/>
                <a:gd name="T17" fmla="*/ 94 h 307"/>
                <a:gd name="T18" fmla="*/ 302 w 307"/>
                <a:gd name="T19" fmla="*/ 113 h 307"/>
                <a:gd name="T20" fmla="*/ 294 w 307"/>
                <a:gd name="T21" fmla="*/ 129 h 307"/>
                <a:gd name="T22" fmla="*/ 282 w 307"/>
                <a:gd name="T23" fmla="*/ 145 h 307"/>
                <a:gd name="T24" fmla="*/ 146 w 307"/>
                <a:gd name="T25" fmla="*/ 282 h 307"/>
                <a:gd name="T26" fmla="*/ 132 w 307"/>
                <a:gd name="T27" fmla="*/ 293 h 307"/>
                <a:gd name="T28" fmla="*/ 118 w 307"/>
                <a:gd name="T29" fmla="*/ 301 h 307"/>
                <a:gd name="T30" fmla="*/ 101 w 307"/>
                <a:gd name="T31" fmla="*/ 305 h 307"/>
                <a:gd name="T32" fmla="*/ 86 w 307"/>
                <a:gd name="T33" fmla="*/ 307 h 307"/>
                <a:gd name="T34" fmla="*/ 69 w 307"/>
                <a:gd name="T35" fmla="*/ 305 h 307"/>
                <a:gd name="T36" fmla="*/ 53 w 307"/>
                <a:gd name="T37" fmla="*/ 301 h 307"/>
                <a:gd name="T38" fmla="*/ 38 w 307"/>
                <a:gd name="T39" fmla="*/ 293 h 307"/>
                <a:gd name="T40" fmla="*/ 25 w 307"/>
                <a:gd name="T41" fmla="*/ 282 h 307"/>
                <a:gd name="T42" fmla="*/ 13 w 307"/>
                <a:gd name="T43" fmla="*/ 267 h 307"/>
                <a:gd name="T44" fmla="*/ 4 w 307"/>
                <a:gd name="T45" fmla="*/ 249 h 307"/>
                <a:gd name="T46" fmla="*/ 0 w 307"/>
                <a:gd name="T47" fmla="*/ 231 h 307"/>
                <a:gd name="T48" fmla="*/ 0 w 307"/>
                <a:gd name="T49" fmla="*/ 213 h 307"/>
                <a:gd name="T50" fmla="*/ 4 w 307"/>
                <a:gd name="T51" fmla="*/ 194 h 307"/>
                <a:gd name="T52" fmla="*/ 13 w 307"/>
                <a:gd name="T53" fmla="*/ 177 h 307"/>
                <a:gd name="T54" fmla="*/ 25 w 307"/>
                <a:gd name="T55" fmla="*/ 161 h 307"/>
                <a:gd name="T56" fmla="*/ 161 w 307"/>
                <a:gd name="T57" fmla="*/ 25 h 307"/>
                <a:gd name="T58" fmla="*/ 177 w 307"/>
                <a:gd name="T59" fmla="*/ 13 h 307"/>
                <a:gd name="T60" fmla="*/ 194 w 307"/>
                <a:gd name="T61" fmla="*/ 4 h 307"/>
                <a:gd name="T62" fmla="*/ 212 w 307"/>
                <a:gd name="T63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7" h="307">
                  <a:moveTo>
                    <a:pt x="212" y="0"/>
                  </a:moveTo>
                  <a:lnTo>
                    <a:pt x="231" y="0"/>
                  </a:lnTo>
                  <a:lnTo>
                    <a:pt x="249" y="4"/>
                  </a:lnTo>
                  <a:lnTo>
                    <a:pt x="267" y="13"/>
                  </a:lnTo>
                  <a:lnTo>
                    <a:pt x="282" y="25"/>
                  </a:lnTo>
                  <a:lnTo>
                    <a:pt x="294" y="40"/>
                  </a:lnTo>
                  <a:lnTo>
                    <a:pt x="302" y="57"/>
                  </a:lnTo>
                  <a:lnTo>
                    <a:pt x="307" y="75"/>
                  </a:lnTo>
                  <a:lnTo>
                    <a:pt x="307" y="94"/>
                  </a:lnTo>
                  <a:lnTo>
                    <a:pt x="302" y="113"/>
                  </a:lnTo>
                  <a:lnTo>
                    <a:pt x="294" y="129"/>
                  </a:lnTo>
                  <a:lnTo>
                    <a:pt x="282" y="145"/>
                  </a:lnTo>
                  <a:lnTo>
                    <a:pt x="146" y="282"/>
                  </a:lnTo>
                  <a:lnTo>
                    <a:pt x="132" y="293"/>
                  </a:lnTo>
                  <a:lnTo>
                    <a:pt x="118" y="301"/>
                  </a:lnTo>
                  <a:lnTo>
                    <a:pt x="101" y="305"/>
                  </a:lnTo>
                  <a:lnTo>
                    <a:pt x="86" y="307"/>
                  </a:lnTo>
                  <a:lnTo>
                    <a:pt x="69" y="305"/>
                  </a:lnTo>
                  <a:lnTo>
                    <a:pt x="53" y="301"/>
                  </a:lnTo>
                  <a:lnTo>
                    <a:pt x="38" y="293"/>
                  </a:lnTo>
                  <a:lnTo>
                    <a:pt x="25" y="282"/>
                  </a:lnTo>
                  <a:lnTo>
                    <a:pt x="13" y="267"/>
                  </a:lnTo>
                  <a:lnTo>
                    <a:pt x="4" y="249"/>
                  </a:lnTo>
                  <a:lnTo>
                    <a:pt x="0" y="231"/>
                  </a:lnTo>
                  <a:lnTo>
                    <a:pt x="0" y="213"/>
                  </a:lnTo>
                  <a:lnTo>
                    <a:pt x="4" y="194"/>
                  </a:lnTo>
                  <a:lnTo>
                    <a:pt x="13" y="177"/>
                  </a:lnTo>
                  <a:lnTo>
                    <a:pt x="25" y="161"/>
                  </a:lnTo>
                  <a:lnTo>
                    <a:pt x="161" y="25"/>
                  </a:lnTo>
                  <a:lnTo>
                    <a:pt x="177" y="13"/>
                  </a:lnTo>
                  <a:lnTo>
                    <a:pt x="194" y="4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Freeform 8"/>
            <p:cNvSpPr>
              <a:spLocks noEditPoints="1"/>
            </p:cNvSpPr>
            <p:nvPr/>
          </p:nvSpPr>
          <p:spPr bwMode="auto">
            <a:xfrm>
              <a:off x="1320" y="7810"/>
              <a:ext cx="195" cy="196"/>
            </a:xfrm>
            <a:custGeom>
              <a:avLst/>
              <a:gdLst>
                <a:gd name="T0" fmla="*/ 1087 w 1564"/>
                <a:gd name="T1" fmla="*/ 174 h 1563"/>
                <a:gd name="T2" fmla="*/ 1019 w 1564"/>
                <a:gd name="T3" fmla="*/ 191 h 1563"/>
                <a:gd name="T4" fmla="*/ 957 w 1564"/>
                <a:gd name="T5" fmla="*/ 228 h 1563"/>
                <a:gd name="T6" fmla="*/ 250 w 1564"/>
                <a:gd name="T7" fmla="*/ 931 h 1563"/>
                <a:gd name="T8" fmla="*/ 208 w 1564"/>
                <a:gd name="T9" fmla="*/ 987 h 1563"/>
                <a:gd name="T10" fmla="*/ 180 w 1564"/>
                <a:gd name="T11" fmla="*/ 1051 h 1563"/>
                <a:gd name="T12" fmla="*/ 171 w 1564"/>
                <a:gd name="T13" fmla="*/ 1122 h 1563"/>
                <a:gd name="T14" fmla="*/ 180 w 1564"/>
                <a:gd name="T15" fmla="*/ 1192 h 1563"/>
                <a:gd name="T16" fmla="*/ 208 w 1564"/>
                <a:gd name="T17" fmla="*/ 1257 h 1563"/>
                <a:gd name="T18" fmla="*/ 250 w 1564"/>
                <a:gd name="T19" fmla="*/ 1314 h 1563"/>
                <a:gd name="T20" fmla="*/ 307 w 1564"/>
                <a:gd name="T21" fmla="*/ 1357 h 1563"/>
                <a:gd name="T22" fmla="*/ 371 w 1564"/>
                <a:gd name="T23" fmla="*/ 1384 h 1563"/>
                <a:gd name="T24" fmla="*/ 442 w 1564"/>
                <a:gd name="T25" fmla="*/ 1393 h 1563"/>
                <a:gd name="T26" fmla="*/ 513 w 1564"/>
                <a:gd name="T27" fmla="*/ 1384 h 1563"/>
                <a:gd name="T28" fmla="*/ 578 w 1564"/>
                <a:gd name="T29" fmla="*/ 1357 h 1563"/>
                <a:gd name="T30" fmla="*/ 634 w 1564"/>
                <a:gd name="T31" fmla="*/ 1314 h 1563"/>
                <a:gd name="T32" fmla="*/ 1340 w 1564"/>
                <a:gd name="T33" fmla="*/ 603 h 1563"/>
                <a:gd name="T34" fmla="*/ 1377 w 1564"/>
                <a:gd name="T35" fmla="*/ 535 h 1563"/>
                <a:gd name="T36" fmla="*/ 1392 w 1564"/>
                <a:gd name="T37" fmla="*/ 462 h 1563"/>
                <a:gd name="T38" fmla="*/ 1387 w 1564"/>
                <a:gd name="T39" fmla="*/ 386 h 1563"/>
                <a:gd name="T40" fmla="*/ 1361 w 1564"/>
                <a:gd name="T41" fmla="*/ 314 h 1563"/>
                <a:gd name="T42" fmla="*/ 1313 w 1564"/>
                <a:gd name="T43" fmla="*/ 251 h 1563"/>
                <a:gd name="T44" fmla="*/ 1257 w 1564"/>
                <a:gd name="T45" fmla="*/ 208 h 1563"/>
                <a:gd name="T46" fmla="*/ 1192 w 1564"/>
                <a:gd name="T47" fmla="*/ 180 h 1563"/>
                <a:gd name="T48" fmla="*/ 1122 w 1564"/>
                <a:gd name="T49" fmla="*/ 172 h 1563"/>
                <a:gd name="T50" fmla="*/ 1173 w 1564"/>
                <a:gd name="T51" fmla="*/ 4 h 1563"/>
                <a:gd name="T52" fmla="*/ 1268 w 1564"/>
                <a:gd name="T53" fmla="*/ 26 h 1563"/>
                <a:gd name="T54" fmla="*/ 1357 w 1564"/>
                <a:gd name="T55" fmla="*/ 68 h 1563"/>
                <a:gd name="T56" fmla="*/ 1434 w 1564"/>
                <a:gd name="T57" fmla="*/ 130 h 1563"/>
                <a:gd name="T58" fmla="*/ 1498 w 1564"/>
                <a:gd name="T59" fmla="*/ 210 h 1563"/>
                <a:gd name="T60" fmla="*/ 1540 w 1564"/>
                <a:gd name="T61" fmla="*/ 299 h 1563"/>
                <a:gd name="T62" fmla="*/ 1561 w 1564"/>
                <a:gd name="T63" fmla="*/ 395 h 1563"/>
                <a:gd name="T64" fmla="*/ 1561 w 1564"/>
                <a:gd name="T65" fmla="*/ 491 h 1563"/>
                <a:gd name="T66" fmla="*/ 1540 w 1564"/>
                <a:gd name="T67" fmla="*/ 586 h 1563"/>
                <a:gd name="T68" fmla="*/ 1498 w 1564"/>
                <a:gd name="T69" fmla="*/ 675 h 1563"/>
                <a:gd name="T70" fmla="*/ 1434 w 1564"/>
                <a:gd name="T71" fmla="*/ 755 h 1563"/>
                <a:gd name="T72" fmla="*/ 718 w 1564"/>
                <a:gd name="T73" fmla="*/ 1468 h 1563"/>
                <a:gd name="T74" fmla="*/ 634 w 1564"/>
                <a:gd name="T75" fmla="*/ 1520 h 1563"/>
                <a:gd name="T76" fmla="*/ 541 w 1564"/>
                <a:gd name="T77" fmla="*/ 1552 h 1563"/>
                <a:gd name="T78" fmla="*/ 442 w 1564"/>
                <a:gd name="T79" fmla="*/ 1563 h 1563"/>
                <a:gd name="T80" fmla="*/ 343 w 1564"/>
                <a:gd name="T81" fmla="*/ 1552 h 1563"/>
                <a:gd name="T82" fmla="*/ 250 w 1564"/>
                <a:gd name="T83" fmla="*/ 1520 h 1563"/>
                <a:gd name="T84" fmla="*/ 167 w 1564"/>
                <a:gd name="T85" fmla="*/ 1468 h 1563"/>
                <a:gd name="T86" fmla="*/ 97 w 1564"/>
                <a:gd name="T87" fmla="*/ 1396 h 1563"/>
                <a:gd name="T88" fmla="*/ 44 w 1564"/>
                <a:gd name="T89" fmla="*/ 1313 h 1563"/>
                <a:gd name="T90" fmla="*/ 11 w 1564"/>
                <a:gd name="T91" fmla="*/ 1220 h 1563"/>
                <a:gd name="T92" fmla="*/ 0 w 1564"/>
                <a:gd name="T93" fmla="*/ 1122 h 1563"/>
                <a:gd name="T94" fmla="*/ 11 w 1564"/>
                <a:gd name="T95" fmla="*/ 1023 h 1563"/>
                <a:gd name="T96" fmla="*/ 44 w 1564"/>
                <a:gd name="T97" fmla="*/ 931 h 1563"/>
                <a:gd name="T98" fmla="*/ 97 w 1564"/>
                <a:gd name="T99" fmla="*/ 847 h 1563"/>
                <a:gd name="T100" fmla="*/ 810 w 1564"/>
                <a:gd name="T101" fmla="*/ 130 h 1563"/>
                <a:gd name="T102" fmla="*/ 888 w 1564"/>
                <a:gd name="T103" fmla="*/ 68 h 1563"/>
                <a:gd name="T104" fmla="*/ 976 w 1564"/>
                <a:gd name="T105" fmla="*/ 26 h 1563"/>
                <a:gd name="T106" fmla="*/ 1071 w 1564"/>
                <a:gd name="T107" fmla="*/ 4 h 1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64" h="1563">
                  <a:moveTo>
                    <a:pt x="1122" y="172"/>
                  </a:moveTo>
                  <a:lnTo>
                    <a:pt x="1087" y="174"/>
                  </a:lnTo>
                  <a:lnTo>
                    <a:pt x="1052" y="180"/>
                  </a:lnTo>
                  <a:lnTo>
                    <a:pt x="1019" y="191"/>
                  </a:lnTo>
                  <a:lnTo>
                    <a:pt x="987" y="208"/>
                  </a:lnTo>
                  <a:lnTo>
                    <a:pt x="957" y="228"/>
                  </a:lnTo>
                  <a:lnTo>
                    <a:pt x="931" y="251"/>
                  </a:lnTo>
                  <a:lnTo>
                    <a:pt x="250" y="931"/>
                  </a:lnTo>
                  <a:lnTo>
                    <a:pt x="226" y="957"/>
                  </a:lnTo>
                  <a:lnTo>
                    <a:pt x="208" y="987"/>
                  </a:lnTo>
                  <a:lnTo>
                    <a:pt x="191" y="1018"/>
                  </a:lnTo>
                  <a:lnTo>
                    <a:pt x="180" y="1051"/>
                  </a:lnTo>
                  <a:lnTo>
                    <a:pt x="174" y="1086"/>
                  </a:lnTo>
                  <a:lnTo>
                    <a:pt x="171" y="1122"/>
                  </a:lnTo>
                  <a:lnTo>
                    <a:pt x="174" y="1158"/>
                  </a:lnTo>
                  <a:lnTo>
                    <a:pt x="180" y="1192"/>
                  </a:lnTo>
                  <a:lnTo>
                    <a:pt x="191" y="1226"/>
                  </a:lnTo>
                  <a:lnTo>
                    <a:pt x="208" y="1257"/>
                  </a:lnTo>
                  <a:lnTo>
                    <a:pt x="226" y="1286"/>
                  </a:lnTo>
                  <a:lnTo>
                    <a:pt x="250" y="1314"/>
                  </a:lnTo>
                  <a:lnTo>
                    <a:pt x="278" y="1337"/>
                  </a:lnTo>
                  <a:lnTo>
                    <a:pt x="307" y="1357"/>
                  </a:lnTo>
                  <a:lnTo>
                    <a:pt x="338" y="1372"/>
                  </a:lnTo>
                  <a:lnTo>
                    <a:pt x="371" y="1384"/>
                  </a:lnTo>
                  <a:lnTo>
                    <a:pt x="407" y="1391"/>
                  </a:lnTo>
                  <a:lnTo>
                    <a:pt x="442" y="1393"/>
                  </a:lnTo>
                  <a:lnTo>
                    <a:pt x="478" y="1391"/>
                  </a:lnTo>
                  <a:lnTo>
                    <a:pt x="513" y="1384"/>
                  </a:lnTo>
                  <a:lnTo>
                    <a:pt x="546" y="1372"/>
                  </a:lnTo>
                  <a:lnTo>
                    <a:pt x="578" y="1357"/>
                  </a:lnTo>
                  <a:lnTo>
                    <a:pt x="607" y="1337"/>
                  </a:lnTo>
                  <a:lnTo>
                    <a:pt x="634" y="1314"/>
                  </a:lnTo>
                  <a:lnTo>
                    <a:pt x="1314" y="634"/>
                  </a:lnTo>
                  <a:lnTo>
                    <a:pt x="1340" y="603"/>
                  </a:lnTo>
                  <a:lnTo>
                    <a:pt x="1362" y="570"/>
                  </a:lnTo>
                  <a:lnTo>
                    <a:pt x="1377" y="535"/>
                  </a:lnTo>
                  <a:lnTo>
                    <a:pt x="1387" y="499"/>
                  </a:lnTo>
                  <a:lnTo>
                    <a:pt x="1392" y="462"/>
                  </a:lnTo>
                  <a:lnTo>
                    <a:pt x="1392" y="423"/>
                  </a:lnTo>
                  <a:lnTo>
                    <a:pt x="1387" y="386"/>
                  </a:lnTo>
                  <a:lnTo>
                    <a:pt x="1377" y="350"/>
                  </a:lnTo>
                  <a:lnTo>
                    <a:pt x="1361" y="314"/>
                  </a:lnTo>
                  <a:lnTo>
                    <a:pt x="1340" y="281"/>
                  </a:lnTo>
                  <a:lnTo>
                    <a:pt x="1313" y="251"/>
                  </a:lnTo>
                  <a:lnTo>
                    <a:pt x="1287" y="228"/>
                  </a:lnTo>
                  <a:lnTo>
                    <a:pt x="1257" y="208"/>
                  </a:lnTo>
                  <a:lnTo>
                    <a:pt x="1226" y="191"/>
                  </a:lnTo>
                  <a:lnTo>
                    <a:pt x="1192" y="180"/>
                  </a:lnTo>
                  <a:lnTo>
                    <a:pt x="1158" y="174"/>
                  </a:lnTo>
                  <a:lnTo>
                    <a:pt x="1122" y="172"/>
                  </a:lnTo>
                  <a:close/>
                  <a:moveTo>
                    <a:pt x="1122" y="0"/>
                  </a:moveTo>
                  <a:lnTo>
                    <a:pt x="1173" y="4"/>
                  </a:lnTo>
                  <a:lnTo>
                    <a:pt x="1221" y="12"/>
                  </a:lnTo>
                  <a:lnTo>
                    <a:pt x="1268" y="26"/>
                  </a:lnTo>
                  <a:lnTo>
                    <a:pt x="1313" y="44"/>
                  </a:lnTo>
                  <a:lnTo>
                    <a:pt x="1357" y="68"/>
                  </a:lnTo>
                  <a:lnTo>
                    <a:pt x="1397" y="97"/>
                  </a:lnTo>
                  <a:lnTo>
                    <a:pt x="1434" y="130"/>
                  </a:lnTo>
                  <a:lnTo>
                    <a:pt x="1469" y="168"/>
                  </a:lnTo>
                  <a:lnTo>
                    <a:pt x="1498" y="210"/>
                  </a:lnTo>
                  <a:lnTo>
                    <a:pt x="1522" y="254"/>
                  </a:lnTo>
                  <a:lnTo>
                    <a:pt x="1540" y="299"/>
                  </a:lnTo>
                  <a:lnTo>
                    <a:pt x="1553" y="346"/>
                  </a:lnTo>
                  <a:lnTo>
                    <a:pt x="1561" y="395"/>
                  </a:lnTo>
                  <a:lnTo>
                    <a:pt x="1564" y="443"/>
                  </a:lnTo>
                  <a:lnTo>
                    <a:pt x="1561" y="491"/>
                  </a:lnTo>
                  <a:lnTo>
                    <a:pt x="1553" y="538"/>
                  </a:lnTo>
                  <a:lnTo>
                    <a:pt x="1540" y="586"/>
                  </a:lnTo>
                  <a:lnTo>
                    <a:pt x="1522" y="631"/>
                  </a:lnTo>
                  <a:lnTo>
                    <a:pt x="1498" y="675"/>
                  </a:lnTo>
                  <a:lnTo>
                    <a:pt x="1469" y="716"/>
                  </a:lnTo>
                  <a:lnTo>
                    <a:pt x="1434" y="755"/>
                  </a:lnTo>
                  <a:lnTo>
                    <a:pt x="755" y="1435"/>
                  </a:lnTo>
                  <a:lnTo>
                    <a:pt x="718" y="1468"/>
                  </a:lnTo>
                  <a:lnTo>
                    <a:pt x="677" y="1496"/>
                  </a:lnTo>
                  <a:lnTo>
                    <a:pt x="634" y="1520"/>
                  </a:lnTo>
                  <a:lnTo>
                    <a:pt x="589" y="1539"/>
                  </a:lnTo>
                  <a:lnTo>
                    <a:pt x="541" y="1552"/>
                  </a:lnTo>
                  <a:lnTo>
                    <a:pt x="492" y="1561"/>
                  </a:lnTo>
                  <a:lnTo>
                    <a:pt x="442" y="1563"/>
                  </a:lnTo>
                  <a:lnTo>
                    <a:pt x="392" y="1561"/>
                  </a:lnTo>
                  <a:lnTo>
                    <a:pt x="343" y="1552"/>
                  </a:lnTo>
                  <a:lnTo>
                    <a:pt x="296" y="1539"/>
                  </a:lnTo>
                  <a:lnTo>
                    <a:pt x="250" y="1520"/>
                  </a:lnTo>
                  <a:lnTo>
                    <a:pt x="208" y="1496"/>
                  </a:lnTo>
                  <a:lnTo>
                    <a:pt x="167" y="1468"/>
                  </a:lnTo>
                  <a:lnTo>
                    <a:pt x="130" y="1435"/>
                  </a:lnTo>
                  <a:lnTo>
                    <a:pt x="97" y="1396"/>
                  </a:lnTo>
                  <a:lnTo>
                    <a:pt x="68" y="1357"/>
                  </a:lnTo>
                  <a:lnTo>
                    <a:pt x="44" y="1313"/>
                  </a:lnTo>
                  <a:lnTo>
                    <a:pt x="25" y="1268"/>
                  </a:lnTo>
                  <a:lnTo>
                    <a:pt x="11" y="1220"/>
                  </a:lnTo>
                  <a:lnTo>
                    <a:pt x="3" y="1172"/>
                  </a:lnTo>
                  <a:lnTo>
                    <a:pt x="0" y="1122"/>
                  </a:lnTo>
                  <a:lnTo>
                    <a:pt x="3" y="1072"/>
                  </a:lnTo>
                  <a:lnTo>
                    <a:pt x="11" y="1023"/>
                  </a:lnTo>
                  <a:lnTo>
                    <a:pt x="25" y="976"/>
                  </a:lnTo>
                  <a:lnTo>
                    <a:pt x="44" y="931"/>
                  </a:lnTo>
                  <a:lnTo>
                    <a:pt x="68" y="888"/>
                  </a:lnTo>
                  <a:lnTo>
                    <a:pt x="97" y="847"/>
                  </a:lnTo>
                  <a:lnTo>
                    <a:pt x="130" y="810"/>
                  </a:lnTo>
                  <a:lnTo>
                    <a:pt x="810" y="130"/>
                  </a:lnTo>
                  <a:lnTo>
                    <a:pt x="847" y="97"/>
                  </a:lnTo>
                  <a:lnTo>
                    <a:pt x="888" y="68"/>
                  </a:lnTo>
                  <a:lnTo>
                    <a:pt x="931" y="44"/>
                  </a:lnTo>
                  <a:lnTo>
                    <a:pt x="976" y="26"/>
                  </a:lnTo>
                  <a:lnTo>
                    <a:pt x="1023" y="12"/>
                  </a:lnTo>
                  <a:lnTo>
                    <a:pt x="1071" y="4"/>
                  </a:lnTo>
                  <a:lnTo>
                    <a:pt x="11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Freeform 9"/>
            <p:cNvSpPr>
              <a:spLocks noEditPoints="1"/>
            </p:cNvSpPr>
            <p:nvPr/>
          </p:nvSpPr>
          <p:spPr bwMode="auto">
            <a:xfrm>
              <a:off x="1525" y="7614"/>
              <a:ext cx="187" cy="187"/>
            </a:xfrm>
            <a:custGeom>
              <a:avLst/>
              <a:gdLst>
                <a:gd name="T0" fmla="*/ 636 w 1498"/>
                <a:gd name="T1" fmla="*/ 182 h 1500"/>
                <a:gd name="T2" fmla="*/ 476 w 1498"/>
                <a:gd name="T3" fmla="*/ 239 h 1500"/>
                <a:gd name="T4" fmla="*/ 339 w 1498"/>
                <a:gd name="T5" fmla="*/ 340 h 1500"/>
                <a:gd name="T6" fmla="*/ 236 w 1498"/>
                <a:gd name="T7" fmla="*/ 481 h 1500"/>
                <a:gd name="T8" fmla="*/ 181 w 1498"/>
                <a:gd name="T9" fmla="*/ 639 h 1500"/>
                <a:gd name="T10" fmla="*/ 173 w 1498"/>
                <a:gd name="T11" fmla="*/ 806 h 1500"/>
                <a:gd name="T12" fmla="*/ 213 w 1498"/>
                <a:gd name="T13" fmla="*/ 968 h 1500"/>
                <a:gd name="T14" fmla="*/ 299 w 1498"/>
                <a:gd name="T15" fmla="*/ 1116 h 1500"/>
                <a:gd name="T16" fmla="*/ 428 w 1498"/>
                <a:gd name="T17" fmla="*/ 1232 h 1500"/>
                <a:gd name="T18" fmla="*/ 581 w 1498"/>
                <a:gd name="T19" fmla="*/ 1305 h 1500"/>
                <a:gd name="T20" fmla="*/ 749 w 1498"/>
                <a:gd name="T21" fmla="*/ 1330 h 1500"/>
                <a:gd name="T22" fmla="*/ 918 w 1498"/>
                <a:gd name="T23" fmla="*/ 1305 h 1500"/>
                <a:gd name="T24" fmla="*/ 1071 w 1498"/>
                <a:gd name="T25" fmla="*/ 1232 h 1500"/>
                <a:gd name="T26" fmla="*/ 1200 w 1498"/>
                <a:gd name="T27" fmla="*/ 1116 h 1500"/>
                <a:gd name="T28" fmla="*/ 1286 w 1498"/>
                <a:gd name="T29" fmla="*/ 968 h 1500"/>
                <a:gd name="T30" fmla="*/ 1326 w 1498"/>
                <a:gd name="T31" fmla="*/ 806 h 1500"/>
                <a:gd name="T32" fmla="*/ 1318 w 1498"/>
                <a:gd name="T33" fmla="*/ 639 h 1500"/>
                <a:gd name="T34" fmla="*/ 1262 w 1498"/>
                <a:gd name="T35" fmla="*/ 481 h 1500"/>
                <a:gd name="T36" fmla="*/ 1159 w 1498"/>
                <a:gd name="T37" fmla="*/ 340 h 1500"/>
                <a:gd name="T38" fmla="*/ 1023 w 1498"/>
                <a:gd name="T39" fmla="*/ 239 h 1500"/>
                <a:gd name="T40" fmla="*/ 863 w 1498"/>
                <a:gd name="T41" fmla="*/ 182 h 1500"/>
                <a:gd name="T42" fmla="*/ 749 w 1498"/>
                <a:gd name="T43" fmla="*/ 0 h 1500"/>
                <a:gd name="T44" fmla="*/ 945 w 1498"/>
                <a:gd name="T45" fmla="*/ 26 h 1500"/>
                <a:gd name="T46" fmla="*/ 1124 w 1498"/>
                <a:gd name="T47" fmla="*/ 100 h 1500"/>
                <a:gd name="T48" fmla="*/ 1280 w 1498"/>
                <a:gd name="T49" fmla="*/ 221 h 1500"/>
                <a:gd name="T50" fmla="*/ 1396 w 1498"/>
                <a:gd name="T51" fmla="*/ 371 h 1500"/>
                <a:gd name="T52" fmla="*/ 1470 w 1498"/>
                <a:gd name="T53" fmla="*/ 540 h 1500"/>
                <a:gd name="T54" fmla="*/ 1498 w 1498"/>
                <a:gd name="T55" fmla="*/ 720 h 1500"/>
                <a:gd name="T56" fmla="*/ 1484 w 1498"/>
                <a:gd name="T57" fmla="*/ 900 h 1500"/>
                <a:gd name="T58" fmla="*/ 1426 w 1498"/>
                <a:gd name="T59" fmla="*/ 1075 h 1500"/>
                <a:gd name="T60" fmla="*/ 1324 w 1498"/>
                <a:gd name="T61" fmla="*/ 1233 h 1500"/>
                <a:gd name="T62" fmla="*/ 1179 w 1498"/>
                <a:gd name="T63" fmla="*/ 1365 h 1500"/>
                <a:gd name="T64" fmla="*/ 1006 w 1498"/>
                <a:gd name="T65" fmla="*/ 1455 h 1500"/>
                <a:gd name="T66" fmla="*/ 816 w 1498"/>
                <a:gd name="T67" fmla="*/ 1497 h 1500"/>
                <a:gd name="T68" fmla="*/ 618 w 1498"/>
                <a:gd name="T69" fmla="*/ 1489 h 1500"/>
                <a:gd name="T70" fmla="*/ 432 w 1498"/>
                <a:gd name="T71" fmla="*/ 1430 h 1500"/>
                <a:gd name="T72" fmla="*/ 268 w 1498"/>
                <a:gd name="T73" fmla="*/ 1325 h 1500"/>
                <a:gd name="T74" fmla="*/ 136 w 1498"/>
                <a:gd name="T75" fmla="*/ 1183 h 1500"/>
                <a:gd name="T76" fmla="*/ 49 w 1498"/>
                <a:gd name="T77" fmla="*/ 1018 h 1500"/>
                <a:gd name="T78" fmla="*/ 5 w 1498"/>
                <a:gd name="T79" fmla="*/ 841 h 1500"/>
                <a:gd name="T80" fmla="*/ 5 w 1498"/>
                <a:gd name="T81" fmla="*/ 660 h 1500"/>
                <a:gd name="T82" fmla="*/ 49 w 1498"/>
                <a:gd name="T83" fmla="*/ 482 h 1500"/>
                <a:gd name="T84" fmla="*/ 136 w 1498"/>
                <a:gd name="T85" fmla="*/ 318 h 1500"/>
                <a:gd name="T86" fmla="*/ 268 w 1498"/>
                <a:gd name="T87" fmla="*/ 176 h 1500"/>
                <a:gd name="T88" fmla="*/ 432 w 1498"/>
                <a:gd name="T89" fmla="*/ 70 h 1500"/>
                <a:gd name="T90" fmla="*/ 618 w 1498"/>
                <a:gd name="T91" fmla="*/ 12 h 1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98" h="1500">
                  <a:moveTo>
                    <a:pt x="749" y="171"/>
                  </a:moveTo>
                  <a:lnTo>
                    <a:pt x="692" y="173"/>
                  </a:lnTo>
                  <a:lnTo>
                    <a:pt x="636" y="182"/>
                  </a:lnTo>
                  <a:lnTo>
                    <a:pt x="581" y="195"/>
                  </a:lnTo>
                  <a:lnTo>
                    <a:pt x="527" y="215"/>
                  </a:lnTo>
                  <a:lnTo>
                    <a:pt x="476" y="239"/>
                  </a:lnTo>
                  <a:lnTo>
                    <a:pt x="428" y="268"/>
                  </a:lnTo>
                  <a:lnTo>
                    <a:pt x="382" y="302"/>
                  </a:lnTo>
                  <a:lnTo>
                    <a:pt x="339" y="340"/>
                  </a:lnTo>
                  <a:lnTo>
                    <a:pt x="299" y="384"/>
                  </a:lnTo>
                  <a:lnTo>
                    <a:pt x="265" y="431"/>
                  </a:lnTo>
                  <a:lnTo>
                    <a:pt x="236" y="481"/>
                  </a:lnTo>
                  <a:lnTo>
                    <a:pt x="213" y="532"/>
                  </a:lnTo>
                  <a:lnTo>
                    <a:pt x="194" y="585"/>
                  </a:lnTo>
                  <a:lnTo>
                    <a:pt x="181" y="639"/>
                  </a:lnTo>
                  <a:lnTo>
                    <a:pt x="173" y="695"/>
                  </a:lnTo>
                  <a:lnTo>
                    <a:pt x="170" y="750"/>
                  </a:lnTo>
                  <a:lnTo>
                    <a:pt x="173" y="806"/>
                  </a:lnTo>
                  <a:lnTo>
                    <a:pt x="181" y="861"/>
                  </a:lnTo>
                  <a:lnTo>
                    <a:pt x="194" y="915"/>
                  </a:lnTo>
                  <a:lnTo>
                    <a:pt x="213" y="968"/>
                  </a:lnTo>
                  <a:lnTo>
                    <a:pt x="236" y="1020"/>
                  </a:lnTo>
                  <a:lnTo>
                    <a:pt x="265" y="1068"/>
                  </a:lnTo>
                  <a:lnTo>
                    <a:pt x="299" y="1116"/>
                  </a:lnTo>
                  <a:lnTo>
                    <a:pt x="339" y="1160"/>
                  </a:lnTo>
                  <a:lnTo>
                    <a:pt x="382" y="1198"/>
                  </a:lnTo>
                  <a:lnTo>
                    <a:pt x="428" y="1232"/>
                  </a:lnTo>
                  <a:lnTo>
                    <a:pt x="476" y="1262"/>
                  </a:lnTo>
                  <a:lnTo>
                    <a:pt x="527" y="1286"/>
                  </a:lnTo>
                  <a:lnTo>
                    <a:pt x="581" y="1305"/>
                  </a:lnTo>
                  <a:lnTo>
                    <a:pt x="636" y="1319"/>
                  </a:lnTo>
                  <a:lnTo>
                    <a:pt x="692" y="1326"/>
                  </a:lnTo>
                  <a:lnTo>
                    <a:pt x="749" y="1330"/>
                  </a:lnTo>
                  <a:lnTo>
                    <a:pt x="807" y="1326"/>
                  </a:lnTo>
                  <a:lnTo>
                    <a:pt x="863" y="1319"/>
                  </a:lnTo>
                  <a:lnTo>
                    <a:pt x="918" y="1305"/>
                  </a:lnTo>
                  <a:lnTo>
                    <a:pt x="971" y="1286"/>
                  </a:lnTo>
                  <a:lnTo>
                    <a:pt x="1023" y="1262"/>
                  </a:lnTo>
                  <a:lnTo>
                    <a:pt x="1071" y="1232"/>
                  </a:lnTo>
                  <a:lnTo>
                    <a:pt x="1117" y="1198"/>
                  </a:lnTo>
                  <a:lnTo>
                    <a:pt x="1159" y="1160"/>
                  </a:lnTo>
                  <a:lnTo>
                    <a:pt x="1200" y="1116"/>
                  </a:lnTo>
                  <a:lnTo>
                    <a:pt x="1234" y="1068"/>
                  </a:lnTo>
                  <a:lnTo>
                    <a:pt x="1262" y="1020"/>
                  </a:lnTo>
                  <a:lnTo>
                    <a:pt x="1286" y="968"/>
                  </a:lnTo>
                  <a:lnTo>
                    <a:pt x="1305" y="915"/>
                  </a:lnTo>
                  <a:lnTo>
                    <a:pt x="1318" y="861"/>
                  </a:lnTo>
                  <a:lnTo>
                    <a:pt x="1326" y="806"/>
                  </a:lnTo>
                  <a:lnTo>
                    <a:pt x="1329" y="750"/>
                  </a:lnTo>
                  <a:lnTo>
                    <a:pt x="1326" y="695"/>
                  </a:lnTo>
                  <a:lnTo>
                    <a:pt x="1318" y="639"/>
                  </a:lnTo>
                  <a:lnTo>
                    <a:pt x="1305" y="585"/>
                  </a:lnTo>
                  <a:lnTo>
                    <a:pt x="1286" y="532"/>
                  </a:lnTo>
                  <a:lnTo>
                    <a:pt x="1262" y="481"/>
                  </a:lnTo>
                  <a:lnTo>
                    <a:pt x="1234" y="431"/>
                  </a:lnTo>
                  <a:lnTo>
                    <a:pt x="1200" y="384"/>
                  </a:lnTo>
                  <a:lnTo>
                    <a:pt x="1159" y="340"/>
                  </a:lnTo>
                  <a:lnTo>
                    <a:pt x="1117" y="302"/>
                  </a:lnTo>
                  <a:lnTo>
                    <a:pt x="1071" y="268"/>
                  </a:lnTo>
                  <a:lnTo>
                    <a:pt x="1023" y="239"/>
                  </a:lnTo>
                  <a:lnTo>
                    <a:pt x="971" y="215"/>
                  </a:lnTo>
                  <a:lnTo>
                    <a:pt x="918" y="195"/>
                  </a:lnTo>
                  <a:lnTo>
                    <a:pt x="863" y="182"/>
                  </a:lnTo>
                  <a:lnTo>
                    <a:pt x="807" y="173"/>
                  </a:lnTo>
                  <a:lnTo>
                    <a:pt x="749" y="171"/>
                  </a:lnTo>
                  <a:close/>
                  <a:moveTo>
                    <a:pt x="749" y="0"/>
                  </a:moveTo>
                  <a:lnTo>
                    <a:pt x="816" y="3"/>
                  </a:lnTo>
                  <a:lnTo>
                    <a:pt x="881" y="12"/>
                  </a:lnTo>
                  <a:lnTo>
                    <a:pt x="945" y="26"/>
                  </a:lnTo>
                  <a:lnTo>
                    <a:pt x="1006" y="45"/>
                  </a:lnTo>
                  <a:lnTo>
                    <a:pt x="1067" y="70"/>
                  </a:lnTo>
                  <a:lnTo>
                    <a:pt x="1124" y="100"/>
                  </a:lnTo>
                  <a:lnTo>
                    <a:pt x="1179" y="135"/>
                  </a:lnTo>
                  <a:lnTo>
                    <a:pt x="1231" y="176"/>
                  </a:lnTo>
                  <a:lnTo>
                    <a:pt x="1280" y="221"/>
                  </a:lnTo>
                  <a:lnTo>
                    <a:pt x="1324" y="268"/>
                  </a:lnTo>
                  <a:lnTo>
                    <a:pt x="1362" y="318"/>
                  </a:lnTo>
                  <a:lnTo>
                    <a:pt x="1396" y="371"/>
                  </a:lnTo>
                  <a:lnTo>
                    <a:pt x="1426" y="426"/>
                  </a:lnTo>
                  <a:lnTo>
                    <a:pt x="1450" y="482"/>
                  </a:lnTo>
                  <a:lnTo>
                    <a:pt x="1470" y="540"/>
                  </a:lnTo>
                  <a:lnTo>
                    <a:pt x="1484" y="599"/>
                  </a:lnTo>
                  <a:lnTo>
                    <a:pt x="1494" y="660"/>
                  </a:lnTo>
                  <a:lnTo>
                    <a:pt x="1498" y="720"/>
                  </a:lnTo>
                  <a:lnTo>
                    <a:pt x="1498" y="781"/>
                  </a:lnTo>
                  <a:lnTo>
                    <a:pt x="1494" y="841"/>
                  </a:lnTo>
                  <a:lnTo>
                    <a:pt x="1484" y="900"/>
                  </a:lnTo>
                  <a:lnTo>
                    <a:pt x="1470" y="960"/>
                  </a:lnTo>
                  <a:lnTo>
                    <a:pt x="1450" y="1018"/>
                  </a:lnTo>
                  <a:lnTo>
                    <a:pt x="1426" y="1075"/>
                  </a:lnTo>
                  <a:lnTo>
                    <a:pt x="1396" y="1130"/>
                  </a:lnTo>
                  <a:lnTo>
                    <a:pt x="1362" y="1183"/>
                  </a:lnTo>
                  <a:lnTo>
                    <a:pt x="1324" y="1233"/>
                  </a:lnTo>
                  <a:lnTo>
                    <a:pt x="1280" y="1280"/>
                  </a:lnTo>
                  <a:lnTo>
                    <a:pt x="1231" y="1325"/>
                  </a:lnTo>
                  <a:lnTo>
                    <a:pt x="1179" y="1365"/>
                  </a:lnTo>
                  <a:lnTo>
                    <a:pt x="1124" y="1400"/>
                  </a:lnTo>
                  <a:lnTo>
                    <a:pt x="1067" y="1430"/>
                  </a:lnTo>
                  <a:lnTo>
                    <a:pt x="1006" y="1455"/>
                  </a:lnTo>
                  <a:lnTo>
                    <a:pt x="945" y="1475"/>
                  </a:lnTo>
                  <a:lnTo>
                    <a:pt x="881" y="1489"/>
                  </a:lnTo>
                  <a:lnTo>
                    <a:pt x="816" y="1497"/>
                  </a:lnTo>
                  <a:lnTo>
                    <a:pt x="749" y="1500"/>
                  </a:lnTo>
                  <a:lnTo>
                    <a:pt x="683" y="1497"/>
                  </a:lnTo>
                  <a:lnTo>
                    <a:pt x="618" y="1489"/>
                  </a:lnTo>
                  <a:lnTo>
                    <a:pt x="554" y="1475"/>
                  </a:lnTo>
                  <a:lnTo>
                    <a:pt x="492" y="1455"/>
                  </a:lnTo>
                  <a:lnTo>
                    <a:pt x="432" y="1430"/>
                  </a:lnTo>
                  <a:lnTo>
                    <a:pt x="375" y="1400"/>
                  </a:lnTo>
                  <a:lnTo>
                    <a:pt x="320" y="1365"/>
                  </a:lnTo>
                  <a:lnTo>
                    <a:pt x="268" y="1325"/>
                  </a:lnTo>
                  <a:lnTo>
                    <a:pt x="219" y="1280"/>
                  </a:lnTo>
                  <a:lnTo>
                    <a:pt x="175" y="1233"/>
                  </a:lnTo>
                  <a:lnTo>
                    <a:pt x="136" y="1183"/>
                  </a:lnTo>
                  <a:lnTo>
                    <a:pt x="102" y="1130"/>
                  </a:lnTo>
                  <a:lnTo>
                    <a:pt x="73" y="1075"/>
                  </a:lnTo>
                  <a:lnTo>
                    <a:pt x="49" y="1018"/>
                  </a:lnTo>
                  <a:lnTo>
                    <a:pt x="29" y="960"/>
                  </a:lnTo>
                  <a:lnTo>
                    <a:pt x="15" y="900"/>
                  </a:lnTo>
                  <a:lnTo>
                    <a:pt x="5" y="841"/>
                  </a:lnTo>
                  <a:lnTo>
                    <a:pt x="0" y="781"/>
                  </a:lnTo>
                  <a:lnTo>
                    <a:pt x="0" y="720"/>
                  </a:lnTo>
                  <a:lnTo>
                    <a:pt x="5" y="660"/>
                  </a:lnTo>
                  <a:lnTo>
                    <a:pt x="15" y="599"/>
                  </a:lnTo>
                  <a:lnTo>
                    <a:pt x="29" y="540"/>
                  </a:lnTo>
                  <a:lnTo>
                    <a:pt x="49" y="482"/>
                  </a:lnTo>
                  <a:lnTo>
                    <a:pt x="73" y="426"/>
                  </a:lnTo>
                  <a:lnTo>
                    <a:pt x="102" y="371"/>
                  </a:lnTo>
                  <a:lnTo>
                    <a:pt x="136" y="318"/>
                  </a:lnTo>
                  <a:lnTo>
                    <a:pt x="175" y="268"/>
                  </a:lnTo>
                  <a:lnTo>
                    <a:pt x="219" y="221"/>
                  </a:lnTo>
                  <a:lnTo>
                    <a:pt x="268" y="176"/>
                  </a:lnTo>
                  <a:lnTo>
                    <a:pt x="320" y="135"/>
                  </a:lnTo>
                  <a:lnTo>
                    <a:pt x="375" y="100"/>
                  </a:lnTo>
                  <a:lnTo>
                    <a:pt x="432" y="70"/>
                  </a:lnTo>
                  <a:lnTo>
                    <a:pt x="492" y="45"/>
                  </a:lnTo>
                  <a:lnTo>
                    <a:pt x="554" y="26"/>
                  </a:lnTo>
                  <a:lnTo>
                    <a:pt x="618" y="12"/>
                  </a:lnTo>
                  <a:lnTo>
                    <a:pt x="683" y="3"/>
                  </a:lnTo>
                  <a:lnTo>
                    <a:pt x="7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Group 12"/>
          <p:cNvGrpSpPr>
            <a:grpSpLocks noChangeAspect="1"/>
          </p:cNvGrpSpPr>
          <p:nvPr/>
        </p:nvGrpSpPr>
        <p:grpSpPr bwMode="auto">
          <a:xfrm>
            <a:off x="1116683" y="1955585"/>
            <a:ext cx="271360" cy="264884"/>
            <a:chOff x="2047" y="7561"/>
            <a:chExt cx="456" cy="445"/>
          </a:xfrm>
          <a:solidFill>
            <a:schemeClr val="tx2"/>
          </a:solidFill>
        </p:grpSpPr>
        <p:sp>
          <p:nvSpPr>
            <p:cNvPr id="37" name="Freeform 14"/>
            <p:cNvSpPr>
              <a:spLocks/>
            </p:cNvSpPr>
            <p:nvPr/>
          </p:nvSpPr>
          <p:spPr bwMode="auto">
            <a:xfrm>
              <a:off x="2047" y="7561"/>
              <a:ext cx="456" cy="238"/>
            </a:xfrm>
            <a:custGeom>
              <a:avLst/>
              <a:gdLst>
                <a:gd name="T0" fmla="*/ 2045 w 3651"/>
                <a:gd name="T1" fmla="*/ 14 h 1907"/>
                <a:gd name="T2" fmla="*/ 2361 w 3651"/>
                <a:gd name="T3" fmla="*/ 82 h 1907"/>
                <a:gd name="T4" fmla="*/ 2654 w 3651"/>
                <a:gd name="T5" fmla="*/ 200 h 1907"/>
                <a:gd name="T6" fmla="*/ 2919 w 3651"/>
                <a:gd name="T7" fmla="*/ 366 h 1907"/>
                <a:gd name="T8" fmla="*/ 3151 w 3651"/>
                <a:gd name="T9" fmla="*/ 574 h 1907"/>
                <a:gd name="T10" fmla="*/ 3345 w 3651"/>
                <a:gd name="T11" fmla="*/ 818 h 1907"/>
                <a:gd name="T12" fmla="*/ 3496 w 3651"/>
                <a:gd name="T13" fmla="*/ 1092 h 1907"/>
                <a:gd name="T14" fmla="*/ 3598 w 3651"/>
                <a:gd name="T15" fmla="*/ 1393 h 1907"/>
                <a:gd name="T16" fmla="*/ 3647 w 3651"/>
                <a:gd name="T17" fmla="*/ 1715 h 1907"/>
                <a:gd name="T18" fmla="*/ 3640 w 3651"/>
                <a:gd name="T19" fmla="*/ 1867 h 1907"/>
                <a:gd name="T20" fmla="*/ 3591 w 3651"/>
                <a:gd name="T21" fmla="*/ 1904 h 1907"/>
                <a:gd name="T22" fmla="*/ 3529 w 3651"/>
                <a:gd name="T23" fmla="*/ 1896 h 1907"/>
                <a:gd name="T24" fmla="*/ 3492 w 3651"/>
                <a:gd name="T25" fmla="*/ 1849 h 1907"/>
                <a:gd name="T26" fmla="*/ 3475 w 3651"/>
                <a:gd name="T27" fmla="*/ 1610 h 1907"/>
                <a:gd name="T28" fmla="*/ 3404 w 3651"/>
                <a:gd name="T29" fmla="*/ 1301 h 1907"/>
                <a:gd name="T30" fmla="*/ 3279 w 3651"/>
                <a:gd name="T31" fmla="*/ 1017 h 1907"/>
                <a:gd name="T32" fmla="*/ 3104 w 3651"/>
                <a:gd name="T33" fmla="*/ 763 h 1907"/>
                <a:gd name="T34" fmla="*/ 2888 w 3651"/>
                <a:gd name="T35" fmla="*/ 547 h 1907"/>
                <a:gd name="T36" fmla="*/ 2635 w 3651"/>
                <a:gd name="T37" fmla="*/ 372 h 1907"/>
                <a:gd name="T38" fmla="*/ 2351 w 3651"/>
                <a:gd name="T39" fmla="*/ 247 h 1907"/>
                <a:gd name="T40" fmla="*/ 2042 w 3651"/>
                <a:gd name="T41" fmla="*/ 176 h 1907"/>
                <a:gd name="T42" fmla="*/ 1715 w 3651"/>
                <a:gd name="T43" fmla="*/ 166 h 1907"/>
                <a:gd name="T44" fmla="*/ 1400 w 3651"/>
                <a:gd name="T45" fmla="*/ 217 h 1907"/>
                <a:gd name="T46" fmla="*/ 1107 w 3651"/>
                <a:gd name="T47" fmla="*/ 325 h 1907"/>
                <a:gd name="T48" fmla="*/ 843 w 3651"/>
                <a:gd name="T49" fmla="*/ 484 h 1907"/>
                <a:gd name="T50" fmla="*/ 613 w 3651"/>
                <a:gd name="T51" fmla="*/ 687 h 1907"/>
                <a:gd name="T52" fmla="*/ 424 w 3651"/>
                <a:gd name="T53" fmla="*/ 929 h 1907"/>
                <a:gd name="T54" fmla="*/ 282 w 3651"/>
                <a:gd name="T55" fmla="*/ 1203 h 1907"/>
                <a:gd name="T56" fmla="*/ 192 w 3651"/>
                <a:gd name="T57" fmla="*/ 1504 h 1907"/>
                <a:gd name="T58" fmla="*/ 161 w 3651"/>
                <a:gd name="T59" fmla="*/ 1826 h 1907"/>
                <a:gd name="T60" fmla="*/ 138 w 3651"/>
                <a:gd name="T61" fmla="*/ 1884 h 1907"/>
                <a:gd name="T62" fmla="*/ 81 w 3651"/>
                <a:gd name="T63" fmla="*/ 1907 h 1907"/>
                <a:gd name="T64" fmla="*/ 23 w 3651"/>
                <a:gd name="T65" fmla="*/ 1884 h 1907"/>
                <a:gd name="T66" fmla="*/ 0 w 3651"/>
                <a:gd name="T67" fmla="*/ 1826 h 1907"/>
                <a:gd name="T68" fmla="*/ 30 w 3651"/>
                <a:gd name="T69" fmla="*/ 1499 h 1907"/>
                <a:gd name="T70" fmla="*/ 114 w 3651"/>
                <a:gd name="T71" fmla="*/ 1190 h 1907"/>
                <a:gd name="T72" fmla="*/ 250 w 3651"/>
                <a:gd name="T73" fmla="*/ 906 h 1907"/>
                <a:gd name="T74" fmla="*/ 430 w 3651"/>
                <a:gd name="T75" fmla="*/ 651 h 1907"/>
                <a:gd name="T76" fmla="*/ 650 w 3651"/>
                <a:gd name="T77" fmla="*/ 430 h 1907"/>
                <a:gd name="T78" fmla="*/ 905 w 3651"/>
                <a:gd name="T79" fmla="*/ 250 h 1907"/>
                <a:gd name="T80" fmla="*/ 1189 w 3651"/>
                <a:gd name="T81" fmla="*/ 115 h 1907"/>
                <a:gd name="T82" fmla="*/ 1498 w 3651"/>
                <a:gd name="T83" fmla="*/ 30 h 1907"/>
                <a:gd name="T84" fmla="*/ 1825 w 3651"/>
                <a:gd name="T85" fmla="*/ 0 h 1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51" h="1907">
                  <a:moveTo>
                    <a:pt x="1825" y="0"/>
                  </a:moveTo>
                  <a:lnTo>
                    <a:pt x="1936" y="4"/>
                  </a:lnTo>
                  <a:lnTo>
                    <a:pt x="2045" y="14"/>
                  </a:lnTo>
                  <a:lnTo>
                    <a:pt x="2153" y="30"/>
                  </a:lnTo>
                  <a:lnTo>
                    <a:pt x="2258" y="53"/>
                  </a:lnTo>
                  <a:lnTo>
                    <a:pt x="2361" y="82"/>
                  </a:lnTo>
                  <a:lnTo>
                    <a:pt x="2462" y="115"/>
                  </a:lnTo>
                  <a:lnTo>
                    <a:pt x="2559" y="155"/>
                  </a:lnTo>
                  <a:lnTo>
                    <a:pt x="2654" y="200"/>
                  </a:lnTo>
                  <a:lnTo>
                    <a:pt x="2746" y="250"/>
                  </a:lnTo>
                  <a:lnTo>
                    <a:pt x="2833" y="306"/>
                  </a:lnTo>
                  <a:lnTo>
                    <a:pt x="2919" y="366"/>
                  </a:lnTo>
                  <a:lnTo>
                    <a:pt x="3000" y="430"/>
                  </a:lnTo>
                  <a:lnTo>
                    <a:pt x="3078" y="500"/>
                  </a:lnTo>
                  <a:lnTo>
                    <a:pt x="3151" y="574"/>
                  </a:lnTo>
                  <a:lnTo>
                    <a:pt x="3220" y="651"/>
                  </a:lnTo>
                  <a:lnTo>
                    <a:pt x="3285" y="732"/>
                  </a:lnTo>
                  <a:lnTo>
                    <a:pt x="3345" y="818"/>
                  </a:lnTo>
                  <a:lnTo>
                    <a:pt x="3401" y="906"/>
                  </a:lnTo>
                  <a:lnTo>
                    <a:pt x="3451" y="998"/>
                  </a:lnTo>
                  <a:lnTo>
                    <a:pt x="3496" y="1092"/>
                  </a:lnTo>
                  <a:lnTo>
                    <a:pt x="3536" y="1190"/>
                  </a:lnTo>
                  <a:lnTo>
                    <a:pt x="3570" y="1291"/>
                  </a:lnTo>
                  <a:lnTo>
                    <a:pt x="3598" y="1393"/>
                  </a:lnTo>
                  <a:lnTo>
                    <a:pt x="3621" y="1499"/>
                  </a:lnTo>
                  <a:lnTo>
                    <a:pt x="3637" y="1606"/>
                  </a:lnTo>
                  <a:lnTo>
                    <a:pt x="3647" y="1715"/>
                  </a:lnTo>
                  <a:lnTo>
                    <a:pt x="3651" y="1826"/>
                  </a:lnTo>
                  <a:lnTo>
                    <a:pt x="3647" y="1849"/>
                  </a:lnTo>
                  <a:lnTo>
                    <a:pt x="3640" y="1867"/>
                  </a:lnTo>
                  <a:lnTo>
                    <a:pt x="3626" y="1884"/>
                  </a:lnTo>
                  <a:lnTo>
                    <a:pt x="3611" y="1896"/>
                  </a:lnTo>
                  <a:lnTo>
                    <a:pt x="3591" y="1904"/>
                  </a:lnTo>
                  <a:lnTo>
                    <a:pt x="3570" y="1907"/>
                  </a:lnTo>
                  <a:lnTo>
                    <a:pt x="3549" y="1904"/>
                  </a:lnTo>
                  <a:lnTo>
                    <a:pt x="3529" y="1896"/>
                  </a:lnTo>
                  <a:lnTo>
                    <a:pt x="3513" y="1884"/>
                  </a:lnTo>
                  <a:lnTo>
                    <a:pt x="3500" y="1867"/>
                  </a:lnTo>
                  <a:lnTo>
                    <a:pt x="3492" y="1849"/>
                  </a:lnTo>
                  <a:lnTo>
                    <a:pt x="3489" y="1826"/>
                  </a:lnTo>
                  <a:lnTo>
                    <a:pt x="3485" y="1717"/>
                  </a:lnTo>
                  <a:lnTo>
                    <a:pt x="3475" y="1610"/>
                  </a:lnTo>
                  <a:lnTo>
                    <a:pt x="3457" y="1504"/>
                  </a:lnTo>
                  <a:lnTo>
                    <a:pt x="3434" y="1401"/>
                  </a:lnTo>
                  <a:lnTo>
                    <a:pt x="3404" y="1301"/>
                  </a:lnTo>
                  <a:lnTo>
                    <a:pt x="3368" y="1203"/>
                  </a:lnTo>
                  <a:lnTo>
                    <a:pt x="3326" y="1109"/>
                  </a:lnTo>
                  <a:lnTo>
                    <a:pt x="3279" y="1017"/>
                  </a:lnTo>
                  <a:lnTo>
                    <a:pt x="3225" y="929"/>
                  </a:lnTo>
                  <a:lnTo>
                    <a:pt x="3168" y="845"/>
                  </a:lnTo>
                  <a:lnTo>
                    <a:pt x="3104" y="763"/>
                  </a:lnTo>
                  <a:lnTo>
                    <a:pt x="3037" y="687"/>
                  </a:lnTo>
                  <a:lnTo>
                    <a:pt x="2965" y="615"/>
                  </a:lnTo>
                  <a:lnTo>
                    <a:pt x="2888" y="547"/>
                  </a:lnTo>
                  <a:lnTo>
                    <a:pt x="2807" y="484"/>
                  </a:lnTo>
                  <a:lnTo>
                    <a:pt x="2722" y="426"/>
                  </a:lnTo>
                  <a:lnTo>
                    <a:pt x="2635" y="372"/>
                  </a:lnTo>
                  <a:lnTo>
                    <a:pt x="2543" y="325"/>
                  </a:lnTo>
                  <a:lnTo>
                    <a:pt x="2448" y="284"/>
                  </a:lnTo>
                  <a:lnTo>
                    <a:pt x="2351" y="247"/>
                  </a:lnTo>
                  <a:lnTo>
                    <a:pt x="2249" y="217"/>
                  </a:lnTo>
                  <a:lnTo>
                    <a:pt x="2147" y="194"/>
                  </a:lnTo>
                  <a:lnTo>
                    <a:pt x="2042" y="176"/>
                  </a:lnTo>
                  <a:lnTo>
                    <a:pt x="1934" y="166"/>
                  </a:lnTo>
                  <a:lnTo>
                    <a:pt x="1825" y="163"/>
                  </a:lnTo>
                  <a:lnTo>
                    <a:pt x="1715" y="166"/>
                  </a:lnTo>
                  <a:lnTo>
                    <a:pt x="1609" y="176"/>
                  </a:lnTo>
                  <a:lnTo>
                    <a:pt x="1503" y="194"/>
                  </a:lnTo>
                  <a:lnTo>
                    <a:pt x="1400" y="217"/>
                  </a:lnTo>
                  <a:lnTo>
                    <a:pt x="1300" y="247"/>
                  </a:lnTo>
                  <a:lnTo>
                    <a:pt x="1202" y="284"/>
                  </a:lnTo>
                  <a:lnTo>
                    <a:pt x="1107" y="325"/>
                  </a:lnTo>
                  <a:lnTo>
                    <a:pt x="1016" y="372"/>
                  </a:lnTo>
                  <a:lnTo>
                    <a:pt x="927" y="426"/>
                  </a:lnTo>
                  <a:lnTo>
                    <a:pt x="843" y="484"/>
                  </a:lnTo>
                  <a:lnTo>
                    <a:pt x="763" y="547"/>
                  </a:lnTo>
                  <a:lnTo>
                    <a:pt x="686" y="615"/>
                  </a:lnTo>
                  <a:lnTo>
                    <a:pt x="613" y="687"/>
                  </a:lnTo>
                  <a:lnTo>
                    <a:pt x="545" y="763"/>
                  </a:lnTo>
                  <a:lnTo>
                    <a:pt x="483" y="845"/>
                  </a:lnTo>
                  <a:lnTo>
                    <a:pt x="424" y="929"/>
                  </a:lnTo>
                  <a:lnTo>
                    <a:pt x="372" y="1017"/>
                  </a:lnTo>
                  <a:lnTo>
                    <a:pt x="324" y="1109"/>
                  </a:lnTo>
                  <a:lnTo>
                    <a:pt x="282" y="1203"/>
                  </a:lnTo>
                  <a:lnTo>
                    <a:pt x="246" y="1301"/>
                  </a:lnTo>
                  <a:lnTo>
                    <a:pt x="217" y="1401"/>
                  </a:lnTo>
                  <a:lnTo>
                    <a:pt x="192" y="1504"/>
                  </a:lnTo>
                  <a:lnTo>
                    <a:pt x="175" y="1610"/>
                  </a:lnTo>
                  <a:lnTo>
                    <a:pt x="164" y="1717"/>
                  </a:lnTo>
                  <a:lnTo>
                    <a:pt x="161" y="1826"/>
                  </a:lnTo>
                  <a:lnTo>
                    <a:pt x="158" y="1849"/>
                  </a:lnTo>
                  <a:lnTo>
                    <a:pt x="150" y="1867"/>
                  </a:lnTo>
                  <a:lnTo>
                    <a:pt x="138" y="1884"/>
                  </a:lnTo>
                  <a:lnTo>
                    <a:pt x="121" y="1896"/>
                  </a:lnTo>
                  <a:lnTo>
                    <a:pt x="102" y="1904"/>
                  </a:lnTo>
                  <a:lnTo>
                    <a:pt x="81" y="1907"/>
                  </a:lnTo>
                  <a:lnTo>
                    <a:pt x="59" y="1904"/>
                  </a:lnTo>
                  <a:lnTo>
                    <a:pt x="40" y="1896"/>
                  </a:lnTo>
                  <a:lnTo>
                    <a:pt x="23" y="1884"/>
                  </a:lnTo>
                  <a:lnTo>
                    <a:pt x="11" y="1867"/>
                  </a:lnTo>
                  <a:lnTo>
                    <a:pt x="3" y="1849"/>
                  </a:lnTo>
                  <a:lnTo>
                    <a:pt x="0" y="1826"/>
                  </a:lnTo>
                  <a:lnTo>
                    <a:pt x="3" y="1715"/>
                  </a:lnTo>
                  <a:lnTo>
                    <a:pt x="13" y="1606"/>
                  </a:lnTo>
                  <a:lnTo>
                    <a:pt x="30" y="1499"/>
                  </a:lnTo>
                  <a:lnTo>
                    <a:pt x="52" y="1393"/>
                  </a:lnTo>
                  <a:lnTo>
                    <a:pt x="80" y="1291"/>
                  </a:lnTo>
                  <a:lnTo>
                    <a:pt x="114" y="1190"/>
                  </a:lnTo>
                  <a:lnTo>
                    <a:pt x="154" y="1092"/>
                  </a:lnTo>
                  <a:lnTo>
                    <a:pt x="199" y="998"/>
                  </a:lnTo>
                  <a:lnTo>
                    <a:pt x="250" y="906"/>
                  </a:lnTo>
                  <a:lnTo>
                    <a:pt x="305" y="818"/>
                  </a:lnTo>
                  <a:lnTo>
                    <a:pt x="365" y="732"/>
                  </a:lnTo>
                  <a:lnTo>
                    <a:pt x="430" y="651"/>
                  </a:lnTo>
                  <a:lnTo>
                    <a:pt x="499" y="574"/>
                  </a:lnTo>
                  <a:lnTo>
                    <a:pt x="572" y="500"/>
                  </a:lnTo>
                  <a:lnTo>
                    <a:pt x="650" y="430"/>
                  </a:lnTo>
                  <a:lnTo>
                    <a:pt x="732" y="366"/>
                  </a:lnTo>
                  <a:lnTo>
                    <a:pt x="816" y="306"/>
                  </a:lnTo>
                  <a:lnTo>
                    <a:pt x="905" y="250"/>
                  </a:lnTo>
                  <a:lnTo>
                    <a:pt x="996" y="200"/>
                  </a:lnTo>
                  <a:lnTo>
                    <a:pt x="1091" y="155"/>
                  </a:lnTo>
                  <a:lnTo>
                    <a:pt x="1189" y="115"/>
                  </a:lnTo>
                  <a:lnTo>
                    <a:pt x="1289" y="82"/>
                  </a:lnTo>
                  <a:lnTo>
                    <a:pt x="1392" y="53"/>
                  </a:lnTo>
                  <a:lnTo>
                    <a:pt x="1498" y="30"/>
                  </a:lnTo>
                  <a:lnTo>
                    <a:pt x="1604" y="14"/>
                  </a:lnTo>
                  <a:lnTo>
                    <a:pt x="1714" y="4"/>
                  </a:lnTo>
                  <a:lnTo>
                    <a:pt x="18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Freeform 15"/>
            <p:cNvSpPr>
              <a:spLocks/>
            </p:cNvSpPr>
            <p:nvPr/>
          </p:nvSpPr>
          <p:spPr bwMode="auto">
            <a:xfrm>
              <a:off x="2047" y="7728"/>
              <a:ext cx="456" cy="78"/>
            </a:xfrm>
            <a:custGeom>
              <a:avLst/>
              <a:gdLst>
                <a:gd name="T0" fmla="*/ 2419 w 3646"/>
                <a:gd name="T1" fmla="*/ 25 h 620"/>
                <a:gd name="T2" fmla="*/ 2600 w 3646"/>
                <a:gd name="T3" fmla="*/ 131 h 620"/>
                <a:gd name="T4" fmla="*/ 2734 w 3646"/>
                <a:gd name="T5" fmla="*/ 206 h 620"/>
                <a:gd name="T6" fmla="*/ 2908 w 3646"/>
                <a:gd name="T7" fmla="*/ 68 h 620"/>
                <a:gd name="T8" fmla="*/ 3131 w 3646"/>
                <a:gd name="T9" fmla="*/ 17 h 620"/>
                <a:gd name="T10" fmla="*/ 3358 w 3646"/>
                <a:gd name="T11" fmla="*/ 71 h 620"/>
                <a:gd name="T12" fmla="*/ 3533 w 3646"/>
                <a:gd name="T13" fmla="*/ 213 h 620"/>
                <a:gd name="T14" fmla="*/ 3633 w 3646"/>
                <a:gd name="T15" fmla="*/ 420 h 620"/>
                <a:gd name="T16" fmla="*/ 3636 w 3646"/>
                <a:gd name="T17" fmla="*/ 580 h 620"/>
                <a:gd name="T18" fmla="*/ 3566 w 3646"/>
                <a:gd name="T19" fmla="*/ 620 h 620"/>
                <a:gd name="T20" fmla="*/ 3496 w 3646"/>
                <a:gd name="T21" fmla="*/ 580 h 620"/>
                <a:gd name="T22" fmla="*/ 3473 w 3646"/>
                <a:gd name="T23" fmla="*/ 444 h 620"/>
                <a:gd name="T24" fmla="*/ 3382 w 3646"/>
                <a:gd name="T25" fmla="*/ 284 h 620"/>
                <a:gd name="T26" fmla="*/ 3224 w 3646"/>
                <a:gd name="T27" fmla="*/ 192 h 620"/>
                <a:gd name="T28" fmla="*/ 3037 w 3646"/>
                <a:gd name="T29" fmla="*/ 192 h 620"/>
                <a:gd name="T30" fmla="*/ 2879 w 3646"/>
                <a:gd name="T31" fmla="*/ 284 h 620"/>
                <a:gd name="T32" fmla="*/ 2788 w 3646"/>
                <a:gd name="T33" fmla="*/ 444 h 620"/>
                <a:gd name="T34" fmla="*/ 2765 w 3646"/>
                <a:gd name="T35" fmla="*/ 580 h 620"/>
                <a:gd name="T36" fmla="*/ 2695 w 3646"/>
                <a:gd name="T37" fmla="*/ 620 h 620"/>
                <a:gd name="T38" fmla="*/ 2625 w 3646"/>
                <a:gd name="T39" fmla="*/ 580 h 620"/>
                <a:gd name="T40" fmla="*/ 2611 w 3646"/>
                <a:gd name="T41" fmla="*/ 473 h 620"/>
                <a:gd name="T42" fmla="*/ 2540 w 3646"/>
                <a:gd name="T43" fmla="*/ 301 h 620"/>
                <a:gd name="T44" fmla="*/ 2397 w 3646"/>
                <a:gd name="T45" fmla="*/ 188 h 620"/>
                <a:gd name="T46" fmla="*/ 2211 w 3646"/>
                <a:gd name="T47" fmla="*/ 164 h 620"/>
                <a:gd name="T48" fmla="*/ 2042 w 3646"/>
                <a:gd name="T49" fmla="*/ 236 h 620"/>
                <a:gd name="T50" fmla="*/ 1932 w 3646"/>
                <a:gd name="T51" fmla="*/ 382 h 620"/>
                <a:gd name="T52" fmla="*/ 1904 w 3646"/>
                <a:gd name="T53" fmla="*/ 539 h 620"/>
                <a:gd name="T54" fmla="*/ 1864 w 3646"/>
                <a:gd name="T55" fmla="*/ 609 h 620"/>
                <a:gd name="T56" fmla="*/ 1783 w 3646"/>
                <a:gd name="T57" fmla="*/ 609 h 620"/>
                <a:gd name="T58" fmla="*/ 1743 w 3646"/>
                <a:gd name="T59" fmla="*/ 539 h 620"/>
                <a:gd name="T60" fmla="*/ 1694 w 3646"/>
                <a:gd name="T61" fmla="*/ 357 h 620"/>
                <a:gd name="T62" fmla="*/ 1567 w 3646"/>
                <a:gd name="T63" fmla="*/ 228 h 620"/>
                <a:gd name="T64" fmla="*/ 1388 w 3646"/>
                <a:gd name="T65" fmla="*/ 178 h 620"/>
                <a:gd name="T66" fmla="*/ 1209 w 3646"/>
                <a:gd name="T67" fmla="*/ 228 h 620"/>
                <a:gd name="T68" fmla="*/ 1081 w 3646"/>
                <a:gd name="T69" fmla="*/ 357 h 620"/>
                <a:gd name="T70" fmla="*/ 1033 w 3646"/>
                <a:gd name="T71" fmla="*/ 539 h 620"/>
                <a:gd name="T72" fmla="*/ 993 w 3646"/>
                <a:gd name="T73" fmla="*/ 609 h 620"/>
                <a:gd name="T74" fmla="*/ 912 w 3646"/>
                <a:gd name="T75" fmla="*/ 609 h 620"/>
                <a:gd name="T76" fmla="*/ 872 w 3646"/>
                <a:gd name="T77" fmla="*/ 539 h 620"/>
                <a:gd name="T78" fmla="*/ 823 w 3646"/>
                <a:gd name="T79" fmla="*/ 357 h 620"/>
                <a:gd name="T80" fmla="*/ 695 w 3646"/>
                <a:gd name="T81" fmla="*/ 228 h 620"/>
                <a:gd name="T82" fmla="*/ 516 w 3646"/>
                <a:gd name="T83" fmla="*/ 178 h 620"/>
                <a:gd name="T84" fmla="*/ 338 w 3646"/>
                <a:gd name="T85" fmla="*/ 228 h 620"/>
                <a:gd name="T86" fmla="*/ 210 w 3646"/>
                <a:gd name="T87" fmla="*/ 357 h 620"/>
                <a:gd name="T88" fmla="*/ 161 w 3646"/>
                <a:gd name="T89" fmla="*/ 539 h 620"/>
                <a:gd name="T90" fmla="*/ 121 w 3646"/>
                <a:gd name="T91" fmla="*/ 609 h 620"/>
                <a:gd name="T92" fmla="*/ 40 w 3646"/>
                <a:gd name="T93" fmla="*/ 609 h 620"/>
                <a:gd name="T94" fmla="*/ 0 w 3646"/>
                <a:gd name="T95" fmla="*/ 539 h 620"/>
                <a:gd name="T96" fmla="*/ 52 w 3646"/>
                <a:gd name="T97" fmla="*/ 311 h 620"/>
                <a:gd name="T98" fmla="*/ 193 w 3646"/>
                <a:gd name="T99" fmla="*/ 133 h 620"/>
                <a:gd name="T100" fmla="*/ 397 w 3646"/>
                <a:gd name="T101" fmla="*/ 32 h 620"/>
                <a:gd name="T102" fmla="*/ 634 w 3646"/>
                <a:gd name="T103" fmla="*/ 32 h 620"/>
                <a:gd name="T104" fmla="*/ 838 w 3646"/>
                <a:gd name="T105" fmla="*/ 132 h 620"/>
                <a:gd name="T106" fmla="*/ 985 w 3646"/>
                <a:gd name="T107" fmla="*/ 213 h 620"/>
                <a:gd name="T108" fmla="*/ 1161 w 3646"/>
                <a:gd name="T109" fmla="*/ 71 h 620"/>
                <a:gd name="T110" fmla="*/ 1388 w 3646"/>
                <a:gd name="T111" fmla="*/ 17 h 620"/>
                <a:gd name="T112" fmla="*/ 1610 w 3646"/>
                <a:gd name="T113" fmla="*/ 68 h 620"/>
                <a:gd name="T114" fmla="*/ 1784 w 3646"/>
                <a:gd name="T115" fmla="*/ 206 h 620"/>
                <a:gd name="T116" fmla="*/ 1917 w 3646"/>
                <a:gd name="T117" fmla="*/ 131 h 620"/>
                <a:gd name="T118" fmla="*/ 2098 w 3646"/>
                <a:gd name="T119" fmla="*/ 25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646" h="620">
                  <a:moveTo>
                    <a:pt x="2259" y="0"/>
                  </a:moveTo>
                  <a:lnTo>
                    <a:pt x="2314" y="2"/>
                  </a:lnTo>
                  <a:lnTo>
                    <a:pt x="2368" y="11"/>
                  </a:lnTo>
                  <a:lnTo>
                    <a:pt x="2419" y="25"/>
                  </a:lnTo>
                  <a:lnTo>
                    <a:pt x="2469" y="45"/>
                  </a:lnTo>
                  <a:lnTo>
                    <a:pt x="2516" y="68"/>
                  </a:lnTo>
                  <a:lnTo>
                    <a:pt x="2559" y="97"/>
                  </a:lnTo>
                  <a:lnTo>
                    <a:pt x="2600" y="131"/>
                  </a:lnTo>
                  <a:lnTo>
                    <a:pt x="2638" y="167"/>
                  </a:lnTo>
                  <a:lnTo>
                    <a:pt x="2671" y="207"/>
                  </a:lnTo>
                  <a:lnTo>
                    <a:pt x="2700" y="251"/>
                  </a:lnTo>
                  <a:lnTo>
                    <a:pt x="2734" y="206"/>
                  </a:lnTo>
                  <a:lnTo>
                    <a:pt x="2771" y="165"/>
                  </a:lnTo>
                  <a:lnTo>
                    <a:pt x="2814" y="128"/>
                  </a:lnTo>
                  <a:lnTo>
                    <a:pt x="2859" y="96"/>
                  </a:lnTo>
                  <a:lnTo>
                    <a:pt x="2908" y="68"/>
                  </a:lnTo>
                  <a:lnTo>
                    <a:pt x="2960" y="46"/>
                  </a:lnTo>
                  <a:lnTo>
                    <a:pt x="3014" y="31"/>
                  </a:lnTo>
                  <a:lnTo>
                    <a:pt x="3071" y="21"/>
                  </a:lnTo>
                  <a:lnTo>
                    <a:pt x="3131" y="17"/>
                  </a:lnTo>
                  <a:lnTo>
                    <a:pt x="3191" y="21"/>
                  </a:lnTo>
                  <a:lnTo>
                    <a:pt x="3249" y="32"/>
                  </a:lnTo>
                  <a:lnTo>
                    <a:pt x="3304" y="48"/>
                  </a:lnTo>
                  <a:lnTo>
                    <a:pt x="3358" y="71"/>
                  </a:lnTo>
                  <a:lnTo>
                    <a:pt x="3408" y="98"/>
                  </a:lnTo>
                  <a:lnTo>
                    <a:pt x="3453" y="133"/>
                  </a:lnTo>
                  <a:lnTo>
                    <a:pt x="3495" y="171"/>
                  </a:lnTo>
                  <a:lnTo>
                    <a:pt x="3533" y="213"/>
                  </a:lnTo>
                  <a:lnTo>
                    <a:pt x="3566" y="259"/>
                  </a:lnTo>
                  <a:lnTo>
                    <a:pt x="3594" y="311"/>
                  </a:lnTo>
                  <a:lnTo>
                    <a:pt x="3616" y="364"/>
                  </a:lnTo>
                  <a:lnTo>
                    <a:pt x="3633" y="420"/>
                  </a:lnTo>
                  <a:lnTo>
                    <a:pt x="3643" y="479"/>
                  </a:lnTo>
                  <a:lnTo>
                    <a:pt x="3646" y="539"/>
                  </a:lnTo>
                  <a:lnTo>
                    <a:pt x="3644" y="562"/>
                  </a:lnTo>
                  <a:lnTo>
                    <a:pt x="3636" y="580"/>
                  </a:lnTo>
                  <a:lnTo>
                    <a:pt x="3623" y="597"/>
                  </a:lnTo>
                  <a:lnTo>
                    <a:pt x="3607" y="609"/>
                  </a:lnTo>
                  <a:lnTo>
                    <a:pt x="3587" y="617"/>
                  </a:lnTo>
                  <a:lnTo>
                    <a:pt x="3566" y="620"/>
                  </a:lnTo>
                  <a:lnTo>
                    <a:pt x="3545" y="617"/>
                  </a:lnTo>
                  <a:lnTo>
                    <a:pt x="3525" y="609"/>
                  </a:lnTo>
                  <a:lnTo>
                    <a:pt x="3510" y="597"/>
                  </a:lnTo>
                  <a:lnTo>
                    <a:pt x="3496" y="580"/>
                  </a:lnTo>
                  <a:lnTo>
                    <a:pt x="3489" y="562"/>
                  </a:lnTo>
                  <a:lnTo>
                    <a:pt x="3485" y="539"/>
                  </a:lnTo>
                  <a:lnTo>
                    <a:pt x="3482" y="490"/>
                  </a:lnTo>
                  <a:lnTo>
                    <a:pt x="3473" y="444"/>
                  </a:lnTo>
                  <a:lnTo>
                    <a:pt x="3457" y="399"/>
                  </a:lnTo>
                  <a:lnTo>
                    <a:pt x="3437" y="357"/>
                  </a:lnTo>
                  <a:lnTo>
                    <a:pt x="3412" y="319"/>
                  </a:lnTo>
                  <a:lnTo>
                    <a:pt x="3382" y="284"/>
                  </a:lnTo>
                  <a:lnTo>
                    <a:pt x="3348" y="254"/>
                  </a:lnTo>
                  <a:lnTo>
                    <a:pt x="3310" y="228"/>
                  </a:lnTo>
                  <a:lnTo>
                    <a:pt x="3269" y="207"/>
                  </a:lnTo>
                  <a:lnTo>
                    <a:pt x="3224" y="192"/>
                  </a:lnTo>
                  <a:lnTo>
                    <a:pt x="3179" y="182"/>
                  </a:lnTo>
                  <a:lnTo>
                    <a:pt x="3131" y="178"/>
                  </a:lnTo>
                  <a:lnTo>
                    <a:pt x="3082" y="182"/>
                  </a:lnTo>
                  <a:lnTo>
                    <a:pt x="3037" y="192"/>
                  </a:lnTo>
                  <a:lnTo>
                    <a:pt x="2992" y="207"/>
                  </a:lnTo>
                  <a:lnTo>
                    <a:pt x="2951" y="228"/>
                  </a:lnTo>
                  <a:lnTo>
                    <a:pt x="2913" y="254"/>
                  </a:lnTo>
                  <a:lnTo>
                    <a:pt x="2879" y="284"/>
                  </a:lnTo>
                  <a:lnTo>
                    <a:pt x="2849" y="319"/>
                  </a:lnTo>
                  <a:lnTo>
                    <a:pt x="2824" y="357"/>
                  </a:lnTo>
                  <a:lnTo>
                    <a:pt x="2804" y="399"/>
                  </a:lnTo>
                  <a:lnTo>
                    <a:pt x="2788" y="444"/>
                  </a:lnTo>
                  <a:lnTo>
                    <a:pt x="2779" y="490"/>
                  </a:lnTo>
                  <a:lnTo>
                    <a:pt x="2776" y="539"/>
                  </a:lnTo>
                  <a:lnTo>
                    <a:pt x="2772" y="562"/>
                  </a:lnTo>
                  <a:lnTo>
                    <a:pt x="2765" y="580"/>
                  </a:lnTo>
                  <a:lnTo>
                    <a:pt x="2751" y="597"/>
                  </a:lnTo>
                  <a:lnTo>
                    <a:pt x="2736" y="609"/>
                  </a:lnTo>
                  <a:lnTo>
                    <a:pt x="2716" y="617"/>
                  </a:lnTo>
                  <a:lnTo>
                    <a:pt x="2695" y="620"/>
                  </a:lnTo>
                  <a:lnTo>
                    <a:pt x="2674" y="617"/>
                  </a:lnTo>
                  <a:lnTo>
                    <a:pt x="2655" y="609"/>
                  </a:lnTo>
                  <a:lnTo>
                    <a:pt x="2638" y="597"/>
                  </a:lnTo>
                  <a:lnTo>
                    <a:pt x="2625" y="580"/>
                  </a:lnTo>
                  <a:lnTo>
                    <a:pt x="2617" y="562"/>
                  </a:lnTo>
                  <a:lnTo>
                    <a:pt x="2615" y="539"/>
                  </a:lnTo>
                  <a:lnTo>
                    <a:pt x="2615" y="522"/>
                  </a:lnTo>
                  <a:lnTo>
                    <a:pt x="2611" y="473"/>
                  </a:lnTo>
                  <a:lnTo>
                    <a:pt x="2601" y="426"/>
                  </a:lnTo>
                  <a:lnTo>
                    <a:pt x="2586" y="382"/>
                  </a:lnTo>
                  <a:lnTo>
                    <a:pt x="2566" y="339"/>
                  </a:lnTo>
                  <a:lnTo>
                    <a:pt x="2540" y="301"/>
                  </a:lnTo>
                  <a:lnTo>
                    <a:pt x="2510" y="266"/>
                  </a:lnTo>
                  <a:lnTo>
                    <a:pt x="2476" y="236"/>
                  </a:lnTo>
                  <a:lnTo>
                    <a:pt x="2438" y="209"/>
                  </a:lnTo>
                  <a:lnTo>
                    <a:pt x="2397" y="188"/>
                  </a:lnTo>
                  <a:lnTo>
                    <a:pt x="2354" y="174"/>
                  </a:lnTo>
                  <a:lnTo>
                    <a:pt x="2307" y="164"/>
                  </a:lnTo>
                  <a:lnTo>
                    <a:pt x="2259" y="161"/>
                  </a:lnTo>
                  <a:lnTo>
                    <a:pt x="2211" y="164"/>
                  </a:lnTo>
                  <a:lnTo>
                    <a:pt x="2165" y="174"/>
                  </a:lnTo>
                  <a:lnTo>
                    <a:pt x="2121" y="188"/>
                  </a:lnTo>
                  <a:lnTo>
                    <a:pt x="2080" y="209"/>
                  </a:lnTo>
                  <a:lnTo>
                    <a:pt x="2042" y="236"/>
                  </a:lnTo>
                  <a:lnTo>
                    <a:pt x="2009" y="266"/>
                  </a:lnTo>
                  <a:lnTo>
                    <a:pt x="1979" y="301"/>
                  </a:lnTo>
                  <a:lnTo>
                    <a:pt x="1953" y="339"/>
                  </a:lnTo>
                  <a:lnTo>
                    <a:pt x="1932" y="382"/>
                  </a:lnTo>
                  <a:lnTo>
                    <a:pt x="1916" y="426"/>
                  </a:lnTo>
                  <a:lnTo>
                    <a:pt x="1908" y="473"/>
                  </a:lnTo>
                  <a:lnTo>
                    <a:pt x="1904" y="522"/>
                  </a:lnTo>
                  <a:lnTo>
                    <a:pt x="1904" y="539"/>
                  </a:lnTo>
                  <a:lnTo>
                    <a:pt x="1901" y="562"/>
                  </a:lnTo>
                  <a:lnTo>
                    <a:pt x="1893" y="580"/>
                  </a:lnTo>
                  <a:lnTo>
                    <a:pt x="1881" y="597"/>
                  </a:lnTo>
                  <a:lnTo>
                    <a:pt x="1864" y="609"/>
                  </a:lnTo>
                  <a:lnTo>
                    <a:pt x="1845" y="617"/>
                  </a:lnTo>
                  <a:lnTo>
                    <a:pt x="1823" y="620"/>
                  </a:lnTo>
                  <a:lnTo>
                    <a:pt x="1802" y="617"/>
                  </a:lnTo>
                  <a:lnTo>
                    <a:pt x="1783" y="609"/>
                  </a:lnTo>
                  <a:lnTo>
                    <a:pt x="1766" y="597"/>
                  </a:lnTo>
                  <a:lnTo>
                    <a:pt x="1754" y="580"/>
                  </a:lnTo>
                  <a:lnTo>
                    <a:pt x="1745" y="562"/>
                  </a:lnTo>
                  <a:lnTo>
                    <a:pt x="1743" y="539"/>
                  </a:lnTo>
                  <a:lnTo>
                    <a:pt x="1740" y="490"/>
                  </a:lnTo>
                  <a:lnTo>
                    <a:pt x="1730" y="444"/>
                  </a:lnTo>
                  <a:lnTo>
                    <a:pt x="1715" y="399"/>
                  </a:lnTo>
                  <a:lnTo>
                    <a:pt x="1694" y="357"/>
                  </a:lnTo>
                  <a:lnTo>
                    <a:pt x="1669" y="319"/>
                  </a:lnTo>
                  <a:lnTo>
                    <a:pt x="1639" y="284"/>
                  </a:lnTo>
                  <a:lnTo>
                    <a:pt x="1604" y="254"/>
                  </a:lnTo>
                  <a:lnTo>
                    <a:pt x="1567" y="228"/>
                  </a:lnTo>
                  <a:lnTo>
                    <a:pt x="1526" y="207"/>
                  </a:lnTo>
                  <a:lnTo>
                    <a:pt x="1482" y="192"/>
                  </a:lnTo>
                  <a:lnTo>
                    <a:pt x="1436" y="182"/>
                  </a:lnTo>
                  <a:lnTo>
                    <a:pt x="1388" y="178"/>
                  </a:lnTo>
                  <a:lnTo>
                    <a:pt x="1339" y="182"/>
                  </a:lnTo>
                  <a:lnTo>
                    <a:pt x="1294" y="192"/>
                  </a:lnTo>
                  <a:lnTo>
                    <a:pt x="1249" y="207"/>
                  </a:lnTo>
                  <a:lnTo>
                    <a:pt x="1209" y="228"/>
                  </a:lnTo>
                  <a:lnTo>
                    <a:pt x="1171" y="254"/>
                  </a:lnTo>
                  <a:lnTo>
                    <a:pt x="1137" y="284"/>
                  </a:lnTo>
                  <a:lnTo>
                    <a:pt x="1107" y="319"/>
                  </a:lnTo>
                  <a:lnTo>
                    <a:pt x="1081" y="357"/>
                  </a:lnTo>
                  <a:lnTo>
                    <a:pt x="1060" y="399"/>
                  </a:lnTo>
                  <a:lnTo>
                    <a:pt x="1045" y="444"/>
                  </a:lnTo>
                  <a:lnTo>
                    <a:pt x="1036" y="490"/>
                  </a:lnTo>
                  <a:lnTo>
                    <a:pt x="1033" y="539"/>
                  </a:lnTo>
                  <a:lnTo>
                    <a:pt x="1029" y="562"/>
                  </a:lnTo>
                  <a:lnTo>
                    <a:pt x="1021" y="580"/>
                  </a:lnTo>
                  <a:lnTo>
                    <a:pt x="1009" y="597"/>
                  </a:lnTo>
                  <a:lnTo>
                    <a:pt x="993" y="609"/>
                  </a:lnTo>
                  <a:lnTo>
                    <a:pt x="974" y="617"/>
                  </a:lnTo>
                  <a:lnTo>
                    <a:pt x="952" y="620"/>
                  </a:lnTo>
                  <a:lnTo>
                    <a:pt x="930" y="617"/>
                  </a:lnTo>
                  <a:lnTo>
                    <a:pt x="912" y="609"/>
                  </a:lnTo>
                  <a:lnTo>
                    <a:pt x="895" y="597"/>
                  </a:lnTo>
                  <a:lnTo>
                    <a:pt x="883" y="580"/>
                  </a:lnTo>
                  <a:lnTo>
                    <a:pt x="875" y="562"/>
                  </a:lnTo>
                  <a:lnTo>
                    <a:pt x="872" y="539"/>
                  </a:lnTo>
                  <a:lnTo>
                    <a:pt x="868" y="490"/>
                  </a:lnTo>
                  <a:lnTo>
                    <a:pt x="858" y="444"/>
                  </a:lnTo>
                  <a:lnTo>
                    <a:pt x="844" y="399"/>
                  </a:lnTo>
                  <a:lnTo>
                    <a:pt x="823" y="357"/>
                  </a:lnTo>
                  <a:lnTo>
                    <a:pt x="797" y="319"/>
                  </a:lnTo>
                  <a:lnTo>
                    <a:pt x="767" y="284"/>
                  </a:lnTo>
                  <a:lnTo>
                    <a:pt x="733" y="254"/>
                  </a:lnTo>
                  <a:lnTo>
                    <a:pt x="695" y="228"/>
                  </a:lnTo>
                  <a:lnTo>
                    <a:pt x="654" y="207"/>
                  </a:lnTo>
                  <a:lnTo>
                    <a:pt x="611" y="192"/>
                  </a:lnTo>
                  <a:lnTo>
                    <a:pt x="564" y="182"/>
                  </a:lnTo>
                  <a:lnTo>
                    <a:pt x="516" y="178"/>
                  </a:lnTo>
                  <a:lnTo>
                    <a:pt x="469" y="182"/>
                  </a:lnTo>
                  <a:lnTo>
                    <a:pt x="422" y="192"/>
                  </a:lnTo>
                  <a:lnTo>
                    <a:pt x="379" y="207"/>
                  </a:lnTo>
                  <a:lnTo>
                    <a:pt x="338" y="228"/>
                  </a:lnTo>
                  <a:lnTo>
                    <a:pt x="300" y="254"/>
                  </a:lnTo>
                  <a:lnTo>
                    <a:pt x="265" y="284"/>
                  </a:lnTo>
                  <a:lnTo>
                    <a:pt x="235" y="319"/>
                  </a:lnTo>
                  <a:lnTo>
                    <a:pt x="210" y="357"/>
                  </a:lnTo>
                  <a:lnTo>
                    <a:pt x="189" y="399"/>
                  </a:lnTo>
                  <a:lnTo>
                    <a:pt x="174" y="444"/>
                  </a:lnTo>
                  <a:lnTo>
                    <a:pt x="164" y="490"/>
                  </a:lnTo>
                  <a:lnTo>
                    <a:pt x="161" y="539"/>
                  </a:lnTo>
                  <a:lnTo>
                    <a:pt x="158" y="562"/>
                  </a:lnTo>
                  <a:lnTo>
                    <a:pt x="150" y="580"/>
                  </a:lnTo>
                  <a:lnTo>
                    <a:pt x="138" y="597"/>
                  </a:lnTo>
                  <a:lnTo>
                    <a:pt x="121" y="609"/>
                  </a:lnTo>
                  <a:lnTo>
                    <a:pt x="102" y="617"/>
                  </a:lnTo>
                  <a:lnTo>
                    <a:pt x="81" y="620"/>
                  </a:lnTo>
                  <a:lnTo>
                    <a:pt x="59" y="617"/>
                  </a:lnTo>
                  <a:lnTo>
                    <a:pt x="40" y="609"/>
                  </a:lnTo>
                  <a:lnTo>
                    <a:pt x="23" y="597"/>
                  </a:lnTo>
                  <a:lnTo>
                    <a:pt x="11" y="580"/>
                  </a:lnTo>
                  <a:lnTo>
                    <a:pt x="3" y="562"/>
                  </a:lnTo>
                  <a:lnTo>
                    <a:pt x="0" y="539"/>
                  </a:lnTo>
                  <a:lnTo>
                    <a:pt x="3" y="479"/>
                  </a:lnTo>
                  <a:lnTo>
                    <a:pt x="13" y="420"/>
                  </a:lnTo>
                  <a:lnTo>
                    <a:pt x="30" y="364"/>
                  </a:lnTo>
                  <a:lnTo>
                    <a:pt x="52" y="311"/>
                  </a:lnTo>
                  <a:lnTo>
                    <a:pt x="80" y="259"/>
                  </a:lnTo>
                  <a:lnTo>
                    <a:pt x="113" y="213"/>
                  </a:lnTo>
                  <a:lnTo>
                    <a:pt x="151" y="171"/>
                  </a:lnTo>
                  <a:lnTo>
                    <a:pt x="193" y="133"/>
                  </a:lnTo>
                  <a:lnTo>
                    <a:pt x="240" y="98"/>
                  </a:lnTo>
                  <a:lnTo>
                    <a:pt x="290" y="71"/>
                  </a:lnTo>
                  <a:lnTo>
                    <a:pt x="342" y="48"/>
                  </a:lnTo>
                  <a:lnTo>
                    <a:pt x="397" y="32"/>
                  </a:lnTo>
                  <a:lnTo>
                    <a:pt x="456" y="21"/>
                  </a:lnTo>
                  <a:lnTo>
                    <a:pt x="516" y="17"/>
                  </a:lnTo>
                  <a:lnTo>
                    <a:pt x="576" y="21"/>
                  </a:lnTo>
                  <a:lnTo>
                    <a:pt x="634" y="32"/>
                  </a:lnTo>
                  <a:lnTo>
                    <a:pt x="689" y="48"/>
                  </a:lnTo>
                  <a:lnTo>
                    <a:pt x="743" y="71"/>
                  </a:lnTo>
                  <a:lnTo>
                    <a:pt x="793" y="98"/>
                  </a:lnTo>
                  <a:lnTo>
                    <a:pt x="838" y="132"/>
                  </a:lnTo>
                  <a:lnTo>
                    <a:pt x="880" y="171"/>
                  </a:lnTo>
                  <a:lnTo>
                    <a:pt x="919" y="213"/>
                  </a:lnTo>
                  <a:lnTo>
                    <a:pt x="952" y="259"/>
                  </a:lnTo>
                  <a:lnTo>
                    <a:pt x="985" y="213"/>
                  </a:lnTo>
                  <a:lnTo>
                    <a:pt x="1023" y="171"/>
                  </a:lnTo>
                  <a:lnTo>
                    <a:pt x="1065" y="132"/>
                  </a:lnTo>
                  <a:lnTo>
                    <a:pt x="1111" y="98"/>
                  </a:lnTo>
                  <a:lnTo>
                    <a:pt x="1161" y="71"/>
                  </a:lnTo>
                  <a:lnTo>
                    <a:pt x="1214" y="48"/>
                  </a:lnTo>
                  <a:lnTo>
                    <a:pt x="1269" y="32"/>
                  </a:lnTo>
                  <a:lnTo>
                    <a:pt x="1328" y="21"/>
                  </a:lnTo>
                  <a:lnTo>
                    <a:pt x="1388" y="17"/>
                  </a:lnTo>
                  <a:lnTo>
                    <a:pt x="1447" y="21"/>
                  </a:lnTo>
                  <a:lnTo>
                    <a:pt x="1503" y="31"/>
                  </a:lnTo>
                  <a:lnTo>
                    <a:pt x="1558" y="46"/>
                  </a:lnTo>
                  <a:lnTo>
                    <a:pt x="1610" y="68"/>
                  </a:lnTo>
                  <a:lnTo>
                    <a:pt x="1659" y="96"/>
                  </a:lnTo>
                  <a:lnTo>
                    <a:pt x="1704" y="128"/>
                  </a:lnTo>
                  <a:lnTo>
                    <a:pt x="1747" y="165"/>
                  </a:lnTo>
                  <a:lnTo>
                    <a:pt x="1784" y="206"/>
                  </a:lnTo>
                  <a:lnTo>
                    <a:pt x="1818" y="251"/>
                  </a:lnTo>
                  <a:lnTo>
                    <a:pt x="1848" y="207"/>
                  </a:lnTo>
                  <a:lnTo>
                    <a:pt x="1881" y="167"/>
                  </a:lnTo>
                  <a:lnTo>
                    <a:pt x="1917" y="131"/>
                  </a:lnTo>
                  <a:lnTo>
                    <a:pt x="1959" y="97"/>
                  </a:lnTo>
                  <a:lnTo>
                    <a:pt x="2002" y="68"/>
                  </a:lnTo>
                  <a:lnTo>
                    <a:pt x="2050" y="45"/>
                  </a:lnTo>
                  <a:lnTo>
                    <a:pt x="2098" y="25"/>
                  </a:lnTo>
                  <a:lnTo>
                    <a:pt x="2151" y="11"/>
                  </a:lnTo>
                  <a:lnTo>
                    <a:pt x="2204" y="2"/>
                  </a:lnTo>
                  <a:lnTo>
                    <a:pt x="2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auto">
            <a:xfrm>
              <a:off x="2265" y="7779"/>
              <a:ext cx="20" cy="199"/>
            </a:xfrm>
            <a:custGeom>
              <a:avLst/>
              <a:gdLst>
                <a:gd name="T0" fmla="*/ 80 w 161"/>
                <a:gd name="T1" fmla="*/ 0 h 1586"/>
                <a:gd name="T2" fmla="*/ 101 w 161"/>
                <a:gd name="T3" fmla="*/ 3 h 1586"/>
                <a:gd name="T4" fmla="*/ 121 w 161"/>
                <a:gd name="T5" fmla="*/ 11 h 1586"/>
                <a:gd name="T6" fmla="*/ 137 w 161"/>
                <a:gd name="T7" fmla="*/ 24 h 1586"/>
                <a:gd name="T8" fmla="*/ 150 w 161"/>
                <a:gd name="T9" fmla="*/ 40 h 1586"/>
                <a:gd name="T10" fmla="*/ 158 w 161"/>
                <a:gd name="T11" fmla="*/ 59 h 1586"/>
                <a:gd name="T12" fmla="*/ 161 w 161"/>
                <a:gd name="T13" fmla="*/ 80 h 1586"/>
                <a:gd name="T14" fmla="*/ 161 w 161"/>
                <a:gd name="T15" fmla="*/ 1506 h 1586"/>
                <a:gd name="T16" fmla="*/ 158 w 161"/>
                <a:gd name="T17" fmla="*/ 1527 h 1586"/>
                <a:gd name="T18" fmla="*/ 150 w 161"/>
                <a:gd name="T19" fmla="*/ 1546 h 1586"/>
                <a:gd name="T20" fmla="*/ 137 w 161"/>
                <a:gd name="T21" fmla="*/ 1563 h 1586"/>
                <a:gd name="T22" fmla="*/ 121 w 161"/>
                <a:gd name="T23" fmla="*/ 1575 h 1586"/>
                <a:gd name="T24" fmla="*/ 101 w 161"/>
                <a:gd name="T25" fmla="*/ 1584 h 1586"/>
                <a:gd name="T26" fmla="*/ 80 w 161"/>
                <a:gd name="T27" fmla="*/ 1586 h 1586"/>
                <a:gd name="T28" fmla="*/ 59 w 161"/>
                <a:gd name="T29" fmla="*/ 1584 h 1586"/>
                <a:gd name="T30" fmla="*/ 39 w 161"/>
                <a:gd name="T31" fmla="*/ 1575 h 1586"/>
                <a:gd name="T32" fmla="*/ 23 w 161"/>
                <a:gd name="T33" fmla="*/ 1563 h 1586"/>
                <a:gd name="T34" fmla="*/ 10 w 161"/>
                <a:gd name="T35" fmla="*/ 1546 h 1586"/>
                <a:gd name="T36" fmla="*/ 2 w 161"/>
                <a:gd name="T37" fmla="*/ 1527 h 1586"/>
                <a:gd name="T38" fmla="*/ 0 w 161"/>
                <a:gd name="T39" fmla="*/ 1506 h 1586"/>
                <a:gd name="T40" fmla="*/ 0 w 161"/>
                <a:gd name="T41" fmla="*/ 80 h 1586"/>
                <a:gd name="T42" fmla="*/ 2 w 161"/>
                <a:gd name="T43" fmla="*/ 59 h 1586"/>
                <a:gd name="T44" fmla="*/ 10 w 161"/>
                <a:gd name="T45" fmla="*/ 40 h 1586"/>
                <a:gd name="T46" fmla="*/ 23 w 161"/>
                <a:gd name="T47" fmla="*/ 24 h 1586"/>
                <a:gd name="T48" fmla="*/ 39 w 161"/>
                <a:gd name="T49" fmla="*/ 11 h 1586"/>
                <a:gd name="T50" fmla="*/ 59 w 161"/>
                <a:gd name="T51" fmla="*/ 3 h 1586"/>
                <a:gd name="T52" fmla="*/ 80 w 161"/>
                <a:gd name="T53" fmla="*/ 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1" h="1586">
                  <a:moveTo>
                    <a:pt x="80" y="0"/>
                  </a:moveTo>
                  <a:lnTo>
                    <a:pt x="101" y="3"/>
                  </a:lnTo>
                  <a:lnTo>
                    <a:pt x="121" y="11"/>
                  </a:lnTo>
                  <a:lnTo>
                    <a:pt x="137" y="24"/>
                  </a:lnTo>
                  <a:lnTo>
                    <a:pt x="150" y="40"/>
                  </a:lnTo>
                  <a:lnTo>
                    <a:pt x="158" y="59"/>
                  </a:lnTo>
                  <a:lnTo>
                    <a:pt x="161" y="80"/>
                  </a:lnTo>
                  <a:lnTo>
                    <a:pt x="161" y="1506"/>
                  </a:lnTo>
                  <a:lnTo>
                    <a:pt x="158" y="1527"/>
                  </a:lnTo>
                  <a:lnTo>
                    <a:pt x="150" y="1546"/>
                  </a:lnTo>
                  <a:lnTo>
                    <a:pt x="137" y="1563"/>
                  </a:lnTo>
                  <a:lnTo>
                    <a:pt x="121" y="1575"/>
                  </a:lnTo>
                  <a:lnTo>
                    <a:pt x="101" y="1584"/>
                  </a:lnTo>
                  <a:lnTo>
                    <a:pt x="80" y="1586"/>
                  </a:lnTo>
                  <a:lnTo>
                    <a:pt x="59" y="1584"/>
                  </a:lnTo>
                  <a:lnTo>
                    <a:pt x="39" y="1575"/>
                  </a:lnTo>
                  <a:lnTo>
                    <a:pt x="23" y="1563"/>
                  </a:lnTo>
                  <a:lnTo>
                    <a:pt x="10" y="1546"/>
                  </a:lnTo>
                  <a:lnTo>
                    <a:pt x="2" y="1527"/>
                  </a:lnTo>
                  <a:lnTo>
                    <a:pt x="0" y="1506"/>
                  </a:lnTo>
                  <a:lnTo>
                    <a:pt x="0" y="80"/>
                  </a:lnTo>
                  <a:lnTo>
                    <a:pt x="2" y="59"/>
                  </a:lnTo>
                  <a:lnTo>
                    <a:pt x="10" y="40"/>
                  </a:lnTo>
                  <a:lnTo>
                    <a:pt x="23" y="24"/>
                  </a:lnTo>
                  <a:lnTo>
                    <a:pt x="39" y="11"/>
                  </a:lnTo>
                  <a:lnTo>
                    <a:pt x="59" y="3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Freeform 17"/>
            <p:cNvSpPr>
              <a:spLocks/>
            </p:cNvSpPr>
            <p:nvPr/>
          </p:nvSpPr>
          <p:spPr bwMode="auto">
            <a:xfrm>
              <a:off x="2265" y="7957"/>
              <a:ext cx="78" cy="49"/>
            </a:xfrm>
            <a:custGeom>
              <a:avLst/>
              <a:gdLst>
                <a:gd name="T0" fmla="*/ 101 w 625"/>
                <a:gd name="T1" fmla="*/ 4 h 389"/>
                <a:gd name="T2" fmla="*/ 137 w 625"/>
                <a:gd name="T3" fmla="*/ 24 h 389"/>
                <a:gd name="T4" fmla="*/ 158 w 625"/>
                <a:gd name="T5" fmla="*/ 59 h 389"/>
                <a:gd name="T6" fmla="*/ 163 w 625"/>
                <a:gd name="T7" fmla="*/ 110 h 389"/>
                <a:gd name="T8" fmla="*/ 185 w 625"/>
                <a:gd name="T9" fmla="*/ 162 h 389"/>
                <a:gd name="T10" fmla="*/ 225 w 625"/>
                <a:gd name="T11" fmla="*/ 202 h 389"/>
                <a:gd name="T12" fmla="*/ 278 w 625"/>
                <a:gd name="T13" fmla="*/ 225 h 389"/>
                <a:gd name="T14" fmla="*/ 319 w 625"/>
                <a:gd name="T15" fmla="*/ 228 h 389"/>
                <a:gd name="T16" fmla="*/ 375 w 625"/>
                <a:gd name="T17" fmla="*/ 216 h 389"/>
                <a:gd name="T18" fmla="*/ 422 w 625"/>
                <a:gd name="T19" fmla="*/ 185 h 389"/>
                <a:gd name="T20" fmla="*/ 453 w 625"/>
                <a:gd name="T21" fmla="*/ 138 h 389"/>
                <a:gd name="T22" fmla="*/ 464 w 625"/>
                <a:gd name="T23" fmla="*/ 81 h 389"/>
                <a:gd name="T24" fmla="*/ 475 w 625"/>
                <a:gd name="T25" fmla="*/ 40 h 389"/>
                <a:gd name="T26" fmla="*/ 504 w 625"/>
                <a:gd name="T27" fmla="*/ 11 h 389"/>
                <a:gd name="T28" fmla="*/ 545 w 625"/>
                <a:gd name="T29" fmla="*/ 0 h 389"/>
                <a:gd name="T30" fmla="*/ 586 w 625"/>
                <a:gd name="T31" fmla="*/ 11 h 389"/>
                <a:gd name="T32" fmla="*/ 615 w 625"/>
                <a:gd name="T33" fmla="*/ 40 h 389"/>
                <a:gd name="T34" fmla="*/ 625 w 625"/>
                <a:gd name="T35" fmla="*/ 81 h 389"/>
                <a:gd name="T36" fmla="*/ 613 w 625"/>
                <a:gd name="T37" fmla="*/ 170 h 389"/>
                <a:gd name="T38" fmla="*/ 576 w 625"/>
                <a:gd name="T39" fmla="*/ 248 h 389"/>
                <a:gd name="T40" fmla="*/ 520 w 625"/>
                <a:gd name="T41" fmla="*/ 313 h 389"/>
                <a:gd name="T42" fmla="*/ 447 w 625"/>
                <a:gd name="T43" fmla="*/ 360 h 389"/>
                <a:gd name="T44" fmla="*/ 364 w 625"/>
                <a:gd name="T45" fmla="*/ 386 h 389"/>
                <a:gd name="T46" fmla="*/ 306 w 625"/>
                <a:gd name="T47" fmla="*/ 389 h 389"/>
                <a:gd name="T48" fmla="*/ 219 w 625"/>
                <a:gd name="T49" fmla="*/ 376 h 389"/>
                <a:gd name="T50" fmla="*/ 140 w 625"/>
                <a:gd name="T51" fmla="*/ 339 h 389"/>
                <a:gd name="T52" fmla="*/ 75 w 625"/>
                <a:gd name="T53" fmla="*/ 282 h 389"/>
                <a:gd name="T54" fmla="*/ 28 w 625"/>
                <a:gd name="T55" fmla="*/ 210 h 389"/>
                <a:gd name="T56" fmla="*/ 3 w 625"/>
                <a:gd name="T57" fmla="*/ 127 h 389"/>
                <a:gd name="T58" fmla="*/ 2 w 625"/>
                <a:gd name="T59" fmla="*/ 59 h 389"/>
                <a:gd name="T60" fmla="*/ 23 w 625"/>
                <a:gd name="T61" fmla="*/ 24 h 389"/>
                <a:gd name="T62" fmla="*/ 59 w 625"/>
                <a:gd name="T63" fmla="*/ 4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25" h="389">
                  <a:moveTo>
                    <a:pt x="80" y="0"/>
                  </a:moveTo>
                  <a:lnTo>
                    <a:pt x="101" y="4"/>
                  </a:lnTo>
                  <a:lnTo>
                    <a:pt x="121" y="11"/>
                  </a:lnTo>
                  <a:lnTo>
                    <a:pt x="137" y="24"/>
                  </a:lnTo>
                  <a:lnTo>
                    <a:pt x="150" y="40"/>
                  </a:lnTo>
                  <a:lnTo>
                    <a:pt x="158" y="59"/>
                  </a:lnTo>
                  <a:lnTo>
                    <a:pt x="161" y="81"/>
                  </a:lnTo>
                  <a:lnTo>
                    <a:pt x="163" y="110"/>
                  </a:lnTo>
                  <a:lnTo>
                    <a:pt x="172" y="138"/>
                  </a:lnTo>
                  <a:lnTo>
                    <a:pt x="185" y="162"/>
                  </a:lnTo>
                  <a:lnTo>
                    <a:pt x="203" y="185"/>
                  </a:lnTo>
                  <a:lnTo>
                    <a:pt x="225" y="202"/>
                  </a:lnTo>
                  <a:lnTo>
                    <a:pt x="250" y="216"/>
                  </a:lnTo>
                  <a:lnTo>
                    <a:pt x="278" y="225"/>
                  </a:lnTo>
                  <a:lnTo>
                    <a:pt x="306" y="228"/>
                  </a:lnTo>
                  <a:lnTo>
                    <a:pt x="319" y="228"/>
                  </a:lnTo>
                  <a:lnTo>
                    <a:pt x="347" y="225"/>
                  </a:lnTo>
                  <a:lnTo>
                    <a:pt x="375" y="216"/>
                  </a:lnTo>
                  <a:lnTo>
                    <a:pt x="400" y="202"/>
                  </a:lnTo>
                  <a:lnTo>
                    <a:pt x="422" y="185"/>
                  </a:lnTo>
                  <a:lnTo>
                    <a:pt x="440" y="162"/>
                  </a:lnTo>
                  <a:lnTo>
                    <a:pt x="453" y="138"/>
                  </a:lnTo>
                  <a:lnTo>
                    <a:pt x="462" y="110"/>
                  </a:lnTo>
                  <a:lnTo>
                    <a:pt x="464" y="81"/>
                  </a:lnTo>
                  <a:lnTo>
                    <a:pt x="467" y="59"/>
                  </a:lnTo>
                  <a:lnTo>
                    <a:pt x="475" y="40"/>
                  </a:lnTo>
                  <a:lnTo>
                    <a:pt x="488" y="24"/>
                  </a:lnTo>
                  <a:lnTo>
                    <a:pt x="504" y="11"/>
                  </a:lnTo>
                  <a:lnTo>
                    <a:pt x="524" y="4"/>
                  </a:lnTo>
                  <a:lnTo>
                    <a:pt x="545" y="0"/>
                  </a:lnTo>
                  <a:lnTo>
                    <a:pt x="566" y="4"/>
                  </a:lnTo>
                  <a:lnTo>
                    <a:pt x="586" y="11"/>
                  </a:lnTo>
                  <a:lnTo>
                    <a:pt x="602" y="24"/>
                  </a:lnTo>
                  <a:lnTo>
                    <a:pt x="615" y="40"/>
                  </a:lnTo>
                  <a:lnTo>
                    <a:pt x="623" y="59"/>
                  </a:lnTo>
                  <a:lnTo>
                    <a:pt x="625" y="81"/>
                  </a:lnTo>
                  <a:lnTo>
                    <a:pt x="622" y="127"/>
                  </a:lnTo>
                  <a:lnTo>
                    <a:pt x="613" y="170"/>
                  </a:lnTo>
                  <a:lnTo>
                    <a:pt x="597" y="210"/>
                  </a:lnTo>
                  <a:lnTo>
                    <a:pt x="576" y="248"/>
                  </a:lnTo>
                  <a:lnTo>
                    <a:pt x="551" y="282"/>
                  </a:lnTo>
                  <a:lnTo>
                    <a:pt x="520" y="313"/>
                  </a:lnTo>
                  <a:lnTo>
                    <a:pt x="485" y="339"/>
                  </a:lnTo>
                  <a:lnTo>
                    <a:pt x="447" y="360"/>
                  </a:lnTo>
                  <a:lnTo>
                    <a:pt x="407" y="376"/>
                  </a:lnTo>
                  <a:lnTo>
                    <a:pt x="364" y="386"/>
                  </a:lnTo>
                  <a:lnTo>
                    <a:pt x="319" y="389"/>
                  </a:lnTo>
                  <a:lnTo>
                    <a:pt x="306" y="389"/>
                  </a:lnTo>
                  <a:lnTo>
                    <a:pt x="262" y="386"/>
                  </a:lnTo>
                  <a:lnTo>
                    <a:pt x="219" y="376"/>
                  </a:lnTo>
                  <a:lnTo>
                    <a:pt x="178" y="360"/>
                  </a:lnTo>
                  <a:lnTo>
                    <a:pt x="140" y="339"/>
                  </a:lnTo>
                  <a:lnTo>
                    <a:pt x="105" y="313"/>
                  </a:lnTo>
                  <a:lnTo>
                    <a:pt x="75" y="282"/>
                  </a:lnTo>
                  <a:lnTo>
                    <a:pt x="49" y="248"/>
                  </a:lnTo>
                  <a:lnTo>
                    <a:pt x="28" y="210"/>
                  </a:lnTo>
                  <a:lnTo>
                    <a:pt x="12" y="170"/>
                  </a:lnTo>
                  <a:lnTo>
                    <a:pt x="3" y="127"/>
                  </a:lnTo>
                  <a:lnTo>
                    <a:pt x="0" y="81"/>
                  </a:lnTo>
                  <a:lnTo>
                    <a:pt x="2" y="59"/>
                  </a:lnTo>
                  <a:lnTo>
                    <a:pt x="10" y="40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1" name="Group 20"/>
          <p:cNvGrpSpPr>
            <a:grpSpLocks noChangeAspect="1"/>
          </p:cNvGrpSpPr>
          <p:nvPr/>
        </p:nvGrpSpPr>
        <p:grpSpPr bwMode="auto">
          <a:xfrm>
            <a:off x="3636185" y="702527"/>
            <a:ext cx="263030" cy="264289"/>
            <a:chOff x="3103" y="7562"/>
            <a:chExt cx="442" cy="444"/>
          </a:xfrm>
          <a:solidFill>
            <a:schemeClr val="tx2"/>
          </a:solidFill>
        </p:grpSpPr>
        <p:sp>
          <p:nvSpPr>
            <p:cNvPr id="42" name="Freeform 22"/>
            <p:cNvSpPr>
              <a:spLocks noEditPoints="1"/>
            </p:cNvSpPr>
            <p:nvPr/>
          </p:nvSpPr>
          <p:spPr bwMode="auto">
            <a:xfrm>
              <a:off x="3195" y="7562"/>
              <a:ext cx="259" cy="90"/>
            </a:xfrm>
            <a:custGeom>
              <a:avLst/>
              <a:gdLst>
                <a:gd name="T0" fmla="*/ 161 w 2070"/>
                <a:gd name="T1" fmla="*/ 160 h 719"/>
                <a:gd name="T2" fmla="*/ 161 w 2070"/>
                <a:gd name="T3" fmla="*/ 558 h 719"/>
                <a:gd name="T4" fmla="*/ 1908 w 2070"/>
                <a:gd name="T5" fmla="*/ 558 h 719"/>
                <a:gd name="T6" fmla="*/ 1908 w 2070"/>
                <a:gd name="T7" fmla="*/ 160 h 719"/>
                <a:gd name="T8" fmla="*/ 161 w 2070"/>
                <a:gd name="T9" fmla="*/ 160 h 719"/>
                <a:gd name="T10" fmla="*/ 136 w 2070"/>
                <a:gd name="T11" fmla="*/ 0 h 719"/>
                <a:gd name="T12" fmla="*/ 1933 w 2070"/>
                <a:gd name="T13" fmla="*/ 0 h 719"/>
                <a:gd name="T14" fmla="*/ 1961 w 2070"/>
                <a:gd name="T15" fmla="*/ 2 h 719"/>
                <a:gd name="T16" fmla="*/ 1986 w 2070"/>
                <a:gd name="T17" fmla="*/ 10 h 719"/>
                <a:gd name="T18" fmla="*/ 2009 w 2070"/>
                <a:gd name="T19" fmla="*/ 23 h 719"/>
                <a:gd name="T20" fmla="*/ 2030 w 2070"/>
                <a:gd name="T21" fmla="*/ 40 h 719"/>
                <a:gd name="T22" fmla="*/ 2047 w 2070"/>
                <a:gd name="T23" fmla="*/ 59 h 719"/>
                <a:gd name="T24" fmla="*/ 2059 w 2070"/>
                <a:gd name="T25" fmla="*/ 82 h 719"/>
                <a:gd name="T26" fmla="*/ 2067 w 2070"/>
                <a:gd name="T27" fmla="*/ 108 h 719"/>
                <a:gd name="T28" fmla="*/ 2070 w 2070"/>
                <a:gd name="T29" fmla="*/ 135 h 719"/>
                <a:gd name="T30" fmla="*/ 2070 w 2070"/>
                <a:gd name="T31" fmla="*/ 583 h 719"/>
                <a:gd name="T32" fmla="*/ 2067 w 2070"/>
                <a:gd name="T33" fmla="*/ 611 h 719"/>
                <a:gd name="T34" fmla="*/ 2059 w 2070"/>
                <a:gd name="T35" fmla="*/ 636 h 719"/>
                <a:gd name="T36" fmla="*/ 2047 w 2070"/>
                <a:gd name="T37" fmla="*/ 659 h 719"/>
                <a:gd name="T38" fmla="*/ 2030 w 2070"/>
                <a:gd name="T39" fmla="*/ 679 h 719"/>
                <a:gd name="T40" fmla="*/ 2009 w 2070"/>
                <a:gd name="T41" fmla="*/ 696 h 719"/>
                <a:gd name="T42" fmla="*/ 1986 w 2070"/>
                <a:gd name="T43" fmla="*/ 708 h 719"/>
                <a:gd name="T44" fmla="*/ 1961 w 2070"/>
                <a:gd name="T45" fmla="*/ 716 h 719"/>
                <a:gd name="T46" fmla="*/ 1933 w 2070"/>
                <a:gd name="T47" fmla="*/ 719 h 719"/>
                <a:gd name="T48" fmla="*/ 136 w 2070"/>
                <a:gd name="T49" fmla="*/ 719 h 719"/>
                <a:gd name="T50" fmla="*/ 109 w 2070"/>
                <a:gd name="T51" fmla="*/ 716 h 719"/>
                <a:gd name="T52" fmla="*/ 82 w 2070"/>
                <a:gd name="T53" fmla="*/ 708 h 719"/>
                <a:gd name="T54" fmla="*/ 59 w 2070"/>
                <a:gd name="T55" fmla="*/ 696 h 719"/>
                <a:gd name="T56" fmla="*/ 39 w 2070"/>
                <a:gd name="T57" fmla="*/ 679 h 719"/>
                <a:gd name="T58" fmla="*/ 23 w 2070"/>
                <a:gd name="T59" fmla="*/ 659 h 719"/>
                <a:gd name="T60" fmla="*/ 11 w 2070"/>
                <a:gd name="T61" fmla="*/ 636 h 719"/>
                <a:gd name="T62" fmla="*/ 2 w 2070"/>
                <a:gd name="T63" fmla="*/ 611 h 719"/>
                <a:gd name="T64" fmla="*/ 0 w 2070"/>
                <a:gd name="T65" fmla="*/ 583 h 719"/>
                <a:gd name="T66" fmla="*/ 0 w 2070"/>
                <a:gd name="T67" fmla="*/ 135 h 719"/>
                <a:gd name="T68" fmla="*/ 2 w 2070"/>
                <a:gd name="T69" fmla="*/ 108 h 719"/>
                <a:gd name="T70" fmla="*/ 11 w 2070"/>
                <a:gd name="T71" fmla="*/ 82 h 719"/>
                <a:gd name="T72" fmla="*/ 23 w 2070"/>
                <a:gd name="T73" fmla="*/ 59 h 719"/>
                <a:gd name="T74" fmla="*/ 39 w 2070"/>
                <a:gd name="T75" fmla="*/ 40 h 719"/>
                <a:gd name="T76" fmla="*/ 59 w 2070"/>
                <a:gd name="T77" fmla="*/ 23 h 719"/>
                <a:gd name="T78" fmla="*/ 82 w 2070"/>
                <a:gd name="T79" fmla="*/ 10 h 719"/>
                <a:gd name="T80" fmla="*/ 109 w 2070"/>
                <a:gd name="T81" fmla="*/ 2 h 719"/>
                <a:gd name="T82" fmla="*/ 136 w 2070"/>
                <a:gd name="T83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70" h="719">
                  <a:moveTo>
                    <a:pt x="161" y="160"/>
                  </a:moveTo>
                  <a:lnTo>
                    <a:pt x="161" y="558"/>
                  </a:lnTo>
                  <a:lnTo>
                    <a:pt x="1908" y="558"/>
                  </a:lnTo>
                  <a:lnTo>
                    <a:pt x="1908" y="160"/>
                  </a:lnTo>
                  <a:lnTo>
                    <a:pt x="161" y="160"/>
                  </a:lnTo>
                  <a:close/>
                  <a:moveTo>
                    <a:pt x="136" y="0"/>
                  </a:moveTo>
                  <a:lnTo>
                    <a:pt x="1933" y="0"/>
                  </a:lnTo>
                  <a:lnTo>
                    <a:pt x="1961" y="2"/>
                  </a:lnTo>
                  <a:lnTo>
                    <a:pt x="1986" y="10"/>
                  </a:lnTo>
                  <a:lnTo>
                    <a:pt x="2009" y="23"/>
                  </a:lnTo>
                  <a:lnTo>
                    <a:pt x="2030" y="40"/>
                  </a:lnTo>
                  <a:lnTo>
                    <a:pt x="2047" y="59"/>
                  </a:lnTo>
                  <a:lnTo>
                    <a:pt x="2059" y="82"/>
                  </a:lnTo>
                  <a:lnTo>
                    <a:pt x="2067" y="108"/>
                  </a:lnTo>
                  <a:lnTo>
                    <a:pt x="2070" y="135"/>
                  </a:lnTo>
                  <a:lnTo>
                    <a:pt x="2070" y="583"/>
                  </a:lnTo>
                  <a:lnTo>
                    <a:pt x="2067" y="611"/>
                  </a:lnTo>
                  <a:lnTo>
                    <a:pt x="2059" y="636"/>
                  </a:lnTo>
                  <a:lnTo>
                    <a:pt x="2047" y="659"/>
                  </a:lnTo>
                  <a:lnTo>
                    <a:pt x="2030" y="679"/>
                  </a:lnTo>
                  <a:lnTo>
                    <a:pt x="2009" y="696"/>
                  </a:lnTo>
                  <a:lnTo>
                    <a:pt x="1986" y="708"/>
                  </a:lnTo>
                  <a:lnTo>
                    <a:pt x="1961" y="716"/>
                  </a:lnTo>
                  <a:lnTo>
                    <a:pt x="1933" y="719"/>
                  </a:lnTo>
                  <a:lnTo>
                    <a:pt x="136" y="719"/>
                  </a:lnTo>
                  <a:lnTo>
                    <a:pt x="109" y="716"/>
                  </a:lnTo>
                  <a:lnTo>
                    <a:pt x="82" y="708"/>
                  </a:lnTo>
                  <a:lnTo>
                    <a:pt x="59" y="696"/>
                  </a:lnTo>
                  <a:lnTo>
                    <a:pt x="39" y="679"/>
                  </a:lnTo>
                  <a:lnTo>
                    <a:pt x="23" y="659"/>
                  </a:lnTo>
                  <a:lnTo>
                    <a:pt x="11" y="636"/>
                  </a:lnTo>
                  <a:lnTo>
                    <a:pt x="2" y="611"/>
                  </a:lnTo>
                  <a:lnTo>
                    <a:pt x="0" y="583"/>
                  </a:lnTo>
                  <a:lnTo>
                    <a:pt x="0" y="135"/>
                  </a:lnTo>
                  <a:lnTo>
                    <a:pt x="2" y="108"/>
                  </a:lnTo>
                  <a:lnTo>
                    <a:pt x="11" y="82"/>
                  </a:lnTo>
                  <a:lnTo>
                    <a:pt x="23" y="59"/>
                  </a:lnTo>
                  <a:lnTo>
                    <a:pt x="39" y="40"/>
                  </a:lnTo>
                  <a:lnTo>
                    <a:pt x="59" y="23"/>
                  </a:lnTo>
                  <a:lnTo>
                    <a:pt x="82" y="10"/>
                  </a:lnTo>
                  <a:lnTo>
                    <a:pt x="109" y="2"/>
                  </a:lnTo>
                  <a:lnTo>
                    <a:pt x="1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Freeform 23"/>
            <p:cNvSpPr>
              <a:spLocks/>
            </p:cNvSpPr>
            <p:nvPr/>
          </p:nvSpPr>
          <p:spPr bwMode="auto">
            <a:xfrm>
              <a:off x="3202" y="7642"/>
              <a:ext cx="245" cy="302"/>
            </a:xfrm>
            <a:custGeom>
              <a:avLst/>
              <a:gdLst>
                <a:gd name="T0" fmla="*/ 1523 w 1956"/>
                <a:gd name="T1" fmla="*/ 16 h 2418"/>
                <a:gd name="T2" fmla="*/ 1534 w 1956"/>
                <a:gd name="T3" fmla="*/ 96 h 2418"/>
                <a:gd name="T4" fmla="*/ 1565 w 1956"/>
                <a:gd name="T5" fmla="*/ 233 h 2418"/>
                <a:gd name="T6" fmla="*/ 1624 w 1956"/>
                <a:gd name="T7" fmla="*/ 417 h 2418"/>
                <a:gd name="T8" fmla="*/ 1718 w 1956"/>
                <a:gd name="T9" fmla="*/ 638 h 2418"/>
                <a:gd name="T10" fmla="*/ 1859 w 1956"/>
                <a:gd name="T11" fmla="*/ 888 h 2418"/>
                <a:gd name="T12" fmla="*/ 1908 w 1956"/>
                <a:gd name="T13" fmla="*/ 1078 h 2418"/>
                <a:gd name="T14" fmla="*/ 1677 w 1956"/>
                <a:gd name="T15" fmla="*/ 1324 h 2418"/>
                <a:gd name="T16" fmla="*/ 1488 w 1956"/>
                <a:gd name="T17" fmla="*/ 1552 h 2418"/>
                <a:gd name="T18" fmla="*/ 1336 w 1956"/>
                <a:gd name="T19" fmla="*/ 1755 h 2418"/>
                <a:gd name="T20" fmla="*/ 1221 w 1956"/>
                <a:gd name="T21" fmla="*/ 1928 h 2418"/>
                <a:gd name="T22" fmla="*/ 1138 w 1956"/>
                <a:gd name="T23" fmla="*/ 2069 h 2418"/>
                <a:gd name="T24" fmla="*/ 1084 w 1956"/>
                <a:gd name="T25" fmla="*/ 2171 h 2418"/>
                <a:gd name="T26" fmla="*/ 1057 w 1956"/>
                <a:gd name="T27" fmla="*/ 2230 h 2418"/>
                <a:gd name="T28" fmla="*/ 982 w 1956"/>
                <a:gd name="T29" fmla="*/ 2418 h 2418"/>
                <a:gd name="T30" fmla="*/ 898 w 1956"/>
                <a:gd name="T31" fmla="*/ 2233 h 2418"/>
                <a:gd name="T32" fmla="*/ 867 w 1956"/>
                <a:gd name="T33" fmla="*/ 2174 h 2418"/>
                <a:gd name="T34" fmla="*/ 810 w 1956"/>
                <a:gd name="T35" fmla="*/ 2072 h 2418"/>
                <a:gd name="T36" fmla="*/ 727 w 1956"/>
                <a:gd name="T37" fmla="*/ 1934 h 2418"/>
                <a:gd name="T38" fmla="*/ 616 w 1956"/>
                <a:gd name="T39" fmla="*/ 1766 h 2418"/>
                <a:gd name="T40" fmla="*/ 478 w 1956"/>
                <a:gd name="T41" fmla="*/ 1575 h 2418"/>
                <a:gd name="T42" fmla="*/ 312 w 1956"/>
                <a:gd name="T43" fmla="*/ 1368 h 2418"/>
                <a:gd name="T44" fmla="*/ 117 w 1956"/>
                <a:gd name="T45" fmla="*/ 1152 h 2418"/>
                <a:gd name="T46" fmla="*/ 33 w 1956"/>
                <a:gd name="T47" fmla="*/ 979 h 2418"/>
                <a:gd name="T48" fmla="*/ 172 w 1956"/>
                <a:gd name="T49" fmla="*/ 738 h 2418"/>
                <a:gd name="T50" fmla="*/ 270 w 1956"/>
                <a:gd name="T51" fmla="*/ 528 h 2418"/>
                <a:gd name="T52" fmla="*/ 337 w 1956"/>
                <a:gd name="T53" fmla="*/ 352 h 2418"/>
                <a:gd name="T54" fmla="*/ 377 w 1956"/>
                <a:gd name="T55" fmla="*/ 212 h 2418"/>
                <a:gd name="T56" fmla="*/ 398 w 1956"/>
                <a:gd name="T57" fmla="*/ 109 h 2418"/>
                <a:gd name="T58" fmla="*/ 406 w 1956"/>
                <a:gd name="T59" fmla="*/ 44 h 2418"/>
                <a:gd name="T60" fmla="*/ 407 w 1956"/>
                <a:gd name="T61" fmla="*/ 21 h 2418"/>
                <a:gd name="T62" fmla="*/ 568 w 1956"/>
                <a:gd name="T63" fmla="*/ 32 h 2418"/>
                <a:gd name="T64" fmla="*/ 564 w 1956"/>
                <a:gd name="T65" fmla="*/ 88 h 2418"/>
                <a:gd name="T66" fmla="*/ 549 w 1956"/>
                <a:gd name="T67" fmla="*/ 182 h 2418"/>
                <a:gd name="T68" fmla="*/ 518 w 1956"/>
                <a:gd name="T69" fmla="*/ 315 h 2418"/>
                <a:gd name="T70" fmla="*/ 462 w 1956"/>
                <a:gd name="T71" fmla="*/ 485 h 2418"/>
                <a:gd name="T72" fmla="*/ 376 w 1956"/>
                <a:gd name="T73" fmla="*/ 688 h 2418"/>
                <a:gd name="T74" fmla="*/ 254 w 1956"/>
                <a:gd name="T75" fmla="*/ 924 h 2418"/>
                <a:gd name="T76" fmla="*/ 358 w 1956"/>
                <a:gd name="T77" fmla="*/ 1175 h 2418"/>
                <a:gd name="T78" fmla="*/ 558 w 1956"/>
                <a:gd name="T79" fmla="*/ 1414 h 2418"/>
                <a:gd name="T80" fmla="*/ 723 w 1956"/>
                <a:gd name="T81" fmla="*/ 1635 h 2418"/>
                <a:gd name="T82" fmla="*/ 853 w 1956"/>
                <a:gd name="T83" fmla="*/ 1829 h 2418"/>
                <a:gd name="T84" fmla="*/ 949 w 1956"/>
                <a:gd name="T85" fmla="*/ 1989 h 2418"/>
                <a:gd name="T86" fmla="*/ 1023 w 1956"/>
                <a:gd name="T87" fmla="*/ 1945 h 2418"/>
                <a:gd name="T88" fmla="*/ 1124 w 1956"/>
                <a:gd name="T89" fmla="*/ 1779 h 2418"/>
                <a:gd name="T90" fmla="*/ 1262 w 1956"/>
                <a:gd name="T91" fmla="*/ 1580 h 2418"/>
                <a:gd name="T92" fmla="*/ 1440 w 1956"/>
                <a:gd name="T93" fmla="*/ 1353 h 2418"/>
                <a:gd name="T94" fmla="*/ 1663 w 1956"/>
                <a:gd name="T95" fmla="*/ 1100 h 2418"/>
                <a:gd name="T96" fmla="*/ 1639 w 1956"/>
                <a:gd name="T97" fmla="*/ 833 h 2418"/>
                <a:gd name="T98" fmla="*/ 1517 w 1956"/>
                <a:gd name="T99" fmla="*/ 587 h 2418"/>
                <a:gd name="T100" fmla="*/ 1437 w 1956"/>
                <a:gd name="T101" fmla="*/ 373 h 2418"/>
                <a:gd name="T102" fmla="*/ 1390 w 1956"/>
                <a:gd name="T103" fmla="*/ 201 h 2418"/>
                <a:gd name="T104" fmla="*/ 1368 w 1956"/>
                <a:gd name="T105" fmla="*/ 79 h 2418"/>
                <a:gd name="T106" fmla="*/ 1360 w 1956"/>
                <a:gd name="T107" fmla="*/ 14 h 2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56" h="2418">
                  <a:moveTo>
                    <a:pt x="1521" y="0"/>
                  </a:moveTo>
                  <a:lnTo>
                    <a:pt x="1522" y="4"/>
                  </a:lnTo>
                  <a:lnTo>
                    <a:pt x="1523" y="16"/>
                  </a:lnTo>
                  <a:lnTo>
                    <a:pt x="1525" y="36"/>
                  </a:lnTo>
                  <a:lnTo>
                    <a:pt x="1528" y="62"/>
                  </a:lnTo>
                  <a:lnTo>
                    <a:pt x="1534" y="96"/>
                  </a:lnTo>
                  <a:lnTo>
                    <a:pt x="1541" y="136"/>
                  </a:lnTo>
                  <a:lnTo>
                    <a:pt x="1552" y="182"/>
                  </a:lnTo>
                  <a:lnTo>
                    <a:pt x="1565" y="233"/>
                  </a:lnTo>
                  <a:lnTo>
                    <a:pt x="1581" y="290"/>
                  </a:lnTo>
                  <a:lnTo>
                    <a:pt x="1600" y="350"/>
                  </a:lnTo>
                  <a:lnTo>
                    <a:pt x="1624" y="417"/>
                  </a:lnTo>
                  <a:lnTo>
                    <a:pt x="1650" y="486"/>
                  </a:lnTo>
                  <a:lnTo>
                    <a:pt x="1682" y="561"/>
                  </a:lnTo>
                  <a:lnTo>
                    <a:pt x="1718" y="638"/>
                  </a:lnTo>
                  <a:lnTo>
                    <a:pt x="1760" y="719"/>
                  </a:lnTo>
                  <a:lnTo>
                    <a:pt x="1807" y="803"/>
                  </a:lnTo>
                  <a:lnTo>
                    <a:pt x="1859" y="888"/>
                  </a:lnTo>
                  <a:lnTo>
                    <a:pt x="1918" y="976"/>
                  </a:lnTo>
                  <a:lnTo>
                    <a:pt x="1956" y="1031"/>
                  </a:lnTo>
                  <a:lnTo>
                    <a:pt x="1908" y="1078"/>
                  </a:lnTo>
                  <a:lnTo>
                    <a:pt x="1827" y="1163"/>
                  </a:lnTo>
                  <a:lnTo>
                    <a:pt x="1749" y="1244"/>
                  </a:lnTo>
                  <a:lnTo>
                    <a:pt x="1677" y="1324"/>
                  </a:lnTo>
                  <a:lnTo>
                    <a:pt x="1610" y="1402"/>
                  </a:lnTo>
                  <a:lnTo>
                    <a:pt x="1546" y="1478"/>
                  </a:lnTo>
                  <a:lnTo>
                    <a:pt x="1488" y="1552"/>
                  </a:lnTo>
                  <a:lnTo>
                    <a:pt x="1433" y="1622"/>
                  </a:lnTo>
                  <a:lnTo>
                    <a:pt x="1382" y="1690"/>
                  </a:lnTo>
                  <a:lnTo>
                    <a:pt x="1336" y="1755"/>
                  </a:lnTo>
                  <a:lnTo>
                    <a:pt x="1294" y="1816"/>
                  </a:lnTo>
                  <a:lnTo>
                    <a:pt x="1256" y="1874"/>
                  </a:lnTo>
                  <a:lnTo>
                    <a:pt x="1221" y="1928"/>
                  </a:lnTo>
                  <a:lnTo>
                    <a:pt x="1190" y="1980"/>
                  </a:lnTo>
                  <a:lnTo>
                    <a:pt x="1162" y="2026"/>
                  </a:lnTo>
                  <a:lnTo>
                    <a:pt x="1138" y="2069"/>
                  </a:lnTo>
                  <a:lnTo>
                    <a:pt x="1117" y="2107"/>
                  </a:lnTo>
                  <a:lnTo>
                    <a:pt x="1100" y="2142"/>
                  </a:lnTo>
                  <a:lnTo>
                    <a:pt x="1084" y="2171"/>
                  </a:lnTo>
                  <a:lnTo>
                    <a:pt x="1072" y="2196"/>
                  </a:lnTo>
                  <a:lnTo>
                    <a:pt x="1064" y="2216"/>
                  </a:lnTo>
                  <a:lnTo>
                    <a:pt x="1057" y="2230"/>
                  </a:lnTo>
                  <a:lnTo>
                    <a:pt x="1053" y="2239"/>
                  </a:lnTo>
                  <a:lnTo>
                    <a:pt x="1052" y="2242"/>
                  </a:lnTo>
                  <a:lnTo>
                    <a:pt x="982" y="2418"/>
                  </a:lnTo>
                  <a:lnTo>
                    <a:pt x="903" y="2247"/>
                  </a:lnTo>
                  <a:lnTo>
                    <a:pt x="902" y="2243"/>
                  </a:lnTo>
                  <a:lnTo>
                    <a:pt x="898" y="2233"/>
                  </a:lnTo>
                  <a:lnTo>
                    <a:pt x="890" y="2219"/>
                  </a:lnTo>
                  <a:lnTo>
                    <a:pt x="880" y="2199"/>
                  </a:lnTo>
                  <a:lnTo>
                    <a:pt x="867" y="2174"/>
                  </a:lnTo>
                  <a:lnTo>
                    <a:pt x="850" y="2145"/>
                  </a:lnTo>
                  <a:lnTo>
                    <a:pt x="832" y="2110"/>
                  </a:lnTo>
                  <a:lnTo>
                    <a:pt x="810" y="2072"/>
                  </a:lnTo>
                  <a:lnTo>
                    <a:pt x="786" y="2029"/>
                  </a:lnTo>
                  <a:lnTo>
                    <a:pt x="757" y="1983"/>
                  </a:lnTo>
                  <a:lnTo>
                    <a:pt x="727" y="1934"/>
                  </a:lnTo>
                  <a:lnTo>
                    <a:pt x="693" y="1880"/>
                  </a:lnTo>
                  <a:lnTo>
                    <a:pt x="656" y="1824"/>
                  </a:lnTo>
                  <a:lnTo>
                    <a:pt x="616" y="1766"/>
                  </a:lnTo>
                  <a:lnTo>
                    <a:pt x="574" y="1704"/>
                  </a:lnTo>
                  <a:lnTo>
                    <a:pt x="527" y="1640"/>
                  </a:lnTo>
                  <a:lnTo>
                    <a:pt x="478" y="1575"/>
                  </a:lnTo>
                  <a:lnTo>
                    <a:pt x="426" y="1508"/>
                  </a:lnTo>
                  <a:lnTo>
                    <a:pt x="370" y="1438"/>
                  </a:lnTo>
                  <a:lnTo>
                    <a:pt x="312" y="1368"/>
                  </a:lnTo>
                  <a:lnTo>
                    <a:pt x="250" y="1297"/>
                  </a:lnTo>
                  <a:lnTo>
                    <a:pt x="185" y="1224"/>
                  </a:lnTo>
                  <a:lnTo>
                    <a:pt x="117" y="1152"/>
                  </a:lnTo>
                  <a:lnTo>
                    <a:pt x="45" y="1078"/>
                  </a:lnTo>
                  <a:lnTo>
                    <a:pt x="0" y="1033"/>
                  </a:lnTo>
                  <a:lnTo>
                    <a:pt x="33" y="979"/>
                  </a:lnTo>
                  <a:lnTo>
                    <a:pt x="85" y="896"/>
                  </a:lnTo>
                  <a:lnTo>
                    <a:pt x="130" y="815"/>
                  </a:lnTo>
                  <a:lnTo>
                    <a:pt x="172" y="738"/>
                  </a:lnTo>
                  <a:lnTo>
                    <a:pt x="209" y="664"/>
                  </a:lnTo>
                  <a:lnTo>
                    <a:pt x="242" y="595"/>
                  </a:lnTo>
                  <a:lnTo>
                    <a:pt x="270" y="528"/>
                  </a:lnTo>
                  <a:lnTo>
                    <a:pt x="296" y="465"/>
                  </a:lnTo>
                  <a:lnTo>
                    <a:pt x="318" y="407"/>
                  </a:lnTo>
                  <a:lnTo>
                    <a:pt x="337" y="352"/>
                  </a:lnTo>
                  <a:lnTo>
                    <a:pt x="353" y="302"/>
                  </a:lnTo>
                  <a:lnTo>
                    <a:pt x="366" y="255"/>
                  </a:lnTo>
                  <a:lnTo>
                    <a:pt x="377" y="212"/>
                  </a:lnTo>
                  <a:lnTo>
                    <a:pt x="386" y="172"/>
                  </a:lnTo>
                  <a:lnTo>
                    <a:pt x="393" y="138"/>
                  </a:lnTo>
                  <a:lnTo>
                    <a:pt x="398" y="109"/>
                  </a:lnTo>
                  <a:lnTo>
                    <a:pt x="402" y="82"/>
                  </a:lnTo>
                  <a:lnTo>
                    <a:pt x="404" y="60"/>
                  </a:lnTo>
                  <a:lnTo>
                    <a:pt x="406" y="44"/>
                  </a:lnTo>
                  <a:lnTo>
                    <a:pt x="407" y="32"/>
                  </a:lnTo>
                  <a:lnTo>
                    <a:pt x="407" y="24"/>
                  </a:lnTo>
                  <a:lnTo>
                    <a:pt x="407" y="21"/>
                  </a:lnTo>
                  <a:lnTo>
                    <a:pt x="568" y="18"/>
                  </a:lnTo>
                  <a:lnTo>
                    <a:pt x="568" y="23"/>
                  </a:lnTo>
                  <a:lnTo>
                    <a:pt x="568" y="32"/>
                  </a:lnTo>
                  <a:lnTo>
                    <a:pt x="567" y="46"/>
                  </a:lnTo>
                  <a:lnTo>
                    <a:pt x="566" y="65"/>
                  </a:lnTo>
                  <a:lnTo>
                    <a:pt x="564" y="88"/>
                  </a:lnTo>
                  <a:lnTo>
                    <a:pt x="560" y="115"/>
                  </a:lnTo>
                  <a:lnTo>
                    <a:pt x="556" y="147"/>
                  </a:lnTo>
                  <a:lnTo>
                    <a:pt x="549" y="182"/>
                  </a:lnTo>
                  <a:lnTo>
                    <a:pt x="541" y="223"/>
                  </a:lnTo>
                  <a:lnTo>
                    <a:pt x="530" y="267"/>
                  </a:lnTo>
                  <a:lnTo>
                    <a:pt x="518" y="315"/>
                  </a:lnTo>
                  <a:lnTo>
                    <a:pt x="502" y="368"/>
                  </a:lnTo>
                  <a:lnTo>
                    <a:pt x="484" y="425"/>
                  </a:lnTo>
                  <a:lnTo>
                    <a:pt x="462" y="485"/>
                  </a:lnTo>
                  <a:lnTo>
                    <a:pt x="437" y="549"/>
                  </a:lnTo>
                  <a:lnTo>
                    <a:pt x="409" y="617"/>
                  </a:lnTo>
                  <a:lnTo>
                    <a:pt x="376" y="688"/>
                  </a:lnTo>
                  <a:lnTo>
                    <a:pt x="340" y="763"/>
                  </a:lnTo>
                  <a:lnTo>
                    <a:pt x="299" y="842"/>
                  </a:lnTo>
                  <a:lnTo>
                    <a:pt x="254" y="924"/>
                  </a:lnTo>
                  <a:lnTo>
                    <a:pt x="203" y="1010"/>
                  </a:lnTo>
                  <a:lnTo>
                    <a:pt x="283" y="1094"/>
                  </a:lnTo>
                  <a:lnTo>
                    <a:pt x="358" y="1175"/>
                  </a:lnTo>
                  <a:lnTo>
                    <a:pt x="429" y="1256"/>
                  </a:lnTo>
                  <a:lnTo>
                    <a:pt x="496" y="1336"/>
                  </a:lnTo>
                  <a:lnTo>
                    <a:pt x="558" y="1414"/>
                  </a:lnTo>
                  <a:lnTo>
                    <a:pt x="618" y="1490"/>
                  </a:lnTo>
                  <a:lnTo>
                    <a:pt x="672" y="1564"/>
                  </a:lnTo>
                  <a:lnTo>
                    <a:pt x="723" y="1635"/>
                  </a:lnTo>
                  <a:lnTo>
                    <a:pt x="770" y="1703"/>
                  </a:lnTo>
                  <a:lnTo>
                    <a:pt x="813" y="1768"/>
                  </a:lnTo>
                  <a:lnTo>
                    <a:pt x="853" y="1829"/>
                  </a:lnTo>
                  <a:lnTo>
                    <a:pt x="889" y="1886"/>
                  </a:lnTo>
                  <a:lnTo>
                    <a:pt x="921" y="1940"/>
                  </a:lnTo>
                  <a:lnTo>
                    <a:pt x="949" y="1989"/>
                  </a:lnTo>
                  <a:lnTo>
                    <a:pt x="974" y="2033"/>
                  </a:lnTo>
                  <a:lnTo>
                    <a:pt x="997" y="1991"/>
                  </a:lnTo>
                  <a:lnTo>
                    <a:pt x="1023" y="1945"/>
                  </a:lnTo>
                  <a:lnTo>
                    <a:pt x="1053" y="1893"/>
                  </a:lnTo>
                  <a:lnTo>
                    <a:pt x="1087" y="1838"/>
                  </a:lnTo>
                  <a:lnTo>
                    <a:pt x="1124" y="1779"/>
                  </a:lnTo>
                  <a:lnTo>
                    <a:pt x="1166" y="1716"/>
                  </a:lnTo>
                  <a:lnTo>
                    <a:pt x="1212" y="1650"/>
                  </a:lnTo>
                  <a:lnTo>
                    <a:pt x="1262" y="1580"/>
                  </a:lnTo>
                  <a:lnTo>
                    <a:pt x="1316" y="1508"/>
                  </a:lnTo>
                  <a:lnTo>
                    <a:pt x="1377" y="1431"/>
                  </a:lnTo>
                  <a:lnTo>
                    <a:pt x="1440" y="1353"/>
                  </a:lnTo>
                  <a:lnTo>
                    <a:pt x="1510" y="1270"/>
                  </a:lnTo>
                  <a:lnTo>
                    <a:pt x="1583" y="1187"/>
                  </a:lnTo>
                  <a:lnTo>
                    <a:pt x="1663" y="1100"/>
                  </a:lnTo>
                  <a:lnTo>
                    <a:pt x="1748" y="1012"/>
                  </a:lnTo>
                  <a:lnTo>
                    <a:pt x="1691" y="921"/>
                  </a:lnTo>
                  <a:lnTo>
                    <a:pt x="1639" y="833"/>
                  </a:lnTo>
                  <a:lnTo>
                    <a:pt x="1593" y="749"/>
                  </a:lnTo>
                  <a:lnTo>
                    <a:pt x="1552" y="666"/>
                  </a:lnTo>
                  <a:lnTo>
                    <a:pt x="1517" y="587"/>
                  </a:lnTo>
                  <a:lnTo>
                    <a:pt x="1487" y="512"/>
                  </a:lnTo>
                  <a:lnTo>
                    <a:pt x="1460" y="440"/>
                  </a:lnTo>
                  <a:lnTo>
                    <a:pt x="1437" y="373"/>
                  </a:lnTo>
                  <a:lnTo>
                    <a:pt x="1418" y="311"/>
                  </a:lnTo>
                  <a:lnTo>
                    <a:pt x="1403" y="253"/>
                  </a:lnTo>
                  <a:lnTo>
                    <a:pt x="1390" y="201"/>
                  </a:lnTo>
                  <a:lnTo>
                    <a:pt x="1381" y="155"/>
                  </a:lnTo>
                  <a:lnTo>
                    <a:pt x="1373" y="113"/>
                  </a:lnTo>
                  <a:lnTo>
                    <a:pt x="1368" y="79"/>
                  </a:lnTo>
                  <a:lnTo>
                    <a:pt x="1364" y="50"/>
                  </a:lnTo>
                  <a:lnTo>
                    <a:pt x="1361" y="28"/>
                  </a:lnTo>
                  <a:lnTo>
                    <a:pt x="1360" y="14"/>
                  </a:lnTo>
                  <a:lnTo>
                    <a:pt x="1360" y="7"/>
                  </a:lnTo>
                  <a:lnTo>
                    <a:pt x="15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3314" y="7778"/>
              <a:ext cx="20" cy="14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Freeform 25"/>
            <p:cNvSpPr>
              <a:spLocks noEditPoints="1"/>
            </p:cNvSpPr>
            <p:nvPr/>
          </p:nvSpPr>
          <p:spPr bwMode="auto">
            <a:xfrm>
              <a:off x="3281" y="7703"/>
              <a:ext cx="87" cy="87"/>
            </a:xfrm>
            <a:custGeom>
              <a:avLst/>
              <a:gdLst>
                <a:gd name="T0" fmla="*/ 313 w 694"/>
                <a:gd name="T1" fmla="*/ 164 h 695"/>
                <a:gd name="T2" fmla="*/ 252 w 694"/>
                <a:gd name="T3" fmla="*/ 187 h 695"/>
                <a:gd name="T4" fmla="*/ 204 w 694"/>
                <a:gd name="T5" fmla="*/ 227 h 695"/>
                <a:gd name="T6" fmla="*/ 172 w 694"/>
                <a:gd name="T7" fmla="*/ 282 h 695"/>
                <a:gd name="T8" fmla="*/ 160 w 694"/>
                <a:gd name="T9" fmla="*/ 347 h 695"/>
                <a:gd name="T10" fmla="*/ 172 w 694"/>
                <a:gd name="T11" fmla="*/ 412 h 695"/>
                <a:gd name="T12" fmla="*/ 204 w 694"/>
                <a:gd name="T13" fmla="*/ 468 h 695"/>
                <a:gd name="T14" fmla="*/ 252 w 694"/>
                <a:gd name="T15" fmla="*/ 508 h 695"/>
                <a:gd name="T16" fmla="*/ 313 w 694"/>
                <a:gd name="T17" fmla="*/ 530 h 695"/>
                <a:gd name="T18" fmla="*/ 380 w 694"/>
                <a:gd name="T19" fmla="*/ 530 h 695"/>
                <a:gd name="T20" fmla="*/ 441 w 694"/>
                <a:gd name="T21" fmla="*/ 508 h 695"/>
                <a:gd name="T22" fmla="*/ 490 w 694"/>
                <a:gd name="T23" fmla="*/ 468 h 695"/>
                <a:gd name="T24" fmla="*/ 521 w 694"/>
                <a:gd name="T25" fmla="*/ 412 h 695"/>
                <a:gd name="T26" fmla="*/ 534 w 694"/>
                <a:gd name="T27" fmla="*/ 347 h 695"/>
                <a:gd name="T28" fmla="*/ 521 w 694"/>
                <a:gd name="T29" fmla="*/ 282 h 695"/>
                <a:gd name="T30" fmla="*/ 490 w 694"/>
                <a:gd name="T31" fmla="*/ 227 h 695"/>
                <a:gd name="T32" fmla="*/ 441 w 694"/>
                <a:gd name="T33" fmla="*/ 187 h 695"/>
                <a:gd name="T34" fmla="*/ 380 w 694"/>
                <a:gd name="T35" fmla="*/ 164 h 695"/>
                <a:gd name="T36" fmla="*/ 347 w 694"/>
                <a:gd name="T37" fmla="*/ 0 h 695"/>
                <a:gd name="T38" fmla="*/ 439 w 694"/>
                <a:gd name="T39" fmla="*/ 12 h 695"/>
                <a:gd name="T40" fmla="*/ 523 w 694"/>
                <a:gd name="T41" fmla="*/ 47 h 695"/>
                <a:gd name="T42" fmla="*/ 593 w 694"/>
                <a:gd name="T43" fmla="*/ 102 h 695"/>
                <a:gd name="T44" fmla="*/ 647 w 694"/>
                <a:gd name="T45" fmla="*/ 172 h 695"/>
                <a:gd name="T46" fmla="*/ 682 w 694"/>
                <a:gd name="T47" fmla="*/ 255 h 695"/>
                <a:gd name="T48" fmla="*/ 694 w 694"/>
                <a:gd name="T49" fmla="*/ 347 h 695"/>
                <a:gd name="T50" fmla="*/ 682 w 694"/>
                <a:gd name="T51" fmla="*/ 439 h 695"/>
                <a:gd name="T52" fmla="*/ 647 w 694"/>
                <a:gd name="T53" fmla="*/ 523 h 695"/>
                <a:gd name="T54" fmla="*/ 593 w 694"/>
                <a:gd name="T55" fmla="*/ 593 h 695"/>
                <a:gd name="T56" fmla="*/ 523 w 694"/>
                <a:gd name="T57" fmla="*/ 647 h 695"/>
                <a:gd name="T58" fmla="*/ 439 w 694"/>
                <a:gd name="T59" fmla="*/ 682 h 695"/>
                <a:gd name="T60" fmla="*/ 347 w 694"/>
                <a:gd name="T61" fmla="*/ 695 h 695"/>
                <a:gd name="T62" fmla="*/ 255 w 694"/>
                <a:gd name="T63" fmla="*/ 682 h 695"/>
                <a:gd name="T64" fmla="*/ 171 w 694"/>
                <a:gd name="T65" fmla="*/ 647 h 695"/>
                <a:gd name="T66" fmla="*/ 101 w 694"/>
                <a:gd name="T67" fmla="*/ 593 h 695"/>
                <a:gd name="T68" fmla="*/ 47 w 694"/>
                <a:gd name="T69" fmla="*/ 523 h 695"/>
                <a:gd name="T70" fmla="*/ 12 w 694"/>
                <a:gd name="T71" fmla="*/ 439 h 695"/>
                <a:gd name="T72" fmla="*/ 0 w 694"/>
                <a:gd name="T73" fmla="*/ 347 h 695"/>
                <a:gd name="T74" fmla="*/ 12 w 694"/>
                <a:gd name="T75" fmla="*/ 255 h 695"/>
                <a:gd name="T76" fmla="*/ 47 w 694"/>
                <a:gd name="T77" fmla="*/ 172 h 695"/>
                <a:gd name="T78" fmla="*/ 101 w 694"/>
                <a:gd name="T79" fmla="*/ 102 h 695"/>
                <a:gd name="T80" fmla="*/ 171 w 694"/>
                <a:gd name="T81" fmla="*/ 47 h 695"/>
                <a:gd name="T82" fmla="*/ 255 w 694"/>
                <a:gd name="T83" fmla="*/ 12 h 695"/>
                <a:gd name="T84" fmla="*/ 347 w 694"/>
                <a:gd name="T85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4" h="695">
                  <a:moveTo>
                    <a:pt x="347" y="161"/>
                  </a:moveTo>
                  <a:lnTo>
                    <a:pt x="313" y="164"/>
                  </a:lnTo>
                  <a:lnTo>
                    <a:pt x="282" y="172"/>
                  </a:lnTo>
                  <a:lnTo>
                    <a:pt x="252" y="187"/>
                  </a:lnTo>
                  <a:lnTo>
                    <a:pt x="227" y="205"/>
                  </a:lnTo>
                  <a:lnTo>
                    <a:pt x="204" y="227"/>
                  </a:lnTo>
                  <a:lnTo>
                    <a:pt x="185" y="254"/>
                  </a:lnTo>
                  <a:lnTo>
                    <a:pt x="172" y="282"/>
                  </a:lnTo>
                  <a:lnTo>
                    <a:pt x="163" y="314"/>
                  </a:lnTo>
                  <a:lnTo>
                    <a:pt x="160" y="347"/>
                  </a:lnTo>
                  <a:lnTo>
                    <a:pt x="163" y="381"/>
                  </a:lnTo>
                  <a:lnTo>
                    <a:pt x="172" y="412"/>
                  </a:lnTo>
                  <a:lnTo>
                    <a:pt x="185" y="441"/>
                  </a:lnTo>
                  <a:lnTo>
                    <a:pt x="204" y="468"/>
                  </a:lnTo>
                  <a:lnTo>
                    <a:pt x="227" y="490"/>
                  </a:lnTo>
                  <a:lnTo>
                    <a:pt x="252" y="508"/>
                  </a:lnTo>
                  <a:lnTo>
                    <a:pt x="282" y="522"/>
                  </a:lnTo>
                  <a:lnTo>
                    <a:pt x="313" y="530"/>
                  </a:lnTo>
                  <a:lnTo>
                    <a:pt x="347" y="534"/>
                  </a:lnTo>
                  <a:lnTo>
                    <a:pt x="380" y="530"/>
                  </a:lnTo>
                  <a:lnTo>
                    <a:pt x="412" y="522"/>
                  </a:lnTo>
                  <a:lnTo>
                    <a:pt x="441" y="508"/>
                  </a:lnTo>
                  <a:lnTo>
                    <a:pt x="467" y="490"/>
                  </a:lnTo>
                  <a:lnTo>
                    <a:pt x="490" y="468"/>
                  </a:lnTo>
                  <a:lnTo>
                    <a:pt x="507" y="441"/>
                  </a:lnTo>
                  <a:lnTo>
                    <a:pt x="521" y="412"/>
                  </a:lnTo>
                  <a:lnTo>
                    <a:pt x="530" y="381"/>
                  </a:lnTo>
                  <a:lnTo>
                    <a:pt x="534" y="347"/>
                  </a:lnTo>
                  <a:lnTo>
                    <a:pt x="530" y="314"/>
                  </a:lnTo>
                  <a:lnTo>
                    <a:pt x="521" y="282"/>
                  </a:lnTo>
                  <a:lnTo>
                    <a:pt x="507" y="254"/>
                  </a:lnTo>
                  <a:lnTo>
                    <a:pt x="490" y="227"/>
                  </a:lnTo>
                  <a:lnTo>
                    <a:pt x="467" y="205"/>
                  </a:lnTo>
                  <a:lnTo>
                    <a:pt x="441" y="187"/>
                  </a:lnTo>
                  <a:lnTo>
                    <a:pt x="412" y="172"/>
                  </a:lnTo>
                  <a:lnTo>
                    <a:pt x="380" y="164"/>
                  </a:lnTo>
                  <a:lnTo>
                    <a:pt x="347" y="161"/>
                  </a:lnTo>
                  <a:close/>
                  <a:moveTo>
                    <a:pt x="347" y="0"/>
                  </a:moveTo>
                  <a:lnTo>
                    <a:pt x="394" y="3"/>
                  </a:lnTo>
                  <a:lnTo>
                    <a:pt x="439" y="12"/>
                  </a:lnTo>
                  <a:lnTo>
                    <a:pt x="482" y="27"/>
                  </a:lnTo>
                  <a:lnTo>
                    <a:pt x="523" y="47"/>
                  </a:lnTo>
                  <a:lnTo>
                    <a:pt x="559" y="72"/>
                  </a:lnTo>
                  <a:lnTo>
                    <a:pt x="593" y="102"/>
                  </a:lnTo>
                  <a:lnTo>
                    <a:pt x="621" y="135"/>
                  </a:lnTo>
                  <a:lnTo>
                    <a:pt x="647" y="172"/>
                  </a:lnTo>
                  <a:lnTo>
                    <a:pt x="666" y="212"/>
                  </a:lnTo>
                  <a:lnTo>
                    <a:pt x="682" y="255"/>
                  </a:lnTo>
                  <a:lnTo>
                    <a:pt x="691" y="300"/>
                  </a:lnTo>
                  <a:lnTo>
                    <a:pt x="694" y="347"/>
                  </a:lnTo>
                  <a:lnTo>
                    <a:pt x="691" y="394"/>
                  </a:lnTo>
                  <a:lnTo>
                    <a:pt x="682" y="439"/>
                  </a:lnTo>
                  <a:lnTo>
                    <a:pt x="666" y="482"/>
                  </a:lnTo>
                  <a:lnTo>
                    <a:pt x="647" y="523"/>
                  </a:lnTo>
                  <a:lnTo>
                    <a:pt x="621" y="560"/>
                  </a:lnTo>
                  <a:lnTo>
                    <a:pt x="593" y="593"/>
                  </a:lnTo>
                  <a:lnTo>
                    <a:pt x="559" y="623"/>
                  </a:lnTo>
                  <a:lnTo>
                    <a:pt x="523" y="647"/>
                  </a:lnTo>
                  <a:lnTo>
                    <a:pt x="482" y="668"/>
                  </a:lnTo>
                  <a:lnTo>
                    <a:pt x="439" y="682"/>
                  </a:lnTo>
                  <a:lnTo>
                    <a:pt x="394" y="692"/>
                  </a:lnTo>
                  <a:lnTo>
                    <a:pt x="347" y="695"/>
                  </a:lnTo>
                  <a:lnTo>
                    <a:pt x="300" y="692"/>
                  </a:lnTo>
                  <a:lnTo>
                    <a:pt x="255" y="682"/>
                  </a:lnTo>
                  <a:lnTo>
                    <a:pt x="212" y="668"/>
                  </a:lnTo>
                  <a:lnTo>
                    <a:pt x="171" y="647"/>
                  </a:lnTo>
                  <a:lnTo>
                    <a:pt x="135" y="623"/>
                  </a:lnTo>
                  <a:lnTo>
                    <a:pt x="101" y="593"/>
                  </a:lnTo>
                  <a:lnTo>
                    <a:pt x="72" y="560"/>
                  </a:lnTo>
                  <a:lnTo>
                    <a:pt x="47" y="523"/>
                  </a:lnTo>
                  <a:lnTo>
                    <a:pt x="26" y="482"/>
                  </a:lnTo>
                  <a:lnTo>
                    <a:pt x="12" y="439"/>
                  </a:lnTo>
                  <a:lnTo>
                    <a:pt x="2" y="394"/>
                  </a:lnTo>
                  <a:lnTo>
                    <a:pt x="0" y="347"/>
                  </a:lnTo>
                  <a:lnTo>
                    <a:pt x="2" y="300"/>
                  </a:lnTo>
                  <a:lnTo>
                    <a:pt x="12" y="255"/>
                  </a:lnTo>
                  <a:lnTo>
                    <a:pt x="26" y="212"/>
                  </a:lnTo>
                  <a:lnTo>
                    <a:pt x="47" y="172"/>
                  </a:lnTo>
                  <a:lnTo>
                    <a:pt x="72" y="135"/>
                  </a:lnTo>
                  <a:lnTo>
                    <a:pt x="101" y="102"/>
                  </a:lnTo>
                  <a:lnTo>
                    <a:pt x="135" y="72"/>
                  </a:lnTo>
                  <a:lnTo>
                    <a:pt x="171" y="47"/>
                  </a:lnTo>
                  <a:lnTo>
                    <a:pt x="212" y="27"/>
                  </a:lnTo>
                  <a:lnTo>
                    <a:pt x="255" y="12"/>
                  </a:lnTo>
                  <a:lnTo>
                    <a:pt x="300" y="3"/>
                  </a:lnTo>
                  <a:lnTo>
                    <a:pt x="3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Freeform 26"/>
            <p:cNvSpPr>
              <a:spLocks/>
            </p:cNvSpPr>
            <p:nvPr/>
          </p:nvSpPr>
          <p:spPr bwMode="auto">
            <a:xfrm>
              <a:off x="3178" y="7948"/>
              <a:ext cx="292" cy="20"/>
            </a:xfrm>
            <a:custGeom>
              <a:avLst/>
              <a:gdLst>
                <a:gd name="T0" fmla="*/ 80 w 2334"/>
                <a:gd name="T1" fmla="*/ 0 h 162"/>
                <a:gd name="T2" fmla="*/ 2254 w 2334"/>
                <a:gd name="T3" fmla="*/ 0 h 162"/>
                <a:gd name="T4" fmla="*/ 2275 w 2334"/>
                <a:gd name="T5" fmla="*/ 3 h 162"/>
                <a:gd name="T6" fmla="*/ 2295 w 2334"/>
                <a:gd name="T7" fmla="*/ 11 h 162"/>
                <a:gd name="T8" fmla="*/ 2311 w 2334"/>
                <a:gd name="T9" fmla="*/ 24 h 162"/>
                <a:gd name="T10" fmla="*/ 2323 w 2334"/>
                <a:gd name="T11" fmla="*/ 41 h 162"/>
                <a:gd name="T12" fmla="*/ 2332 w 2334"/>
                <a:gd name="T13" fmla="*/ 59 h 162"/>
                <a:gd name="T14" fmla="*/ 2334 w 2334"/>
                <a:gd name="T15" fmla="*/ 81 h 162"/>
                <a:gd name="T16" fmla="*/ 2332 w 2334"/>
                <a:gd name="T17" fmla="*/ 102 h 162"/>
                <a:gd name="T18" fmla="*/ 2323 w 2334"/>
                <a:gd name="T19" fmla="*/ 122 h 162"/>
                <a:gd name="T20" fmla="*/ 2311 w 2334"/>
                <a:gd name="T21" fmla="*/ 139 h 162"/>
                <a:gd name="T22" fmla="*/ 2295 w 2334"/>
                <a:gd name="T23" fmla="*/ 151 h 162"/>
                <a:gd name="T24" fmla="*/ 2275 w 2334"/>
                <a:gd name="T25" fmla="*/ 158 h 162"/>
                <a:gd name="T26" fmla="*/ 2254 w 2334"/>
                <a:gd name="T27" fmla="*/ 162 h 162"/>
                <a:gd name="T28" fmla="*/ 80 w 2334"/>
                <a:gd name="T29" fmla="*/ 162 h 162"/>
                <a:gd name="T30" fmla="*/ 59 w 2334"/>
                <a:gd name="T31" fmla="*/ 158 h 162"/>
                <a:gd name="T32" fmla="*/ 39 w 2334"/>
                <a:gd name="T33" fmla="*/ 151 h 162"/>
                <a:gd name="T34" fmla="*/ 23 w 2334"/>
                <a:gd name="T35" fmla="*/ 139 h 162"/>
                <a:gd name="T36" fmla="*/ 11 w 2334"/>
                <a:gd name="T37" fmla="*/ 122 h 162"/>
                <a:gd name="T38" fmla="*/ 3 w 2334"/>
                <a:gd name="T39" fmla="*/ 102 h 162"/>
                <a:gd name="T40" fmla="*/ 0 w 2334"/>
                <a:gd name="T41" fmla="*/ 81 h 162"/>
                <a:gd name="T42" fmla="*/ 3 w 2334"/>
                <a:gd name="T43" fmla="*/ 59 h 162"/>
                <a:gd name="T44" fmla="*/ 11 w 2334"/>
                <a:gd name="T45" fmla="*/ 41 h 162"/>
                <a:gd name="T46" fmla="*/ 23 w 2334"/>
                <a:gd name="T47" fmla="*/ 24 h 162"/>
                <a:gd name="T48" fmla="*/ 39 w 2334"/>
                <a:gd name="T49" fmla="*/ 11 h 162"/>
                <a:gd name="T50" fmla="*/ 59 w 2334"/>
                <a:gd name="T51" fmla="*/ 3 h 162"/>
                <a:gd name="T52" fmla="*/ 80 w 2334"/>
                <a:gd name="T53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34" h="162">
                  <a:moveTo>
                    <a:pt x="80" y="0"/>
                  </a:moveTo>
                  <a:lnTo>
                    <a:pt x="2254" y="0"/>
                  </a:lnTo>
                  <a:lnTo>
                    <a:pt x="2275" y="3"/>
                  </a:lnTo>
                  <a:lnTo>
                    <a:pt x="2295" y="11"/>
                  </a:lnTo>
                  <a:lnTo>
                    <a:pt x="2311" y="24"/>
                  </a:lnTo>
                  <a:lnTo>
                    <a:pt x="2323" y="41"/>
                  </a:lnTo>
                  <a:lnTo>
                    <a:pt x="2332" y="59"/>
                  </a:lnTo>
                  <a:lnTo>
                    <a:pt x="2334" y="81"/>
                  </a:lnTo>
                  <a:lnTo>
                    <a:pt x="2332" y="102"/>
                  </a:lnTo>
                  <a:lnTo>
                    <a:pt x="2323" y="122"/>
                  </a:lnTo>
                  <a:lnTo>
                    <a:pt x="2311" y="139"/>
                  </a:lnTo>
                  <a:lnTo>
                    <a:pt x="2295" y="151"/>
                  </a:lnTo>
                  <a:lnTo>
                    <a:pt x="2275" y="158"/>
                  </a:lnTo>
                  <a:lnTo>
                    <a:pt x="2254" y="162"/>
                  </a:lnTo>
                  <a:lnTo>
                    <a:pt x="80" y="162"/>
                  </a:lnTo>
                  <a:lnTo>
                    <a:pt x="59" y="158"/>
                  </a:lnTo>
                  <a:lnTo>
                    <a:pt x="39" y="151"/>
                  </a:lnTo>
                  <a:lnTo>
                    <a:pt x="23" y="139"/>
                  </a:lnTo>
                  <a:lnTo>
                    <a:pt x="11" y="122"/>
                  </a:lnTo>
                  <a:lnTo>
                    <a:pt x="3" y="102"/>
                  </a:lnTo>
                  <a:lnTo>
                    <a:pt x="0" y="81"/>
                  </a:lnTo>
                  <a:lnTo>
                    <a:pt x="3" y="59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39" y="11"/>
                  </a:lnTo>
                  <a:lnTo>
                    <a:pt x="59" y="3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Freeform 27"/>
            <p:cNvSpPr>
              <a:spLocks noEditPoints="1"/>
            </p:cNvSpPr>
            <p:nvPr/>
          </p:nvSpPr>
          <p:spPr bwMode="auto">
            <a:xfrm>
              <a:off x="3103" y="7908"/>
              <a:ext cx="96" cy="98"/>
            </a:xfrm>
            <a:custGeom>
              <a:avLst/>
              <a:gdLst>
                <a:gd name="T0" fmla="*/ 164 w 771"/>
                <a:gd name="T1" fmla="*/ 162 h 782"/>
                <a:gd name="T2" fmla="*/ 161 w 771"/>
                <a:gd name="T3" fmla="*/ 162 h 782"/>
                <a:gd name="T4" fmla="*/ 160 w 771"/>
                <a:gd name="T5" fmla="*/ 164 h 782"/>
                <a:gd name="T6" fmla="*/ 160 w 771"/>
                <a:gd name="T7" fmla="*/ 619 h 782"/>
                <a:gd name="T8" fmla="*/ 161 w 771"/>
                <a:gd name="T9" fmla="*/ 620 h 782"/>
                <a:gd name="T10" fmla="*/ 163 w 771"/>
                <a:gd name="T11" fmla="*/ 621 h 782"/>
                <a:gd name="T12" fmla="*/ 164 w 771"/>
                <a:gd name="T13" fmla="*/ 622 h 782"/>
                <a:gd name="T14" fmla="*/ 608 w 771"/>
                <a:gd name="T15" fmla="*/ 622 h 782"/>
                <a:gd name="T16" fmla="*/ 610 w 771"/>
                <a:gd name="T17" fmla="*/ 621 h 782"/>
                <a:gd name="T18" fmla="*/ 610 w 771"/>
                <a:gd name="T19" fmla="*/ 619 h 782"/>
                <a:gd name="T20" fmla="*/ 610 w 771"/>
                <a:gd name="T21" fmla="*/ 164 h 782"/>
                <a:gd name="T22" fmla="*/ 610 w 771"/>
                <a:gd name="T23" fmla="*/ 162 h 782"/>
                <a:gd name="T24" fmla="*/ 608 w 771"/>
                <a:gd name="T25" fmla="*/ 162 h 782"/>
                <a:gd name="T26" fmla="*/ 164 w 771"/>
                <a:gd name="T27" fmla="*/ 162 h 782"/>
                <a:gd name="T28" fmla="*/ 164 w 771"/>
                <a:gd name="T29" fmla="*/ 0 h 782"/>
                <a:gd name="T30" fmla="*/ 608 w 771"/>
                <a:gd name="T31" fmla="*/ 0 h 782"/>
                <a:gd name="T32" fmla="*/ 640 w 771"/>
                <a:gd name="T33" fmla="*/ 4 h 782"/>
                <a:gd name="T34" fmla="*/ 671 w 771"/>
                <a:gd name="T35" fmla="*/ 14 h 782"/>
                <a:gd name="T36" fmla="*/ 699 w 771"/>
                <a:gd name="T37" fmla="*/ 29 h 782"/>
                <a:gd name="T38" fmla="*/ 723 w 771"/>
                <a:gd name="T39" fmla="*/ 49 h 782"/>
                <a:gd name="T40" fmla="*/ 743 w 771"/>
                <a:gd name="T41" fmla="*/ 73 h 782"/>
                <a:gd name="T42" fmla="*/ 758 w 771"/>
                <a:gd name="T43" fmla="*/ 100 h 782"/>
                <a:gd name="T44" fmla="*/ 768 w 771"/>
                <a:gd name="T45" fmla="*/ 131 h 782"/>
                <a:gd name="T46" fmla="*/ 771 w 771"/>
                <a:gd name="T47" fmla="*/ 164 h 782"/>
                <a:gd name="T48" fmla="*/ 771 w 771"/>
                <a:gd name="T49" fmla="*/ 619 h 782"/>
                <a:gd name="T50" fmla="*/ 768 w 771"/>
                <a:gd name="T51" fmla="*/ 652 h 782"/>
                <a:gd name="T52" fmla="*/ 758 w 771"/>
                <a:gd name="T53" fmla="*/ 682 h 782"/>
                <a:gd name="T54" fmla="*/ 743 w 771"/>
                <a:gd name="T55" fmla="*/ 711 h 782"/>
                <a:gd name="T56" fmla="*/ 723 w 771"/>
                <a:gd name="T57" fmla="*/ 735 h 782"/>
                <a:gd name="T58" fmla="*/ 699 w 771"/>
                <a:gd name="T59" fmla="*/ 755 h 782"/>
                <a:gd name="T60" fmla="*/ 671 w 771"/>
                <a:gd name="T61" fmla="*/ 770 h 782"/>
                <a:gd name="T62" fmla="*/ 640 w 771"/>
                <a:gd name="T63" fmla="*/ 779 h 782"/>
                <a:gd name="T64" fmla="*/ 608 w 771"/>
                <a:gd name="T65" fmla="*/ 782 h 782"/>
                <a:gd name="T66" fmla="*/ 164 w 771"/>
                <a:gd name="T67" fmla="*/ 782 h 782"/>
                <a:gd name="T68" fmla="*/ 131 w 771"/>
                <a:gd name="T69" fmla="*/ 779 h 782"/>
                <a:gd name="T70" fmla="*/ 100 w 771"/>
                <a:gd name="T71" fmla="*/ 770 h 782"/>
                <a:gd name="T72" fmla="*/ 71 w 771"/>
                <a:gd name="T73" fmla="*/ 755 h 782"/>
                <a:gd name="T74" fmla="*/ 47 w 771"/>
                <a:gd name="T75" fmla="*/ 735 h 782"/>
                <a:gd name="T76" fmla="*/ 27 w 771"/>
                <a:gd name="T77" fmla="*/ 711 h 782"/>
                <a:gd name="T78" fmla="*/ 12 w 771"/>
                <a:gd name="T79" fmla="*/ 682 h 782"/>
                <a:gd name="T80" fmla="*/ 3 w 771"/>
                <a:gd name="T81" fmla="*/ 652 h 782"/>
                <a:gd name="T82" fmla="*/ 0 w 771"/>
                <a:gd name="T83" fmla="*/ 619 h 782"/>
                <a:gd name="T84" fmla="*/ 0 w 771"/>
                <a:gd name="T85" fmla="*/ 164 h 782"/>
                <a:gd name="T86" fmla="*/ 3 w 771"/>
                <a:gd name="T87" fmla="*/ 131 h 782"/>
                <a:gd name="T88" fmla="*/ 12 w 771"/>
                <a:gd name="T89" fmla="*/ 100 h 782"/>
                <a:gd name="T90" fmla="*/ 27 w 771"/>
                <a:gd name="T91" fmla="*/ 73 h 782"/>
                <a:gd name="T92" fmla="*/ 47 w 771"/>
                <a:gd name="T93" fmla="*/ 49 h 782"/>
                <a:gd name="T94" fmla="*/ 71 w 771"/>
                <a:gd name="T95" fmla="*/ 29 h 782"/>
                <a:gd name="T96" fmla="*/ 100 w 771"/>
                <a:gd name="T97" fmla="*/ 14 h 782"/>
                <a:gd name="T98" fmla="*/ 131 w 771"/>
                <a:gd name="T99" fmla="*/ 4 h 782"/>
                <a:gd name="T100" fmla="*/ 164 w 771"/>
                <a:gd name="T101" fmla="*/ 0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71" h="782">
                  <a:moveTo>
                    <a:pt x="164" y="162"/>
                  </a:moveTo>
                  <a:lnTo>
                    <a:pt x="161" y="162"/>
                  </a:lnTo>
                  <a:lnTo>
                    <a:pt x="160" y="164"/>
                  </a:lnTo>
                  <a:lnTo>
                    <a:pt x="160" y="619"/>
                  </a:lnTo>
                  <a:lnTo>
                    <a:pt x="161" y="620"/>
                  </a:lnTo>
                  <a:lnTo>
                    <a:pt x="163" y="621"/>
                  </a:lnTo>
                  <a:lnTo>
                    <a:pt x="164" y="622"/>
                  </a:lnTo>
                  <a:lnTo>
                    <a:pt x="608" y="622"/>
                  </a:lnTo>
                  <a:lnTo>
                    <a:pt x="610" y="621"/>
                  </a:lnTo>
                  <a:lnTo>
                    <a:pt x="610" y="619"/>
                  </a:lnTo>
                  <a:lnTo>
                    <a:pt x="610" y="164"/>
                  </a:lnTo>
                  <a:lnTo>
                    <a:pt x="610" y="162"/>
                  </a:lnTo>
                  <a:lnTo>
                    <a:pt x="608" y="162"/>
                  </a:lnTo>
                  <a:lnTo>
                    <a:pt x="164" y="162"/>
                  </a:lnTo>
                  <a:close/>
                  <a:moveTo>
                    <a:pt x="164" y="0"/>
                  </a:moveTo>
                  <a:lnTo>
                    <a:pt x="608" y="0"/>
                  </a:lnTo>
                  <a:lnTo>
                    <a:pt x="640" y="4"/>
                  </a:lnTo>
                  <a:lnTo>
                    <a:pt x="671" y="14"/>
                  </a:lnTo>
                  <a:lnTo>
                    <a:pt x="699" y="29"/>
                  </a:lnTo>
                  <a:lnTo>
                    <a:pt x="723" y="49"/>
                  </a:lnTo>
                  <a:lnTo>
                    <a:pt x="743" y="73"/>
                  </a:lnTo>
                  <a:lnTo>
                    <a:pt x="758" y="100"/>
                  </a:lnTo>
                  <a:lnTo>
                    <a:pt x="768" y="131"/>
                  </a:lnTo>
                  <a:lnTo>
                    <a:pt x="771" y="164"/>
                  </a:lnTo>
                  <a:lnTo>
                    <a:pt x="771" y="619"/>
                  </a:lnTo>
                  <a:lnTo>
                    <a:pt x="768" y="652"/>
                  </a:lnTo>
                  <a:lnTo>
                    <a:pt x="758" y="682"/>
                  </a:lnTo>
                  <a:lnTo>
                    <a:pt x="743" y="711"/>
                  </a:lnTo>
                  <a:lnTo>
                    <a:pt x="723" y="735"/>
                  </a:lnTo>
                  <a:lnTo>
                    <a:pt x="699" y="755"/>
                  </a:lnTo>
                  <a:lnTo>
                    <a:pt x="671" y="770"/>
                  </a:lnTo>
                  <a:lnTo>
                    <a:pt x="640" y="779"/>
                  </a:lnTo>
                  <a:lnTo>
                    <a:pt x="608" y="782"/>
                  </a:lnTo>
                  <a:lnTo>
                    <a:pt x="164" y="782"/>
                  </a:lnTo>
                  <a:lnTo>
                    <a:pt x="131" y="779"/>
                  </a:lnTo>
                  <a:lnTo>
                    <a:pt x="100" y="770"/>
                  </a:lnTo>
                  <a:lnTo>
                    <a:pt x="71" y="755"/>
                  </a:lnTo>
                  <a:lnTo>
                    <a:pt x="47" y="735"/>
                  </a:lnTo>
                  <a:lnTo>
                    <a:pt x="27" y="711"/>
                  </a:lnTo>
                  <a:lnTo>
                    <a:pt x="12" y="682"/>
                  </a:lnTo>
                  <a:lnTo>
                    <a:pt x="3" y="652"/>
                  </a:lnTo>
                  <a:lnTo>
                    <a:pt x="0" y="619"/>
                  </a:lnTo>
                  <a:lnTo>
                    <a:pt x="0" y="164"/>
                  </a:lnTo>
                  <a:lnTo>
                    <a:pt x="3" y="131"/>
                  </a:lnTo>
                  <a:lnTo>
                    <a:pt x="12" y="100"/>
                  </a:lnTo>
                  <a:lnTo>
                    <a:pt x="27" y="73"/>
                  </a:lnTo>
                  <a:lnTo>
                    <a:pt x="47" y="49"/>
                  </a:lnTo>
                  <a:lnTo>
                    <a:pt x="71" y="29"/>
                  </a:lnTo>
                  <a:lnTo>
                    <a:pt x="100" y="14"/>
                  </a:lnTo>
                  <a:lnTo>
                    <a:pt x="131" y="4"/>
                  </a:lnTo>
                  <a:lnTo>
                    <a:pt x="1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Freeform 28"/>
            <p:cNvSpPr>
              <a:spLocks noEditPoints="1"/>
            </p:cNvSpPr>
            <p:nvPr/>
          </p:nvSpPr>
          <p:spPr bwMode="auto">
            <a:xfrm>
              <a:off x="3449" y="7907"/>
              <a:ext cx="96" cy="98"/>
            </a:xfrm>
            <a:custGeom>
              <a:avLst/>
              <a:gdLst>
                <a:gd name="T0" fmla="*/ 164 w 772"/>
                <a:gd name="T1" fmla="*/ 162 h 782"/>
                <a:gd name="T2" fmla="*/ 163 w 772"/>
                <a:gd name="T3" fmla="*/ 162 h 782"/>
                <a:gd name="T4" fmla="*/ 162 w 772"/>
                <a:gd name="T5" fmla="*/ 163 h 782"/>
                <a:gd name="T6" fmla="*/ 162 w 772"/>
                <a:gd name="T7" fmla="*/ 164 h 782"/>
                <a:gd name="T8" fmla="*/ 162 w 772"/>
                <a:gd name="T9" fmla="*/ 620 h 782"/>
                <a:gd name="T10" fmla="*/ 162 w 772"/>
                <a:gd name="T11" fmla="*/ 621 h 782"/>
                <a:gd name="T12" fmla="*/ 163 w 772"/>
                <a:gd name="T13" fmla="*/ 621 h 782"/>
                <a:gd name="T14" fmla="*/ 164 w 772"/>
                <a:gd name="T15" fmla="*/ 622 h 782"/>
                <a:gd name="T16" fmla="*/ 608 w 772"/>
                <a:gd name="T17" fmla="*/ 622 h 782"/>
                <a:gd name="T18" fmla="*/ 609 w 772"/>
                <a:gd name="T19" fmla="*/ 621 h 782"/>
                <a:gd name="T20" fmla="*/ 610 w 772"/>
                <a:gd name="T21" fmla="*/ 621 h 782"/>
                <a:gd name="T22" fmla="*/ 611 w 772"/>
                <a:gd name="T23" fmla="*/ 620 h 782"/>
                <a:gd name="T24" fmla="*/ 611 w 772"/>
                <a:gd name="T25" fmla="*/ 164 h 782"/>
                <a:gd name="T26" fmla="*/ 610 w 772"/>
                <a:gd name="T27" fmla="*/ 163 h 782"/>
                <a:gd name="T28" fmla="*/ 609 w 772"/>
                <a:gd name="T29" fmla="*/ 162 h 782"/>
                <a:gd name="T30" fmla="*/ 608 w 772"/>
                <a:gd name="T31" fmla="*/ 162 h 782"/>
                <a:gd name="T32" fmla="*/ 164 w 772"/>
                <a:gd name="T33" fmla="*/ 162 h 782"/>
                <a:gd name="T34" fmla="*/ 164 w 772"/>
                <a:gd name="T35" fmla="*/ 0 h 782"/>
                <a:gd name="T36" fmla="*/ 608 w 772"/>
                <a:gd name="T37" fmla="*/ 0 h 782"/>
                <a:gd name="T38" fmla="*/ 641 w 772"/>
                <a:gd name="T39" fmla="*/ 4 h 782"/>
                <a:gd name="T40" fmla="*/ 672 w 772"/>
                <a:gd name="T41" fmla="*/ 14 h 782"/>
                <a:gd name="T42" fmla="*/ 700 w 772"/>
                <a:gd name="T43" fmla="*/ 29 h 782"/>
                <a:gd name="T44" fmla="*/ 724 w 772"/>
                <a:gd name="T45" fmla="*/ 49 h 782"/>
                <a:gd name="T46" fmla="*/ 744 w 772"/>
                <a:gd name="T47" fmla="*/ 73 h 782"/>
                <a:gd name="T48" fmla="*/ 760 w 772"/>
                <a:gd name="T49" fmla="*/ 100 h 782"/>
                <a:gd name="T50" fmla="*/ 768 w 772"/>
                <a:gd name="T51" fmla="*/ 131 h 782"/>
                <a:gd name="T52" fmla="*/ 772 w 772"/>
                <a:gd name="T53" fmla="*/ 164 h 782"/>
                <a:gd name="T54" fmla="*/ 772 w 772"/>
                <a:gd name="T55" fmla="*/ 620 h 782"/>
                <a:gd name="T56" fmla="*/ 768 w 772"/>
                <a:gd name="T57" fmla="*/ 652 h 782"/>
                <a:gd name="T58" fmla="*/ 760 w 772"/>
                <a:gd name="T59" fmla="*/ 682 h 782"/>
                <a:gd name="T60" fmla="*/ 744 w 772"/>
                <a:gd name="T61" fmla="*/ 711 h 782"/>
                <a:gd name="T62" fmla="*/ 724 w 772"/>
                <a:gd name="T63" fmla="*/ 735 h 782"/>
                <a:gd name="T64" fmla="*/ 700 w 772"/>
                <a:gd name="T65" fmla="*/ 755 h 782"/>
                <a:gd name="T66" fmla="*/ 672 w 772"/>
                <a:gd name="T67" fmla="*/ 770 h 782"/>
                <a:gd name="T68" fmla="*/ 641 w 772"/>
                <a:gd name="T69" fmla="*/ 779 h 782"/>
                <a:gd name="T70" fmla="*/ 608 w 772"/>
                <a:gd name="T71" fmla="*/ 782 h 782"/>
                <a:gd name="T72" fmla="*/ 164 w 772"/>
                <a:gd name="T73" fmla="*/ 782 h 782"/>
                <a:gd name="T74" fmla="*/ 131 w 772"/>
                <a:gd name="T75" fmla="*/ 779 h 782"/>
                <a:gd name="T76" fmla="*/ 100 w 772"/>
                <a:gd name="T77" fmla="*/ 770 h 782"/>
                <a:gd name="T78" fmla="*/ 73 w 772"/>
                <a:gd name="T79" fmla="*/ 755 h 782"/>
                <a:gd name="T80" fmla="*/ 49 w 772"/>
                <a:gd name="T81" fmla="*/ 735 h 782"/>
                <a:gd name="T82" fmla="*/ 28 w 772"/>
                <a:gd name="T83" fmla="*/ 711 h 782"/>
                <a:gd name="T84" fmla="*/ 14 w 772"/>
                <a:gd name="T85" fmla="*/ 682 h 782"/>
                <a:gd name="T86" fmla="*/ 4 w 772"/>
                <a:gd name="T87" fmla="*/ 652 h 782"/>
                <a:gd name="T88" fmla="*/ 0 w 772"/>
                <a:gd name="T89" fmla="*/ 620 h 782"/>
                <a:gd name="T90" fmla="*/ 0 w 772"/>
                <a:gd name="T91" fmla="*/ 164 h 782"/>
                <a:gd name="T92" fmla="*/ 4 w 772"/>
                <a:gd name="T93" fmla="*/ 131 h 782"/>
                <a:gd name="T94" fmla="*/ 14 w 772"/>
                <a:gd name="T95" fmla="*/ 100 h 782"/>
                <a:gd name="T96" fmla="*/ 28 w 772"/>
                <a:gd name="T97" fmla="*/ 73 h 782"/>
                <a:gd name="T98" fmla="*/ 49 w 772"/>
                <a:gd name="T99" fmla="*/ 49 h 782"/>
                <a:gd name="T100" fmla="*/ 73 w 772"/>
                <a:gd name="T101" fmla="*/ 29 h 782"/>
                <a:gd name="T102" fmla="*/ 100 w 772"/>
                <a:gd name="T103" fmla="*/ 14 h 782"/>
                <a:gd name="T104" fmla="*/ 131 w 772"/>
                <a:gd name="T105" fmla="*/ 4 h 782"/>
                <a:gd name="T106" fmla="*/ 164 w 772"/>
                <a:gd name="T107" fmla="*/ 0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72" h="782">
                  <a:moveTo>
                    <a:pt x="164" y="162"/>
                  </a:moveTo>
                  <a:lnTo>
                    <a:pt x="163" y="162"/>
                  </a:lnTo>
                  <a:lnTo>
                    <a:pt x="162" y="163"/>
                  </a:lnTo>
                  <a:lnTo>
                    <a:pt x="162" y="164"/>
                  </a:lnTo>
                  <a:lnTo>
                    <a:pt x="162" y="620"/>
                  </a:lnTo>
                  <a:lnTo>
                    <a:pt x="162" y="621"/>
                  </a:lnTo>
                  <a:lnTo>
                    <a:pt x="163" y="621"/>
                  </a:lnTo>
                  <a:lnTo>
                    <a:pt x="164" y="622"/>
                  </a:lnTo>
                  <a:lnTo>
                    <a:pt x="608" y="622"/>
                  </a:lnTo>
                  <a:lnTo>
                    <a:pt x="609" y="621"/>
                  </a:lnTo>
                  <a:lnTo>
                    <a:pt x="610" y="621"/>
                  </a:lnTo>
                  <a:lnTo>
                    <a:pt x="611" y="620"/>
                  </a:lnTo>
                  <a:lnTo>
                    <a:pt x="611" y="164"/>
                  </a:lnTo>
                  <a:lnTo>
                    <a:pt x="610" y="163"/>
                  </a:lnTo>
                  <a:lnTo>
                    <a:pt x="609" y="162"/>
                  </a:lnTo>
                  <a:lnTo>
                    <a:pt x="608" y="162"/>
                  </a:lnTo>
                  <a:lnTo>
                    <a:pt x="164" y="162"/>
                  </a:lnTo>
                  <a:close/>
                  <a:moveTo>
                    <a:pt x="164" y="0"/>
                  </a:moveTo>
                  <a:lnTo>
                    <a:pt x="608" y="0"/>
                  </a:lnTo>
                  <a:lnTo>
                    <a:pt x="641" y="4"/>
                  </a:lnTo>
                  <a:lnTo>
                    <a:pt x="672" y="14"/>
                  </a:lnTo>
                  <a:lnTo>
                    <a:pt x="700" y="29"/>
                  </a:lnTo>
                  <a:lnTo>
                    <a:pt x="724" y="49"/>
                  </a:lnTo>
                  <a:lnTo>
                    <a:pt x="744" y="73"/>
                  </a:lnTo>
                  <a:lnTo>
                    <a:pt x="760" y="100"/>
                  </a:lnTo>
                  <a:lnTo>
                    <a:pt x="768" y="131"/>
                  </a:lnTo>
                  <a:lnTo>
                    <a:pt x="772" y="164"/>
                  </a:lnTo>
                  <a:lnTo>
                    <a:pt x="772" y="620"/>
                  </a:lnTo>
                  <a:lnTo>
                    <a:pt x="768" y="652"/>
                  </a:lnTo>
                  <a:lnTo>
                    <a:pt x="760" y="682"/>
                  </a:lnTo>
                  <a:lnTo>
                    <a:pt x="744" y="711"/>
                  </a:lnTo>
                  <a:lnTo>
                    <a:pt x="724" y="735"/>
                  </a:lnTo>
                  <a:lnTo>
                    <a:pt x="700" y="755"/>
                  </a:lnTo>
                  <a:lnTo>
                    <a:pt x="672" y="770"/>
                  </a:lnTo>
                  <a:lnTo>
                    <a:pt x="641" y="779"/>
                  </a:lnTo>
                  <a:lnTo>
                    <a:pt x="608" y="782"/>
                  </a:lnTo>
                  <a:lnTo>
                    <a:pt x="164" y="782"/>
                  </a:lnTo>
                  <a:lnTo>
                    <a:pt x="131" y="779"/>
                  </a:lnTo>
                  <a:lnTo>
                    <a:pt x="100" y="770"/>
                  </a:lnTo>
                  <a:lnTo>
                    <a:pt x="73" y="755"/>
                  </a:lnTo>
                  <a:lnTo>
                    <a:pt x="49" y="735"/>
                  </a:lnTo>
                  <a:lnTo>
                    <a:pt x="28" y="711"/>
                  </a:lnTo>
                  <a:lnTo>
                    <a:pt x="14" y="682"/>
                  </a:lnTo>
                  <a:lnTo>
                    <a:pt x="4" y="652"/>
                  </a:lnTo>
                  <a:lnTo>
                    <a:pt x="0" y="620"/>
                  </a:lnTo>
                  <a:lnTo>
                    <a:pt x="0" y="164"/>
                  </a:lnTo>
                  <a:lnTo>
                    <a:pt x="4" y="131"/>
                  </a:lnTo>
                  <a:lnTo>
                    <a:pt x="14" y="100"/>
                  </a:lnTo>
                  <a:lnTo>
                    <a:pt x="28" y="73"/>
                  </a:lnTo>
                  <a:lnTo>
                    <a:pt x="49" y="49"/>
                  </a:lnTo>
                  <a:lnTo>
                    <a:pt x="73" y="29"/>
                  </a:lnTo>
                  <a:lnTo>
                    <a:pt x="100" y="14"/>
                  </a:lnTo>
                  <a:lnTo>
                    <a:pt x="131" y="4"/>
                  </a:lnTo>
                  <a:lnTo>
                    <a:pt x="1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9" name="Group 31"/>
          <p:cNvGrpSpPr>
            <a:grpSpLocks noChangeAspect="1"/>
          </p:cNvGrpSpPr>
          <p:nvPr/>
        </p:nvGrpSpPr>
        <p:grpSpPr bwMode="auto">
          <a:xfrm>
            <a:off x="8306869" y="3509037"/>
            <a:ext cx="224349" cy="266670"/>
            <a:chOff x="5612" y="7678"/>
            <a:chExt cx="377" cy="448"/>
          </a:xfrm>
          <a:solidFill>
            <a:schemeClr val="tx2"/>
          </a:solidFill>
        </p:grpSpPr>
        <p:sp>
          <p:nvSpPr>
            <p:cNvPr id="50" name="Freeform 33"/>
            <p:cNvSpPr>
              <a:spLocks/>
            </p:cNvSpPr>
            <p:nvPr/>
          </p:nvSpPr>
          <p:spPr bwMode="auto">
            <a:xfrm>
              <a:off x="5687" y="7678"/>
              <a:ext cx="20" cy="89"/>
            </a:xfrm>
            <a:custGeom>
              <a:avLst/>
              <a:gdLst>
                <a:gd name="T0" fmla="*/ 79 w 158"/>
                <a:gd name="T1" fmla="*/ 0 h 708"/>
                <a:gd name="T2" fmla="*/ 79 w 158"/>
                <a:gd name="T3" fmla="*/ 0 h 708"/>
                <a:gd name="T4" fmla="*/ 100 w 158"/>
                <a:gd name="T5" fmla="*/ 2 h 708"/>
                <a:gd name="T6" fmla="*/ 119 w 158"/>
                <a:gd name="T7" fmla="*/ 10 h 708"/>
                <a:gd name="T8" fmla="*/ 135 w 158"/>
                <a:gd name="T9" fmla="*/ 23 h 708"/>
                <a:gd name="T10" fmla="*/ 148 w 158"/>
                <a:gd name="T11" fmla="*/ 39 h 708"/>
                <a:gd name="T12" fmla="*/ 155 w 158"/>
                <a:gd name="T13" fmla="*/ 57 h 708"/>
                <a:gd name="T14" fmla="*/ 158 w 158"/>
                <a:gd name="T15" fmla="*/ 78 h 708"/>
                <a:gd name="T16" fmla="*/ 158 w 158"/>
                <a:gd name="T17" fmla="*/ 628 h 708"/>
                <a:gd name="T18" fmla="*/ 155 w 158"/>
                <a:gd name="T19" fmla="*/ 649 h 708"/>
                <a:gd name="T20" fmla="*/ 148 w 158"/>
                <a:gd name="T21" fmla="*/ 668 h 708"/>
                <a:gd name="T22" fmla="*/ 135 w 158"/>
                <a:gd name="T23" fmla="*/ 685 h 708"/>
                <a:gd name="T24" fmla="*/ 119 w 158"/>
                <a:gd name="T25" fmla="*/ 697 h 708"/>
                <a:gd name="T26" fmla="*/ 100 w 158"/>
                <a:gd name="T27" fmla="*/ 704 h 708"/>
                <a:gd name="T28" fmla="*/ 79 w 158"/>
                <a:gd name="T29" fmla="*/ 708 h 708"/>
                <a:gd name="T30" fmla="*/ 59 w 158"/>
                <a:gd name="T31" fmla="*/ 704 h 708"/>
                <a:gd name="T32" fmla="*/ 39 w 158"/>
                <a:gd name="T33" fmla="*/ 697 h 708"/>
                <a:gd name="T34" fmla="*/ 23 w 158"/>
                <a:gd name="T35" fmla="*/ 685 h 708"/>
                <a:gd name="T36" fmla="*/ 11 w 158"/>
                <a:gd name="T37" fmla="*/ 668 h 708"/>
                <a:gd name="T38" fmla="*/ 2 w 158"/>
                <a:gd name="T39" fmla="*/ 649 h 708"/>
                <a:gd name="T40" fmla="*/ 0 w 158"/>
                <a:gd name="T41" fmla="*/ 628 h 708"/>
                <a:gd name="T42" fmla="*/ 0 w 158"/>
                <a:gd name="T43" fmla="*/ 78 h 708"/>
                <a:gd name="T44" fmla="*/ 2 w 158"/>
                <a:gd name="T45" fmla="*/ 57 h 708"/>
                <a:gd name="T46" fmla="*/ 11 w 158"/>
                <a:gd name="T47" fmla="*/ 39 h 708"/>
                <a:gd name="T48" fmla="*/ 23 w 158"/>
                <a:gd name="T49" fmla="*/ 23 h 708"/>
                <a:gd name="T50" fmla="*/ 39 w 158"/>
                <a:gd name="T51" fmla="*/ 10 h 708"/>
                <a:gd name="T52" fmla="*/ 59 w 158"/>
                <a:gd name="T53" fmla="*/ 2 h 708"/>
                <a:gd name="T54" fmla="*/ 79 w 158"/>
                <a:gd name="T55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8" h="708">
                  <a:moveTo>
                    <a:pt x="79" y="0"/>
                  </a:moveTo>
                  <a:lnTo>
                    <a:pt x="79" y="0"/>
                  </a:lnTo>
                  <a:lnTo>
                    <a:pt x="100" y="2"/>
                  </a:lnTo>
                  <a:lnTo>
                    <a:pt x="119" y="10"/>
                  </a:lnTo>
                  <a:lnTo>
                    <a:pt x="135" y="23"/>
                  </a:lnTo>
                  <a:lnTo>
                    <a:pt x="148" y="39"/>
                  </a:lnTo>
                  <a:lnTo>
                    <a:pt x="155" y="57"/>
                  </a:lnTo>
                  <a:lnTo>
                    <a:pt x="158" y="78"/>
                  </a:lnTo>
                  <a:lnTo>
                    <a:pt x="158" y="628"/>
                  </a:lnTo>
                  <a:lnTo>
                    <a:pt x="155" y="649"/>
                  </a:lnTo>
                  <a:lnTo>
                    <a:pt x="148" y="668"/>
                  </a:lnTo>
                  <a:lnTo>
                    <a:pt x="135" y="685"/>
                  </a:lnTo>
                  <a:lnTo>
                    <a:pt x="119" y="697"/>
                  </a:lnTo>
                  <a:lnTo>
                    <a:pt x="100" y="704"/>
                  </a:lnTo>
                  <a:lnTo>
                    <a:pt x="79" y="708"/>
                  </a:lnTo>
                  <a:lnTo>
                    <a:pt x="59" y="704"/>
                  </a:lnTo>
                  <a:lnTo>
                    <a:pt x="39" y="697"/>
                  </a:lnTo>
                  <a:lnTo>
                    <a:pt x="23" y="685"/>
                  </a:lnTo>
                  <a:lnTo>
                    <a:pt x="11" y="668"/>
                  </a:lnTo>
                  <a:lnTo>
                    <a:pt x="2" y="649"/>
                  </a:lnTo>
                  <a:lnTo>
                    <a:pt x="0" y="628"/>
                  </a:lnTo>
                  <a:lnTo>
                    <a:pt x="0" y="78"/>
                  </a:lnTo>
                  <a:lnTo>
                    <a:pt x="2" y="57"/>
                  </a:lnTo>
                  <a:lnTo>
                    <a:pt x="11" y="39"/>
                  </a:lnTo>
                  <a:lnTo>
                    <a:pt x="23" y="23"/>
                  </a:lnTo>
                  <a:lnTo>
                    <a:pt x="39" y="10"/>
                  </a:lnTo>
                  <a:lnTo>
                    <a:pt x="59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Freeform 34"/>
            <p:cNvSpPr>
              <a:spLocks/>
            </p:cNvSpPr>
            <p:nvPr/>
          </p:nvSpPr>
          <p:spPr bwMode="auto">
            <a:xfrm>
              <a:off x="5740" y="7678"/>
              <a:ext cx="19" cy="89"/>
            </a:xfrm>
            <a:custGeom>
              <a:avLst/>
              <a:gdLst>
                <a:gd name="T0" fmla="*/ 79 w 157"/>
                <a:gd name="T1" fmla="*/ 0 h 708"/>
                <a:gd name="T2" fmla="*/ 79 w 157"/>
                <a:gd name="T3" fmla="*/ 0 h 708"/>
                <a:gd name="T4" fmla="*/ 100 w 157"/>
                <a:gd name="T5" fmla="*/ 2 h 708"/>
                <a:gd name="T6" fmla="*/ 119 w 157"/>
                <a:gd name="T7" fmla="*/ 10 h 708"/>
                <a:gd name="T8" fmla="*/ 134 w 157"/>
                <a:gd name="T9" fmla="*/ 23 h 708"/>
                <a:gd name="T10" fmla="*/ 147 w 157"/>
                <a:gd name="T11" fmla="*/ 39 h 708"/>
                <a:gd name="T12" fmla="*/ 155 w 157"/>
                <a:gd name="T13" fmla="*/ 57 h 708"/>
                <a:gd name="T14" fmla="*/ 157 w 157"/>
                <a:gd name="T15" fmla="*/ 78 h 708"/>
                <a:gd name="T16" fmla="*/ 157 w 157"/>
                <a:gd name="T17" fmla="*/ 628 h 708"/>
                <a:gd name="T18" fmla="*/ 155 w 157"/>
                <a:gd name="T19" fmla="*/ 649 h 708"/>
                <a:gd name="T20" fmla="*/ 147 w 157"/>
                <a:gd name="T21" fmla="*/ 668 h 708"/>
                <a:gd name="T22" fmla="*/ 134 w 157"/>
                <a:gd name="T23" fmla="*/ 685 h 708"/>
                <a:gd name="T24" fmla="*/ 119 w 157"/>
                <a:gd name="T25" fmla="*/ 697 h 708"/>
                <a:gd name="T26" fmla="*/ 100 w 157"/>
                <a:gd name="T27" fmla="*/ 704 h 708"/>
                <a:gd name="T28" fmla="*/ 79 w 157"/>
                <a:gd name="T29" fmla="*/ 708 h 708"/>
                <a:gd name="T30" fmla="*/ 58 w 157"/>
                <a:gd name="T31" fmla="*/ 704 h 708"/>
                <a:gd name="T32" fmla="*/ 38 w 157"/>
                <a:gd name="T33" fmla="*/ 697 h 708"/>
                <a:gd name="T34" fmla="*/ 23 w 157"/>
                <a:gd name="T35" fmla="*/ 685 h 708"/>
                <a:gd name="T36" fmla="*/ 11 w 157"/>
                <a:gd name="T37" fmla="*/ 668 h 708"/>
                <a:gd name="T38" fmla="*/ 3 w 157"/>
                <a:gd name="T39" fmla="*/ 649 h 708"/>
                <a:gd name="T40" fmla="*/ 0 w 157"/>
                <a:gd name="T41" fmla="*/ 628 h 708"/>
                <a:gd name="T42" fmla="*/ 0 w 157"/>
                <a:gd name="T43" fmla="*/ 78 h 708"/>
                <a:gd name="T44" fmla="*/ 3 w 157"/>
                <a:gd name="T45" fmla="*/ 57 h 708"/>
                <a:gd name="T46" fmla="*/ 11 w 157"/>
                <a:gd name="T47" fmla="*/ 39 h 708"/>
                <a:gd name="T48" fmla="*/ 23 w 157"/>
                <a:gd name="T49" fmla="*/ 23 h 708"/>
                <a:gd name="T50" fmla="*/ 38 w 157"/>
                <a:gd name="T51" fmla="*/ 10 h 708"/>
                <a:gd name="T52" fmla="*/ 58 w 157"/>
                <a:gd name="T53" fmla="*/ 2 h 708"/>
                <a:gd name="T54" fmla="*/ 79 w 157"/>
                <a:gd name="T55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7" h="708">
                  <a:moveTo>
                    <a:pt x="79" y="0"/>
                  </a:moveTo>
                  <a:lnTo>
                    <a:pt x="79" y="0"/>
                  </a:lnTo>
                  <a:lnTo>
                    <a:pt x="100" y="2"/>
                  </a:lnTo>
                  <a:lnTo>
                    <a:pt x="119" y="10"/>
                  </a:lnTo>
                  <a:lnTo>
                    <a:pt x="134" y="23"/>
                  </a:lnTo>
                  <a:lnTo>
                    <a:pt x="147" y="39"/>
                  </a:lnTo>
                  <a:lnTo>
                    <a:pt x="155" y="57"/>
                  </a:lnTo>
                  <a:lnTo>
                    <a:pt x="157" y="78"/>
                  </a:lnTo>
                  <a:lnTo>
                    <a:pt x="157" y="628"/>
                  </a:lnTo>
                  <a:lnTo>
                    <a:pt x="155" y="649"/>
                  </a:lnTo>
                  <a:lnTo>
                    <a:pt x="147" y="668"/>
                  </a:lnTo>
                  <a:lnTo>
                    <a:pt x="134" y="685"/>
                  </a:lnTo>
                  <a:lnTo>
                    <a:pt x="119" y="697"/>
                  </a:lnTo>
                  <a:lnTo>
                    <a:pt x="100" y="704"/>
                  </a:lnTo>
                  <a:lnTo>
                    <a:pt x="79" y="708"/>
                  </a:lnTo>
                  <a:lnTo>
                    <a:pt x="58" y="704"/>
                  </a:lnTo>
                  <a:lnTo>
                    <a:pt x="38" y="697"/>
                  </a:lnTo>
                  <a:lnTo>
                    <a:pt x="23" y="685"/>
                  </a:lnTo>
                  <a:lnTo>
                    <a:pt x="11" y="668"/>
                  </a:lnTo>
                  <a:lnTo>
                    <a:pt x="3" y="649"/>
                  </a:lnTo>
                  <a:lnTo>
                    <a:pt x="0" y="628"/>
                  </a:lnTo>
                  <a:lnTo>
                    <a:pt x="0" y="78"/>
                  </a:lnTo>
                  <a:lnTo>
                    <a:pt x="3" y="57"/>
                  </a:lnTo>
                  <a:lnTo>
                    <a:pt x="11" y="39"/>
                  </a:lnTo>
                  <a:lnTo>
                    <a:pt x="23" y="23"/>
                  </a:lnTo>
                  <a:lnTo>
                    <a:pt x="38" y="10"/>
                  </a:lnTo>
                  <a:lnTo>
                    <a:pt x="58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Freeform 35"/>
            <p:cNvSpPr>
              <a:spLocks/>
            </p:cNvSpPr>
            <p:nvPr/>
          </p:nvSpPr>
          <p:spPr bwMode="auto">
            <a:xfrm>
              <a:off x="5794" y="7678"/>
              <a:ext cx="19" cy="89"/>
            </a:xfrm>
            <a:custGeom>
              <a:avLst/>
              <a:gdLst>
                <a:gd name="T0" fmla="*/ 80 w 159"/>
                <a:gd name="T1" fmla="*/ 0 h 708"/>
                <a:gd name="T2" fmla="*/ 80 w 159"/>
                <a:gd name="T3" fmla="*/ 0 h 708"/>
                <a:gd name="T4" fmla="*/ 100 w 159"/>
                <a:gd name="T5" fmla="*/ 2 h 708"/>
                <a:gd name="T6" fmla="*/ 119 w 159"/>
                <a:gd name="T7" fmla="*/ 10 h 708"/>
                <a:gd name="T8" fmla="*/ 136 w 159"/>
                <a:gd name="T9" fmla="*/ 23 h 708"/>
                <a:gd name="T10" fmla="*/ 148 w 159"/>
                <a:gd name="T11" fmla="*/ 39 h 708"/>
                <a:gd name="T12" fmla="*/ 156 w 159"/>
                <a:gd name="T13" fmla="*/ 57 h 708"/>
                <a:gd name="T14" fmla="*/ 159 w 159"/>
                <a:gd name="T15" fmla="*/ 78 h 708"/>
                <a:gd name="T16" fmla="*/ 159 w 159"/>
                <a:gd name="T17" fmla="*/ 628 h 708"/>
                <a:gd name="T18" fmla="*/ 156 w 159"/>
                <a:gd name="T19" fmla="*/ 649 h 708"/>
                <a:gd name="T20" fmla="*/ 148 w 159"/>
                <a:gd name="T21" fmla="*/ 668 h 708"/>
                <a:gd name="T22" fmla="*/ 136 w 159"/>
                <a:gd name="T23" fmla="*/ 685 h 708"/>
                <a:gd name="T24" fmla="*/ 119 w 159"/>
                <a:gd name="T25" fmla="*/ 697 h 708"/>
                <a:gd name="T26" fmla="*/ 100 w 159"/>
                <a:gd name="T27" fmla="*/ 704 h 708"/>
                <a:gd name="T28" fmla="*/ 80 w 159"/>
                <a:gd name="T29" fmla="*/ 708 h 708"/>
                <a:gd name="T30" fmla="*/ 59 w 159"/>
                <a:gd name="T31" fmla="*/ 704 h 708"/>
                <a:gd name="T32" fmla="*/ 40 w 159"/>
                <a:gd name="T33" fmla="*/ 697 h 708"/>
                <a:gd name="T34" fmla="*/ 23 w 159"/>
                <a:gd name="T35" fmla="*/ 685 h 708"/>
                <a:gd name="T36" fmla="*/ 11 w 159"/>
                <a:gd name="T37" fmla="*/ 668 h 708"/>
                <a:gd name="T38" fmla="*/ 4 w 159"/>
                <a:gd name="T39" fmla="*/ 649 h 708"/>
                <a:gd name="T40" fmla="*/ 0 w 159"/>
                <a:gd name="T41" fmla="*/ 628 h 708"/>
                <a:gd name="T42" fmla="*/ 0 w 159"/>
                <a:gd name="T43" fmla="*/ 78 h 708"/>
                <a:gd name="T44" fmla="*/ 4 w 159"/>
                <a:gd name="T45" fmla="*/ 57 h 708"/>
                <a:gd name="T46" fmla="*/ 11 w 159"/>
                <a:gd name="T47" fmla="*/ 39 h 708"/>
                <a:gd name="T48" fmla="*/ 23 w 159"/>
                <a:gd name="T49" fmla="*/ 23 h 708"/>
                <a:gd name="T50" fmla="*/ 40 w 159"/>
                <a:gd name="T51" fmla="*/ 10 h 708"/>
                <a:gd name="T52" fmla="*/ 59 w 159"/>
                <a:gd name="T53" fmla="*/ 2 h 708"/>
                <a:gd name="T54" fmla="*/ 80 w 159"/>
                <a:gd name="T55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9" h="708">
                  <a:moveTo>
                    <a:pt x="80" y="0"/>
                  </a:moveTo>
                  <a:lnTo>
                    <a:pt x="80" y="0"/>
                  </a:lnTo>
                  <a:lnTo>
                    <a:pt x="100" y="2"/>
                  </a:lnTo>
                  <a:lnTo>
                    <a:pt x="119" y="10"/>
                  </a:lnTo>
                  <a:lnTo>
                    <a:pt x="136" y="23"/>
                  </a:lnTo>
                  <a:lnTo>
                    <a:pt x="148" y="39"/>
                  </a:lnTo>
                  <a:lnTo>
                    <a:pt x="156" y="57"/>
                  </a:lnTo>
                  <a:lnTo>
                    <a:pt x="159" y="78"/>
                  </a:lnTo>
                  <a:lnTo>
                    <a:pt x="159" y="628"/>
                  </a:lnTo>
                  <a:lnTo>
                    <a:pt x="156" y="649"/>
                  </a:lnTo>
                  <a:lnTo>
                    <a:pt x="148" y="668"/>
                  </a:lnTo>
                  <a:lnTo>
                    <a:pt x="136" y="685"/>
                  </a:lnTo>
                  <a:lnTo>
                    <a:pt x="119" y="697"/>
                  </a:lnTo>
                  <a:lnTo>
                    <a:pt x="100" y="704"/>
                  </a:lnTo>
                  <a:lnTo>
                    <a:pt x="80" y="708"/>
                  </a:lnTo>
                  <a:lnTo>
                    <a:pt x="59" y="704"/>
                  </a:lnTo>
                  <a:lnTo>
                    <a:pt x="40" y="697"/>
                  </a:lnTo>
                  <a:lnTo>
                    <a:pt x="23" y="685"/>
                  </a:lnTo>
                  <a:lnTo>
                    <a:pt x="11" y="668"/>
                  </a:lnTo>
                  <a:lnTo>
                    <a:pt x="4" y="649"/>
                  </a:lnTo>
                  <a:lnTo>
                    <a:pt x="0" y="628"/>
                  </a:lnTo>
                  <a:lnTo>
                    <a:pt x="0" y="78"/>
                  </a:lnTo>
                  <a:lnTo>
                    <a:pt x="4" y="57"/>
                  </a:lnTo>
                  <a:lnTo>
                    <a:pt x="11" y="39"/>
                  </a:lnTo>
                  <a:lnTo>
                    <a:pt x="23" y="23"/>
                  </a:lnTo>
                  <a:lnTo>
                    <a:pt x="40" y="10"/>
                  </a:lnTo>
                  <a:lnTo>
                    <a:pt x="59" y="2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Freeform 36"/>
            <p:cNvSpPr>
              <a:spLocks/>
            </p:cNvSpPr>
            <p:nvPr/>
          </p:nvSpPr>
          <p:spPr bwMode="auto">
            <a:xfrm>
              <a:off x="5612" y="8106"/>
              <a:ext cx="277" cy="20"/>
            </a:xfrm>
            <a:custGeom>
              <a:avLst/>
              <a:gdLst>
                <a:gd name="T0" fmla="*/ 79 w 2214"/>
                <a:gd name="T1" fmla="*/ 0 h 157"/>
                <a:gd name="T2" fmla="*/ 2135 w 2214"/>
                <a:gd name="T3" fmla="*/ 0 h 157"/>
                <a:gd name="T4" fmla="*/ 2156 w 2214"/>
                <a:gd name="T5" fmla="*/ 2 h 157"/>
                <a:gd name="T6" fmla="*/ 2174 w 2214"/>
                <a:gd name="T7" fmla="*/ 10 h 157"/>
                <a:gd name="T8" fmla="*/ 2191 w 2214"/>
                <a:gd name="T9" fmla="*/ 23 h 157"/>
                <a:gd name="T10" fmla="*/ 2203 w 2214"/>
                <a:gd name="T11" fmla="*/ 39 h 157"/>
                <a:gd name="T12" fmla="*/ 2211 w 2214"/>
                <a:gd name="T13" fmla="*/ 57 h 157"/>
                <a:gd name="T14" fmla="*/ 2214 w 2214"/>
                <a:gd name="T15" fmla="*/ 78 h 157"/>
                <a:gd name="T16" fmla="*/ 2211 w 2214"/>
                <a:gd name="T17" fmla="*/ 99 h 157"/>
                <a:gd name="T18" fmla="*/ 2203 w 2214"/>
                <a:gd name="T19" fmla="*/ 119 h 157"/>
                <a:gd name="T20" fmla="*/ 2190 w 2214"/>
                <a:gd name="T21" fmla="*/ 134 h 157"/>
                <a:gd name="T22" fmla="*/ 2174 w 2214"/>
                <a:gd name="T23" fmla="*/ 146 h 157"/>
                <a:gd name="T24" fmla="*/ 2156 w 2214"/>
                <a:gd name="T25" fmla="*/ 155 h 157"/>
                <a:gd name="T26" fmla="*/ 2135 w 2214"/>
                <a:gd name="T27" fmla="*/ 157 h 157"/>
                <a:gd name="T28" fmla="*/ 79 w 2214"/>
                <a:gd name="T29" fmla="*/ 157 h 157"/>
                <a:gd name="T30" fmla="*/ 58 w 2214"/>
                <a:gd name="T31" fmla="*/ 155 h 157"/>
                <a:gd name="T32" fmla="*/ 40 w 2214"/>
                <a:gd name="T33" fmla="*/ 146 h 157"/>
                <a:gd name="T34" fmla="*/ 23 w 2214"/>
                <a:gd name="T35" fmla="*/ 134 h 157"/>
                <a:gd name="T36" fmla="*/ 11 w 2214"/>
                <a:gd name="T37" fmla="*/ 119 h 157"/>
                <a:gd name="T38" fmla="*/ 3 w 2214"/>
                <a:gd name="T39" fmla="*/ 99 h 157"/>
                <a:gd name="T40" fmla="*/ 0 w 2214"/>
                <a:gd name="T41" fmla="*/ 78 h 157"/>
                <a:gd name="T42" fmla="*/ 0 w 2214"/>
                <a:gd name="T43" fmla="*/ 78 h 157"/>
                <a:gd name="T44" fmla="*/ 3 w 2214"/>
                <a:gd name="T45" fmla="*/ 57 h 157"/>
                <a:gd name="T46" fmla="*/ 11 w 2214"/>
                <a:gd name="T47" fmla="*/ 39 h 157"/>
                <a:gd name="T48" fmla="*/ 23 w 2214"/>
                <a:gd name="T49" fmla="*/ 23 h 157"/>
                <a:gd name="T50" fmla="*/ 40 w 2214"/>
                <a:gd name="T51" fmla="*/ 10 h 157"/>
                <a:gd name="T52" fmla="*/ 58 w 2214"/>
                <a:gd name="T53" fmla="*/ 2 h 157"/>
                <a:gd name="T54" fmla="*/ 79 w 2214"/>
                <a:gd name="T5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214" h="157">
                  <a:moveTo>
                    <a:pt x="79" y="0"/>
                  </a:moveTo>
                  <a:lnTo>
                    <a:pt x="2135" y="0"/>
                  </a:lnTo>
                  <a:lnTo>
                    <a:pt x="2156" y="2"/>
                  </a:lnTo>
                  <a:lnTo>
                    <a:pt x="2174" y="10"/>
                  </a:lnTo>
                  <a:lnTo>
                    <a:pt x="2191" y="23"/>
                  </a:lnTo>
                  <a:lnTo>
                    <a:pt x="2203" y="39"/>
                  </a:lnTo>
                  <a:lnTo>
                    <a:pt x="2211" y="57"/>
                  </a:lnTo>
                  <a:lnTo>
                    <a:pt x="2214" y="78"/>
                  </a:lnTo>
                  <a:lnTo>
                    <a:pt x="2211" y="99"/>
                  </a:lnTo>
                  <a:lnTo>
                    <a:pt x="2203" y="119"/>
                  </a:lnTo>
                  <a:lnTo>
                    <a:pt x="2190" y="134"/>
                  </a:lnTo>
                  <a:lnTo>
                    <a:pt x="2174" y="146"/>
                  </a:lnTo>
                  <a:lnTo>
                    <a:pt x="2156" y="155"/>
                  </a:lnTo>
                  <a:lnTo>
                    <a:pt x="2135" y="157"/>
                  </a:lnTo>
                  <a:lnTo>
                    <a:pt x="79" y="157"/>
                  </a:lnTo>
                  <a:lnTo>
                    <a:pt x="58" y="155"/>
                  </a:lnTo>
                  <a:lnTo>
                    <a:pt x="40" y="146"/>
                  </a:lnTo>
                  <a:lnTo>
                    <a:pt x="23" y="134"/>
                  </a:lnTo>
                  <a:lnTo>
                    <a:pt x="11" y="119"/>
                  </a:lnTo>
                  <a:lnTo>
                    <a:pt x="3" y="9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3" y="57"/>
                  </a:lnTo>
                  <a:lnTo>
                    <a:pt x="11" y="39"/>
                  </a:lnTo>
                  <a:lnTo>
                    <a:pt x="23" y="23"/>
                  </a:lnTo>
                  <a:lnTo>
                    <a:pt x="40" y="10"/>
                  </a:lnTo>
                  <a:lnTo>
                    <a:pt x="58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Freeform 37"/>
            <p:cNvSpPr>
              <a:spLocks/>
            </p:cNvSpPr>
            <p:nvPr/>
          </p:nvSpPr>
          <p:spPr bwMode="auto">
            <a:xfrm>
              <a:off x="5882" y="7833"/>
              <a:ext cx="107" cy="160"/>
            </a:xfrm>
            <a:custGeom>
              <a:avLst/>
              <a:gdLst>
                <a:gd name="T0" fmla="*/ 222 w 860"/>
                <a:gd name="T1" fmla="*/ 0 h 1274"/>
                <a:gd name="T2" fmla="*/ 351 w 860"/>
                <a:gd name="T3" fmla="*/ 14 h 1274"/>
                <a:gd name="T4" fmla="*/ 470 w 860"/>
                <a:gd name="T5" fmla="*/ 51 h 1274"/>
                <a:gd name="T6" fmla="*/ 578 w 860"/>
                <a:gd name="T7" fmla="*/ 109 h 1274"/>
                <a:gd name="T8" fmla="*/ 673 w 860"/>
                <a:gd name="T9" fmla="*/ 187 h 1274"/>
                <a:gd name="T10" fmla="*/ 751 w 860"/>
                <a:gd name="T11" fmla="*/ 282 h 1274"/>
                <a:gd name="T12" fmla="*/ 809 w 860"/>
                <a:gd name="T13" fmla="*/ 390 h 1274"/>
                <a:gd name="T14" fmla="*/ 847 w 860"/>
                <a:gd name="T15" fmla="*/ 509 h 1274"/>
                <a:gd name="T16" fmla="*/ 860 w 860"/>
                <a:gd name="T17" fmla="*/ 638 h 1274"/>
                <a:gd name="T18" fmla="*/ 847 w 860"/>
                <a:gd name="T19" fmla="*/ 765 h 1274"/>
                <a:gd name="T20" fmla="*/ 809 w 860"/>
                <a:gd name="T21" fmla="*/ 885 h 1274"/>
                <a:gd name="T22" fmla="*/ 751 w 860"/>
                <a:gd name="T23" fmla="*/ 993 h 1274"/>
                <a:gd name="T24" fmla="*/ 673 w 860"/>
                <a:gd name="T25" fmla="*/ 1088 h 1274"/>
                <a:gd name="T26" fmla="*/ 578 w 860"/>
                <a:gd name="T27" fmla="*/ 1165 h 1274"/>
                <a:gd name="T28" fmla="*/ 470 w 860"/>
                <a:gd name="T29" fmla="*/ 1224 h 1274"/>
                <a:gd name="T30" fmla="*/ 351 w 860"/>
                <a:gd name="T31" fmla="*/ 1261 h 1274"/>
                <a:gd name="T32" fmla="*/ 222 w 860"/>
                <a:gd name="T33" fmla="*/ 1274 h 1274"/>
                <a:gd name="T34" fmla="*/ 0 w 860"/>
                <a:gd name="T35" fmla="*/ 1116 h 1274"/>
                <a:gd name="T36" fmla="*/ 279 w 860"/>
                <a:gd name="T37" fmla="*/ 1113 h 1274"/>
                <a:gd name="T38" fmla="*/ 384 w 860"/>
                <a:gd name="T39" fmla="*/ 1088 h 1274"/>
                <a:gd name="T40" fmla="*/ 479 w 860"/>
                <a:gd name="T41" fmla="*/ 1042 h 1274"/>
                <a:gd name="T42" fmla="*/ 562 w 860"/>
                <a:gd name="T43" fmla="*/ 976 h 1274"/>
                <a:gd name="T44" fmla="*/ 627 w 860"/>
                <a:gd name="T45" fmla="*/ 894 h 1274"/>
                <a:gd name="T46" fmla="*/ 674 w 860"/>
                <a:gd name="T47" fmla="*/ 798 h 1274"/>
                <a:gd name="T48" fmla="*/ 698 w 860"/>
                <a:gd name="T49" fmla="*/ 693 h 1274"/>
                <a:gd name="T50" fmla="*/ 698 w 860"/>
                <a:gd name="T51" fmla="*/ 582 h 1274"/>
                <a:gd name="T52" fmla="*/ 674 w 860"/>
                <a:gd name="T53" fmla="*/ 476 h 1274"/>
                <a:gd name="T54" fmla="*/ 627 w 860"/>
                <a:gd name="T55" fmla="*/ 381 h 1274"/>
                <a:gd name="T56" fmla="*/ 562 w 860"/>
                <a:gd name="T57" fmla="*/ 299 h 1274"/>
                <a:gd name="T58" fmla="*/ 479 w 860"/>
                <a:gd name="T59" fmla="*/ 234 h 1274"/>
                <a:gd name="T60" fmla="*/ 384 w 860"/>
                <a:gd name="T61" fmla="*/ 186 h 1274"/>
                <a:gd name="T62" fmla="*/ 279 w 860"/>
                <a:gd name="T63" fmla="*/ 162 h 1274"/>
                <a:gd name="T64" fmla="*/ 0 w 860"/>
                <a:gd name="T65" fmla="*/ 159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60" h="1274">
                  <a:moveTo>
                    <a:pt x="0" y="0"/>
                  </a:moveTo>
                  <a:lnTo>
                    <a:pt x="222" y="0"/>
                  </a:lnTo>
                  <a:lnTo>
                    <a:pt x="287" y="4"/>
                  </a:lnTo>
                  <a:lnTo>
                    <a:pt x="351" y="14"/>
                  </a:lnTo>
                  <a:lnTo>
                    <a:pt x="412" y="29"/>
                  </a:lnTo>
                  <a:lnTo>
                    <a:pt x="470" y="51"/>
                  </a:lnTo>
                  <a:lnTo>
                    <a:pt x="526" y="77"/>
                  </a:lnTo>
                  <a:lnTo>
                    <a:pt x="578" y="109"/>
                  </a:lnTo>
                  <a:lnTo>
                    <a:pt x="628" y="147"/>
                  </a:lnTo>
                  <a:lnTo>
                    <a:pt x="673" y="187"/>
                  </a:lnTo>
                  <a:lnTo>
                    <a:pt x="714" y="233"/>
                  </a:lnTo>
                  <a:lnTo>
                    <a:pt x="751" y="282"/>
                  </a:lnTo>
                  <a:lnTo>
                    <a:pt x="783" y="334"/>
                  </a:lnTo>
                  <a:lnTo>
                    <a:pt x="809" y="390"/>
                  </a:lnTo>
                  <a:lnTo>
                    <a:pt x="831" y="448"/>
                  </a:lnTo>
                  <a:lnTo>
                    <a:pt x="847" y="509"/>
                  </a:lnTo>
                  <a:lnTo>
                    <a:pt x="857" y="573"/>
                  </a:lnTo>
                  <a:lnTo>
                    <a:pt x="860" y="638"/>
                  </a:lnTo>
                  <a:lnTo>
                    <a:pt x="857" y="703"/>
                  </a:lnTo>
                  <a:lnTo>
                    <a:pt x="847" y="765"/>
                  </a:lnTo>
                  <a:lnTo>
                    <a:pt x="831" y="827"/>
                  </a:lnTo>
                  <a:lnTo>
                    <a:pt x="809" y="885"/>
                  </a:lnTo>
                  <a:lnTo>
                    <a:pt x="783" y="940"/>
                  </a:lnTo>
                  <a:lnTo>
                    <a:pt x="751" y="993"/>
                  </a:lnTo>
                  <a:lnTo>
                    <a:pt x="714" y="1043"/>
                  </a:lnTo>
                  <a:lnTo>
                    <a:pt x="673" y="1088"/>
                  </a:lnTo>
                  <a:lnTo>
                    <a:pt x="628" y="1129"/>
                  </a:lnTo>
                  <a:lnTo>
                    <a:pt x="578" y="1165"/>
                  </a:lnTo>
                  <a:lnTo>
                    <a:pt x="526" y="1197"/>
                  </a:lnTo>
                  <a:lnTo>
                    <a:pt x="470" y="1224"/>
                  </a:lnTo>
                  <a:lnTo>
                    <a:pt x="412" y="1245"/>
                  </a:lnTo>
                  <a:lnTo>
                    <a:pt x="351" y="1261"/>
                  </a:lnTo>
                  <a:lnTo>
                    <a:pt x="287" y="1270"/>
                  </a:lnTo>
                  <a:lnTo>
                    <a:pt x="222" y="1274"/>
                  </a:lnTo>
                  <a:lnTo>
                    <a:pt x="0" y="1274"/>
                  </a:lnTo>
                  <a:lnTo>
                    <a:pt x="0" y="1116"/>
                  </a:lnTo>
                  <a:lnTo>
                    <a:pt x="222" y="1116"/>
                  </a:lnTo>
                  <a:lnTo>
                    <a:pt x="279" y="1113"/>
                  </a:lnTo>
                  <a:lnTo>
                    <a:pt x="333" y="1103"/>
                  </a:lnTo>
                  <a:lnTo>
                    <a:pt x="384" y="1088"/>
                  </a:lnTo>
                  <a:lnTo>
                    <a:pt x="433" y="1067"/>
                  </a:lnTo>
                  <a:lnTo>
                    <a:pt x="479" y="1042"/>
                  </a:lnTo>
                  <a:lnTo>
                    <a:pt x="522" y="1011"/>
                  </a:lnTo>
                  <a:lnTo>
                    <a:pt x="562" y="976"/>
                  </a:lnTo>
                  <a:lnTo>
                    <a:pt x="597" y="937"/>
                  </a:lnTo>
                  <a:lnTo>
                    <a:pt x="627" y="894"/>
                  </a:lnTo>
                  <a:lnTo>
                    <a:pt x="653" y="848"/>
                  </a:lnTo>
                  <a:lnTo>
                    <a:pt x="674" y="798"/>
                  </a:lnTo>
                  <a:lnTo>
                    <a:pt x="689" y="747"/>
                  </a:lnTo>
                  <a:lnTo>
                    <a:pt x="698" y="693"/>
                  </a:lnTo>
                  <a:lnTo>
                    <a:pt x="701" y="638"/>
                  </a:lnTo>
                  <a:lnTo>
                    <a:pt x="698" y="582"/>
                  </a:lnTo>
                  <a:lnTo>
                    <a:pt x="689" y="528"/>
                  </a:lnTo>
                  <a:lnTo>
                    <a:pt x="674" y="476"/>
                  </a:lnTo>
                  <a:lnTo>
                    <a:pt x="653" y="427"/>
                  </a:lnTo>
                  <a:lnTo>
                    <a:pt x="627" y="381"/>
                  </a:lnTo>
                  <a:lnTo>
                    <a:pt x="597" y="338"/>
                  </a:lnTo>
                  <a:lnTo>
                    <a:pt x="562" y="299"/>
                  </a:lnTo>
                  <a:lnTo>
                    <a:pt x="522" y="265"/>
                  </a:lnTo>
                  <a:lnTo>
                    <a:pt x="479" y="234"/>
                  </a:lnTo>
                  <a:lnTo>
                    <a:pt x="433" y="207"/>
                  </a:lnTo>
                  <a:lnTo>
                    <a:pt x="384" y="186"/>
                  </a:lnTo>
                  <a:lnTo>
                    <a:pt x="333" y="171"/>
                  </a:lnTo>
                  <a:lnTo>
                    <a:pt x="279" y="162"/>
                  </a:lnTo>
                  <a:lnTo>
                    <a:pt x="222" y="159"/>
                  </a:lnTo>
                  <a:lnTo>
                    <a:pt x="0" y="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Freeform 38"/>
            <p:cNvSpPr>
              <a:spLocks noEditPoints="1"/>
            </p:cNvSpPr>
            <p:nvPr/>
          </p:nvSpPr>
          <p:spPr bwMode="auto">
            <a:xfrm>
              <a:off x="5612" y="7788"/>
              <a:ext cx="277" cy="307"/>
            </a:xfrm>
            <a:custGeom>
              <a:avLst/>
              <a:gdLst>
                <a:gd name="T0" fmla="*/ 157 w 2214"/>
                <a:gd name="T1" fmla="*/ 1343 h 2449"/>
                <a:gd name="T2" fmla="*/ 172 w 2214"/>
                <a:gd name="T3" fmla="*/ 1505 h 2449"/>
                <a:gd name="T4" fmla="*/ 211 w 2214"/>
                <a:gd name="T5" fmla="*/ 1657 h 2449"/>
                <a:gd name="T6" fmla="*/ 275 w 2214"/>
                <a:gd name="T7" fmla="*/ 1799 h 2449"/>
                <a:gd name="T8" fmla="*/ 360 w 2214"/>
                <a:gd name="T9" fmla="*/ 1928 h 2449"/>
                <a:gd name="T10" fmla="*/ 463 w 2214"/>
                <a:gd name="T11" fmla="*/ 2040 h 2449"/>
                <a:gd name="T12" fmla="*/ 585 w 2214"/>
                <a:gd name="T13" fmla="*/ 2135 h 2449"/>
                <a:gd name="T14" fmla="*/ 720 w 2214"/>
                <a:gd name="T15" fmla="*/ 2209 h 2449"/>
                <a:gd name="T16" fmla="*/ 868 w 2214"/>
                <a:gd name="T17" fmla="*/ 2261 h 2449"/>
                <a:gd name="T18" fmla="*/ 1025 w 2214"/>
                <a:gd name="T19" fmla="*/ 2288 h 2449"/>
                <a:gd name="T20" fmla="*/ 1188 w 2214"/>
                <a:gd name="T21" fmla="*/ 2288 h 2449"/>
                <a:gd name="T22" fmla="*/ 1346 w 2214"/>
                <a:gd name="T23" fmla="*/ 2261 h 2449"/>
                <a:gd name="T24" fmla="*/ 1494 w 2214"/>
                <a:gd name="T25" fmla="*/ 2209 h 2449"/>
                <a:gd name="T26" fmla="*/ 1628 w 2214"/>
                <a:gd name="T27" fmla="*/ 2135 h 2449"/>
                <a:gd name="T28" fmla="*/ 1749 w 2214"/>
                <a:gd name="T29" fmla="*/ 2040 h 2449"/>
                <a:gd name="T30" fmla="*/ 1854 w 2214"/>
                <a:gd name="T31" fmla="*/ 1928 h 2449"/>
                <a:gd name="T32" fmla="*/ 1939 w 2214"/>
                <a:gd name="T33" fmla="*/ 1799 h 2449"/>
                <a:gd name="T34" fmla="*/ 2002 w 2214"/>
                <a:gd name="T35" fmla="*/ 1657 h 2449"/>
                <a:gd name="T36" fmla="*/ 2041 w 2214"/>
                <a:gd name="T37" fmla="*/ 1505 h 2449"/>
                <a:gd name="T38" fmla="*/ 2056 w 2214"/>
                <a:gd name="T39" fmla="*/ 1343 h 2449"/>
                <a:gd name="T40" fmla="*/ 157 w 2214"/>
                <a:gd name="T41" fmla="*/ 159 h 2449"/>
                <a:gd name="T42" fmla="*/ 2214 w 2214"/>
                <a:gd name="T43" fmla="*/ 0 h 2449"/>
                <a:gd name="T44" fmla="*/ 2211 w 2214"/>
                <a:gd name="T45" fmla="*/ 1429 h 2449"/>
                <a:gd name="T46" fmla="*/ 2184 w 2214"/>
                <a:gd name="T47" fmla="*/ 1596 h 2449"/>
                <a:gd name="T48" fmla="*/ 2135 w 2214"/>
                <a:gd name="T49" fmla="*/ 1755 h 2449"/>
                <a:gd name="T50" fmla="*/ 2062 w 2214"/>
                <a:gd name="T51" fmla="*/ 1901 h 2449"/>
                <a:gd name="T52" fmla="*/ 1970 w 2214"/>
                <a:gd name="T53" fmla="*/ 2034 h 2449"/>
                <a:gd name="T54" fmla="*/ 1860 w 2214"/>
                <a:gd name="T55" fmla="*/ 2153 h 2449"/>
                <a:gd name="T56" fmla="*/ 1734 w 2214"/>
                <a:gd name="T57" fmla="*/ 2255 h 2449"/>
                <a:gd name="T58" fmla="*/ 1593 w 2214"/>
                <a:gd name="T59" fmla="*/ 2337 h 2449"/>
                <a:gd name="T60" fmla="*/ 1440 w 2214"/>
                <a:gd name="T61" fmla="*/ 2398 h 2449"/>
                <a:gd name="T62" fmla="*/ 1277 w 2214"/>
                <a:gd name="T63" fmla="*/ 2436 h 2449"/>
                <a:gd name="T64" fmla="*/ 1106 w 2214"/>
                <a:gd name="T65" fmla="*/ 2449 h 2449"/>
                <a:gd name="T66" fmla="*/ 936 w 2214"/>
                <a:gd name="T67" fmla="*/ 2436 h 2449"/>
                <a:gd name="T68" fmla="*/ 773 w 2214"/>
                <a:gd name="T69" fmla="*/ 2398 h 2449"/>
                <a:gd name="T70" fmla="*/ 621 w 2214"/>
                <a:gd name="T71" fmla="*/ 2337 h 2449"/>
                <a:gd name="T72" fmla="*/ 480 w 2214"/>
                <a:gd name="T73" fmla="*/ 2255 h 2449"/>
                <a:gd name="T74" fmla="*/ 353 w 2214"/>
                <a:gd name="T75" fmla="*/ 2153 h 2449"/>
                <a:gd name="T76" fmla="*/ 243 w 2214"/>
                <a:gd name="T77" fmla="*/ 2034 h 2449"/>
                <a:gd name="T78" fmla="*/ 151 w 2214"/>
                <a:gd name="T79" fmla="*/ 1901 h 2449"/>
                <a:gd name="T80" fmla="*/ 79 w 2214"/>
                <a:gd name="T81" fmla="*/ 1755 h 2449"/>
                <a:gd name="T82" fmla="*/ 30 w 2214"/>
                <a:gd name="T83" fmla="*/ 1596 h 2449"/>
                <a:gd name="T84" fmla="*/ 3 w 2214"/>
                <a:gd name="T85" fmla="*/ 1429 h 2449"/>
                <a:gd name="T86" fmla="*/ 0 w 2214"/>
                <a:gd name="T87" fmla="*/ 921 h 2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14" h="2449">
                  <a:moveTo>
                    <a:pt x="157" y="159"/>
                  </a:moveTo>
                  <a:lnTo>
                    <a:pt x="157" y="1343"/>
                  </a:lnTo>
                  <a:lnTo>
                    <a:pt x="162" y="1425"/>
                  </a:lnTo>
                  <a:lnTo>
                    <a:pt x="172" y="1505"/>
                  </a:lnTo>
                  <a:lnTo>
                    <a:pt x="188" y="1582"/>
                  </a:lnTo>
                  <a:lnTo>
                    <a:pt x="211" y="1657"/>
                  </a:lnTo>
                  <a:lnTo>
                    <a:pt x="240" y="1730"/>
                  </a:lnTo>
                  <a:lnTo>
                    <a:pt x="275" y="1799"/>
                  </a:lnTo>
                  <a:lnTo>
                    <a:pt x="315" y="1865"/>
                  </a:lnTo>
                  <a:lnTo>
                    <a:pt x="360" y="1928"/>
                  </a:lnTo>
                  <a:lnTo>
                    <a:pt x="409" y="1986"/>
                  </a:lnTo>
                  <a:lnTo>
                    <a:pt x="463" y="2040"/>
                  </a:lnTo>
                  <a:lnTo>
                    <a:pt x="522" y="2089"/>
                  </a:lnTo>
                  <a:lnTo>
                    <a:pt x="585" y="2135"/>
                  </a:lnTo>
                  <a:lnTo>
                    <a:pt x="651" y="2174"/>
                  </a:lnTo>
                  <a:lnTo>
                    <a:pt x="720" y="2209"/>
                  </a:lnTo>
                  <a:lnTo>
                    <a:pt x="793" y="2238"/>
                  </a:lnTo>
                  <a:lnTo>
                    <a:pt x="868" y="2261"/>
                  </a:lnTo>
                  <a:lnTo>
                    <a:pt x="945" y="2278"/>
                  </a:lnTo>
                  <a:lnTo>
                    <a:pt x="1025" y="2288"/>
                  </a:lnTo>
                  <a:lnTo>
                    <a:pt x="1106" y="2292"/>
                  </a:lnTo>
                  <a:lnTo>
                    <a:pt x="1188" y="2288"/>
                  </a:lnTo>
                  <a:lnTo>
                    <a:pt x="1268" y="2278"/>
                  </a:lnTo>
                  <a:lnTo>
                    <a:pt x="1346" y="2261"/>
                  </a:lnTo>
                  <a:lnTo>
                    <a:pt x="1421" y="2238"/>
                  </a:lnTo>
                  <a:lnTo>
                    <a:pt x="1494" y="2209"/>
                  </a:lnTo>
                  <a:lnTo>
                    <a:pt x="1563" y="2174"/>
                  </a:lnTo>
                  <a:lnTo>
                    <a:pt x="1628" y="2135"/>
                  </a:lnTo>
                  <a:lnTo>
                    <a:pt x="1691" y="2089"/>
                  </a:lnTo>
                  <a:lnTo>
                    <a:pt x="1749" y="2040"/>
                  </a:lnTo>
                  <a:lnTo>
                    <a:pt x="1803" y="1986"/>
                  </a:lnTo>
                  <a:lnTo>
                    <a:pt x="1854" y="1928"/>
                  </a:lnTo>
                  <a:lnTo>
                    <a:pt x="1898" y="1865"/>
                  </a:lnTo>
                  <a:lnTo>
                    <a:pt x="1939" y="1799"/>
                  </a:lnTo>
                  <a:lnTo>
                    <a:pt x="1973" y="1730"/>
                  </a:lnTo>
                  <a:lnTo>
                    <a:pt x="2002" y="1657"/>
                  </a:lnTo>
                  <a:lnTo>
                    <a:pt x="2025" y="1582"/>
                  </a:lnTo>
                  <a:lnTo>
                    <a:pt x="2041" y="1505"/>
                  </a:lnTo>
                  <a:lnTo>
                    <a:pt x="2052" y="1425"/>
                  </a:lnTo>
                  <a:lnTo>
                    <a:pt x="2056" y="1343"/>
                  </a:lnTo>
                  <a:lnTo>
                    <a:pt x="2056" y="159"/>
                  </a:lnTo>
                  <a:lnTo>
                    <a:pt x="157" y="159"/>
                  </a:lnTo>
                  <a:close/>
                  <a:moveTo>
                    <a:pt x="0" y="0"/>
                  </a:moveTo>
                  <a:lnTo>
                    <a:pt x="2214" y="0"/>
                  </a:lnTo>
                  <a:lnTo>
                    <a:pt x="2214" y="1343"/>
                  </a:lnTo>
                  <a:lnTo>
                    <a:pt x="2211" y="1429"/>
                  </a:lnTo>
                  <a:lnTo>
                    <a:pt x="2201" y="1514"/>
                  </a:lnTo>
                  <a:lnTo>
                    <a:pt x="2184" y="1596"/>
                  </a:lnTo>
                  <a:lnTo>
                    <a:pt x="2162" y="1677"/>
                  </a:lnTo>
                  <a:lnTo>
                    <a:pt x="2135" y="1755"/>
                  </a:lnTo>
                  <a:lnTo>
                    <a:pt x="2101" y="1830"/>
                  </a:lnTo>
                  <a:lnTo>
                    <a:pt x="2062" y="1901"/>
                  </a:lnTo>
                  <a:lnTo>
                    <a:pt x="2018" y="1969"/>
                  </a:lnTo>
                  <a:lnTo>
                    <a:pt x="1970" y="2034"/>
                  </a:lnTo>
                  <a:lnTo>
                    <a:pt x="1917" y="2096"/>
                  </a:lnTo>
                  <a:lnTo>
                    <a:pt x="1860" y="2153"/>
                  </a:lnTo>
                  <a:lnTo>
                    <a:pt x="1799" y="2206"/>
                  </a:lnTo>
                  <a:lnTo>
                    <a:pt x="1734" y="2255"/>
                  </a:lnTo>
                  <a:lnTo>
                    <a:pt x="1665" y="2299"/>
                  </a:lnTo>
                  <a:lnTo>
                    <a:pt x="1593" y="2337"/>
                  </a:lnTo>
                  <a:lnTo>
                    <a:pt x="1518" y="2370"/>
                  </a:lnTo>
                  <a:lnTo>
                    <a:pt x="1440" y="2398"/>
                  </a:lnTo>
                  <a:lnTo>
                    <a:pt x="1360" y="2421"/>
                  </a:lnTo>
                  <a:lnTo>
                    <a:pt x="1277" y="2436"/>
                  </a:lnTo>
                  <a:lnTo>
                    <a:pt x="1193" y="2446"/>
                  </a:lnTo>
                  <a:lnTo>
                    <a:pt x="1106" y="2449"/>
                  </a:lnTo>
                  <a:lnTo>
                    <a:pt x="1021" y="2446"/>
                  </a:lnTo>
                  <a:lnTo>
                    <a:pt x="936" y="2436"/>
                  </a:lnTo>
                  <a:lnTo>
                    <a:pt x="853" y="2421"/>
                  </a:lnTo>
                  <a:lnTo>
                    <a:pt x="773" y="2398"/>
                  </a:lnTo>
                  <a:lnTo>
                    <a:pt x="696" y="2370"/>
                  </a:lnTo>
                  <a:lnTo>
                    <a:pt x="621" y="2337"/>
                  </a:lnTo>
                  <a:lnTo>
                    <a:pt x="548" y="2299"/>
                  </a:lnTo>
                  <a:lnTo>
                    <a:pt x="480" y="2255"/>
                  </a:lnTo>
                  <a:lnTo>
                    <a:pt x="415" y="2206"/>
                  </a:lnTo>
                  <a:lnTo>
                    <a:pt x="353" y="2153"/>
                  </a:lnTo>
                  <a:lnTo>
                    <a:pt x="296" y="2096"/>
                  </a:lnTo>
                  <a:lnTo>
                    <a:pt x="243" y="2034"/>
                  </a:lnTo>
                  <a:lnTo>
                    <a:pt x="195" y="1969"/>
                  </a:lnTo>
                  <a:lnTo>
                    <a:pt x="151" y="1901"/>
                  </a:lnTo>
                  <a:lnTo>
                    <a:pt x="112" y="1830"/>
                  </a:lnTo>
                  <a:lnTo>
                    <a:pt x="79" y="1755"/>
                  </a:lnTo>
                  <a:lnTo>
                    <a:pt x="52" y="1677"/>
                  </a:lnTo>
                  <a:lnTo>
                    <a:pt x="30" y="1596"/>
                  </a:lnTo>
                  <a:lnTo>
                    <a:pt x="13" y="1514"/>
                  </a:lnTo>
                  <a:lnTo>
                    <a:pt x="3" y="1429"/>
                  </a:lnTo>
                  <a:lnTo>
                    <a:pt x="0" y="1343"/>
                  </a:lnTo>
                  <a:lnTo>
                    <a:pt x="0" y="9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2" tIns="45707" rIns="91412" bIns="45707" numCol="1" anchor="t" anchorCtr="0" compatLnSpc="1">
              <a:prstTxWarp prst="textNoShape">
                <a:avLst/>
              </a:prstTxWarp>
            </a:bodyPr>
            <a:lstStyle/>
            <a:p>
              <a:pPr defTabSz="882263"/>
              <a:endParaRPr lang="es-SV" sz="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0" y="-286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92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7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4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5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35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17235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0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根据运行方式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gray">
          <a:xfrm>
            <a:off x="5073495" y="1103487"/>
            <a:ext cx="1466397" cy="889619"/>
          </a:xfrm>
          <a:custGeom>
            <a:avLst/>
            <a:gdLst/>
            <a:ahLst/>
            <a:cxnLst>
              <a:cxn ang="0">
                <a:pos x="0" y="774"/>
              </a:cxn>
              <a:cxn ang="0">
                <a:pos x="2" y="770"/>
              </a:cxn>
              <a:cxn ang="0">
                <a:pos x="8" y="754"/>
              </a:cxn>
              <a:cxn ang="0">
                <a:pos x="16" y="730"/>
              </a:cxn>
              <a:cxn ang="0">
                <a:pos x="32" y="698"/>
              </a:cxn>
              <a:cxn ang="0">
                <a:pos x="50" y="660"/>
              </a:cxn>
              <a:cxn ang="0">
                <a:pos x="76" y="618"/>
              </a:cxn>
              <a:cxn ang="0">
                <a:pos x="106" y="574"/>
              </a:cxn>
              <a:cxn ang="0">
                <a:pos x="142" y="528"/>
              </a:cxn>
              <a:cxn ang="0">
                <a:pos x="186" y="482"/>
              </a:cxn>
              <a:cxn ang="0">
                <a:pos x="236" y="438"/>
              </a:cxn>
              <a:cxn ang="0">
                <a:pos x="294" y="398"/>
              </a:cxn>
              <a:cxn ang="0">
                <a:pos x="360" y="360"/>
              </a:cxn>
              <a:cxn ang="0">
                <a:pos x="426" y="332"/>
              </a:cxn>
              <a:cxn ang="0">
                <a:pos x="488" y="314"/>
              </a:cxn>
              <a:cxn ang="0">
                <a:pos x="544" y="304"/>
              </a:cxn>
              <a:cxn ang="0">
                <a:pos x="594" y="300"/>
              </a:cxn>
              <a:cxn ang="0">
                <a:pos x="638" y="300"/>
              </a:cxn>
              <a:cxn ang="0">
                <a:pos x="678" y="304"/>
              </a:cxn>
              <a:cxn ang="0">
                <a:pos x="710" y="312"/>
              </a:cxn>
              <a:cxn ang="0">
                <a:pos x="736" y="320"/>
              </a:cxn>
              <a:cxn ang="0">
                <a:pos x="754" y="326"/>
              </a:cxn>
              <a:cxn ang="0">
                <a:pos x="766" y="332"/>
              </a:cxn>
              <a:cxn ang="0">
                <a:pos x="770" y="334"/>
              </a:cxn>
              <a:cxn ang="0">
                <a:pos x="680" y="476"/>
              </a:cxn>
              <a:cxn ang="0">
                <a:pos x="982" y="370"/>
              </a:cxn>
              <a:cxn ang="0">
                <a:pos x="912" y="0"/>
              </a:cxn>
              <a:cxn ang="0">
                <a:pos x="854" y="150"/>
              </a:cxn>
              <a:cxn ang="0">
                <a:pos x="850" y="148"/>
              </a:cxn>
              <a:cxn ang="0">
                <a:pos x="838" y="142"/>
              </a:cxn>
              <a:cxn ang="0">
                <a:pos x="822" y="134"/>
              </a:cxn>
              <a:cxn ang="0">
                <a:pos x="798" y="126"/>
              </a:cxn>
              <a:cxn ang="0">
                <a:pos x="768" y="120"/>
              </a:cxn>
              <a:cxn ang="0">
                <a:pos x="732" y="114"/>
              </a:cxn>
              <a:cxn ang="0">
                <a:pos x="692" y="110"/>
              </a:cxn>
              <a:cxn ang="0">
                <a:pos x="646" y="110"/>
              </a:cxn>
              <a:cxn ang="0">
                <a:pos x="596" y="116"/>
              </a:cxn>
              <a:cxn ang="0">
                <a:pos x="540" y="126"/>
              </a:cxn>
              <a:cxn ang="0">
                <a:pos x="482" y="146"/>
              </a:cxn>
              <a:cxn ang="0">
                <a:pos x="422" y="172"/>
              </a:cxn>
              <a:cxn ang="0">
                <a:pos x="356" y="210"/>
              </a:cxn>
              <a:cxn ang="0">
                <a:pos x="290" y="258"/>
              </a:cxn>
              <a:cxn ang="0">
                <a:pos x="230" y="310"/>
              </a:cxn>
              <a:cxn ang="0">
                <a:pos x="178" y="364"/>
              </a:cxn>
              <a:cxn ang="0">
                <a:pos x="136" y="422"/>
              </a:cxn>
              <a:cxn ang="0">
                <a:pos x="100" y="480"/>
              </a:cxn>
              <a:cxn ang="0">
                <a:pos x="72" y="536"/>
              </a:cxn>
              <a:cxn ang="0">
                <a:pos x="48" y="590"/>
              </a:cxn>
              <a:cxn ang="0">
                <a:pos x="30" y="640"/>
              </a:cxn>
              <a:cxn ang="0">
                <a:pos x="18" y="684"/>
              </a:cxn>
              <a:cxn ang="0">
                <a:pos x="8" y="722"/>
              </a:cxn>
              <a:cxn ang="0">
                <a:pos x="4" y="750"/>
              </a:cxn>
              <a:cxn ang="0">
                <a:pos x="0" y="768"/>
              </a:cxn>
              <a:cxn ang="0">
                <a:pos x="0" y="774"/>
              </a:cxn>
            </a:cxnLst>
            <a:rect l="0" t="0" r="r" b="b"/>
            <a:pathLst>
              <a:path w="982" h="774">
                <a:moveTo>
                  <a:pt x="0" y="774"/>
                </a:moveTo>
                <a:lnTo>
                  <a:pt x="2" y="770"/>
                </a:lnTo>
                <a:lnTo>
                  <a:pt x="8" y="754"/>
                </a:lnTo>
                <a:lnTo>
                  <a:pt x="16" y="730"/>
                </a:lnTo>
                <a:lnTo>
                  <a:pt x="32" y="698"/>
                </a:lnTo>
                <a:lnTo>
                  <a:pt x="50" y="660"/>
                </a:lnTo>
                <a:lnTo>
                  <a:pt x="76" y="618"/>
                </a:lnTo>
                <a:lnTo>
                  <a:pt x="106" y="574"/>
                </a:lnTo>
                <a:lnTo>
                  <a:pt x="142" y="528"/>
                </a:lnTo>
                <a:lnTo>
                  <a:pt x="186" y="482"/>
                </a:lnTo>
                <a:lnTo>
                  <a:pt x="236" y="438"/>
                </a:lnTo>
                <a:lnTo>
                  <a:pt x="294" y="398"/>
                </a:lnTo>
                <a:lnTo>
                  <a:pt x="360" y="360"/>
                </a:lnTo>
                <a:lnTo>
                  <a:pt x="426" y="332"/>
                </a:lnTo>
                <a:lnTo>
                  <a:pt x="488" y="314"/>
                </a:lnTo>
                <a:lnTo>
                  <a:pt x="544" y="304"/>
                </a:lnTo>
                <a:lnTo>
                  <a:pt x="594" y="300"/>
                </a:lnTo>
                <a:lnTo>
                  <a:pt x="638" y="300"/>
                </a:lnTo>
                <a:lnTo>
                  <a:pt x="678" y="304"/>
                </a:lnTo>
                <a:lnTo>
                  <a:pt x="710" y="312"/>
                </a:lnTo>
                <a:lnTo>
                  <a:pt x="736" y="320"/>
                </a:lnTo>
                <a:lnTo>
                  <a:pt x="754" y="326"/>
                </a:lnTo>
                <a:lnTo>
                  <a:pt x="766" y="332"/>
                </a:lnTo>
                <a:lnTo>
                  <a:pt x="770" y="334"/>
                </a:lnTo>
                <a:lnTo>
                  <a:pt x="680" y="476"/>
                </a:lnTo>
                <a:lnTo>
                  <a:pt x="982" y="370"/>
                </a:lnTo>
                <a:lnTo>
                  <a:pt x="912" y="0"/>
                </a:lnTo>
                <a:lnTo>
                  <a:pt x="854" y="150"/>
                </a:lnTo>
                <a:lnTo>
                  <a:pt x="850" y="148"/>
                </a:lnTo>
                <a:lnTo>
                  <a:pt x="838" y="142"/>
                </a:lnTo>
                <a:lnTo>
                  <a:pt x="822" y="134"/>
                </a:lnTo>
                <a:lnTo>
                  <a:pt x="798" y="126"/>
                </a:lnTo>
                <a:lnTo>
                  <a:pt x="768" y="120"/>
                </a:lnTo>
                <a:lnTo>
                  <a:pt x="732" y="114"/>
                </a:lnTo>
                <a:lnTo>
                  <a:pt x="692" y="110"/>
                </a:lnTo>
                <a:lnTo>
                  <a:pt x="646" y="110"/>
                </a:lnTo>
                <a:lnTo>
                  <a:pt x="596" y="116"/>
                </a:lnTo>
                <a:lnTo>
                  <a:pt x="540" y="126"/>
                </a:lnTo>
                <a:lnTo>
                  <a:pt x="482" y="146"/>
                </a:lnTo>
                <a:lnTo>
                  <a:pt x="422" y="172"/>
                </a:lnTo>
                <a:lnTo>
                  <a:pt x="356" y="210"/>
                </a:lnTo>
                <a:lnTo>
                  <a:pt x="290" y="258"/>
                </a:lnTo>
                <a:lnTo>
                  <a:pt x="230" y="310"/>
                </a:lnTo>
                <a:lnTo>
                  <a:pt x="178" y="364"/>
                </a:lnTo>
                <a:lnTo>
                  <a:pt x="136" y="422"/>
                </a:lnTo>
                <a:lnTo>
                  <a:pt x="100" y="480"/>
                </a:lnTo>
                <a:lnTo>
                  <a:pt x="72" y="536"/>
                </a:lnTo>
                <a:lnTo>
                  <a:pt x="48" y="590"/>
                </a:lnTo>
                <a:lnTo>
                  <a:pt x="30" y="640"/>
                </a:lnTo>
                <a:lnTo>
                  <a:pt x="18" y="684"/>
                </a:lnTo>
                <a:lnTo>
                  <a:pt x="8" y="722"/>
                </a:lnTo>
                <a:lnTo>
                  <a:pt x="4" y="750"/>
                </a:lnTo>
                <a:lnTo>
                  <a:pt x="0" y="768"/>
                </a:lnTo>
                <a:lnTo>
                  <a:pt x="0" y="774"/>
                </a:lnTo>
              </a:path>
            </a:pathLst>
          </a:custGeom>
          <a:solidFill>
            <a:schemeClr val="accent2"/>
          </a:solidFill>
          <a:ln w="1270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9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8"/>
          <p:cNvGrpSpPr/>
          <p:nvPr/>
        </p:nvGrpSpPr>
        <p:grpSpPr>
          <a:xfrm>
            <a:off x="3594801" y="1886881"/>
            <a:ext cx="1803240" cy="440532"/>
            <a:chOff x="3268663" y="2513013"/>
            <a:chExt cx="2405063" cy="587376"/>
          </a:xfrm>
          <a:solidFill>
            <a:schemeClr val="accent2"/>
          </a:solidFill>
        </p:grpSpPr>
        <p:sp>
          <p:nvSpPr>
            <p:cNvPr id="7" name="Freeform 21"/>
            <p:cNvSpPr>
              <a:spLocks/>
            </p:cNvSpPr>
            <p:nvPr/>
          </p:nvSpPr>
          <p:spPr bwMode="auto">
            <a:xfrm>
              <a:off x="3268663" y="2513013"/>
              <a:ext cx="2405063" cy="587375"/>
            </a:xfrm>
            <a:custGeom>
              <a:avLst/>
              <a:gdLst>
                <a:gd name="T0" fmla="*/ 1515 w 1515"/>
                <a:gd name="T1" fmla="*/ 124 h 370"/>
                <a:gd name="T2" fmla="*/ 1245 w 1515"/>
                <a:gd name="T3" fmla="*/ 124 h 370"/>
                <a:gd name="T4" fmla="*/ 1245 w 1515"/>
                <a:gd name="T5" fmla="*/ 0 h 370"/>
                <a:gd name="T6" fmla="*/ 269 w 1515"/>
                <a:gd name="T7" fmla="*/ 0 h 370"/>
                <a:gd name="T8" fmla="*/ 269 w 1515"/>
                <a:gd name="T9" fmla="*/ 124 h 370"/>
                <a:gd name="T10" fmla="*/ 0 w 1515"/>
                <a:gd name="T11" fmla="*/ 124 h 370"/>
                <a:gd name="T12" fmla="*/ 123 w 1515"/>
                <a:gd name="T13" fmla="*/ 247 h 370"/>
                <a:gd name="T14" fmla="*/ 0 w 1515"/>
                <a:gd name="T15" fmla="*/ 370 h 370"/>
                <a:gd name="T16" fmla="*/ 386 w 1515"/>
                <a:gd name="T17" fmla="*/ 370 h 370"/>
                <a:gd name="T18" fmla="*/ 386 w 1515"/>
                <a:gd name="T19" fmla="*/ 249 h 370"/>
                <a:gd name="T20" fmla="*/ 1128 w 1515"/>
                <a:gd name="T21" fmla="*/ 249 h 370"/>
                <a:gd name="T22" fmla="*/ 1128 w 1515"/>
                <a:gd name="T23" fmla="*/ 370 h 370"/>
                <a:gd name="T24" fmla="*/ 1515 w 1515"/>
                <a:gd name="T25" fmla="*/ 370 h 370"/>
                <a:gd name="T26" fmla="*/ 1391 w 1515"/>
                <a:gd name="T27" fmla="*/ 247 h 370"/>
                <a:gd name="T28" fmla="*/ 1515 w 1515"/>
                <a:gd name="T29" fmla="*/ 1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15" h="370">
                  <a:moveTo>
                    <a:pt x="1515" y="124"/>
                  </a:moveTo>
                  <a:lnTo>
                    <a:pt x="1245" y="124"/>
                  </a:lnTo>
                  <a:lnTo>
                    <a:pt x="1245" y="0"/>
                  </a:lnTo>
                  <a:lnTo>
                    <a:pt x="269" y="0"/>
                  </a:lnTo>
                  <a:lnTo>
                    <a:pt x="269" y="124"/>
                  </a:lnTo>
                  <a:lnTo>
                    <a:pt x="0" y="124"/>
                  </a:lnTo>
                  <a:lnTo>
                    <a:pt x="123" y="247"/>
                  </a:lnTo>
                  <a:lnTo>
                    <a:pt x="0" y="370"/>
                  </a:lnTo>
                  <a:lnTo>
                    <a:pt x="386" y="370"/>
                  </a:lnTo>
                  <a:lnTo>
                    <a:pt x="386" y="249"/>
                  </a:lnTo>
                  <a:lnTo>
                    <a:pt x="1128" y="249"/>
                  </a:lnTo>
                  <a:lnTo>
                    <a:pt x="1128" y="370"/>
                  </a:lnTo>
                  <a:lnTo>
                    <a:pt x="1515" y="370"/>
                  </a:lnTo>
                  <a:lnTo>
                    <a:pt x="1391" y="247"/>
                  </a:lnTo>
                  <a:lnTo>
                    <a:pt x="1515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auto">
            <a:xfrm>
              <a:off x="5059363" y="2892426"/>
              <a:ext cx="185738" cy="207963"/>
            </a:xfrm>
            <a:custGeom>
              <a:avLst/>
              <a:gdLst>
                <a:gd name="T0" fmla="*/ 0 w 117"/>
                <a:gd name="T1" fmla="*/ 131 h 131"/>
                <a:gd name="T2" fmla="*/ 117 w 117"/>
                <a:gd name="T3" fmla="*/ 10 h 131"/>
                <a:gd name="T4" fmla="*/ 109 w 117"/>
                <a:gd name="T5" fmla="*/ 0 h 131"/>
                <a:gd name="T6" fmla="*/ 0 w 117"/>
                <a:gd name="T7" fmla="*/ 0 h 131"/>
                <a:gd name="T8" fmla="*/ 0 w 1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31">
                  <a:moveTo>
                    <a:pt x="0" y="131"/>
                  </a:moveTo>
                  <a:lnTo>
                    <a:pt x="117" y="10"/>
                  </a:lnTo>
                  <a:lnTo>
                    <a:pt x="109" y="0"/>
                  </a:lnTo>
                  <a:lnTo>
                    <a:pt x="0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Freeform 23"/>
            <p:cNvSpPr>
              <a:spLocks/>
            </p:cNvSpPr>
            <p:nvPr/>
          </p:nvSpPr>
          <p:spPr bwMode="auto">
            <a:xfrm>
              <a:off x="3695701" y="2892426"/>
              <a:ext cx="185738" cy="207963"/>
            </a:xfrm>
            <a:custGeom>
              <a:avLst/>
              <a:gdLst>
                <a:gd name="T0" fmla="*/ 117 w 117"/>
                <a:gd name="T1" fmla="*/ 131 h 131"/>
                <a:gd name="T2" fmla="*/ 0 w 117"/>
                <a:gd name="T3" fmla="*/ 10 h 131"/>
                <a:gd name="T4" fmla="*/ 9 w 117"/>
                <a:gd name="T5" fmla="*/ 0 h 131"/>
                <a:gd name="T6" fmla="*/ 117 w 117"/>
                <a:gd name="T7" fmla="*/ 0 h 131"/>
                <a:gd name="T8" fmla="*/ 117 w 1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31">
                  <a:moveTo>
                    <a:pt x="117" y="131"/>
                  </a:moveTo>
                  <a:lnTo>
                    <a:pt x="0" y="10"/>
                  </a:lnTo>
                  <a:lnTo>
                    <a:pt x="9" y="0"/>
                  </a:lnTo>
                  <a:lnTo>
                    <a:pt x="117" y="0"/>
                  </a:lnTo>
                  <a:lnTo>
                    <a:pt x="117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2"/>
          <p:cNvGrpSpPr/>
          <p:nvPr/>
        </p:nvGrpSpPr>
        <p:grpSpPr>
          <a:xfrm>
            <a:off x="5574199" y="1886881"/>
            <a:ext cx="1805622" cy="440532"/>
            <a:chOff x="5908676" y="2513013"/>
            <a:chExt cx="2408238" cy="587376"/>
          </a:xfrm>
          <a:solidFill>
            <a:schemeClr val="accent3"/>
          </a:solidFill>
        </p:grpSpPr>
        <p:sp>
          <p:nvSpPr>
            <p:cNvPr id="11" name="Freeform 24"/>
            <p:cNvSpPr>
              <a:spLocks/>
            </p:cNvSpPr>
            <p:nvPr/>
          </p:nvSpPr>
          <p:spPr bwMode="auto">
            <a:xfrm>
              <a:off x="5908676" y="2513013"/>
              <a:ext cx="2408238" cy="587375"/>
            </a:xfrm>
            <a:custGeom>
              <a:avLst/>
              <a:gdLst>
                <a:gd name="T0" fmla="*/ 1517 w 1517"/>
                <a:gd name="T1" fmla="*/ 124 h 370"/>
                <a:gd name="T2" fmla="*/ 1245 w 1517"/>
                <a:gd name="T3" fmla="*/ 124 h 370"/>
                <a:gd name="T4" fmla="*/ 1245 w 1517"/>
                <a:gd name="T5" fmla="*/ 0 h 370"/>
                <a:gd name="T6" fmla="*/ 272 w 1517"/>
                <a:gd name="T7" fmla="*/ 0 h 370"/>
                <a:gd name="T8" fmla="*/ 272 w 1517"/>
                <a:gd name="T9" fmla="*/ 124 h 370"/>
                <a:gd name="T10" fmla="*/ 0 w 1517"/>
                <a:gd name="T11" fmla="*/ 124 h 370"/>
                <a:gd name="T12" fmla="*/ 123 w 1517"/>
                <a:gd name="T13" fmla="*/ 247 h 370"/>
                <a:gd name="T14" fmla="*/ 0 w 1517"/>
                <a:gd name="T15" fmla="*/ 370 h 370"/>
                <a:gd name="T16" fmla="*/ 389 w 1517"/>
                <a:gd name="T17" fmla="*/ 370 h 370"/>
                <a:gd name="T18" fmla="*/ 389 w 1517"/>
                <a:gd name="T19" fmla="*/ 249 h 370"/>
                <a:gd name="T20" fmla="*/ 1128 w 1517"/>
                <a:gd name="T21" fmla="*/ 249 h 370"/>
                <a:gd name="T22" fmla="*/ 1128 w 1517"/>
                <a:gd name="T23" fmla="*/ 370 h 370"/>
                <a:gd name="T24" fmla="*/ 1517 w 1517"/>
                <a:gd name="T25" fmla="*/ 370 h 370"/>
                <a:gd name="T26" fmla="*/ 1394 w 1517"/>
                <a:gd name="T27" fmla="*/ 247 h 370"/>
                <a:gd name="T28" fmla="*/ 1517 w 1517"/>
                <a:gd name="T29" fmla="*/ 1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17" h="370">
                  <a:moveTo>
                    <a:pt x="1517" y="124"/>
                  </a:moveTo>
                  <a:lnTo>
                    <a:pt x="1245" y="124"/>
                  </a:lnTo>
                  <a:lnTo>
                    <a:pt x="1245" y="0"/>
                  </a:lnTo>
                  <a:lnTo>
                    <a:pt x="272" y="0"/>
                  </a:lnTo>
                  <a:lnTo>
                    <a:pt x="272" y="124"/>
                  </a:lnTo>
                  <a:lnTo>
                    <a:pt x="0" y="124"/>
                  </a:lnTo>
                  <a:lnTo>
                    <a:pt x="123" y="247"/>
                  </a:lnTo>
                  <a:lnTo>
                    <a:pt x="0" y="370"/>
                  </a:lnTo>
                  <a:lnTo>
                    <a:pt x="389" y="370"/>
                  </a:lnTo>
                  <a:lnTo>
                    <a:pt x="389" y="249"/>
                  </a:lnTo>
                  <a:lnTo>
                    <a:pt x="1128" y="249"/>
                  </a:lnTo>
                  <a:lnTo>
                    <a:pt x="1128" y="370"/>
                  </a:lnTo>
                  <a:lnTo>
                    <a:pt x="1517" y="370"/>
                  </a:lnTo>
                  <a:lnTo>
                    <a:pt x="1394" y="247"/>
                  </a:lnTo>
                  <a:lnTo>
                    <a:pt x="1517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25"/>
            <p:cNvSpPr>
              <a:spLocks/>
            </p:cNvSpPr>
            <p:nvPr/>
          </p:nvSpPr>
          <p:spPr bwMode="auto">
            <a:xfrm>
              <a:off x="7699376" y="2892426"/>
              <a:ext cx="185738" cy="207963"/>
            </a:xfrm>
            <a:custGeom>
              <a:avLst/>
              <a:gdLst>
                <a:gd name="T0" fmla="*/ 0 w 117"/>
                <a:gd name="T1" fmla="*/ 131 h 131"/>
                <a:gd name="T2" fmla="*/ 117 w 117"/>
                <a:gd name="T3" fmla="*/ 10 h 131"/>
                <a:gd name="T4" fmla="*/ 111 w 117"/>
                <a:gd name="T5" fmla="*/ 0 h 131"/>
                <a:gd name="T6" fmla="*/ 0 w 117"/>
                <a:gd name="T7" fmla="*/ 0 h 131"/>
                <a:gd name="T8" fmla="*/ 0 w 1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31">
                  <a:moveTo>
                    <a:pt x="0" y="131"/>
                  </a:moveTo>
                  <a:lnTo>
                    <a:pt x="117" y="10"/>
                  </a:lnTo>
                  <a:lnTo>
                    <a:pt x="111" y="0"/>
                  </a:lnTo>
                  <a:lnTo>
                    <a:pt x="0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auto">
            <a:xfrm>
              <a:off x="6340476" y="2892426"/>
              <a:ext cx="185738" cy="207963"/>
            </a:xfrm>
            <a:custGeom>
              <a:avLst/>
              <a:gdLst>
                <a:gd name="T0" fmla="*/ 117 w 117"/>
                <a:gd name="T1" fmla="*/ 131 h 131"/>
                <a:gd name="T2" fmla="*/ 0 w 117"/>
                <a:gd name="T3" fmla="*/ 10 h 131"/>
                <a:gd name="T4" fmla="*/ 6 w 117"/>
                <a:gd name="T5" fmla="*/ 0 h 131"/>
                <a:gd name="T6" fmla="*/ 117 w 117"/>
                <a:gd name="T7" fmla="*/ 0 h 131"/>
                <a:gd name="T8" fmla="*/ 117 w 1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31">
                  <a:moveTo>
                    <a:pt x="117" y="131"/>
                  </a:moveTo>
                  <a:lnTo>
                    <a:pt x="0" y="10"/>
                  </a:lnTo>
                  <a:lnTo>
                    <a:pt x="6" y="0"/>
                  </a:lnTo>
                  <a:lnTo>
                    <a:pt x="117" y="0"/>
                  </a:lnTo>
                  <a:lnTo>
                    <a:pt x="117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26"/>
          <p:cNvGrpSpPr/>
          <p:nvPr/>
        </p:nvGrpSpPr>
        <p:grpSpPr>
          <a:xfrm>
            <a:off x="1602309" y="1886881"/>
            <a:ext cx="1805622" cy="440532"/>
            <a:chOff x="611188" y="2513013"/>
            <a:chExt cx="2408238" cy="587376"/>
          </a:xfrm>
          <a:solidFill>
            <a:schemeClr val="accent1"/>
          </a:solidFill>
        </p:grpSpPr>
        <p:sp>
          <p:nvSpPr>
            <p:cNvPr id="15" name="Freeform 27"/>
            <p:cNvSpPr>
              <a:spLocks/>
            </p:cNvSpPr>
            <p:nvPr/>
          </p:nvSpPr>
          <p:spPr bwMode="auto">
            <a:xfrm>
              <a:off x="611188" y="2513013"/>
              <a:ext cx="2408238" cy="587375"/>
            </a:xfrm>
            <a:custGeom>
              <a:avLst/>
              <a:gdLst>
                <a:gd name="T0" fmla="*/ 1517 w 1517"/>
                <a:gd name="T1" fmla="*/ 124 h 370"/>
                <a:gd name="T2" fmla="*/ 1245 w 1517"/>
                <a:gd name="T3" fmla="*/ 124 h 370"/>
                <a:gd name="T4" fmla="*/ 1245 w 1517"/>
                <a:gd name="T5" fmla="*/ 0 h 370"/>
                <a:gd name="T6" fmla="*/ 272 w 1517"/>
                <a:gd name="T7" fmla="*/ 0 h 370"/>
                <a:gd name="T8" fmla="*/ 272 w 1517"/>
                <a:gd name="T9" fmla="*/ 124 h 370"/>
                <a:gd name="T10" fmla="*/ 0 w 1517"/>
                <a:gd name="T11" fmla="*/ 124 h 370"/>
                <a:gd name="T12" fmla="*/ 125 w 1517"/>
                <a:gd name="T13" fmla="*/ 247 h 370"/>
                <a:gd name="T14" fmla="*/ 0 w 1517"/>
                <a:gd name="T15" fmla="*/ 370 h 370"/>
                <a:gd name="T16" fmla="*/ 389 w 1517"/>
                <a:gd name="T17" fmla="*/ 370 h 370"/>
                <a:gd name="T18" fmla="*/ 389 w 1517"/>
                <a:gd name="T19" fmla="*/ 249 h 370"/>
                <a:gd name="T20" fmla="*/ 1130 w 1517"/>
                <a:gd name="T21" fmla="*/ 249 h 370"/>
                <a:gd name="T22" fmla="*/ 1130 w 1517"/>
                <a:gd name="T23" fmla="*/ 370 h 370"/>
                <a:gd name="T24" fmla="*/ 1517 w 1517"/>
                <a:gd name="T25" fmla="*/ 370 h 370"/>
                <a:gd name="T26" fmla="*/ 1394 w 1517"/>
                <a:gd name="T27" fmla="*/ 247 h 370"/>
                <a:gd name="T28" fmla="*/ 1517 w 1517"/>
                <a:gd name="T29" fmla="*/ 1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17" h="370">
                  <a:moveTo>
                    <a:pt x="1517" y="124"/>
                  </a:moveTo>
                  <a:lnTo>
                    <a:pt x="1245" y="124"/>
                  </a:lnTo>
                  <a:lnTo>
                    <a:pt x="1245" y="0"/>
                  </a:lnTo>
                  <a:lnTo>
                    <a:pt x="272" y="0"/>
                  </a:lnTo>
                  <a:lnTo>
                    <a:pt x="272" y="124"/>
                  </a:lnTo>
                  <a:lnTo>
                    <a:pt x="0" y="124"/>
                  </a:lnTo>
                  <a:lnTo>
                    <a:pt x="125" y="247"/>
                  </a:lnTo>
                  <a:lnTo>
                    <a:pt x="0" y="370"/>
                  </a:lnTo>
                  <a:lnTo>
                    <a:pt x="389" y="370"/>
                  </a:lnTo>
                  <a:lnTo>
                    <a:pt x="389" y="249"/>
                  </a:lnTo>
                  <a:lnTo>
                    <a:pt x="1130" y="249"/>
                  </a:lnTo>
                  <a:lnTo>
                    <a:pt x="1130" y="370"/>
                  </a:lnTo>
                  <a:lnTo>
                    <a:pt x="1517" y="370"/>
                  </a:lnTo>
                  <a:lnTo>
                    <a:pt x="1394" y="247"/>
                  </a:lnTo>
                  <a:lnTo>
                    <a:pt x="1517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Freeform 28"/>
            <p:cNvSpPr>
              <a:spLocks/>
            </p:cNvSpPr>
            <p:nvPr/>
          </p:nvSpPr>
          <p:spPr bwMode="auto">
            <a:xfrm>
              <a:off x="2405063" y="2892426"/>
              <a:ext cx="182563" cy="207963"/>
            </a:xfrm>
            <a:custGeom>
              <a:avLst/>
              <a:gdLst>
                <a:gd name="T0" fmla="*/ 0 w 115"/>
                <a:gd name="T1" fmla="*/ 131 h 131"/>
                <a:gd name="T2" fmla="*/ 115 w 115"/>
                <a:gd name="T3" fmla="*/ 10 h 131"/>
                <a:gd name="T4" fmla="*/ 109 w 115"/>
                <a:gd name="T5" fmla="*/ 0 h 131"/>
                <a:gd name="T6" fmla="*/ 0 w 115"/>
                <a:gd name="T7" fmla="*/ 0 h 131"/>
                <a:gd name="T8" fmla="*/ 0 w 115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31">
                  <a:moveTo>
                    <a:pt x="0" y="131"/>
                  </a:moveTo>
                  <a:lnTo>
                    <a:pt x="115" y="10"/>
                  </a:lnTo>
                  <a:lnTo>
                    <a:pt x="109" y="0"/>
                  </a:lnTo>
                  <a:lnTo>
                    <a:pt x="0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Freeform 29"/>
            <p:cNvSpPr>
              <a:spLocks/>
            </p:cNvSpPr>
            <p:nvPr/>
          </p:nvSpPr>
          <p:spPr bwMode="auto">
            <a:xfrm>
              <a:off x="1042988" y="2892426"/>
              <a:ext cx="185738" cy="207963"/>
            </a:xfrm>
            <a:custGeom>
              <a:avLst/>
              <a:gdLst>
                <a:gd name="T0" fmla="*/ 117 w 117"/>
                <a:gd name="T1" fmla="*/ 131 h 131"/>
                <a:gd name="T2" fmla="*/ 0 w 117"/>
                <a:gd name="T3" fmla="*/ 10 h 131"/>
                <a:gd name="T4" fmla="*/ 6 w 117"/>
                <a:gd name="T5" fmla="*/ 0 h 131"/>
                <a:gd name="T6" fmla="*/ 117 w 117"/>
                <a:gd name="T7" fmla="*/ 0 h 131"/>
                <a:gd name="T8" fmla="*/ 117 w 1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31">
                  <a:moveTo>
                    <a:pt x="117" y="131"/>
                  </a:moveTo>
                  <a:lnTo>
                    <a:pt x="0" y="10"/>
                  </a:lnTo>
                  <a:lnTo>
                    <a:pt x="6" y="0"/>
                  </a:lnTo>
                  <a:lnTo>
                    <a:pt x="117" y="0"/>
                  </a:lnTo>
                  <a:lnTo>
                    <a:pt x="117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30"/>
          <p:cNvGrpSpPr/>
          <p:nvPr/>
        </p:nvGrpSpPr>
        <p:grpSpPr>
          <a:xfrm>
            <a:off x="2136735" y="1283234"/>
            <a:ext cx="716535" cy="552450"/>
            <a:chOff x="1323976" y="1708151"/>
            <a:chExt cx="955675" cy="736600"/>
          </a:xfrm>
          <a:solidFill>
            <a:schemeClr val="accent1"/>
          </a:solidFill>
        </p:grpSpPr>
        <p:sp>
          <p:nvSpPr>
            <p:cNvPr id="19" name="Freeform 30"/>
            <p:cNvSpPr>
              <a:spLocks/>
            </p:cNvSpPr>
            <p:nvPr/>
          </p:nvSpPr>
          <p:spPr bwMode="auto">
            <a:xfrm>
              <a:off x="1990726" y="1989138"/>
              <a:ext cx="209550" cy="212725"/>
            </a:xfrm>
            <a:custGeom>
              <a:avLst/>
              <a:gdLst>
                <a:gd name="T0" fmla="*/ 67 w 132"/>
                <a:gd name="T1" fmla="*/ 0 h 134"/>
                <a:gd name="T2" fmla="*/ 67 w 132"/>
                <a:gd name="T3" fmla="*/ 0 h 134"/>
                <a:gd name="T4" fmla="*/ 52 w 132"/>
                <a:gd name="T5" fmla="*/ 2 h 134"/>
                <a:gd name="T6" fmla="*/ 40 w 132"/>
                <a:gd name="T7" fmla="*/ 7 h 134"/>
                <a:gd name="T8" fmla="*/ 30 w 132"/>
                <a:gd name="T9" fmla="*/ 13 h 134"/>
                <a:gd name="T10" fmla="*/ 19 w 132"/>
                <a:gd name="T11" fmla="*/ 21 h 134"/>
                <a:gd name="T12" fmla="*/ 11 w 132"/>
                <a:gd name="T13" fmla="*/ 30 h 134"/>
                <a:gd name="T14" fmla="*/ 4 w 132"/>
                <a:gd name="T15" fmla="*/ 42 h 134"/>
                <a:gd name="T16" fmla="*/ 0 w 132"/>
                <a:gd name="T17" fmla="*/ 55 h 134"/>
                <a:gd name="T18" fmla="*/ 0 w 132"/>
                <a:gd name="T19" fmla="*/ 67 h 134"/>
                <a:gd name="T20" fmla="*/ 0 w 132"/>
                <a:gd name="T21" fmla="*/ 67 h 134"/>
                <a:gd name="T22" fmla="*/ 0 w 132"/>
                <a:gd name="T23" fmla="*/ 82 h 134"/>
                <a:gd name="T24" fmla="*/ 4 w 132"/>
                <a:gd name="T25" fmla="*/ 94 h 134"/>
                <a:gd name="T26" fmla="*/ 11 w 132"/>
                <a:gd name="T27" fmla="*/ 105 h 134"/>
                <a:gd name="T28" fmla="*/ 19 w 132"/>
                <a:gd name="T29" fmla="*/ 115 h 134"/>
                <a:gd name="T30" fmla="*/ 30 w 132"/>
                <a:gd name="T31" fmla="*/ 124 h 134"/>
                <a:gd name="T32" fmla="*/ 40 w 132"/>
                <a:gd name="T33" fmla="*/ 130 h 134"/>
                <a:gd name="T34" fmla="*/ 52 w 132"/>
                <a:gd name="T35" fmla="*/ 134 h 134"/>
                <a:gd name="T36" fmla="*/ 67 w 132"/>
                <a:gd name="T37" fmla="*/ 134 h 134"/>
                <a:gd name="T38" fmla="*/ 67 w 132"/>
                <a:gd name="T39" fmla="*/ 134 h 134"/>
                <a:gd name="T40" fmla="*/ 80 w 132"/>
                <a:gd name="T41" fmla="*/ 134 h 134"/>
                <a:gd name="T42" fmla="*/ 92 w 132"/>
                <a:gd name="T43" fmla="*/ 130 h 134"/>
                <a:gd name="T44" fmla="*/ 103 w 132"/>
                <a:gd name="T45" fmla="*/ 124 h 134"/>
                <a:gd name="T46" fmla="*/ 113 w 132"/>
                <a:gd name="T47" fmla="*/ 115 h 134"/>
                <a:gd name="T48" fmla="*/ 121 w 132"/>
                <a:gd name="T49" fmla="*/ 105 h 134"/>
                <a:gd name="T50" fmla="*/ 128 w 132"/>
                <a:gd name="T51" fmla="*/ 94 h 134"/>
                <a:gd name="T52" fmla="*/ 132 w 132"/>
                <a:gd name="T53" fmla="*/ 82 h 134"/>
                <a:gd name="T54" fmla="*/ 132 w 132"/>
                <a:gd name="T55" fmla="*/ 67 h 134"/>
                <a:gd name="T56" fmla="*/ 132 w 132"/>
                <a:gd name="T57" fmla="*/ 67 h 134"/>
                <a:gd name="T58" fmla="*/ 132 w 132"/>
                <a:gd name="T59" fmla="*/ 55 h 134"/>
                <a:gd name="T60" fmla="*/ 128 w 132"/>
                <a:gd name="T61" fmla="*/ 42 h 134"/>
                <a:gd name="T62" fmla="*/ 121 w 132"/>
                <a:gd name="T63" fmla="*/ 30 h 134"/>
                <a:gd name="T64" fmla="*/ 113 w 132"/>
                <a:gd name="T65" fmla="*/ 21 h 134"/>
                <a:gd name="T66" fmla="*/ 103 w 132"/>
                <a:gd name="T67" fmla="*/ 13 h 134"/>
                <a:gd name="T68" fmla="*/ 92 w 132"/>
                <a:gd name="T69" fmla="*/ 7 h 134"/>
                <a:gd name="T70" fmla="*/ 80 w 132"/>
                <a:gd name="T71" fmla="*/ 2 h 134"/>
                <a:gd name="T72" fmla="*/ 67 w 132"/>
                <a:gd name="T73" fmla="*/ 0 h 134"/>
                <a:gd name="T74" fmla="*/ 67 w 132"/>
                <a:gd name="T75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34">
                  <a:moveTo>
                    <a:pt x="67" y="0"/>
                  </a:moveTo>
                  <a:lnTo>
                    <a:pt x="67" y="0"/>
                  </a:lnTo>
                  <a:lnTo>
                    <a:pt x="52" y="2"/>
                  </a:lnTo>
                  <a:lnTo>
                    <a:pt x="40" y="7"/>
                  </a:lnTo>
                  <a:lnTo>
                    <a:pt x="30" y="13"/>
                  </a:lnTo>
                  <a:lnTo>
                    <a:pt x="19" y="21"/>
                  </a:lnTo>
                  <a:lnTo>
                    <a:pt x="11" y="30"/>
                  </a:lnTo>
                  <a:lnTo>
                    <a:pt x="4" y="42"/>
                  </a:lnTo>
                  <a:lnTo>
                    <a:pt x="0" y="55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82"/>
                  </a:lnTo>
                  <a:lnTo>
                    <a:pt x="4" y="94"/>
                  </a:lnTo>
                  <a:lnTo>
                    <a:pt x="11" y="105"/>
                  </a:lnTo>
                  <a:lnTo>
                    <a:pt x="19" y="115"/>
                  </a:lnTo>
                  <a:lnTo>
                    <a:pt x="30" y="124"/>
                  </a:lnTo>
                  <a:lnTo>
                    <a:pt x="40" y="130"/>
                  </a:lnTo>
                  <a:lnTo>
                    <a:pt x="52" y="134"/>
                  </a:lnTo>
                  <a:lnTo>
                    <a:pt x="67" y="134"/>
                  </a:lnTo>
                  <a:lnTo>
                    <a:pt x="67" y="134"/>
                  </a:lnTo>
                  <a:lnTo>
                    <a:pt x="80" y="134"/>
                  </a:lnTo>
                  <a:lnTo>
                    <a:pt x="92" y="130"/>
                  </a:lnTo>
                  <a:lnTo>
                    <a:pt x="103" y="124"/>
                  </a:lnTo>
                  <a:lnTo>
                    <a:pt x="113" y="115"/>
                  </a:lnTo>
                  <a:lnTo>
                    <a:pt x="121" y="105"/>
                  </a:lnTo>
                  <a:lnTo>
                    <a:pt x="128" y="94"/>
                  </a:lnTo>
                  <a:lnTo>
                    <a:pt x="132" y="82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55"/>
                  </a:lnTo>
                  <a:lnTo>
                    <a:pt x="128" y="42"/>
                  </a:lnTo>
                  <a:lnTo>
                    <a:pt x="121" y="30"/>
                  </a:lnTo>
                  <a:lnTo>
                    <a:pt x="113" y="21"/>
                  </a:lnTo>
                  <a:lnTo>
                    <a:pt x="103" y="13"/>
                  </a:lnTo>
                  <a:lnTo>
                    <a:pt x="92" y="7"/>
                  </a:lnTo>
                  <a:lnTo>
                    <a:pt x="80" y="2"/>
                  </a:lnTo>
                  <a:lnTo>
                    <a:pt x="6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Freeform 31"/>
            <p:cNvSpPr>
              <a:spLocks/>
            </p:cNvSpPr>
            <p:nvPr/>
          </p:nvSpPr>
          <p:spPr bwMode="auto">
            <a:xfrm>
              <a:off x="1974851" y="2174876"/>
              <a:ext cx="304800" cy="222250"/>
            </a:xfrm>
            <a:custGeom>
              <a:avLst/>
              <a:gdLst>
                <a:gd name="T0" fmla="*/ 136 w 192"/>
                <a:gd name="T1" fmla="*/ 0 h 140"/>
                <a:gd name="T2" fmla="*/ 136 w 192"/>
                <a:gd name="T3" fmla="*/ 0 h 140"/>
                <a:gd name="T4" fmla="*/ 123 w 192"/>
                <a:gd name="T5" fmla="*/ 13 h 140"/>
                <a:gd name="T6" fmla="*/ 111 w 192"/>
                <a:gd name="T7" fmla="*/ 21 h 140"/>
                <a:gd name="T8" fmla="*/ 94 w 192"/>
                <a:gd name="T9" fmla="*/ 28 h 140"/>
                <a:gd name="T10" fmla="*/ 77 w 192"/>
                <a:gd name="T11" fmla="*/ 28 h 140"/>
                <a:gd name="T12" fmla="*/ 77 w 192"/>
                <a:gd name="T13" fmla="*/ 28 h 140"/>
                <a:gd name="T14" fmla="*/ 58 w 192"/>
                <a:gd name="T15" fmla="*/ 28 h 140"/>
                <a:gd name="T16" fmla="*/ 42 w 192"/>
                <a:gd name="T17" fmla="*/ 21 h 140"/>
                <a:gd name="T18" fmla="*/ 29 w 192"/>
                <a:gd name="T19" fmla="*/ 13 h 140"/>
                <a:gd name="T20" fmla="*/ 17 w 192"/>
                <a:gd name="T21" fmla="*/ 0 h 140"/>
                <a:gd name="T22" fmla="*/ 17 w 192"/>
                <a:gd name="T23" fmla="*/ 0 h 140"/>
                <a:gd name="T24" fmla="*/ 0 w 192"/>
                <a:gd name="T25" fmla="*/ 15 h 140"/>
                <a:gd name="T26" fmla="*/ 0 w 192"/>
                <a:gd name="T27" fmla="*/ 15 h 140"/>
                <a:gd name="T28" fmla="*/ 10 w 192"/>
                <a:gd name="T29" fmla="*/ 28 h 140"/>
                <a:gd name="T30" fmla="*/ 21 w 192"/>
                <a:gd name="T31" fmla="*/ 40 h 140"/>
                <a:gd name="T32" fmla="*/ 29 w 192"/>
                <a:gd name="T33" fmla="*/ 55 h 140"/>
                <a:gd name="T34" fmla="*/ 37 w 192"/>
                <a:gd name="T35" fmla="*/ 69 h 140"/>
                <a:gd name="T36" fmla="*/ 42 w 192"/>
                <a:gd name="T37" fmla="*/ 86 h 140"/>
                <a:gd name="T38" fmla="*/ 48 w 192"/>
                <a:gd name="T39" fmla="*/ 103 h 140"/>
                <a:gd name="T40" fmla="*/ 50 w 192"/>
                <a:gd name="T41" fmla="*/ 122 h 140"/>
                <a:gd name="T42" fmla="*/ 52 w 192"/>
                <a:gd name="T43" fmla="*/ 140 h 140"/>
                <a:gd name="T44" fmla="*/ 190 w 192"/>
                <a:gd name="T45" fmla="*/ 140 h 140"/>
                <a:gd name="T46" fmla="*/ 190 w 192"/>
                <a:gd name="T47" fmla="*/ 140 h 140"/>
                <a:gd name="T48" fmla="*/ 192 w 192"/>
                <a:gd name="T49" fmla="*/ 119 h 140"/>
                <a:gd name="T50" fmla="*/ 192 w 192"/>
                <a:gd name="T51" fmla="*/ 119 h 140"/>
                <a:gd name="T52" fmla="*/ 192 w 192"/>
                <a:gd name="T53" fmla="*/ 101 h 140"/>
                <a:gd name="T54" fmla="*/ 188 w 192"/>
                <a:gd name="T55" fmla="*/ 84 h 140"/>
                <a:gd name="T56" fmla="*/ 184 w 192"/>
                <a:gd name="T57" fmla="*/ 67 h 140"/>
                <a:gd name="T58" fmla="*/ 177 w 192"/>
                <a:gd name="T59" fmla="*/ 51 h 140"/>
                <a:gd name="T60" fmla="*/ 169 w 192"/>
                <a:gd name="T61" fmla="*/ 36 h 140"/>
                <a:gd name="T62" fmla="*/ 159 w 192"/>
                <a:gd name="T63" fmla="*/ 21 h 140"/>
                <a:gd name="T64" fmla="*/ 148 w 192"/>
                <a:gd name="T65" fmla="*/ 11 h 140"/>
                <a:gd name="T66" fmla="*/ 136 w 192"/>
                <a:gd name="T67" fmla="*/ 0 h 140"/>
                <a:gd name="T68" fmla="*/ 136 w 192"/>
                <a:gd name="T6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2" h="140">
                  <a:moveTo>
                    <a:pt x="136" y="0"/>
                  </a:moveTo>
                  <a:lnTo>
                    <a:pt x="136" y="0"/>
                  </a:lnTo>
                  <a:lnTo>
                    <a:pt x="123" y="13"/>
                  </a:lnTo>
                  <a:lnTo>
                    <a:pt x="111" y="21"/>
                  </a:lnTo>
                  <a:lnTo>
                    <a:pt x="94" y="28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58" y="28"/>
                  </a:lnTo>
                  <a:lnTo>
                    <a:pt x="42" y="21"/>
                  </a:lnTo>
                  <a:lnTo>
                    <a:pt x="29" y="1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0" y="28"/>
                  </a:lnTo>
                  <a:lnTo>
                    <a:pt x="21" y="40"/>
                  </a:lnTo>
                  <a:lnTo>
                    <a:pt x="29" y="55"/>
                  </a:lnTo>
                  <a:lnTo>
                    <a:pt x="37" y="69"/>
                  </a:lnTo>
                  <a:lnTo>
                    <a:pt x="42" y="86"/>
                  </a:lnTo>
                  <a:lnTo>
                    <a:pt x="48" y="103"/>
                  </a:lnTo>
                  <a:lnTo>
                    <a:pt x="50" y="122"/>
                  </a:lnTo>
                  <a:lnTo>
                    <a:pt x="52" y="140"/>
                  </a:lnTo>
                  <a:lnTo>
                    <a:pt x="190" y="140"/>
                  </a:lnTo>
                  <a:lnTo>
                    <a:pt x="190" y="140"/>
                  </a:lnTo>
                  <a:lnTo>
                    <a:pt x="192" y="119"/>
                  </a:lnTo>
                  <a:lnTo>
                    <a:pt x="192" y="119"/>
                  </a:lnTo>
                  <a:lnTo>
                    <a:pt x="192" y="101"/>
                  </a:lnTo>
                  <a:lnTo>
                    <a:pt x="188" y="84"/>
                  </a:lnTo>
                  <a:lnTo>
                    <a:pt x="184" y="67"/>
                  </a:lnTo>
                  <a:lnTo>
                    <a:pt x="177" y="51"/>
                  </a:lnTo>
                  <a:lnTo>
                    <a:pt x="169" y="36"/>
                  </a:lnTo>
                  <a:lnTo>
                    <a:pt x="159" y="21"/>
                  </a:lnTo>
                  <a:lnTo>
                    <a:pt x="148" y="11"/>
                  </a:lnTo>
                  <a:lnTo>
                    <a:pt x="136" y="0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1400176" y="1989138"/>
              <a:ext cx="212725" cy="212725"/>
            </a:xfrm>
            <a:custGeom>
              <a:avLst/>
              <a:gdLst>
                <a:gd name="T0" fmla="*/ 67 w 134"/>
                <a:gd name="T1" fmla="*/ 134 h 134"/>
                <a:gd name="T2" fmla="*/ 67 w 134"/>
                <a:gd name="T3" fmla="*/ 134 h 134"/>
                <a:gd name="T4" fmla="*/ 82 w 134"/>
                <a:gd name="T5" fmla="*/ 134 h 134"/>
                <a:gd name="T6" fmla="*/ 94 w 134"/>
                <a:gd name="T7" fmla="*/ 130 h 134"/>
                <a:gd name="T8" fmla="*/ 105 w 134"/>
                <a:gd name="T9" fmla="*/ 124 h 134"/>
                <a:gd name="T10" fmla="*/ 115 w 134"/>
                <a:gd name="T11" fmla="*/ 115 h 134"/>
                <a:gd name="T12" fmla="*/ 124 w 134"/>
                <a:gd name="T13" fmla="*/ 105 h 134"/>
                <a:gd name="T14" fmla="*/ 130 w 134"/>
                <a:gd name="T15" fmla="*/ 94 h 134"/>
                <a:gd name="T16" fmla="*/ 132 w 134"/>
                <a:gd name="T17" fmla="*/ 82 h 134"/>
                <a:gd name="T18" fmla="*/ 134 w 134"/>
                <a:gd name="T19" fmla="*/ 67 h 134"/>
                <a:gd name="T20" fmla="*/ 134 w 134"/>
                <a:gd name="T21" fmla="*/ 67 h 134"/>
                <a:gd name="T22" fmla="*/ 132 w 134"/>
                <a:gd name="T23" fmla="*/ 55 h 134"/>
                <a:gd name="T24" fmla="*/ 130 w 134"/>
                <a:gd name="T25" fmla="*/ 42 h 134"/>
                <a:gd name="T26" fmla="*/ 124 w 134"/>
                <a:gd name="T27" fmla="*/ 30 h 134"/>
                <a:gd name="T28" fmla="*/ 115 w 134"/>
                <a:gd name="T29" fmla="*/ 21 h 134"/>
                <a:gd name="T30" fmla="*/ 105 w 134"/>
                <a:gd name="T31" fmla="*/ 13 h 134"/>
                <a:gd name="T32" fmla="*/ 94 w 134"/>
                <a:gd name="T33" fmla="*/ 7 h 134"/>
                <a:gd name="T34" fmla="*/ 82 w 134"/>
                <a:gd name="T35" fmla="*/ 2 h 134"/>
                <a:gd name="T36" fmla="*/ 67 w 134"/>
                <a:gd name="T37" fmla="*/ 0 h 134"/>
                <a:gd name="T38" fmla="*/ 67 w 134"/>
                <a:gd name="T39" fmla="*/ 0 h 134"/>
                <a:gd name="T40" fmla="*/ 55 w 134"/>
                <a:gd name="T41" fmla="*/ 2 h 134"/>
                <a:gd name="T42" fmla="*/ 42 w 134"/>
                <a:gd name="T43" fmla="*/ 7 h 134"/>
                <a:gd name="T44" fmla="*/ 30 w 134"/>
                <a:gd name="T45" fmla="*/ 13 h 134"/>
                <a:gd name="T46" fmla="*/ 21 w 134"/>
                <a:gd name="T47" fmla="*/ 21 h 134"/>
                <a:gd name="T48" fmla="*/ 13 w 134"/>
                <a:gd name="T49" fmla="*/ 30 h 134"/>
                <a:gd name="T50" fmla="*/ 7 w 134"/>
                <a:gd name="T51" fmla="*/ 42 h 134"/>
                <a:gd name="T52" fmla="*/ 2 w 134"/>
                <a:gd name="T53" fmla="*/ 55 h 134"/>
                <a:gd name="T54" fmla="*/ 0 w 134"/>
                <a:gd name="T55" fmla="*/ 67 h 134"/>
                <a:gd name="T56" fmla="*/ 0 w 134"/>
                <a:gd name="T57" fmla="*/ 67 h 134"/>
                <a:gd name="T58" fmla="*/ 2 w 134"/>
                <a:gd name="T59" fmla="*/ 82 h 134"/>
                <a:gd name="T60" fmla="*/ 7 w 134"/>
                <a:gd name="T61" fmla="*/ 94 h 134"/>
                <a:gd name="T62" fmla="*/ 13 w 134"/>
                <a:gd name="T63" fmla="*/ 105 h 134"/>
                <a:gd name="T64" fmla="*/ 21 w 134"/>
                <a:gd name="T65" fmla="*/ 115 h 134"/>
                <a:gd name="T66" fmla="*/ 30 w 134"/>
                <a:gd name="T67" fmla="*/ 124 h 134"/>
                <a:gd name="T68" fmla="*/ 42 w 134"/>
                <a:gd name="T69" fmla="*/ 130 h 134"/>
                <a:gd name="T70" fmla="*/ 55 w 134"/>
                <a:gd name="T71" fmla="*/ 134 h 134"/>
                <a:gd name="T72" fmla="*/ 67 w 134"/>
                <a:gd name="T73" fmla="*/ 134 h 134"/>
                <a:gd name="T74" fmla="*/ 67 w 134"/>
                <a:gd name="T7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4" h="134">
                  <a:moveTo>
                    <a:pt x="67" y="134"/>
                  </a:moveTo>
                  <a:lnTo>
                    <a:pt x="67" y="134"/>
                  </a:lnTo>
                  <a:lnTo>
                    <a:pt x="82" y="134"/>
                  </a:lnTo>
                  <a:lnTo>
                    <a:pt x="94" y="130"/>
                  </a:lnTo>
                  <a:lnTo>
                    <a:pt x="105" y="124"/>
                  </a:lnTo>
                  <a:lnTo>
                    <a:pt x="115" y="115"/>
                  </a:lnTo>
                  <a:lnTo>
                    <a:pt x="124" y="105"/>
                  </a:lnTo>
                  <a:lnTo>
                    <a:pt x="130" y="94"/>
                  </a:lnTo>
                  <a:lnTo>
                    <a:pt x="132" y="82"/>
                  </a:lnTo>
                  <a:lnTo>
                    <a:pt x="134" y="67"/>
                  </a:lnTo>
                  <a:lnTo>
                    <a:pt x="134" y="67"/>
                  </a:lnTo>
                  <a:lnTo>
                    <a:pt x="132" y="55"/>
                  </a:lnTo>
                  <a:lnTo>
                    <a:pt x="130" y="42"/>
                  </a:lnTo>
                  <a:lnTo>
                    <a:pt x="124" y="30"/>
                  </a:lnTo>
                  <a:lnTo>
                    <a:pt x="115" y="21"/>
                  </a:lnTo>
                  <a:lnTo>
                    <a:pt x="105" y="13"/>
                  </a:lnTo>
                  <a:lnTo>
                    <a:pt x="94" y="7"/>
                  </a:lnTo>
                  <a:lnTo>
                    <a:pt x="82" y="2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55" y="2"/>
                  </a:lnTo>
                  <a:lnTo>
                    <a:pt x="42" y="7"/>
                  </a:lnTo>
                  <a:lnTo>
                    <a:pt x="30" y="13"/>
                  </a:lnTo>
                  <a:lnTo>
                    <a:pt x="21" y="21"/>
                  </a:lnTo>
                  <a:lnTo>
                    <a:pt x="13" y="30"/>
                  </a:lnTo>
                  <a:lnTo>
                    <a:pt x="7" y="42"/>
                  </a:lnTo>
                  <a:lnTo>
                    <a:pt x="2" y="55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82"/>
                  </a:lnTo>
                  <a:lnTo>
                    <a:pt x="7" y="94"/>
                  </a:lnTo>
                  <a:lnTo>
                    <a:pt x="13" y="105"/>
                  </a:lnTo>
                  <a:lnTo>
                    <a:pt x="21" y="115"/>
                  </a:lnTo>
                  <a:lnTo>
                    <a:pt x="30" y="124"/>
                  </a:lnTo>
                  <a:lnTo>
                    <a:pt x="42" y="130"/>
                  </a:lnTo>
                  <a:lnTo>
                    <a:pt x="55" y="134"/>
                  </a:lnTo>
                  <a:lnTo>
                    <a:pt x="67" y="134"/>
                  </a:lnTo>
                  <a:lnTo>
                    <a:pt x="67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Freeform 33"/>
            <p:cNvSpPr>
              <a:spLocks/>
            </p:cNvSpPr>
            <p:nvPr/>
          </p:nvSpPr>
          <p:spPr bwMode="auto">
            <a:xfrm>
              <a:off x="1323976" y="2174876"/>
              <a:ext cx="301625" cy="222250"/>
            </a:xfrm>
            <a:custGeom>
              <a:avLst/>
              <a:gdLst>
                <a:gd name="T0" fmla="*/ 176 w 190"/>
                <a:gd name="T1" fmla="*/ 0 h 140"/>
                <a:gd name="T2" fmla="*/ 176 w 190"/>
                <a:gd name="T3" fmla="*/ 0 h 140"/>
                <a:gd name="T4" fmla="*/ 163 w 190"/>
                <a:gd name="T5" fmla="*/ 13 h 140"/>
                <a:gd name="T6" fmla="*/ 149 w 190"/>
                <a:gd name="T7" fmla="*/ 21 h 140"/>
                <a:gd name="T8" fmla="*/ 134 w 190"/>
                <a:gd name="T9" fmla="*/ 28 h 140"/>
                <a:gd name="T10" fmla="*/ 115 w 190"/>
                <a:gd name="T11" fmla="*/ 28 h 140"/>
                <a:gd name="T12" fmla="*/ 115 w 190"/>
                <a:gd name="T13" fmla="*/ 28 h 140"/>
                <a:gd name="T14" fmla="*/ 98 w 190"/>
                <a:gd name="T15" fmla="*/ 28 h 140"/>
                <a:gd name="T16" fmla="*/ 82 w 190"/>
                <a:gd name="T17" fmla="*/ 21 h 140"/>
                <a:gd name="T18" fmla="*/ 67 w 190"/>
                <a:gd name="T19" fmla="*/ 13 h 140"/>
                <a:gd name="T20" fmla="*/ 57 w 190"/>
                <a:gd name="T21" fmla="*/ 0 h 140"/>
                <a:gd name="T22" fmla="*/ 57 w 190"/>
                <a:gd name="T23" fmla="*/ 0 h 140"/>
                <a:gd name="T24" fmla="*/ 44 w 190"/>
                <a:gd name="T25" fmla="*/ 11 h 140"/>
                <a:gd name="T26" fmla="*/ 34 w 190"/>
                <a:gd name="T27" fmla="*/ 21 h 140"/>
                <a:gd name="T28" fmla="*/ 23 w 190"/>
                <a:gd name="T29" fmla="*/ 36 h 140"/>
                <a:gd name="T30" fmla="*/ 15 w 190"/>
                <a:gd name="T31" fmla="*/ 51 h 140"/>
                <a:gd name="T32" fmla="*/ 9 w 190"/>
                <a:gd name="T33" fmla="*/ 67 h 140"/>
                <a:gd name="T34" fmla="*/ 4 w 190"/>
                <a:gd name="T35" fmla="*/ 84 h 140"/>
                <a:gd name="T36" fmla="*/ 0 w 190"/>
                <a:gd name="T37" fmla="*/ 101 h 140"/>
                <a:gd name="T38" fmla="*/ 0 w 190"/>
                <a:gd name="T39" fmla="*/ 119 h 140"/>
                <a:gd name="T40" fmla="*/ 0 w 190"/>
                <a:gd name="T41" fmla="*/ 119 h 140"/>
                <a:gd name="T42" fmla="*/ 0 w 190"/>
                <a:gd name="T43" fmla="*/ 140 h 140"/>
                <a:gd name="T44" fmla="*/ 140 w 190"/>
                <a:gd name="T45" fmla="*/ 140 h 140"/>
                <a:gd name="T46" fmla="*/ 140 w 190"/>
                <a:gd name="T47" fmla="*/ 140 h 140"/>
                <a:gd name="T48" fmla="*/ 142 w 190"/>
                <a:gd name="T49" fmla="*/ 122 h 140"/>
                <a:gd name="T50" fmla="*/ 144 w 190"/>
                <a:gd name="T51" fmla="*/ 103 h 140"/>
                <a:gd name="T52" fmla="*/ 149 w 190"/>
                <a:gd name="T53" fmla="*/ 86 h 140"/>
                <a:gd name="T54" fmla="*/ 155 w 190"/>
                <a:gd name="T55" fmla="*/ 69 h 140"/>
                <a:gd name="T56" fmla="*/ 163 w 190"/>
                <a:gd name="T57" fmla="*/ 55 h 140"/>
                <a:gd name="T58" fmla="*/ 172 w 190"/>
                <a:gd name="T59" fmla="*/ 40 h 140"/>
                <a:gd name="T60" fmla="*/ 180 w 190"/>
                <a:gd name="T61" fmla="*/ 28 h 140"/>
                <a:gd name="T62" fmla="*/ 190 w 190"/>
                <a:gd name="T63" fmla="*/ 15 h 140"/>
                <a:gd name="T64" fmla="*/ 190 w 190"/>
                <a:gd name="T65" fmla="*/ 15 h 140"/>
                <a:gd name="T66" fmla="*/ 176 w 190"/>
                <a:gd name="T67" fmla="*/ 0 h 140"/>
                <a:gd name="T68" fmla="*/ 176 w 190"/>
                <a:gd name="T6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0" h="140">
                  <a:moveTo>
                    <a:pt x="176" y="0"/>
                  </a:moveTo>
                  <a:lnTo>
                    <a:pt x="176" y="0"/>
                  </a:lnTo>
                  <a:lnTo>
                    <a:pt x="163" y="13"/>
                  </a:lnTo>
                  <a:lnTo>
                    <a:pt x="149" y="21"/>
                  </a:lnTo>
                  <a:lnTo>
                    <a:pt x="134" y="28"/>
                  </a:lnTo>
                  <a:lnTo>
                    <a:pt x="115" y="28"/>
                  </a:lnTo>
                  <a:lnTo>
                    <a:pt x="115" y="28"/>
                  </a:lnTo>
                  <a:lnTo>
                    <a:pt x="98" y="28"/>
                  </a:lnTo>
                  <a:lnTo>
                    <a:pt x="82" y="21"/>
                  </a:lnTo>
                  <a:lnTo>
                    <a:pt x="67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44" y="11"/>
                  </a:lnTo>
                  <a:lnTo>
                    <a:pt x="34" y="21"/>
                  </a:lnTo>
                  <a:lnTo>
                    <a:pt x="23" y="36"/>
                  </a:lnTo>
                  <a:lnTo>
                    <a:pt x="15" y="51"/>
                  </a:lnTo>
                  <a:lnTo>
                    <a:pt x="9" y="67"/>
                  </a:lnTo>
                  <a:lnTo>
                    <a:pt x="4" y="84"/>
                  </a:lnTo>
                  <a:lnTo>
                    <a:pt x="0" y="10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40"/>
                  </a:lnTo>
                  <a:lnTo>
                    <a:pt x="140" y="140"/>
                  </a:lnTo>
                  <a:lnTo>
                    <a:pt x="140" y="140"/>
                  </a:lnTo>
                  <a:lnTo>
                    <a:pt x="142" y="122"/>
                  </a:lnTo>
                  <a:lnTo>
                    <a:pt x="144" y="103"/>
                  </a:lnTo>
                  <a:lnTo>
                    <a:pt x="149" y="86"/>
                  </a:lnTo>
                  <a:lnTo>
                    <a:pt x="155" y="69"/>
                  </a:lnTo>
                  <a:lnTo>
                    <a:pt x="163" y="55"/>
                  </a:lnTo>
                  <a:lnTo>
                    <a:pt x="172" y="40"/>
                  </a:lnTo>
                  <a:lnTo>
                    <a:pt x="180" y="28"/>
                  </a:lnTo>
                  <a:lnTo>
                    <a:pt x="190" y="15"/>
                  </a:lnTo>
                  <a:lnTo>
                    <a:pt x="190" y="15"/>
                  </a:lnTo>
                  <a:lnTo>
                    <a:pt x="176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Freeform 34"/>
            <p:cNvSpPr>
              <a:spLocks/>
            </p:cNvSpPr>
            <p:nvPr/>
          </p:nvSpPr>
          <p:spPr bwMode="auto">
            <a:xfrm>
              <a:off x="1673226" y="1949451"/>
              <a:ext cx="258763" cy="258763"/>
            </a:xfrm>
            <a:custGeom>
              <a:avLst/>
              <a:gdLst>
                <a:gd name="T0" fmla="*/ 81 w 163"/>
                <a:gd name="T1" fmla="*/ 163 h 163"/>
                <a:gd name="T2" fmla="*/ 81 w 163"/>
                <a:gd name="T3" fmla="*/ 163 h 163"/>
                <a:gd name="T4" fmla="*/ 98 w 163"/>
                <a:gd name="T5" fmla="*/ 161 h 163"/>
                <a:gd name="T6" fmla="*/ 112 w 163"/>
                <a:gd name="T7" fmla="*/ 157 h 163"/>
                <a:gd name="T8" fmla="*/ 127 w 163"/>
                <a:gd name="T9" fmla="*/ 149 h 163"/>
                <a:gd name="T10" fmla="*/ 138 w 163"/>
                <a:gd name="T11" fmla="*/ 138 h 163"/>
                <a:gd name="T12" fmla="*/ 148 w 163"/>
                <a:gd name="T13" fmla="*/ 126 h 163"/>
                <a:gd name="T14" fmla="*/ 156 w 163"/>
                <a:gd name="T15" fmla="*/ 113 h 163"/>
                <a:gd name="T16" fmla="*/ 161 w 163"/>
                <a:gd name="T17" fmla="*/ 99 h 163"/>
                <a:gd name="T18" fmla="*/ 163 w 163"/>
                <a:gd name="T19" fmla="*/ 82 h 163"/>
                <a:gd name="T20" fmla="*/ 163 w 163"/>
                <a:gd name="T21" fmla="*/ 82 h 163"/>
                <a:gd name="T22" fmla="*/ 161 w 163"/>
                <a:gd name="T23" fmla="*/ 65 h 163"/>
                <a:gd name="T24" fmla="*/ 156 w 163"/>
                <a:gd name="T25" fmla="*/ 50 h 163"/>
                <a:gd name="T26" fmla="*/ 148 w 163"/>
                <a:gd name="T27" fmla="*/ 36 h 163"/>
                <a:gd name="T28" fmla="*/ 138 w 163"/>
                <a:gd name="T29" fmla="*/ 23 h 163"/>
                <a:gd name="T30" fmla="*/ 127 w 163"/>
                <a:gd name="T31" fmla="*/ 15 h 163"/>
                <a:gd name="T32" fmla="*/ 112 w 163"/>
                <a:gd name="T33" fmla="*/ 7 h 163"/>
                <a:gd name="T34" fmla="*/ 98 w 163"/>
                <a:gd name="T35" fmla="*/ 2 h 163"/>
                <a:gd name="T36" fmla="*/ 81 w 163"/>
                <a:gd name="T37" fmla="*/ 0 h 163"/>
                <a:gd name="T38" fmla="*/ 81 w 163"/>
                <a:gd name="T39" fmla="*/ 0 h 163"/>
                <a:gd name="T40" fmla="*/ 64 w 163"/>
                <a:gd name="T41" fmla="*/ 2 h 163"/>
                <a:gd name="T42" fmla="*/ 50 w 163"/>
                <a:gd name="T43" fmla="*/ 7 h 163"/>
                <a:gd name="T44" fmla="*/ 35 w 163"/>
                <a:gd name="T45" fmla="*/ 15 h 163"/>
                <a:gd name="T46" fmla="*/ 23 w 163"/>
                <a:gd name="T47" fmla="*/ 23 h 163"/>
                <a:gd name="T48" fmla="*/ 14 w 163"/>
                <a:gd name="T49" fmla="*/ 36 h 163"/>
                <a:gd name="T50" fmla="*/ 6 w 163"/>
                <a:gd name="T51" fmla="*/ 50 h 163"/>
                <a:gd name="T52" fmla="*/ 2 w 163"/>
                <a:gd name="T53" fmla="*/ 65 h 163"/>
                <a:gd name="T54" fmla="*/ 0 w 163"/>
                <a:gd name="T55" fmla="*/ 82 h 163"/>
                <a:gd name="T56" fmla="*/ 0 w 163"/>
                <a:gd name="T57" fmla="*/ 82 h 163"/>
                <a:gd name="T58" fmla="*/ 2 w 163"/>
                <a:gd name="T59" fmla="*/ 99 h 163"/>
                <a:gd name="T60" fmla="*/ 6 w 163"/>
                <a:gd name="T61" fmla="*/ 113 h 163"/>
                <a:gd name="T62" fmla="*/ 14 w 163"/>
                <a:gd name="T63" fmla="*/ 126 h 163"/>
                <a:gd name="T64" fmla="*/ 23 w 163"/>
                <a:gd name="T65" fmla="*/ 138 h 163"/>
                <a:gd name="T66" fmla="*/ 35 w 163"/>
                <a:gd name="T67" fmla="*/ 149 h 163"/>
                <a:gd name="T68" fmla="*/ 50 w 163"/>
                <a:gd name="T69" fmla="*/ 157 h 163"/>
                <a:gd name="T70" fmla="*/ 64 w 163"/>
                <a:gd name="T71" fmla="*/ 161 h 163"/>
                <a:gd name="T72" fmla="*/ 81 w 163"/>
                <a:gd name="T73" fmla="*/ 163 h 163"/>
                <a:gd name="T74" fmla="*/ 81 w 163"/>
                <a:gd name="T75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3" h="163">
                  <a:moveTo>
                    <a:pt x="81" y="163"/>
                  </a:moveTo>
                  <a:lnTo>
                    <a:pt x="81" y="163"/>
                  </a:lnTo>
                  <a:lnTo>
                    <a:pt x="98" y="161"/>
                  </a:lnTo>
                  <a:lnTo>
                    <a:pt x="112" y="157"/>
                  </a:lnTo>
                  <a:lnTo>
                    <a:pt x="127" y="149"/>
                  </a:lnTo>
                  <a:lnTo>
                    <a:pt x="138" y="138"/>
                  </a:lnTo>
                  <a:lnTo>
                    <a:pt x="148" y="126"/>
                  </a:lnTo>
                  <a:lnTo>
                    <a:pt x="156" y="113"/>
                  </a:lnTo>
                  <a:lnTo>
                    <a:pt x="161" y="99"/>
                  </a:lnTo>
                  <a:lnTo>
                    <a:pt x="163" y="82"/>
                  </a:lnTo>
                  <a:lnTo>
                    <a:pt x="163" y="82"/>
                  </a:lnTo>
                  <a:lnTo>
                    <a:pt x="161" y="65"/>
                  </a:lnTo>
                  <a:lnTo>
                    <a:pt x="156" y="50"/>
                  </a:lnTo>
                  <a:lnTo>
                    <a:pt x="148" y="36"/>
                  </a:lnTo>
                  <a:lnTo>
                    <a:pt x="138" y="23"/>
                  </a:lnTo>
                  <a:lnTo>
                    <a:pt x="127" y="15"/>
                  </a:lnTo>
                  <a:lnTo>
                    <a:pt x="112" y="7"/>
                  </a:lnTo>
                  <a:lnTo>
                    <a:pt x="98" y="2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64" y="2"/>
                  </a:lnTo>
                  <a:lnTo>
                    <a:pt x="50" y="7"/>
                  </a:lnTo>
                  <a:lnTo>
                    <a:pt x="35" y="15"/>
                  </a:lnTo>
                  <a:lnTo>
                    <a:pt x="23" y="23"/>
                  </a:lnTo>
                  <a:lnTo>
                    <a:pt x="14" y="36"/>
                  </a:lnTo>
                  <a:lnTo>
                    <a:pt x="6" y="50"/>
                  </a:lnTo>
                  <a:lnTo>
                    <a:pt x="2" y="65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2" y="99"/>
                  </a:lnTo>
                  <a:lnTo>
                    <a:pt x="6" y="113"/>
                  </a:lnTo>
                  <a:lnTo>
                    <a:pt x="14" y="126"/>
                  </a:lnTo>
                  <a:lnTo>
                    <a:pt x="23" y="138"/>
                  </a:lnTo>
                  <a:lnTo>
                    <a:pt x="35" y="149"/>
                  </a:lnTo>
                  <a:lnTo>
                    <a:pt x="50" y="157"/>
                  </a:lnTo>
                  <a:lnTo>
                    <a:pt x="64" y="161"/>
                  </a:lnTo>
                  <a:lnTo>
                    <a:pt x="81" y="163"/>
                  </a:lnTo>
                  <a:lnTo>
                    <a:pt x="81" y="1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1576388" y="2174876"/>
              <a:ext cx="447675" cy="269875"/>
            </a:xfrm>
            <a:custGeom>
              <a:avLst/>
              <a:gdLst>
                <a:gd name="T0" fmla="*/ 232 w 282"/>
                <a:gd name="T1" fmla="*/ 15 h 170"/>
                <a:gd name="T2" fmla="*/ 232 w 282"/>
                <a:gd name="T3" fmla="*/ 15 h 170"/>
                <a:gd name="T4" fmla="*/ 215 w 282"/>
                <a:gd name="T5" fmla="*/ 0 h 170"/>
                <a:gd name="T6" fmla="*/ 215 w 282"/>
                <a:gd name="T7" fmla="*/ 0 h 170"/>
                <a:gd name="T8" fmla="*/ 201 w 282"/>
                <a:gd name="T9" fmla="*/ 13 h 170"/>
                <a:gd name="T10" fmla="*/ 182 w 282"/>
                <a:gd name="T11" fmla="*/ 25 h 170"/>
                <a:gd name="T12" fmla="*/ 163 w 282"/>
                <a:gd name="T13" fmla="*/ 32 h 170"/>
                <a:gd name="T14" fmla="*/ 153 w 282"/>
                <a:gd name="T15" fmla="*/ 34 h 170"/>
                <a:gd name="T16" fmla="*/ 142 w 282"/>
                <a:gd name="T17" fmla="*/ 34 h 170"/>
                <a:gd name="T18" fmla="*/ 142 w 282"/>
                <a:gd name="T19" fmla="*/ 34 h 170"/>
                <a:gd name="T20" fmla="*/ 132 w 282"/>
                <a:gd name="T21" fmla="*/ 34 h 170"/>
                <a:gd name="T22" fmla="*/ 121 w 282"/>
                <a:gd name="T23" fmla="*/ 32 h 170"/>
                <a:gd name="T24" fmla="*/ 100 w 282"/>
                <a:gd name="T25" fmla="*/ 25 h 170"/>
                <a:gd name="T26" fmla="*/ 84 w 282"/>
                <a:gd name="T27" fmla="*/ 13 h 170"/>
                <a:gd name="T28" fmla="*/ 69 w 282"/>
                <a:gd name="T29" fmla="*/ 0 h 170"/>
                <a:gd name="T30" fmla="*/ 69 w 282"/>
                <a:gd name="T31" fmla="*/ 0 h 170"/>
                <a:gd name="T32" fmla="*/ 52 w 282"/>
                <a:gd name="T33" fmla="*/ 15 h 170"/>
                <a:gd name="T34" fmla="*/ 52 w 282"/>
                <a:gd name="T35" fmla="*/ 15 h 170"/>
                <a:gd name="T36" fmla="*/ 42 w 282"/>
                <a:gd name="T37" fmla="*/ 28 h 170"/>
                <a:gd name="T38" fmla="*/ 31 w 282"/>
                <a:gd name="T39" fmla="*/ 40 h 170"/>
                <a:gd name="T40" fmla="*/ 23 w 282"/>
                <a:gd name="T41" fmla="*/ 55 h 170"/>
                <a:gd name="T42" fmla="*/ 17 w 282"/>
                <a:gd name="T43" fmla="*/ 69 h 170"/>
                <a:gd name="T44" fmla="*/ 11 w 282"/>
                <a:gd name="T45" fmla="*/ 86 h 170"/>
                <a:gd name="T46" fmla="*/ 6 w 282"/>
                <a:gd name="T47" fmla="*/ 103 h 170"/>
                <a:gd name="T48" fmla="*/ 2 w 282"/>
                <a:gd name="T49" fmla="*/ 122 h 170"/>
                <a:gd name="T50" fmla="*/ 2 w 282"/>
                <a:gd name="T51" fmla="*/ 140 h 170"/>
                <a:gd name="T52" fmla="*/ 2 w 282"/>
                <a:gd name="T53" fmla="*/ 140 h 170"/>
                <a:gd name="T54" fmla="*/ 0 w 282"/>
                <a:gd name="T55" fmla="*/ 145 h 170"/>
                <a:gd name="T56" fmla="*/ 0 w 282"/>
                <a:gd name="T57" fmla="*/ 145 h 170"/>
                <a:gd name="T58" fmla="*/ 2 w 282"/>
                <a:gd name="T59" fmla="*/ 170 h 170"/>
                <a:gd name="T60" fmla="*/ 282 w 282"/>
                <a:gd name="T61" fmla="*/ 170 h 170"/>
                <a:gd name="T62" fmla="*/ 282 w 282"/>
                <a:gd name="T63" fmla="*/ 170 h 170"/>
                <a:gd name="T64" fmla="*/ 282 w 282"/>
                <a:gd name="T65" fmla="*/ 145 h 170"/>
                <a:gd name="T66" fmla="*/ 282 w 282"/>
                <a:gd name="T67" fmla="*/ 145 h 170"/>
                <a:gd name="T68" fmla="*/ 282 w 282"/>
                <a:gd name="T69" fmla="*/ 140 h 170"/>
                <a:gd name="T70" fmla="*/ 282 w 282"/>
                <a:gd name="T71" fmla="*/ 140 h 170"/>
                <a:gd name="T72" fmla="*/ 282 w 282"/>
                <a:gd name="T73" fmla="*/ 122 h 170"/>
                <a:gd name="T74" fmla="*/ 278 w 282"/>
                <a:gd name="T75" fmla="*/ 103 h 170"/>
                <a:gd name="T76" fmla="*/ 274 w 282"/>
                <a:gd name="T77" fmla="*/ 86 h 170"/>
                <a:gd name="T78" fmla="*/ 268 w 282"/>
                <a:gd name="T79" fmla="*/ 69 h 170"/>
                <a:gd name="T80" fmla="*/ 261 w 282"/>
                <a:gd name="T81" fmla="*/ 55 h 170"/>
                <a:gd name="T82" fmla="*/ 253 w 282"/>
                <a:gd name="T83" fmla="*/ 40 h 170"/>
                <a:gd name="T84" fmla="*/ 242 w 282"/>
                <a:gd name="T85" fmla="*/ 28 h 170"/>
                <a:gd name="T86" fmla="*/ 232 w 282"/>
                <a:gd name="T87" fmla="*/ 15 h 170"/>
                <a:gd name="T88" fmla="*/ 232 w 282"/>
                <a:gd name="T89" fmla="*/ 15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2" h="170">
                  <a:moveTo>
                    <a:pt x="232" y="15"/>
                  </a:moveTo>
                  <a:lnTo>
                    <a:pt x="232" y="15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01" y="13"/>
                  </a:lnTo>
                  <a:lnTo>
                    <a:pt x="182" y="25"/>
                  </a:lnTo>
                  <a:lnTo>
                    <a:pt x="163" y="32"/>
                  </a:lnTo>
                  <a:lnTo>
                    <a:pt x="153" y="34"/>
                  </a:lnTo>
                  <a:lnTo>
                    <a:pt x="142" y="34"/>
                  </a:lnTo>
                  <a:lnTo>
                    <a:pt x="142" y="34"/>
                  </a:lnTo>
                  <a:lnTo>
                    <a:pt x="132" y="34"/>
                  </a:lnTo>
                  <a:lnTo>
                    <a:pt x="121" y="32"/>
                  </a:lnTo>
                  <a:lnTo>
                    <a:pt x="100" y="25"/>
                  </a:lnTo>
                  <a:lnTo>
                    <a:pt x="84" y="13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42" y="28"/>
                  </a:lnTo>
                  <a:lnTo>
                    <a:pt x="31" y="40"/>
                  </a:lnTo>
                  <a:lnTo>
                    <a:pt x="23" y="55"/>
                  </a:lnTo>
                  <a:lnTo>
                    <a:pt x="17" y="69"/>
                  </a:lnTo>
                  <a:lnTo>
                    <a:pt x="11" y="86"/>
                  </a:lnTo>
                  <a:lnTo>
                    <a:pt x="6" y="103"/>
                  </a:lnTo>
                  <a:lnTo>
                    <a:pt x="2" y="122"/>
                  </a:lnTo>
                  <a:lnTo>
                    <a:pt x="2" y="140"/>
                  </a:lnTo>
                  <a:lnTo>
                    <a:pt x="2" y="140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2" y="170"/>
                  </a:lnTo>
                  <a:lnTo>
                    <a:pt x="282" y="170"/>
                  </a:lnTo>
                  <a:lnTo>
                    <a:pt x="282" y="170"/>
                  </a:lnTo>
                  <a:lnTo>
                    <a:pt x="282" y="145"/>
                  </a:lnTo>
                  <a:lnTo>
                    <a:pt x="282" y="145"/>
                  </a:lnTo>
                  <a:lnTo>
                    <a:pt x="282" y="140"/>
                  </a:lnTo>
                  <a:lnTo>
                    <a:pt x="282" y="140"/>
                  </a:lnTo>
                  <a:lnTo>
                    <a:pt x="282" y="122"/>
                  </a:lnTo>
                  <a:lnTo>
                    <a:pt x="278" y="103"/>
                  </a:lnTo>
                  <a:lnTo>
                    <a:pt x="274" y="86"/>
                  </a:lnTo>
                  <a:lnTo>
                    <a:pt x="268" y="69"/>
                  </a:lnTo>
                  <a:lnTo>
                    <a:pt x="261" y="55"/>
                  </a:lnTo>
                  <a:lnTo>
                    <a:pt x="253" y="40"/>
                  </a:lnTo>
                  <a:lnTo>
                    <a:pt x="242" y="28"/>
                  </a:lnTo>
                  <a:lnTo>
                    <a:pt x="232" y="15"/>
                  </a:lnTo>
                  <a:lnTo>
                    <a:pt x="23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Freeform 36"/>
            <p:cNvSpPr>
              <a:spLocks/>
            </p:cNvSpPr>
            <p:nvPr/>
          </p:nvSpPr>
          <p:spPr bwMode="auto">
            <a:xfrm>
              <a:off x="1928813" y="1708151"/>
              <a:ext cx="247650" cy="247650"/>
            </a:xfrm>
            <a:custGeom>
              <a:avLst/>
              <a:gdLst>
                <a:gd name="T0" fmla="*/ 58 w 156"/>
                <a:gd name="T1" fmla="*/ 156 h 156"/>
                <a:gd name="T2" fmla="*/ 98 w 156"/>
                <a:gd name="T3" fmla="*/ 156 h 156"/>
                <a:gd name="T4" fmla="*/ 98 w 156"/>
                <a:gd name="T5" fmla="*/ 96 h 156"/>
                <a:gd name="T6" fmla="*/ 156 w 156"/>
                <a:gd name="T7" fmla="*/ 96 h 156"/>
                <a:gd name="T8" fmla="*/ 156 w 156"/>
                <a:gd name="T9" fmla="*/ 58 h 156"/>
                <a:gd name="T10" fmla="*/ 98 w 156"/>
                <a:gd name="T11" fmla="*/ 58 h 156"/>
                <a:gd name="T12" fmla="*/ 98 w 156"/>
                <a:gd name="T13" fmla="*/ 0 h 156"/>
                <a:gd name="T14" fmla="*/ 58 w 156"/>
                <a:gd name="T15" fmla="*/ 0 h 156"/>
                <a:gd name="T16" fmla="*/ 58 w 156"/>
                <a:gd name="T17" fmla="*/ 58 h 156"/>
                <a:gd name="T18" fmla="*/ 0 w 156"/>
                <a:gd name="T19" fmla="*/ 58 h 156"/>
                <a:gd name="T20" fmla="*/ 0 w 156"/>
                <a:gd name="T21" fmla="*/ 96 h 156"/>
                <a:gd name="T22" fmla="*/ 58 w 156"/>
                <a:gd name="T23" fmla="*/ 96 h 156"/>
                <a:gd name="T24" fmla="*/ 58 w 156"/>
                <a:gd name="T2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6" h="156">
                  <a:moveTo>
                    <a:pt x="58" y="156"/>
                  </a:moveTo>
                  <a:lnTo>
                    <a:pt x="98" y="156"/>
                  </a:lnTo>
                  <a:lnTo>
                    <a:pt x="98" y="96"/>
                  </a:lnTo>
                  <a:lnTo>
                    <a:pt x="156" y="96"/>
                  </a:lnTo>
                  <a:lnTo>
                    <a:pt x="156" y="58"/>
                  </a:lnTo>
                  <a:lnTo>
                    <a:pt x="98" y="58"/>
                  </a:lnTo>
                  <a:lnTo>
                    <a:pt x="98" y="0"/>
                  </a:lnTo>
                  <a:lnTo>
                    <a:pt x="58" y="0"/>
                  </a:lnTo>
                  <a:lnTo>
                    <a:pt x="58" y="58"/>
                  </a:lnTo>
                  <a:lnTo>
                    <a:pt x="0" y="58"/>
                  </a:lnTo>
                  <a:lnTo>
                    <a:pt x="0" y="96"/>
                  </a:lnTo>
                  <a:lnTo>
                    <a:pt x="58" y="96"/>
                  </a:lnTo>
                  <a:lnTo>
                    <a:pt x="58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59" tIns="34279" rIns="68559" bIns="3427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6" name="Freeform 37"/>
          <p:cNvSpPr>
            <a:spLocks noEditPoints="1"/>
          </p:cNvSpPr>
          <p:nvPr/>
        </p:nvSpPr>
        <p:spPr bwMode="auto">
          <a:xfrm>
            <a:off x="4293481" y="1260614"/>
            <a:ext cx="415401" cy="584597"/>
          </a:xfrm>
          <a:custGeom>
            <a:avLst/>
            <a:gdLst>
              <a:gd name="T0" fmla="*/ 242 w 349"/>
              <a:gd name="T1" fmla="*/ 0 h 491"/>
              <a:gd name="T2" fmla="*/ 113 w 349"/>
              <a:gd name="T3" fmla="*/ 69 h 491"/>
              <a:gd name="T4" fmla="*/ 58 w 349"/>
              <a:gd name="T5" fmla="*/ 42 h 491"/>
              <a:gd name="T6" fmla="*/ 60 w 349"/>
              <a:gd name="T7" fmla="*/ 52 h 491"/>
              <a:gd name="T8" fmla="*/ 109 w 349"/>
              <a:gd name="T9" fmla="*/ 77 h 491"/>
              <a:gd name="T10" fmla="*/ 228 w 349"/>
              <a:gd name="T11" fmla="*/ 98 h 491"/>
              <a:gd name="T12" fmla="*/ 106 w 349"/>
              <a:gd name="T13" fmla="*/ 96 h 491"/>
              <a:gd name="T14" fmla="*/ 63 w 349"/>
              <a:gd name="T15" fmla="*/ 90 h 491"/>
              <a:gd name="T16" fmla="*/ 71 w 349"/>
              <a:gd name="T17" fmla="*/ 104 h 491"/>
              <a:gd name="T18" fmla="*/ 106 w 349"/>
              <a:gd name="T19" fmla="*/ 104 h 491"/>
              <a:gd name="T20" fmla="*/ 46 w 349"/>
              <a:gd name="T21" fmla="*/ 171 h 491"/>
              <a:gd name="T22" fmla="*/ 2 w 349"/>
              <a:gd name="T23" fmla="*/ 288 h 491"/>
              <a:gd name="T24" fmla="*/ 4 w 349"/>
              <a:gd name="T25" fmla="*/ 351 h 491"/>
              <a:gd name="T26" fmla="*/ 29 w 349"/>
              <a:gd name="T27" fmla="*/ 414 h 491"/>
              <a:gd name="T28" fmla="*/ 77 w 349"/>
              <a:gd name="T29" fmla="*/ 462 h 491"/>
              <a:gd name="T30" fmla="*/ 140 w 349"/>
              <a:gd name="T31" fmla="*/ 487 h 491"/>
              <a:gd name="T32" fmla="*/ 192 w 349"/>
              <a:gd name="T33" fmla="*/ 491 h 491"/>
              <a:gd name="T34" fmla="*/ 257 w 349"/>
              <a:gd name="T35" fmla="*/ 470 h 491"/>
              <a:gd name="T36" fmla="*/ 309 w 349"/>
              <a:gd name="T37" fmla="*/ 428 h 491"/>
              <a:gd name="T38" fmla="*/ 343 w 349"/>
              <a:gd name="T39" fmla="*/ 368 h 491"/>
              <a:gd name="T40" fmla="*/ 349 w 349"/>
              <a:gd name="T41" fmla="*/ 315 h 491"/>
              <a:gd name="T42" fmla="*/ 315 w 349"/>
              <a:gd name="T43" fmla="*/ 192 h 491"/>
              <a:gd name="T44" fmla="*/ 253 w 349"/>
              <a:gd name="T45" fmla="*/ 113 h 491"/>
              <a:gd name="T46" fmla="*/ 226 w 349"/>
              <a:gd name="T47" fmla="*/ 374 h 491"/>
              <a:gd name="T48" fmla="*/ 200 w 349"/>
              <a:gd name="T49" fmla="*/ 386 h 491"/>
              <a:gd name="T50" fmla="*/ 161 w 349"/>
              <a:gd name="T51" fmla="*/ 389 h 491"/>
              <a:gd name="T52" fmla="*/ 132 w 349"/>
              <a:gd name="T53" fmla="*/ 378 h 491"/>
              <a:gd name="T54" fmla="*/ 111 w 349"/>
              <a:gd name="T55" fmla="*/ 355 h 491"/>
              <a:gd name="T56" fmla="*/ 134 w 349"/>
              <a:gd name="T57" fmla="*/ 328 h 491"/>
              <a:gd name="T58" fmla="*/ 138 w 349"/>
              <a:gd name="T59" fmla="*/ 345 h 491"/>
              <a:gd name="T60" fmla="*/ 150 w 349"/>
              <a:gd name="T61" fmla="*/ 361 h 491"/>
              <a:gd name="T62" fmla="*/ 175 w 349"/>
              <a:gd name="T63" fmla="*/ 366 h 491"/>
              <a:gd name="T64" fmla="*/ 205 w 349"/>
              <a:gd name="T65" fmla="*/ 357 h 491"/>
              <a:gd name="T66" fmla="*/ 215 w 349"/>
              <a:gd name="T67" fmla="*/ 338 h 491"/>
              <a:gd name="T68" fmla="*/ 213 w 349"/>
              <a:gd name="T69" fmla="*/ 320 h 491"/>
              <a:gd name="T70" fmla="*/ 190 w 349"/>
              <a:gd name="T71" fmla="*/ 301 h 491"/>
              <a:gd name="T72" fmla="*/ 144 w 349"/>
              <a:gd name="T73" fmla="*/ 286 h 491"/>
              <a:gd name="T74" fmla="*/ 121 w 349"/>
              <a:gd name="T75" fmla="*/ 267 h 491"/>
              <a:gd name="T76" fmla="*/ 113 w 349"/>
              <a:gd name="T77" fmla="*/ 240 h 491"/>
              <a:gd name="T78" fmla="*/ 132 w 349"/>
              <a:gd name="T79" fmla="*/ 201 h 491"/>
              <a:gd name="T80" fmla="*/ 161 w 349"/>
              <a:gd name="T81" fmla="*/ 163 h 491"/>
              <a:gd name="T82" fmla="*/ 209 w 349"/>
              <a:gd name="T83" fmla="*/ 192 h 491"/>
              <a:gd name="T84" fmla="*/ 232 w 349"/>
              <a:gd name="T85" fmla="*/ 209 h 491"/>
              <a:gd name="T86" fmla="*/ 242 w 349"/>
              <a:gd name="T87" fmla="*/ 244 h 491"/>
              <a:gd name="T88" fmla="*/ 209 w 349"/>
              <a:gd name="T89" fmla="*/ 228 h 491"/>
              <a:gd name="T90" fmla="*/ 192 w 349"/>
              <a:gd name="T91" fmla="*/ 213 h 491"/>
              <a:gd name="T92" fmla="*/ 157 w 349"/>
              <a:gd name="T93" fmla="*/ 215 h 491"/>
              <a:gd name="T94" fmla="*/ 144 w 349"/>
              <a:gd name="T95" fmla="*/ 228 h 491"/>
              <a:gd name="T96" fmla="*/ 144 w 349"/>
              <a:gd name="T97" fmla="*/ 251 h 491"/>
              <a:gd name="T98" fmla="*/ 180 w 349"/>
              <a:gd name="T99" fmla="*/ 272 h 491"/>
              <a:gd name="T100" fmla="*/ 219 w 349"/>
              <a:gd name="T101" fmla="*/ 286 h 491"/>
              <a:gd name="T102" fmla="*/ 240 w 349"/>
              <a:gd name="T103" fmla="*/ 311 h 491"/>
              <a:gd name="T104" fmla="*/ 242 w 349"/>
              <a:gd name="T105" fmla="*/ 343 h 491"/>
              <a:gd name="T106" fmla="*/ 226 w 349"/>
              <a:gd name="T107" fmla="*/ 374 h 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9" h="491">
                <a:moveTo>
                  <a:pt x="121" y="90"/>
                </a:moveTo>
                <a:lnTo>
                  <a:pt x="127" y="84"/>
                </a:lnTo>
                <a:lnTo>
                  <a:pt x="215" y="84"/>
                </a:lnTo>
                <a:lnTo>
                  <a:pt x="242" y="0"/>
                </a:lnTo>
                <a:lnTo>
                  <a:pt x="109" y="0"/>
                </a:lnTo>
                <a:lnTo>
                  <a:pt x="127" y="81"/>
                </a:lnTo>
                <a:lnTo>
                  <a:pt x="127" y="81"/>
                </a:lnTo>
                <a:lnTo>
                  <a:pt x="113" y="69"/>
                </a:lnTo>
                <a:lnTo>
                  <a:pt x="94" y="54"/>
                </a:lnTo>
                <a:lnTo>
                  <a:pt x="83" y="48"/>
                </a:lnTo>
                <a:lnTo>
                  <a:pt x="71" y="44"/>
                </a:lnTo>
                <a:lnTo>
                  <a:pt x="58" y="42"/>
                </a:lnTo>
                <a:lnTo>
                  <a:pt x="48" y="44"/>
                </a:lnTo>
                <a:lnTo>
                  <a:pt x="50" y="54"/>
                </a:lnTo>
                <a:lnTo>
                  <a:pt x="50" y="54"/>
                </a:lnTo>
                <a:lnTo>
                  <a:pt x="60" y="52"/>
                </a:lnTo>
                <a:lnTo>
                  <a:pt x="71" y="54"/>
                </a:lnTo>
                <a:lnTo>
                  <a:pt x="81" y="58"/>
                </a:lnTo>
                <a:lnTo>
                  <a:pt x="92" y="65"/>
                </a:lnTo>
                <a:lnTo>
                  <a:pt x="109" y="77"/>
                </a:lnTo>
                <a:lnTo>
                  <a:pt x="121" y="90"/>
                </a:lnTo>
                <a:lnTo>
                  <a:pt x="121" y="90"/>
                </a:lnTo>
                <a:close/>
                <a:moveTo>
                  <a:pt x="228" y="96"/>
                </a:moveTo>
                <a:lnTo>
                  <a:pt x="228" y="98"/>
                </a:lnTo>
                <a:lnTo>
                  <a:pt x="117" y="98"/>
                </a:lnTo>
                <a:lnTo>
                  <a:pt x="121" y="90"/>
                </a:lnTo>
                <a:lnTo>
                  <a:pt x="121" y="90"/>
                </a:lnTo>
                <a:lnTo>
                  <a:pt x="106" y="96"/>
                </a:lnTo>
                <a:lnTo>
                  <a:pt x="90" y="98"/>
                </a:lnTo>
                <a:lnTo>
                  <a:pt x="75" y="96"/>
                </a:lnTo>
                <a:lnTo>
                  <a:pt x="69" y="94"/>
                </a:lnTo>
                <a:lnTo>
                  <a:pt x="63" y="90"/>
                </a:lnTo>
                <a:lnTo>
                  <a:pt x="56" y="96"/>
                </a:lnTo>
                <a:lnTo>
                  <a:pt x="56" y="96"/>
                </a:lnTo>
                <a:lnTo>
                  <a:pt x="63" y="102"/>
                </a:lnTo>
                <a:lnTo>
                  <a:pt x="71" y="104"/>
                </a:lnTo>
                <a:lnTo>
                  <a:pt x="79" y="107"/>
                </a:lnTo>
                <a:lnTo>
                  <a:pt x="88" y="107"/>
                </a:lnTo>
                <a:lnTo>
                  <a:pt x="88" y="107"/>
                </a:lnTo>
                <a:lnTo>
                  <a:pt x="106" y="104"/>
                </a:lnTo>
                <a:lnTo>
                  <a:pt x="106" y="104"/>
                </a:lnTo>
                <a:lnTo>
                  <a:pt x="86" y="123"/>
                </a:lnTo>
                <a:lnTo>
                  <a:pt x="65" y="146"/>
                </a:lnTo>
                <a:lnTo>
                  <a:pt x="46" y="171"/>
                </a:lnTo>
                <a:lnTo>
                  <a:pt x="29" y="201"/>
                </a:lnTo>
                <a:lnTo>
                  <a:pt x="17" y="230"/>
                </a:lnTo>
                <a:lnTo>
                  <a:pt x="8" y="259"/>
                </a:lnTo>
                <a:lnTo>
                  <a:pt x="2" y="288"/>
                </a:lnTo>
                <a:lnTo>
                  <a:pt x="0" y="315"/>
                </a:lnTo>
                <a:lnTo>
                  <a:pt x="0" y="315"/>
                </a:lnTo>
                <a:lnTo>
                  <a:pt x="0" y="334"/>
                </a:lnTo>
                <a:lnTo>
                  <a:pt x="4" y="351"/>
                </a:lnTo>
                <a:lnTo>
                  <a:pt x="8" y="368"/>
                </a:lnTo>
                <a:lnTo>
                  <a:pt x="12" y="384"/>
                </a:lnTo>
                <a:lnTo>
                  <a:pt x="21" y="399"/>
                </a:lnTo>
                <a:lnTo>
                  <a:pt x="29" y="414"/>
                </a:lnTo>
                <a:lnTo>
                  <a:pt x="40" y="428"/>
                </a:lnTo>
                <a:lnTo>
                  <a:pt x="50" y="441"/>
                </a:lnTo>
                <a:lnTo>
                  <a:pt x="63" y="451"/>
                </a:lnTo>
                <a:lnTo>
                  <a:pt x="77" y="462"/>
                </a:lnTo>
                <a:lnTo>
                  <a:pt x="92" y="470"/>
                </a:lnTo>
                <a:lnTo>
                  <a:pt x="106" y="478"/>
                </a:lnTo>
                <a:lnTo>
                  <a:pt x="123" y="483"/>
                </a:lnTo>
                <a:lnTo>
                  <a:pt x="140" y="487"/>
                </a:lnTo>
                <a:lnTo>
                  <a:pt x="157" y="491"/>
                </a:lnTo>
                <a:lnTo>
                  <a:pt x="175" y="491"/>
                </a:lnTo>
                <a:lnTo>
                  <a:pt x="175" y="491"/>
                </a:lnTo>
                <a:lnTo>
                  <a:pt x="192" y="491"/>
                </a:lnTo>
                <a:lnTo>
                  <a:pt x="209" y="487"/>
                </a:lnTo>
                <a:lnTo>
                  <a:pt x="226" y="483"/>
                </a:lnTo>
                <a:lnTo>
                  <a:pt x="242" y="478"/>
                </a:lnTo>
                <a:lnTo>
                  <a:pt x="257" y="470"/>
                </a:lnTo>
                <a:lnTo>
                  <a:pt x="272" y="462"/>
                </a:lnTo>
                <a:lnTo>
                  <a:pt x="286" y="451"/>
                </a:lnTo>
                <a:lnTo>
                  <a:pt x="299" y="441"/>
                </a:lnTo>
                <a:lnTo>
                  <a:pt x="309" y="428"/>
                </a:lnTo>
                <a:lnTo>
                  <a:pt x="320" y="414"/>
                </a:lnTo>
                <a:lnTo>
                  <a:pt x="328" y="399"/>
                </a:lnTo>
                <a:lnTo>
                  <a:pt x="336" y="384"/>
                </a:lnTo>
                <a:lnTo>
                  <a:pt x="343" y="368"/>
                </a:lnTo>
                <a:lnTo>
                  <a:pt x="347" y="351"/>
                </a:lnTo>
                <a:lnTo>
                  <a:pt x="349" y="334"/>
                </a:lnTo>
                <a:lnTo>
                  <a:pt x="349" y="315"/>
                </a:lnTo>
                <a:lnTo>
                  <a:pt x="349" y="315"/>
                </a:lnTo>
                <a:lnTo>
                  <a:pt x="347" y="286"/>
                </a:lnTo>
                <a:lnTo>
                  <a:pt x="340" y="255"/>
                </a:lnTo>
                <a:lnTo>
                  <a:pt x="330" y="224"/>
                </a:lnTo>
                <a:lnTo>
                  <a:pt x="315" y="192"/>
                </a:lnTo>
                <a:lnTo>
                  <a:pt x="297" y="163"/>
                </a:lnTo>
                <a:lnTo>
                  <a:pt x="278" y="136"/>
                </a:lnTo>
                <a:lnTo>
                  <a:pt x="265" y="123"/>
                </a:lnTo>
                <a:lnTo>
                  <a:pt x="253" y="113"/>
                </a:lnTo>
                <a:lnTo>
                  <a:pt x="240" y="104"/>
                </a:lnTo>
                <a:lnTo>
                  <a:pt x="228" y="96"/>
                </a:lnTo>
                <a:lnTo>
                  <a:pt x="228" y="96"/>
                </a:lnTo>
                <a:close/>
                <a:moveTo>
                  <a:pt x="226" y="374"/>
                </a:moveTo>
                <a:lnTo>
                  <a:pt x="226" y="374"/>
                </a:lnTo>
                <a:lnTo>
                  <a:pt x="217" y="380"/>
                </a:lnTo>
                <a:lnTo>
                  <a:pt x="209" y="384"/>
                </a:lnTo>
                <a:lnTo>
                  <a:pt x="200" y="386"/>
                </a:lnTo>
                <a:lnTo>
                  <a:pt x="190" y="389"/>
                </a:lnTo>
                <a:lnTo>
                  <a:pt x="190" y="418"/>
                </a:lnTo>
                <a:lnTo>
                  <a:pt x="161" y="418"/>
                </a:lnTo>
                <a:lnTo>
                  <a:pt x="161" y="389"/>
                </a:lnTo>
                <a:lnTo>
                  <a:pt x="161" y="389"/>
                </a:lnTo>
                <a:lnTo>
                  <a:pt x="150" y="386"/>
                </a:lnTo>
                <a:lnTo>
                  <a:pt x="140" y="384"/>
                </a:lnTo>
                <a:lnTo>
                  <a:pt x="132" y="378"/>
                </a:lnTo>
                <a:lnTo>
                  <a:pt x="123" y="372"/>
                </a:lnTo>
                <a:lnTo>
                  <a:pt x="123" y="372"/>
                </a:lnTo>
                <a:lnTo>
                  <a:pt x="115" y="364"/>
                </a:lnTo>
                <a:lnTo>
                  <a:pt x="111" y="355"/>
                </a:lnTo>
                <a:lnTo>
                  <a:pt x="106" y="345"/>
                </a:lnTo>
                <a:lnTo>
                  <a:pt x="104" y="334"/>
                </a:lnTo>
                <a:lnTo>
                  <a:pt x="104" y="328"/>
                </a:lnTo>
                <a:lnTo>
                  <a:pt x="134" y="328"/>
                </a:lnTo>
                <a:lnTo>
                  <a:pt x="134" y="330"/>
                </a:lnTo>
                <a:lnTo>
                  <a:pt x="134" y="330"/>
                </a:lnTo>
                <a:lnTo>
                  <a:pt x="136" y="338"/>
                </a:lnTo>
                <a:lnTo>
                  <a:pt x="138" y="345"/>
                </a:lnTo>
                <a:lnTo>
                  <a:pt x="140" y="351"/>
                </a:lnTo>
                <a:lnTo>
                  <a:pt x="144" y="357"/>
                </a:lnTo>
                <a:lnTo>
                  <a:pt x="144" y="357"/>
                </a:lnTo>
                <a:lnTo>
                  <a:pt x="150" y="361"/>
                </a:lnTo>
                <a:lnTo>
                  <a:pt x="157" y="364"/>
                </a:lnTo>
                <a:lnTo>
                  <a:pt x="165" y="366"/>
                </a:lnTo>
                <a:lnTo>
                  <a:pt x="175" y="366"/>
                </a:lnTo>
                <a:lnTo>
                  <a:pt x="175" y="366"/>
                </a:lnTo>
                <a:lnTo>
                  <a:pt x="184" y="366"/>
                </a:lnTo>
                <a:lnTo>
                  <a:pt x="192" y="364"/>
                </a:lnTo>
                <a:lnTo>
                  <a:pt x="198" y="361"/>
                </a:lnTo>
                <a:lnTo>
                  <a:pt x="205" y="357"/>
                </a:lnTo>
                <a:lnTo>
                  <a:pt x="205" y="357"/>
                </a:lnTo>
                <a:lnTo>
                  <a:pt x="209" y="351"/>
                </a:lnTo>
                <a:lnTo>
                  <a:pt x="213" y="347"/>
                </a:lnTo>
                <a:lnTo>
                  <a:pt x="215" y="338"/>
                </a:lnTo>
                <a:lnTo>
                  <a:pt x="215" y="330"/>
                </a:lnTo>
                <a:lnTo>
                  <a:pt x="215" y="330"/>
                </a:lnTo>
                <a:lnTo>
                  <a:pt x="215" y="324"/>
                </a:lnTo>
                <a:lnTo>
                  <a:pt x="213" y="320"/>
                </a:lnTo>
                <a:lnTo>
                  <a:pt x="209" y="313"/>
                </a:lnTo>
                <a:lnTo>
                  <a:pt x="205" y="309"/>
                </a:lnTo>
                <a:lnTo>
                  <a:pt x="205" y="309"/>
                </a:lnTo>
                <a:lnTo>
                  <a:pt x="190" y="301"/>
                </a:lnTo>
                <a:lnTo>
                  <a:pt x="169" y="295"/>
                </a:lnTo>
                <a:lnTo>
                  <a:pt x="169" y="295"/>
                </a:lnTo>
                <a:lnTo>
                  <a:pt x="157" y="290"/>
                </a:lnTo>
                <a:lnTo>
                  <a:pt x="144" y="286"/>
                </a:lnTo>
                <a:lnTo>
                  <a:pt x="134" y="282"/>
                </a:lnTo>
                <a:lnTo>
                  <a:pt x="127" y="276"/>
                </a:lnTo>
                <a:lnTo>
                  <a:pt x="127" y="276"/>
                </a:lnTo>
                <a:lnTo>
                  <a:pt x="121" y="267"/>
                </a:lnTo>
                <a:lnTo>
                  <a:pt x="115" y="259"/>
                </a:lnTo>
                <a:lnTo>
                  <a:pt x="113" y="251"/>
                </a:lnTo>
                <a:lnTo>
                  <a:pt x="113" y="240"/>
                </a:lnTo>
                <a:lnTo>
                  <a:pt x="113" y="240"/>
                </a:lnTo>
                <a:lnTo>
                  <a:pt x="113" y="230"/>
                </a:lnTo>
                <a:lnTo>
                  <a:pt x="117" y="219"/>
                </a:lnTo>
                <a:lnTo>
                  <a:pt x="123" y="209"/>
                </a:lnTo>
                <a:lnTo>
                  <a:pt x="132" y="201"/>
                </a:lnTo>
                <a:lnTo>
                  <a:pt x="132" y="201"/>
                </a:lnTo>
                <a:lnTo>
                  <a:pt x="144" y="192"/>
                </a:lnTo>
                <a:lnTo>
                  <a:pt x="161" y="188"/>
                </a:lnTo>
                <a:lnTo>
                  <a:pt x="161" y="163"/>
                </a:lnTo>
                <a:lnTo>
                  <a:pt x="190" y="163"/>
                </a:lnTo>
                <a:lnTo>
                  <a:pt x="190" y="188"/>
                </a:lnTo>
                <a:lnTo>
                  <a:pt x="190" y="188"/>
                </a:lnTo>
                <a:lnTo>
                  <a:pt x="209" y="192"/>
                </a:lnTo>
                <a:lnTo>
                  <a:pt x="215" y="196"/>
                </a:lnTo>
                <a:lnTo>
                  <a:pt x="223" y="201"/>
                </a:lnTo>
                <a:lnTo>
                  <a:pt x="223" y="201"/>
                </a:lnTo>
                <a:lnTo>
                  <a:pt x="232" y="209"/>
                </a:lnTo>
                <a:lnTo>
                  <a:pt x="236" y="219"/>
                </a:lnTo>
                <a:lnTo>
                  <a:pt x="240" y="230"/>
                </a:lnTo>
                <a:lnTo>
                  <a:pt x="242" y="242"/>
                </a:lnTo>
                <a:lnTo>
                  <a:pt x="242" y="244"/>
                </a:lnTo>
                <a:lnTo>
                  <a:pt x="213" y="244"/>
                </a:lnTo>
                <a:lnTo>
                  <a:pt x="213" y="242"/>
                </a:lnTo>
                <a:lnTo>
                  <a:pt x="213" y="242"/>
                </a:lnTo>
                <a:lnTo>
                  <a:pt x="209" y="228"/>
                </a:lnTo>
                <a:lnTo>
                  <a:pt x="203" y="217"/>
                </a:lnTo>
                <a:lnTo>
                  <a:pt x="203" y="217"/>
                </a:lnTo>
                <a:lnTo>
                  <a:pt x="196" y="215"/>
                </a:lnTo>
                <a:lnTo>
                  <a:pt x="192" y="213"/>
                </a:lnTo>
                <a:lnTo>
                  <a:pt x="177" y="211"/>
                </a:lnTo>
                <a:lnTo>
                  <a:pt x="177" y="211"/>
                </a:lnTo>
                <a:lnTo>
                  <a:pt x="163" y="213"/>
                </a:lnTo>
                <a:lnTo>
                  <a:pt x="157" y="215"/>
                </a:lnTo>
                <a:lnTo>
                  <a:pt x="150" y="219"/>
                </a:lnTo>
                <a:lnTo>
                  <a:pt x="150" y="219"/>
                </a:lnTo>
                <a:lnTo>
                  <a:pt x="146" y="224"/>
                </a:lnTo>
                <a:lnTo>
                  <a:pt x="144" y="228"/>
                </a:lnTo>
                <a:lnTo>
                  <a:pt x="142" y="234"/>
                </a:lnTo>
                <a:lnTo>
                  <a:pt x="142" y="240"/>
                </a:lnTo>
                <a:lnTo>
                  <a:pt x="142" y="240"/>
                </a:lnTo>
                <a:lnTo>
                  <a:pt x="144" y="251"/>
                </a:lnTo>
                <a:lnTo>
                  <a:pt x="150" y="259"/>
                </a:lnTo>
                <a:lnTo>
                  <a:pt x="150" y="259"/>
                </a:lnTo>
                <a:lnTo>
                  <a:pt x="161" y="265"/>
                </a:lnTo>
                <a:lnTo>
                  <a:pt x="180" y="272"/>
                </a:lnTo>
                <a:lnTo>
                  <a:pt x="180" y="272"/>
                </a:lnTo>
                <a:lnTo>
                  <a:pt x="196" y="276"/>
                </a:lnTo>
                <a:lnTo>
                  <a:pt x="209" y="280"/>
                </a:lnTo>
                <a:lnTo>
                  <a:pt x="219" y="286"/>
                </a:lnTo>
                <a:lnTo>
                  <a:pt x="228" y="295"/>
                </a:lnTo>
                <a:lnTo>
                  <a:pt x="228" y="295"/>
                </a:lnTo>
                <a:lnTo>
                  <a:pt x="236" y="301"/>
                </a:lnTo>
                <a:lnTo>
                  <a:pt x="240" y="311"/>
                </a:lnTo>
                <a:lnTo>
                  <a:pt x="244" y="320"/>
                </a:lnTo>
                <a:lnTo>
                  <a:pt x="244" y="330"/>
                </a:lnTo>
                <a:lnTo>
                  <a:pt x="244" y="330"/>
                </a:lnTo>
                <a:lnTo>
                  <a:pt x="242" y="343"/>
                </a:lnTo>
                <a:lnTo>
                  <a:pt x="240" y="355"/>
                </a:lnTo>
                <a:lnTo>
                  <a:pt x="234" y="366"/>
                </a:lnTo>
                <a:lnTo>
                  <a:pt x="226" y="374"/>
                </a:lnTo>
                <a:lnTo>
                  <a:pt x="226" y="3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/>
        </p:spPr>
        <p:txBody>
          <a:bodyPr vert="horz" wrap="square" lIns="68559" tIns="34279" rIns="68559" bIns="34279" numCol="1" anchor="t" anchorCtr="0" compatLnSpc="1">
            <a:prstTxWarp prst="textNoShape">
              <a:avLst/>
            </a:prstTxWarp>
          </a:bodyPr>
          <a:lstStyle/>
          <a:p>
            <a:endParaRPr lang="zh-CN" altLang="en-US" sz="9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Freeform 38"/>
          <p:cNvSpPr>
            <a:spLocks noEditPoints="1"/>
          </p:cNvSpPr>
          <p:nvPr/>
        </p:nvSpPr>
        <p:spPr bwMode="auto">
          <a:xfrm>
            <a:off x="6305018" y="1292760"/>
            <a:ext cx="423732" cy="561976"/>
          </a:xfrm>
          <a:custGeom>
            <a:avLst/>
            <a:gdLst>
              <a:gd name="T0" fmla="*/ 303 w 356"/>
              <a:gd name="T1" fmla="*/ 0 h 472"/>
              <a:gd name="T2" fmla="*/ 53 w 356"/>
              <a:gd name="T3" fmla="*/ 52 h 472"/>
              <a:gd name="T4" fmla="*/ 0 w 356"/>
              <a:gd name="T5" fmla="*/ 153 h 472"/>
              <a:gd name="T6" fmla="*/ 2 w 356"/>
              <a:gd name="T7" fmla="*/ 163 h 472"/>
              <a:gd name="T8" fmla="*/ 11 w 356"/>
              <a:gd name="T9" fmla="*/ 188 h 472"/>
              <a:gd name="T10" fmla="*/ 27 w 356"/>
              <a:gd name="T11" fmla="*/ 217 h 472"/>
              <a:gd name="T12" fmla="*/ 53 w 356"/>
              <a:gd name="T13" fmla="*/ 240 h 472"/>
              <a:gd name="T14" fmla="*/ 69 w 356"/>
              <a:gd name="T15" fmla="*/ 249 h 472"/>
              <a:gd name="T16" fmla="*/ 99 w 356"/>
              <a:gd name="T17" fmla="*/ 284 h 472"/>
              <a:gd name="T18" fmla="*/ 142 w 356"/>
              <a:gd name="T19" fmla="*/ 307 h 472"/>
              <a:gd name="T20" fmla="*/ 50 w 356"/>
              <a:gd name="T21" fmla="*/ 418 h 472"/>
              <a:gd name="T22" fmla="*/ 305 w 356"/>
              <a:gd name="T23" fmla="*/ 472 h 472"/>
              <a:gd name="T24" fmla="*/ 213 w 356"/>
              <a:gd name="T25" fmla="*/ 418 h 472"/>
              <a:gd name="T26" fmla="*/ 213 w 356"/>
              <a:gd name="T27" fmla="*/ 307 h 472"/>
              <a:gd name="T28" fmla="*/ 255 w 356"/>
              <a:gd name="T29" fmla="*/ 284 h 472"/>
              <a:gd name="T30" fmla="*/ 287 w 356"/>
              <a:gd name="T31" fmla="*/ 249 h 472"/>
              <a:gd name="T32" fmla="*/ 303 w 356"/>
              <a:gd name="T33" fmla="*/ 240 h 472"/>
              <a:gd name="T34" fmla="*/ 328 w 356"/>
              <a:gd name="T35" fmla="*/ 217 h 472"/>
              <a:gd name="T36" fmla="*/ 345 w 356"/>
              <a:gd name="T37" fmla="*/ 188 h 472"/>
              <a:gd name="T38" fmla="*/ 353 w 356"/>
              <a:gd name="T39" fmla="*/ 163 h 472"/>
              <a:gd name="T40" fmla="*/ 356 w 356"/>
              <a:gd name="T41" fmla="*/ 52 h 472"/>
              <a:gd name="T42" fmla="*/ 23 w 356"/>
              <a:gd name="T43" fmla="*/ 153 h 472"/>
              <a:gd name="T44" fmla="*/ 53 w 356"/>
              <a:gd name="T45" fmla="*/ 75 h 472"/>
              <a:gd name="T46" fmla="*/ 53 w 356"/>
              <a:gd name="T47" fmla="*/ 186 h 472"/>
              <a:gd name="T48" fmla="*/ 55 w 356"/>
              <a:gd name="T49" fmla="*/ 211 h 472"/>
              <a:gd name="T50" fmla="*/ 42 w 356"/>
              <a:gd name="T51" fmla="*/ 194 h 472"/>
              <a:gd name="T52" fmla="*/ 25 w 356"/>
              <a:gd name="T53" fmla="*/ 163 h 472"/>
              <a:gd name="T54" fmla="*/ 23 w 356"/>
              <a:gd name="T55" fmla="*/ 153 h 472"/>
              <a:gd name="T56" fmla="*/ 180 w 356"/>
              <a:gd name="T57" fmla="*/ 151 h 472"/>
              <a:gd name="T58" fmla="*/ 151 w 356"/>
              <a:gd name="T59" fmla="*/ 130 h 472"/>
              <a:gd name="T60" fmla="*/ 161 w 356"/>
              <a:gd name="T61" fmla="*/ 96 h 472"/>
              <a:gd name="T62" fmla="*/ 199 w 356"/>
              <a:gd name="T63" fmla="*/ 96 h 472"/>
              <a:gd name="T64" fmla="*/ 209 w 356"/>
              <a:gd name="T65" fmla="*/ 130 h 472"/>
              <a:gd name="T66" fmla="*/ 333 w 356"/>
              <a:gd name="T67" fmla="*/ 153 h 472"/>
              <a:gd name="T68" fmla="*/ 330 w 356"/>
              <a:gd name="T69" fmla="*/ 163 h 472"/>
              <a:gd name="T70" fmla="*/ 314 w 356"/>
              <a:gd name="T71" fmla="*/ 194 h 472"/>
              <a:gd name="T72" fmla="*/ 301 w 356"/>
              <a:gd name="T73" fmla="*/ 211 h 472"/>
              <a:gd name="T74" fmla="*/ 303 w 356"/>
              <a:gd name="T75" fmla="*/ 186 h 472"/>
              <a:gd name="T76" fmla="*/ 333 w 356"/>
              <a:gd name="T77" fmla="*/ 75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56" h="472">
                <a:moveTo>
                  <a:pt x="303" y="52"/>
                </a:moveTo>
                <a:lnTo>
                  <a:pt x="303" y="0"/>
                </a:lnTo>
                <a:lnTo>
                  <a:pt x="53" y="0"/>
                </a:lnTo>
                <a:lnTo>
                  <a:pt x="53" y="52"/>
                </a:lnTo>
                <a:lnTo>
                  <a:pt x="0" y="52"/>
                </a:lnTo>
                <a:lnTo>
                  <a:pt x="0" y="153"/>
                </a:lnTo>
                <a:lnTo>
                  <a:pt x="0" y="153"/>
                </a:lnTo>
                <a:lnTo>
                  <a:pt x="2" y="163"/>
                </a:lnTo>
                <a:lnTo>
                  <a:pt x="4" y="176"/>
                </a:lnTo>
                <a:lnTo>
                  <a:pt x="11" y="188"/>
                </a:lnTo>
                <a:lnTo>
                  <a:pt x="17" y="203"/>
                </a:lnTo>
                <a:lnTo>
                  <a:pt x="27" y="217"/>
                </a:lnTo>
                <a:lnTo>
                  <a:pt x="40" y="230"/>
                </a:lnTo>
                <a:lnTo>
                  <a:pt x="53" y="240"/>
                </a:lnTo>
                <a:lnTo>
                  <a:pt x="69" y="249"/>
                </a:lnTo>
                <a:lnTo>
                  <a:pt x="69" y="249"/>
                </a:lnTo>
                <a:lnTo>
                  <a:pt x="82" y="268"/>
                </a:lnTo>
                <a:lnTo>
                  <a:pt x="99" y="284"/>
                </a:lnTo>
                <a:lnTo>
                  <a:pt x="119" y="297"/>
                </a:lnTo>
                <a:lnTo>
                  <a:pt x="142" y="307"/>
                </a:lnTo>
                <a:lnTo>
                  <a:pt x="142" y="418"/>
                </a:lnTo>
                <a:lnTo>
                  <a:pt x="50" y="418"/>
                </a:lnTo>
                <a:lnTo>
                  <a:pt x="50" y="472"/>
                </a:lnTo>
                <a:lnTo>
                  <a:pt x="305" y="472"/>
                </a:lnTo>
                <a:lnTo>
                  <a:pt x="305" y="418"/>
                </a:lnTo>
                <a:lnTo>
                  <a:pt x="213" y="418"/>
                </a:lnTo>
                <a:lnTo>
                  <a:pt x="213" y="307"/>
                </a:lnTo>
                <a:lnTo>
                  <a:pt x="213" y="307"/>
                </a:lnTo>
                <a:lnTo>
                  <a:pt x="236" y="297"/>
                </a:lnTo>
                <a:lnTo>
                  <a:pt x="255" y="284"/>
                </a:lnTo>
                <a:lnTo>
                  <a:pt x="272" y="268"/>
                </a:lnTo>
                <a:lnTo>
                  <a:pt x="287" y="249"/>
                </a:lnTo>
                <a:lnTo>
                  <a:pt x="287" y="249"/>
                </a:lnTo>
                <a:lnTo>
                  <a:pt x="303" y="240"/>
                </a:lnTo>
                <a:lnTo>
                  <a:pt x="316" y="230"/>
                </a:lnTo>
                <a:lnTo>
                  <a:pt x="328" y="217"/>
                </a:lnTo>
                <a:lnTo>
                  <a:pt x="337" y="203"/>
                </a:lnTo>
                <a:lnTo>
                  <a:pt x="345" y="188"/>
                </a:lnTo>
                <a:lnTo>
                  <a:pt x="351" y="176"/>
                </a:lnTo>
                <a:lnTo>
                  <a:pt x="353" y="163"/>
                </a:lnTo>
                <a:lnTo>
                  <a:pt x="356" y="153"/>
                </a:lnTo>
                <a:lnTo>
                  <a:pt x="356" y="52"/>
                </a:lnTo>
                <a:lnTo>
                  <a:pt x="303" y="52"/>
                </a:lnTo>
                <a:close/>
                <a:moveTo>
                  <a:pt x="23" y="153"/>
                </a:moveTo>
                <a:lnTo>
                  <a:pt x="23" y="75"/>
                </a:lnTo>
                <a:lnTo>
                  <a:pt x="53" y="75"/>
                </a:lnTo>
                <a:lnTo>
                  <a:pt x="53" y="186"/>
                </a:lnTo>
                <a:lnTo>
                  <a:pt x="53" y="186"/>
                </a:lnTo>
                <a:lnTo>
                  <a:pt x="53" y="199"/>
                </a:lnTo>
                <a:lnTo>
                  <a:pt x="55" y="211"/>
                </a:lnTo>
                <a:lnTo>
                  <a:pt x="55" y="211"/>
                </a:lnTo>
                <a:lnTo>
                  <a:pt x="42" y="194"/>
                </a:lnTo>
                <a:lnTo>
                  <a:pt x="32" y="178"/>
                </a:lnTo>
                <a:lnTo>
                  <a:pt x="25" y="163"/>
                </a:lnTo>
                <a:lnTo>
                  <a:pt x="23" y="153"/>
                </a:lnTo>
                <a:lnTo>
                  <a:pt x="23" y="153"/>
                </a:lnTo>
                <a:close/>
                <a:moveTo>
                  <a:pt x="228" y="186"/>
                </a:moveTo>
                <a:lnTo>
                  <a:pt x="180" y="151"/>
                </a:lnTo>
                <a:lnTo>
                  <a:pt x="132" y="186"/>
                </a:lnTo>
                <a:lnTo>
                  <a:pt x="151" y="130"/>
                </a:lnTo>
                <a:lnTo>
                  <a:pt x="103" y="96"/>
                </a:lnTo>
                <a:lnTo>
                  <a:pt x="161" y="96"/>
                </a:lnTo>
                <a:lnTo>
                  <a:pt x="180" y="40"/>
                </a:lnTo>
                <a:lnTo>
                  <a:pt x="199" y="96"/>
                </a:lnTo>
                <a:lnTo>
                  <a:pt x="255" y="96"/>
                </a:lnTo>
                <a:lnTo>
                  <a:pt x="209" y="130"/>
                </a:lnTo>
                <a:lnTo>
                  <a:pt x="228" y="186"/>
                </a:lnTo>
                <a:close/>
                <a:moveTo>
                  <a:pt x="333" y="153"/>
                </a:moveTo>
                <a:lnTo>
                  <a:pt x="333" y="153"/>
                </a:lnTo>
                <a:lnTo>
                  <a:pt x="330" y="163"/>
                </a:lnTo>
                <a:lnTo>
                  <a:pt x="324" y="178"/>
                </a:lnTo>
                <a:lnTo>
                  <a:pt x="314" y="194"/>
                </a:lnTo>
                <a:lnTo>
                  <a:pt x="301" y="211"/>
                </a:lnTo>
                <a:lnTo>
                  <a:pt x="301" y="211"/>
                </a:lnTo>
                <a:lnTo>
                  <a:pt x="303" y="199"/>
                </a:lnTo>
                <a:lnTo>
                  <a:pt x="303" y="186"/>
                </a:lnTo>
                <a:lnTo>
                  <a:pt x="303" y="75"/>
                </a:lnTo>
                <a:lnTo>
                  <a:pt x="333" y="75"/>
                </a:lnTo>
                <a:lnTo>
                  <a:pt x="333" y="15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vert="horz" wrap="square" lIns="68559" tIns="34279" rIns="68559" bIns="34279" numCol="1" anchor="t" anchorCtr="0" compatLnSpc="1">
            <a:prstTxWarp prst="textNoShape">
              <a:avLst/>
            </a:prstTxWarp>
          </a:bodyPr>
          <a:lstStyle/>
          <a:p>
            <a:endParaRPr lang="zh-CN" altLang="en-US" sz="9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40"/>
          <p:cNvGrpSpPr/>
          <p:nvPr/>
        </p:nvGrpSpPr>
        <p:grpSpPr>
          <a:xfrm>
            <a:off x="1428728" y="2717841"/>
            <a:ext cx="1846659" cy="996914"/>
            <a:chOff x="1276095" y="4159265"/>
            <a:chExt cx="2462972" cy="1329225"/>
          </a:xfrm>
        </p:grpSpPr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1360454" y="4159265"/>
              <a:ext cx="1522767" cy="369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r>
                <a:rPr lang="en-US" altLang="zh-CN" b="1" dirty="0" smtClean="0">
                  <a:solidFill>
                    <a:schemeClr val="accent1"/>
                  </a:solidFill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Native</a:t>
              </a:r>
              <a:r>
                <a:rPr lang="en-US" altLang="zh-CN" sz="1604" b="1" dirty="0" smtClean="0">
                  <a:solidFill>
                    <a:schemeClr val="accent1"/>
                  </a:solidFill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 App</a:t>
              </a:r>
              <a:endParaRPr lang="zh-CN" altLang="zh-CN" sz="1604" b="1" dirty="0">
                <a:solidFill>
                  <a:schemeClr val="accent1"/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1276095" y="4749823"/>
              <a:ext cx="2462972" cy="738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defTabSz="685594"/>
              <a:r>
                <a:rPr lang="zh-CN" altLang="zh-CN" sz="1200" dirty="0" smtClean="0"/>
                <a:t>能够提供最佳的用户体验、</a:t>
              </a:r>
              <a:endParaRPr lang="en-US" altLang="zh-CN" sz="1200" dirty="0" smtClean="0"/>
            </a:p>
            <a:p>
              <a:pPr defTabSz="685594"/>
              <a:r>
                <a:rPr lang="zh-CN" altLang="zh-CN" sz="1200" dirty="0" smtClean="0"/>
                <a:t>最优质的用户界面、</a:t>
              </a:r>
              <a:endParaRPr lang="en-US" altLang="zh-CN" sz="1200" dirty="0" smtClean="0"/>
            </a:p>
            <a:p>
              <a:pPr defTabSz="685594"/>
              <a:r>
                <a:rPr lang="zh-CN" altLang="zh-CN" sz="1200" dirty="0" smtClean="0"/>
                <a:t>最华丽的交互</a:t>
              </a:r>
              <a:endParaRPr lang="zh-C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47"/>
          <p:cNvGrpSpPr/>
          <p:nvPr/>
        </p:nvGrpSpPr>
        <p:grpSpPr>
          <a:xfrm>
            <a:off x="3571868" y="2717844"/>
            <a:ext cx="2249014" cy="979410"/>
            <a:chOff x="3916390" y="4159256"/>
            <a:chExt cx="2999613" cy="1305881"/>
          </a:xfrm>
        </p:grpSpPr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3999624" y="4159256"/>
              <a:ext cx="12479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r>
                <a:rPr lang="en-US" altLang="zh-CN" sz="1604" b="1" dirty="0" smtClean="0">
                  <a:solidFill>
                    <a:schemeClr val="accent1"/>
                  </a:solidFill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Web </a:t>
              </a:r>
              <a:r>
                <a:rPr lang="en-US" altLang="zh-CN" b="1" dirty="0" smtClean="0">
                  <a:solidFill>
                    <a:schemeClr val="accent1"/>
                  </a:solidFill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App</a:t>
              </a:r>
              <a:endParaRPr lang="zh-CN" altLang="zh-CN" sz="1604" b="1" dirty="0">
                <a:solidFill>
                  <a:schemeClr val="accent1"/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7" name="Rectangle 12"/>
            <p:cNvSpPr>
              <a:spLocks noChangeArrowheads="1"/>
            </p:cNvSpPr>
            <p:nvPr/>
          </p:nvSpPr>
          <p:spPr bwMode="auto">
            <a:xfrm>
              <a:off x="3916390" y="4726472"/>
              <a:ext cx="2999613" cy="738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defTabSz="685594"/>
              <a:r>
                <a:rPr lang="zh-CN" altLang="zh-CN" sz="1200" dirty="0" smtClean="0"/>
                <a:t>通过浏览器来调用终端设备</a:t>
              </a:r>
              <a:r>
                <a:rPr lang="en-US" altLang="zh-CN" sz="1200" dirty="0" smtClean="0"/>
                <a:t>API</a:t>
              </a:r>
              <a:r>
                <a:rPr lang="zh-CN" altLang="zh-CN" sz="1200" dirty="0" smtClean="0"/>
                <a:t>，</a:t>
              </a:r>
              <a:endParaRPr lang="en-US" altLang="zh-CN" sz="1200" dirty="0" smtClean="0"/>
            </a:p>
            <a:p>
              <a:pPr defTabSz="685594"/>
              <a:r>
                <a:rPr lang="zh-CN" altLang="zh-CN" sz="1200" dirty="0" smtClean="0"/>
                <a:t>越来越多的网站推出</a:t>
              </a:r>
              <a:endParaRPr lang="en-US" altLang="zh-CN" sz="1200" dirty="0" smtClean="0"/>
            </a:p>
            <a:p>
              <a:pPr defTabSz="685594"/>
              <a:r>
                <a:rPr lang="zh-CN" altLang="zh-CN" sz="1200" dirty="0" smtClean="0"/>
                <a:t>移动访问友好的</a:t>
              </a:r>
              <a:r>
                <a:rPr lang="en-US" altLang="zh-CN" sz="1200" dirty="0" smtClean="0"/>
                <a:t>H5</a:t>
              </a:r>
              <a:r>
                <a:rPr lang="zh-CN" altLang="zh-CN" sz="1200" dirty="0" smtClean="0"/>
                <a:t>应用</a:t>
              </a:r>
              <a:endParaRPr lang="zh-C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54"/>
          <p:cNvGrpSpPr/>
          <p:nvPr/>
        </p:nvGrpSpPr>
        <p:grpSpPr>
          <a:xfrm>
            <a:off x="6005055" y="2714626"/>
            <a:ext cx="2281721" cy="797959"/>
            <a:chOff x="6705660" y="4159246"/>
            <a:chExt cx="3043232" cy="1063944"/>
          </a:xfrm>
        </p:grpSpPr>
        <p:sp>
          <p:nvSpPr>
            <p:cNvPr id="42" name="Rectangle 16"/>
            <p:cNvSpPr>
              <a:spLocks noChangeArrowheads="1"/>
            </p:cNvSpPr>
            <p:nvPr/>
          </p:nvSpPr>
          <p:spPr bwMode="auto">
            <a:xfrm>
              <a:off x="6705660" y="4159246"/>
              <a:ext cx="1467179" cy="329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r>
                <a:rPr lang="en-US" altLang="zh-CN" sz="1604" b="1" dirty="0" smtClean="0">
                  <a:solidFill>
                    <a:schemeClr val="accent1"/>
                  </a:solidFill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Hybrid App</a:t>
              </a:r>
              <a:endParaRPr lang="zh-CN" altLang="zh-CN" sz="1604" b="1" dirty="0">
                <a:solidFill>
                  <a:schemeClr val="accent1"/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3" name="Rectangle 17"/>
            <p:cNvSpPr>
              <a:spLocks noChangeArrowheads="1"/>
            </p:cNvSpPr>
            <p:nvPr/>
          </p:nvSpPr>
          <p:spPr bwMode="auto">
            <a:xfrm>
              <a:off x="6707123" y="4730748"/>
              <a:ext cx="3041769" cy="49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defTabSz="685594"/>
              <a:r>
                <a:rPr lang="zh-CN" altLang="zh-CN" sz="1200" dirty="0" smtClean="0"/>
                <a:t>兼具</a:t>
              </a:r>
              <a:r>
                <a:rPr lang="en-US" altLang="zh-CN" sz="1200" dirty="0" smtClean="0"/>
                <a:t>Native App</a:t>
              </a:r>
              <a:r>
                <a:rPr lang="zh-CN" altLang="zh-CN" sz="1200" dirty="0" smtClean="0"/>
                <a:t>良好用户交互体</a:t>
              </a:r>
              <a:r>
                <a:rPr lang="zh-CN" altLang="en-US" sz="1200" dirty="0" smtClean="0"/>
                <a:t>验</a:t>
              </a:r>
              <a:endParaRPr lang="en-US" altLang="zh-CN" sz="1200" dirty="0" smtClean="0"/>
            </a:p>
            <a:p>
              <a:pPr defTabSz="685594"/>
              <a:r>
                <a:rPr lang="en-US" altLang="zh-CN" sz="1200" dirty="0" smtClean="0"/>
                <a:t>Web App</a:t>
              </a:r>
              <a:r>
                <a:rPr lang="zh-CN" altLang="zh-CN" sz="1200" dirty="0" smtClean="0"/>
                <a:t>跨平台开发的优势</a:t>
              </a:r>
              <a:endParaRPr lang="zh-C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0" y="-286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97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" y="0"/>
            <a:ext cx="3653303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89802" y="1782002"/>
            <a:ext cx="1567338" cy="1567542"/>
          </a:xfrm>
          <a:prstGeom prst="ellipse">
            <a:avLst/>
          </a:prstGeom>
          <a:pattFill prst="dkDnDiag">
            <a:fgClr>
              <a:srgbClr val="F3F3F3"/>
            </a:fgClr>
            <a:bgClr>
              <a:srgbClr val="F7F7F7"/>
            </a:bgClr>
          </a:pattFill>
          <a:ln w="19050">
            <a:gradFill flip="none" rotWithShape="1">
              <a:gsLst>
                <a:gs pos="0">
                  <a:schemeClr val="bg1"/>
                </a:gs>
                <a:gs pos="100000">
                  <a:srgbClr val="DEDEDE"/>
                </a:gs>
              </a:gsLst>
              <a:lin ang="2700000" scaled="1"/>
              <a:tileRect/>
            </a:gradFill>
          </a:ln>
          <a:effectLst>
            <a:outerShdw blurRad="3429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2155" y="1689986"/>
            <a:ext cx="4452221" cy="800403"/>
          </a:xfrm>
          <a:prstGeom prst="rect">
            <a:avLst/>
          </a:prstGeom>
          <a:noFill/>
          <a:effectLst/>
        </p:spPr>
        <p:txBody>
          <a:bodyPr wrap="square" lIns="72572" tIns="36286" rIns="72572" bIns="36286" rtlCol="0">
            <a:spAutoFit/>
          </a:bodyPr>
          <a:lstStyle/>
          <a:p>
            <a:pPr algn="ctr"/>
            <a:r>
              <a:rPr lang="zh-CN" altLang="en-US" sz="4725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研究背景</a:t>
            </a:r>
            <a:endParaRPr lang="zh-CN" altLang="en-US" sz="4725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616658" y="2573868"/>
            <a:ext cx="40432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3169669" y="2081224"/>
            <a:ext cx="847794" cy="922574"/>
            <a:chOff x="4873620" y="1965325"/>
            <a:chExt cx="269882" cy="293688"/>
          </a:xfrm>
          <a:solidFill>
            <a:schemeClr val="accent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8" name="Freeform 502"/>
            <p:cNvSpPr>
              <a:spLocks/>
            </p:cNvSpPr>
            <p:nvPr/>
          </p:nvSpPr>
          <p:spPr bwMode="auto">
            <a:xfrm>
              <a:off x="4873620" y="2127250"/>
              <a:ext cx="112713" cy="131763"/>
            </a:xfrm>
            <a:custGeom>
              <a:avLst/>
              <a:gdLst>
                <a:gd name="T0" fmla="*/ 2 w 30"/>
                <a:gd name="T1" fmla="*/ 0 h 35"/>
                <a:gd name="T2" fmla="*/ 28 w 30"/>
                <a:gd name="T3" fmla="*/ 0 h 35"/>
                <a:gd name="T4" fmla="*/ 30 w 30"/>
                <a:gd name="T5" fmla="*/ 1 h 35"/>
                <a:gd name="T6" fmla="*/ 28 w 30"/>
                <a:gd name="T7" fmla="*/ 3 h 35"/>
                <a:gd name="T8" fmla="*/ 3 w 30"/>
                <a:gd name="T9" fmla="*/ 3 h 35"/>
                <a:gd name="T10" fmla="*/ 3 w 30"/>
                <a:gd name="T11" fmla="*/ 33 h 35"/>
                <a:gd name="T12" fmla="*/ 2 w 30"/>
                <a:gd name="T13" fmla="*/ 35 h 35"/>
                <a:gd name="T14" fmla="*/ 0 w 30"/>
                <a:gd name="T15" fmla="*/ 33 h 35"/>
                <a:gd name="T16" fmla="*/ 0 w 30"/>
                <a:gd name="T17" fmla="*/ 1 h 35"/>
                <a:gd name="T18" fmla="*/ 2 w 30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35">
                  <a:moveTo>
                    <a:pt x="2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0" y="1"/>
                    <a:pt x="30" y="1"/>
                  </a:cubicBezTo>
                  <a:cubicBezTo>
                    <a:pt x="30" y="2"/>
                    <a:pt x="29" y="3"/>
                    <a:pt x="28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1" y="35"/>
                    <a:pt x="0" y="34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Freeform 503"/>
            <p:cNvSpPr>
              <a:spLocks/>
            </p:cNvSpPr>
            <p:nvPr/>
          </p:nvSpPr>
          <p:spPr bwMode="auto">
            <a:xfrm>
              <a:off x="4884737" y="1973263"/>
              <a:ext cx="41275" cy="146050"/>
            </a:xfrm>
            <a:custGeom>
              <a:avLst/>
              <a:gdLst>
                <a:gd name="T0" fmla="*/ 11 w 11"/>
                <a:gd name="T1" fmla="*/ 34 h 39"/>
                <a:gd name="T2" fmla="*/ 11 w 11"/>
                <a:gd name="T3" fmla="*/ 6 h 39"/>
                <a:gd name="T4" fmla="*/ 5 w 11"/>
                <a:gd name="T5" fmla="*/ 0 h 39"/>
                <a:gd name="T6" fmla="*/ 0 w 11"/>
                <a:gd name="T7" fmla="*/ 6 h 39"/>
                <a:gd name="T8" fmla="*/ 0 w 11"/>
                <a:gd name="T9" fmla="*/ 34 h 39"/>
                <a:gd name="T10" fmla="*/ 5 w 11"/>
                <a:gd name="T11" fmla="*/ 39 h 39"/>
                <a:gd name="T12" fmla="*/ 11 w 11"/>
                <a:gd name="T13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9">
                  <a:moveTo>
                    <a:pt x="11" y="34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9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7"/>
                    <a:pt x="2" y="39"/>
                    <a:pt x="5" y="39"/>
                  </a:cubicBezTo>
                  <a:cubicBezTo>
                    <a:pt x="9" y="39"/>
                    <a:pt x="11" y="37"/>
                    <a:pt x="11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Freeform 504"/>
            <p:cNvSpPr>
              <a:spLocks/>
            </p:cNvSpPr>
            <p:nvPr/>
          </p:nvSpPr>
          <p:spPr bwMode="auto">
            <a:xfrm>
              <a:off x="4940303" y="1965325"/>
              <a:ext cx="177800" cy="293688"/>
            </a:xfrm>
            <a:custGeom>
              <a:avLst/>
              <a:gdLst>
                <a:gd name="T0" fmla="*/ 5 w 47"/>
                <a:gd name="T1" fmla="*/ 69 h 78"/>
                <a:gd name="T2" fmla="*/ 6 w 47"/>
                <a:gd name="T3" fmla="*/ 77 h 78"/>
                <a:gd name="T4" fmla="*/ 9 w 47"/>
                <a:gd name="T5" fmla="*/ 78 h 78"/>
                <a:gd name="T6" fmla="*/ 14 w 47"/>
                <a:gd name="T7" fmla="*/ 76 h 78"/>
                <a:gd name="T8" fmla="*/ 26 w 47"/>
                <a:gd name="T9" fmla="*/ 57 h 78"/>
                <a:gd name="T10" fmla="*/ 46 w 47"/>
                <a:gd name="T11" fmla="*/ 57 h 78"/>
                <a:gd name="T12" fmla="*/ 47 w 47"/>
                <a:gd name="T13" fmla="*/ 56 h 78"/>
                <a:gd name="T14" fmla="*/ 47 w 47"/>
                <a:gd name="T15" fmla="*/ 42 h 78"/>
                <a:gd name="T16" fmla="*/ 32 w 47"/>
                <a:gd name="T17" fmla="*/ 19 h 78"/>
                <a:gd name="T18" fmla="*/ 30 w 47"/>
                <a:gd name="T19" fmla="*/ 20 h 78"/>
                <a:gd name="T20" fmla="*/ 35 w 47"/>
                <a:gd name="T21" fmla="*/ 10 h 78"/>
                <a:gd name="T22" fmla="*/ 24 w 47"/>
                <a:gd name="T23" fmla="*/ 0 h 78"/>
                <a:gd name="T24" fmla="*/ 14 w 47"/>
                <a:gd name="T25" fmla="*/ 10 h 78"/>
                <a:gd name="T26" fmla="*/ 24 w 47"/>
                <a:gd name="T27" fmla="*/ 21 h 78"/>
                <a:gd name="T28" fmla="*/ 27 w 47"/>
                <a:gd name="T29" fmla="*/ 20 h 78"/>
                <a:gd name="T30" fmla="*/ 21 w 47"/>
                <a:gd name="T31" fmla="*/ 27 h 78"/>
                <a:gd name="T32" fmla="*/ 5 w 47"/>
                <a:gd name="T33" fmla="*/ 31 h 78"/>
                <a:gd name="T34" fmla="*/ 1 w 47"/>
                <a:gd name="T35" fmla="*/ 34 h 78"/>
                <a:gd name="T36" fmla="*/ 1 w 47"/>
                <a:gd name="T37" fmla="*/ 38 h 78"/>
                <a:gd name="T38" fmla="*/ 6 w 47"/>
                <a:gd name="T39" fmla="*/ 42 h 78"/>
                <a:gd name="T40" fmla="*/ 8 w 47"/>
                <a:gd name="T41" fmla="*/ 42 h 78"/>
                <a:gd name="T42" fmla="*/ 17 w 47"/>
                <a:gd name="T43" fmla="*/ 40 h 78"/>
                <a:gd name="T44" fmla="*/ 17 w 47"/>
                <a:gd name="T45" fmla="*/ 43 h 78"/>
                <a:gd name="T46" fmla="*/ 17 w 47"/>
                <a:gd name="T47" fmla="*/ 47 h 78"/>
                <a:gd name="T48" fmla="*/ 5 w 47"/>
                <a:gd name="T4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" h="78">
                  <a:moveTo>
                    <a:pt x="5" y="69"/>
                  </a:moveTo>
                  <a:cubicBezTo>
                    <a:pt x="3" y="72"/>
                    <a:pt x="3" y="76"/>
                    <a:pt x="6" y="77"/>
                  </a:cubicBezTo>
                  <a:cubicBezTo>
                    <a:pt x="7" y="78"/>
                    <a:pt x="8" y="78"/>
                    <a:pt x="9" y="78"/>
                  </a:cubicBezTo>
                  <a:cubicBezTo>
                    <a:pt x="11" y="78"/>
                    <a:pt x="13" y="77"/>
                    <a:pt x="14" y="76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47" y="57"/>
                    <a:pt x="47" y="57"/>
                    <a:pt x="47" y="56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29"/>
                    <a:pt x="41" y="19"/>
                    <a:pt x="32" y="19"/>
                  </a:cubicBezTo>
                  <a:cubicBezTo>
                    <a:pt x="31" y="19"/>
                    <a:pt x="30" y="19"/>
                    <a:pt x="30" y="20"/>
                  </a:cubicBezTo>
                  <a:cubicBezTo>
                    <a:pt x="33" y="18"/>
                    <a:pt x="35" y="14"/>
                    <a:pt x="35" y="10"/>
                  </a:cubicBezTo>
                  <a:cubicBezTo>
                    <a:pt x="35" y="5"/>
                    <a:pt x="30" y="0"/>
                    <a:pt x="24" y="0"/>
                  </a:cubicBezTo>
                  <a:cubicBezTo>
                    <a:pt x="19" y="0"/>
                    <a:pt x="14" y="5"/>
                    <a:pt x="14" y="10"/>
                  </a:cubicBezTo>
                  <a:cubicBezTo>
                    <a:pt x="14" y="16"/>
                    <a:pt x="19" y="21"/>
                    <a:pt x="24" y="21"/>
                  </a:cubicBezTo>
                  <a:cubicBezTo>
                    <a:pt x="25" y="21"/>
                    <a:pt x="26" y="21"/>
                    <a:pt x="27" y="20"/>
                  </a:cubicBezTo>
                  <a:cubicBezTo>
                    <a:pt x="25" y="22"/>
                    <a:pt x="23" y="24"/>
                    <a:pt x="21" y="27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2"/>
                    <a:pt x="2" y="32"/>
                    <a:pt x="1" y="34"/>
                  </a:cubicBezTo>
                  <a:cubicBezTo>
                    <a:pt x="1" y="35"/>
                    <a:pt x="0" y="37"/>
                    <a:pt x="1" y="38"/>
                  </a:cubicBezTo>
                  <a:cubicBezTo>
                    <a:pt x="1" y="41"/>
                    <a:pt x="4" y="42"/>
                    <a:pt x="6" y="42"/>
                  </a:cubicBezTo>
                  <a:cubicBezTo>
                    <a:pt x="7" y="42"/>
                    <a:pt x="7" y="42"/>
                    <a:pt x="8" y="42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1"/>
                    <a:pt x="17" y="42"/>
                    <a:pt x="17" y="43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5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Freeform 505"/>
            <p:cNvSpPr>
              <a:spLocks/>
            </p:cNvSpPr>
            <p:nvPr/>
          </p:nvSpPr>
          <p:spPr bwMode="auto">
            <a:xfrm>
              <a:off x="5046664" y="2093913"/>
              <a:ext cx="96838" cy="112713"/>
            </a:xfrm>
            <a:custGeom>
              <a:avLst/>
              <a:gdLst>
                <a:gd name="T0" fmla="*/ 1 w 26"/>
                <a:gd name="T1" fmla="*/ 27 h 30"/>
                <a:gd name="T2" fmla="*/ 23 w 26"/>
                <a:gd name="T3" fmla="*/ 27 h 30"/>
                <a:gd name="T4" fmla="*/ 23 w 26"/>
                <a:gd name="T5" fmla="*/ 2 h 30"/>
                <a:gd name="T6" fmla="*/ 24 w 26"/>
                <a:gd name="T7" fmla="*/ 0 h 30"/>
                <a:gd name="T8" fmla="*/ 26 w 26"/>
                <a:gd name="T9" fmla="*/ 2 h 30"/>
                <a:gd name="T10" fmla="*/ 26 w 26"/>
                <a:gd name="T11" fmla="*/ 28 h 30"/>
                <a:gd name="T12" fmla="*/ 24 w 26"/>
                <a:gd name="T13" fmla="*/ 30 h 30"/>
                <a:gd name="T14" fmla="*/ 1 w 26"/>
                <a:gd name="T15" fmla="*/ 30 h 30"/>
                <a:gd name="T16" fmla="*/ 0 w 26"/>
                <a:gd name="T17" fmla="*/ 28 h 30"/>
                <a:gd name="T18" fmla="*/ 1 w 26"/>
                <a:gd name="T19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0">
                  <a:moveTo>
                    <a:pt x="1" y="27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1"/>
                    <a:pt x="23" y="0"/>
                    <a:pt x="24" y="0"/>
                  </a:cubicBezTo>
                  <a:cubicBezTo>
                    <a:pt x="25" y="0"/>
                    <a:pt x="26" y="1"/>
                    <a:pt x="26" y="2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543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1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4285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研究背景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28596" y="571486"/>
            <a:ext cx="8501122" cy="819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050" dirty="0" smtClean="0"/>
              <a:t>2019</a:t>
            </a:r>
            <a:r>
              <a:rPr lang="zh-CN" altLang="en-US" sz="1050" dirty="0" smtClean="0"/>
              <a:t>年</a:t>
            </a:r>
            <a:r>
              <a:rPr lang="en-US" altLang="zh-CN" sz="1050" dirty="0" smtClean="0"/>
              <a:t>2</a:t>
            </a:r>
            <a:r>
              <a:rPr lang="zh-CN" altLang="en-US" sz="1050" dirty="0" smtClean="0"/>
              <a:t>月第</a:t>
            </a:r>
            <a:r>
              <a:rPr lang="en-US" altLang="zh-CN" sz="1050" dirty="0" smtClean="0"/>
              <a:t>43</a:t>
            </a:r>
            <a:r>
              <a:rPr lang="zh-CN" altLang="en-US" sz="1050" dirty="0" smtClean="0"/>
              <a:t>次</a:t>
            </a:r>
            <a:r>
              <a:rPr lang="zh-CN" altLang="zh-CN" sz="1050" dirty="0" smtClean="0"/>
              <a:t>《中国互联网络发展状况统计报告》指出，通过分析用户遭遇的网络安全问题发现，上网设备中病毒或木马的用户比例较</a:t>
            </a:r>
            <a:r>
              <a:rPr lang="en-US" altLang="zh-CN" sz="1050" dirty="0" smtClean="0"/>
              <a:t>2017</a:t>
            </a:r>
            <a:r>
              <a:rPr lang="zh-CN" altLang="zh-CN" sz="1050" dirty="0" smtClean="0"/>
              <a:t>年底降低</a:t>
            </a:r>
            <a:r>
              <a:rPr lang="en-US" altLang="zh-CN" sz="1050" dirty="0" smtClean="0"/>
              <a:t>7.3</a:t>
            </a:r>
            <a:r>
              <a:rPr lang="zh-CN" altLang="zh-CN" sz="1050" dirty="0" smtClean="0"/>
              <a:t>个百分点，但其他网络安全问题的发生情况相比</a:t>
            </a:r>
            <a:r>
              <a:rPr lang="en-US" altLang="zh-CN" sz="1050" dirty="0" smtClean="0"/>
              <a:t>2017</a:t>
            </a:r>
            <a:r>
              <a:rPr lang="zh-CN" altLang="zh-CN" sz="1050" dirty="0" smtClean="0"/>
              <a:t>年底差异不大。除了安全问题外，移动应用软件运行过程中还会经常出现功能失效、死机、重启、丢包、响应慢、不稳定、以及骚扰用户等质量问题。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Rectangle 12"/>
          <p:cNvSpPr/>
          <p:nvPr/>
        </p:nvSpPr>
        <p:spPr bwMode="auto">
          <a:xfrm>
            <a:off x="5929322" y="1857370"/>
            <a:ext cx="3074560" cy="284343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lIns="137124" tIns="68562" rIns="34281" bIns="34281"/>
          <a:lstStyle>
            <a:defPPr>
              <a:defRPr lang="en-US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50"/>
              </a:spcAft>
              <a:defRPr/>
            </a:pPr>
            <a:endParaRPr lang="en-US" sz="2699" dirty="0">
              <a:solidFill>
                <a:srgbClr val="FFFFFF">
                  <a:alpha val="99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81"/>
          <p:cNvSpPr txBox="1">
            <a:spLocks noChangeArrowheads="1"/>
          </p:cNvSpPr>
          <p:nvPr/>
        </p:nvSpPr>
        <p:spPr bwMode="auto">
          <a:xfrm>
            <a:off x="6286512" y="3643320"/>
            <a:ext cx="2428892" cy="855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移动互联网接入流量消费达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711.1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亿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GB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，较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2017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年底增长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189.1%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Rectangle 12"/>
          <p:cNvSpPr/>
          <p:nvPr/>
        </p:nvSpPr>
        <p:spPr bwMode="auto">
          <a:xfrm>
            <a:off x="3286116" y="1857370"/>
            <a:ext cx="2375530" cy="140291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lIns="137124" tIns="68562" rIns="34281" bIns="34281"/>
          <a:lstStyle>
            <a:defPPr>
              <a:defRPr lang="en-US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50"/>
              </a:spcAft>
              <a:defRPr/>
            </a:pPr>
            <a:endParaRPr lang="en-US" sz="2699" dirty="0">
              <a:solidFill>
                <a:srgbClr val="FFFFFF">
                  <a:alpha val="99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Rectangle 12"/>
          <p:cNvSpPr/>
          <p:nvPr/>
        </p:nvSpPr>
        <p:spPr bwMode="auto">
          <a:xfrm>
            <a:off x="612782" y="3329722"/>
            <a:ext cx="2375530" cy="140372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lIns="137124" tIns="68562" rIns="34281" bIns="34281"/>
          <a:lstStyle>
            <a:defPPr>
              <a:defRPr lang="en-US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50"/>
              </a:spcAft>
              <a:defRPr/>
            </a:pPr>
            <a:endParaRPr lang="en-US" sz="2699" dirty="0">
              <a:solidFill>
                <a:srgbClr val="FFFFFF">
                  <a:alpha val="99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81"/>
          <p:cNvSpPr txBox="1">
            <a:spLocks noChangeArrowheads="1"/>
          </p:cNvSpPr>
          <p:nvPr/>
        </p:nvSpPr>
        <p:spPr bwMode="auto">
          <a:xfrm>
            <a:off x="3276256" y="2028087"/>
            <a:ext cx="2153000" cy="97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截至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2018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12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月，我国市场上监测到的移动应用程序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(App)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在架数量为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449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万款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81"/>
          <p:cNvSpPr txBox="1">
            <a:spLocks noChangeArrowheads="1"/>
          </p:cNvSpPr>
          <p:nvPr/>
        </p:nvSpPr>
        <p:spPr bwMode="auto">
          <a:xfrm>
            <a:off x="571472" y="3437701"/>
            <a:ext cx="2456829" cy="1187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截至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2018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12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月，我国网民规模为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8.29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亿，其中手机网民规模达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8.17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亿，全年新增手机网民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6433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万；网民中使用手机上网的比例由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2017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年底的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97.5%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提升至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2018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年底的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98.6%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-286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1699033"/>
            <a:ext cx="242889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802" y="3286130"/>
            <a:ext cx="2857520" cy="159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29322" y="1857370"/>
            <a:ext cx="307180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962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" y="0"/>
            <a:ext cx="3653303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89802" y="1782002"/>
            <a:ext cx="1567338" cy="1567542"/>
          </a:xfrm>
          <a:prstGeom prst="ellipse">
            <a:avLst/>
          </a:prstGeom>
          <a:pattFill prst="dkDnDiag">
            <a:fgClr>
              <a:srgbClr val="F3F3F3"/>
            </a:fgClr>
            <a:bgClr>
              <a:srgbClr val="F7F7F7"/>
            </a:bgClr>
          </a:pattFill>
          <a:ln w="19050">
            <a:gradFill flip="none" rotWithShape="1">
              <a:gsLst>
                <a:gs pos="0">
                  <a:schemeClr val="bg1"/>
                </a:gs>
                <a:gs pos="100000">
                  <a:srgbClr val="DEDEDE"/>
                </a:gs>
              </a:gsLst>
              <a:lin ang="2700000" scaled="1"/>
              <a:tileRect/>
            </a:gradFill>
          </a:ln>
          <a:effectLst>
            <a:outerShdw blurRad="3429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2155" y="1689986"/>
            <a:ext cx="4452221" cy="800403"/>
          </a:xfrm>
          <a:prstGeom prst="rect">
            <a:avLst/>
          </a:prstGeom>
          <a:noFill/>
          <a:effectLst/>
        </p:spPr>
        <p:txBody>
          <a:bodyPr wrap="square" lIns="72572" tIns="36286" rIns="72572" bIns="36286" rtlCol="0">
            <a:spAutoFit/>
          </a:bodyPr>
          <a:lstStyle/>
          <a:p>
            <a:pPr algn="ctr"/>
            <a:r>
              <a:rPr lang="zh-CN" altLang="en-US" sz="4725" b="1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具体方法</a:t>
            </a:r>
            <a:endParaRPr lang="zh-CN" altLang="en-US" sz="4725" b="1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616658" y="2573868"/>
            <a:ext cx="40432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3041995" y="2166414"/>
            <a:ext cx="1098608" cy="792848"/>
            <a:chOff x="6274451" y="3104083"/>
            <a:chExt cx="745081" cy="564041"/>
          </a:xfrm>
          <a:solidFill>
            <a:schemeClr val="accent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3" name="Freeform 512"/>
            <p:cNvSpPr>
              <a:spLocks/>
            </p:cNvSpPr>
            <p:nvPr/>
          </p:nvSpPr>
          <p:spPr bwMode="auto">
            <a:xfrm>
              <a:off x="6569454" y="3119230"/>
              <a:ext cx="450078" cy="22360"/>
            </a:xfrm>
            <a:custGeom>
              <a:avLst/>
              <a:gdLst>
                <a:gd name="T0" fmla="*/ 257 w 264"/>
                <a:gd name="T1" fmla="*/ 0 h 13"/>
                <a:gd name="T2" fmla="*/ 6 w 264"/>
                <a:gd name="T3" fmla="*/ 0 h 13"/>
                <a:gd name="T4" fmla="*/ 2 w 264"/>
                <a:gd name="T5" fmla="*/ 2 h 13"/>
                <a:gd name="T6" fmla="*/ 0 w 264"/>
                <a:gd name="T7" fmla="*/ 7 h 13"/>
                <a:gd name="T8" fmla="*/ 6 w 264"/>
                <a:gd name="T9" fmla="*/ 13 h 13"/>
                <a:gd name="T10" fmla="*/ 257 w 264"/>
                <a:gd name="T11" fmla="*/ 13 h 13"/>
                <a:gd name="T12" fmla="*/ 264 w 264"/>
                <a:gd name="T13" fmla="*/ 7 h 13"/>
                <a:gd name="T14" fmla="*/ 257 w 264"/>
                <a:gd name="T1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4" h="13">
                  <a:moveTo>
                    <a:pt x="25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257" y="13"/>
                    <a:pt x="257" y="13"/>
                    <a:pt x="257" y="13"/>
                  </a:cubicBezTo>
                  <a:cubicBezTo>
                    <a:pt x="261" y="13"/>
                    <a:pt x="264" y="10"/>
                    <a:pt x="264" y="7"/>
                  </a:cubicBezTo>
                  <a:cubicBezTo>
                    <a:pt x="264" y="3"/>
                    <a:pt x="261" y="0"/>
                    <a:pt x="257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Rectangle 513"/>
            <p:cNvSpPr>
              <a:spLocks noChangeArrowheads="1"/>
            </p:cNvSpPr>
            <p:nvPr/>
          </p:nvSpPr>
          <p:spPr bwMode="auto">
            <a:xfrm>
              <a:off x="6869507" y="3293058"/>
              <a:ext cx="28851" cy="122617"/>
            </a:xfrm>
            <a:prstGeom prst="rect">
              <a:avLst/>
            </a:pr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Rectangle 514"/>
            <p:cNvSpPr>
              <a:spLocks noChangeArrowheads="1"/>
            </p:cNvSpPr>
            <p:nvPr/>
          </p:nvSpPr>
          <p:spPr bwMode="auto">
            <a:xfrm>
              <a:off x="6821902" y="3325516"/>
              <a:ext cx="30294" cy="86554"/>
            </a:xfrm>
            <a:prstGeom prst="rect">
              <a:avLst/>
            </a:pr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Rectangle 515"/>
            <p:cNvSpPr>
              <a:spLocks noChangeArrowheads="1"/>
            </p:cNvSpPr>
            <p:nvPr/>
          </p:nvSpPr>
          <p:spPr bwMode="auto">
            <a:xfrm>
              <a:off x="6772134" y="3280796"/>
              <a:ext cx="28851" cy="131273"/>
            </a:xfrm>
            <a:prstGeom prst="rect">
              <a:avLst/>
            </a:pr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Freeform 516"/>
            <p:cNvSpPr>
              <a:spLocks/>
            </p:cNvSpPr>
            <p:nvPr/>
          </p:nvSpPr>
          <p:spPr bwMode="auto">
            <a:xfrm>
              <a:off x="6750496" y="3521704"/>
              <a:ext cx="86554" cy="146420"/>
            </a:xfrm>
            <a:custGeom>
              <a:avLst/>
              <a:gdLst>
                <a:gd name="T0" fmla="*/ 43 w 51"/>
                <a:gd name="T1" fmla="*/ 71 h 86"/>
                <a:gd name="T2" fmla="*/ 36 w 51"/>
                <a:gd name="T3" fmla="*/ 71 h 86"/>
                <a:gd name="T4" fmla="*/ 36 w 51"/>
                <a:gd name="T5" fmla="*/ 0 h 86"/>
                <a:gd name="T6" fmla="*/ 19 w 51"/>
                <a:gd name="T7" fmla="*/ 0 h 86"/>
                <a:gd name="T8" fmla="*/ 19 w 51"/>
                <a:gd name="T9" fmla="*/ 71 h 86"/>
                <a:gd name="T10" fmla="*/ 7 w 51"/>
                <a:gd name="T11" fmla="*/ 71 h 86"/>
                <a:gd name="T12" fmla="*/ 2 w 51"/>
                <a:gd name="T13" fmla="*/ 73 h 86"/>
                <a:gd name="T14" fmla="*/ 0 w 51"/>
                <a:gd name="T15" fmla="*/ 79 h 86"/>
                <a:gd name="T16" fmla="*/ 7 w 51"/>
                <a:gd name="T17" fmla="*/ 86 h 86"/>
                <a:gd name="T18" fmla="*/ 43 w 51"/>
                <a:gd name="T19" fmla="*/ 86 h 86"/>
                <a:gd name="T20" fmla="*/ 51 w 51"/>
                <a:gd name="T21" fmla="*/ 79 h 86"/>
                <a:gd name="T22" fmla="*/ 43 w 51"/>
                <a:gd name="T23" fmla="*/ 7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" h="86">
                  <a:moveTo>
                    <a:pt x="43" y="71"/>
                  </a:moveTo>
                  <a:cubicBezTo>
                    <a:pt x="36" y="71"/>
                    <a:pt x="36" y="71"/>
                    <a:pt x="36" y="71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5" y="71"/>
                    <a:pt x="3" y="72"/>
                    <a:pt x="2" y="73"/>
                  </a:cubicBezTo>
                  <a:cubicBezTo>
                    <a:pt x="0" y="75"/>
                    <a:pt x="0" y="77"/>
                    <a:pt x="0" y="79"/>
                  </a:cubicBezTo>
                  <a:cubicBezTo>
                    <a:pt x="0" y="83"/>
                    <a:pt x="3" y="86"/>
                    <a:pt x="7" y="86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7" y="86"/>
                    <a:pt x="51" y="83"/>
                    <a:pt x="51" y="79"/>
                  </a:cubicBezTo>
                  <a:cubicBezTo>
                    <a:pt x="51" y="75"/>
                    <a:pt x="47" y="71"/>
                    <a:pt x="43" y="7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Rectangle 517"/>
            <p:cNvSpPr>
              <a:spLocks noChangeArrowheads="1"/>
            </p:cNvSpPr>
            <p:nvPr/>
          </p:nvSpPr>
          <p:spPr bwMode="auto">
            <a:xfrm>
              <a:off x="6720923" y="3325516"/>
              <a:ext cx="29573" cy="86554"/>
            </a:xfrm>
            <a:prstGeom prst="rect">
              <a:avLst/>
            </a:pr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Rectangle 518"/>
            <p:cNvSpPr>
              <a:spLocks noChangeArrowheads="1"/>
            </p:cNvSpPr>
            <p:nvPr/>
          </p:nvSpPr>
          <p:spPr bwMode="auto">
            <a:xfrm>
              <a:off x="6668270" y="3357974"/>
              <a:ext cx="28851" cy="54096"/>
            </a:xfrm>
            <a:prstGeom prst="rect">
              <a:avLst/>
            </a:pr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Freeform 519"/>
            <p:cNvSpPr>
              <a:spLocks noEditPoints="1"/>
            </p:cNvSpPr>
            <p:nvPr/>
          </p:nvSpPr>
          <p:spPr bwMode="auto">
            <a:xfrm>
              <a:off x="6601912" y="3161786"/>
              <a:ext cx="383721" cy="346214"/>
            </a:xfrm>
            <a:custGeom>
              <a:avLst/>
              <a:gdLst>
                <a:gd name="T0" fmla="*/ 0 w 532"/>
                <a:gd name="T1" fmla="*/ 480 h 480"/>
                <a:gd name="T2" fmla="*/ 532 w 532"/>
                <a:gd name="T3" fmla="*/ 480 h 480"/>
                <a:gd name="T4" fmla="*/ 532 w 532"/>
                <a:gd name="T5" fmla="*/ 0 h 480"/>
                <a:gd name="T6" fmla="*/ 0 w 532"/>
                <a:gd name="T7" fmla="*/ 0 h 480"/>
                <a:gd name="T8" fmla="*/ 0 w 532"/>
                <a:gd name="T9" fmla="*/ 480 h 480"/>
                <a:gd name="T10" fmla="*/ 28 w 532"/>
                <a:gd name="T11" fmla="*/ 28 h 480"/>
                <a:gd name="T12" fmla="*/ 506 w 532"/>
                <a:gd name="T13" fmla="*/ 28 h 480"/>
                <a:gd name="T14" fmla="*/ 506 w 532"/>
                <a:gd name="T15" fmla="*/ 442 h 480"/>
                <a:gd name="T16" fmla="*/ 28 w 532"/>
                <a:gd name="T17" fmla="*/ 442 h 480"/>
                <a:gd name="T18" fmla="*/ 28 w 532"/>
                <a:gd name="T19" fmla="*/ 2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2" h="480">
                  <a:moveTo>
                    <a:pt x="0" y="480"/>
                  </a:moveTo>
                  <a:lnTo>
                    <a:pt x="532" y="480"/>
                  </a:lnTo>
                  <a:lnTo>
                    <a:pt x="532" y="0"/>
                  </a:lnTo>
                  <a:lnTo>
                    <a:pt x="0" y="0"/>
                  </a:lnTo>
                  <a:lnTo>
                    <a:pt x="0" y="480"/>
                  </a:lnTo>
                  <a:close/>
                  <a:moveTo>
                    <a:pt x="28" y="28"/>
                  </a:moveTo>
                  <a:lnTo>
                    <a:pt x="506" y="28"/>
                  </a:lnTo>
                  <a:lnTo>
                    <a:pt x="506" y="442"/>
                  </a:lnTo>
                  <a:lnTo>
                    <a:pt x="28" y="442"/>
                  </a:lnTo>
                  <a:lnTo>
                    <a:pt x="28" y="2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Freeform 520"/>
            <p:cNvSpPr>
              <a:spLocks/>
            </p:cNvSpPr>
            <p:nvPr/>
          </p:nvSpPr>
          <p:spPr bwMode="auto">
            <a:xfrm>
              <a:off x="6274451" y="3299550"/>
              <a:ext cx="313757" cy="281299"/>
            </a:xfrm>
            <a:custGeom>
              <a:avLst/>
              <a:gdLst>
                <a:gd name="T0" fmla="*/ 161 w 184"/>
                <a:gd name="T1" fmla="*/ 20 h 165"/>
                <a:gd name="T2" fmla="*/ 119 w 184"/>
                <a:gd name="T3" fmla="*/ 0 h 165"/>
                <a:gd name="T4" fmla="*/ 92 w 184"/>
                <a:gd name="T5" fmla="*/ 11 h 165"/>
                <a:gd name="T6" fmla="*/ 114 w 184"/>
                <a:gd name="T7" fmla="*/ 90 h 165"/>
                <a:gd name="T8" fmla="*/ 92 w 184"/>
                <a:gd name="T9" fmla="*/ 122 h 165"/>
                <a:gd name="T10" fmla="*/ 70 w 184"/>
                <a:gd name="T11" fmla="*/ 90 h 165"/>
                <a:gd name="T12" fmla="*/ 92 w 184"/>
                <a:gd name="T13" fmla="*/ 11 h 165"/>
                <a:gd name="T14" fmla="*/ 65 w 184"/>
                <a:gd name="T15" fmla="*/ 0 h 165"/>
                <a:gd name="T16" fmla="*/ 0 w 184"/>
                <a:gd name="T17" fmla="*/ 65 h 165"/>
                <a:gd name="T18" fmla="*/ 0 w 184"/>
                <a:gd name="T19" fmla="*/ 135 h 165"/>
                <a:gd name="T20" fmla="*/ 84 w 184"/>
                <a:gd name="T21" fmla="*/ 165 h 165"/>
                <a:gd name="T22" fmla="*/ 100 w 184"/>
                <a:gd name="T23" fmla="*/ 165 h 165"/>
                <a:gd name="T24" fmla="*/ 184 w 184"/>
                <a:gd name="T25" fmla="*/ 135 h 165"/>
                <a:gd name="T26" fmla="*/ 184 w 184"/>
                <a:gd name="T27" fmla="*/ 65 h 165"/>
                <a:gd name="T28" fmla="*/ 161 w 184"/>
                <a:gd name="T29" fmla="*/ 2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4" h="165">
                  <a:moveTo>
                    <a:pt x="161" y="20"/>
                  </a:moveTo>
                  <a:cubicBezTo>
                    <a:pt x="148" y="10"/>
                    <a:pt x="132" y="4"/>
                    <a:pt x="119" y="0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114" y="90"/>
                    <a:pt x="114" y="90"/>
                    <a:pt x="114" y="90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40" y="7"/>
                    <a:pt x="0" y="24"/>
                    <a:pt x="0" y="65"/>
                  </a:cubicBezTo>
                  <a:cubicBezTo>
                    <a:pt x="0" y="124"/>
                    <a:pt x="0" y="135"/>
                    <a:pt x="0" y="135"/>
                  </a:cubicBezTo>
                  <a:cubicBezTo>
                    <a:pt x="0" y="135"/>
                    <a:pt x="3" y="165"/>
                    <a:pt x="84" y="165"/>
                  </a:cubicBezTo>
                  <a:cubicBezTo>
                    <a:pt x="100" y="165"/>
                    <a:pt x="100" y="165"/>
                    <a:pt x="100" y="165"/>
                  </a:cubicBezTo>
                  <a:cubicBezTo>
                    <a:pt x="182" y="165"/>
                    <a:pt x="184" y="135"/>
                    <a:pt x="184" y="135"/>
                  </a:cubicBezTo>
                  <a:cubicBezTo>
                    <a:pt x="184" y="135"/>
                    <a:pt x="184" y="124"/>
                    <a:pt x="184" y="65"/>
                  </a:cubicBezTo>
                  <a:cubicBezTo>
                    <a:pt x="184" y="44"/>
                    <a:pt x="174" y="30"/>
                    <a:pt x="161" y="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Oval 521"/>
            <p:cNvSpPr>
              <a:spLocks noChangeArrowheads="1"/>
            </p:cNvSpPr>
            <p:nvPr/>
          </p:nvSpPr>
          <p:spPr bwMode="auto">
            <a:xfrm>
              <a:off x="6353071" y="3104083"/>
              <a:ext cx="156518" cy="182484"/>
            </a:xfrm>
            <a:prstGeom prst="ellipse">
              <a:avLst/>
            </a:pr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4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1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具体方法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Group 300"/>
          <p:cNvGrpSpPr/>
          <p:nvPr/>
        </p:nvGrpSpPr>
        <p:grpSpPr>
          <a:xfrm>
            <a:off x="4964389" y="1307081"/>
            <a:ext cx="1659731" cy="1702594"/>
            <a:chOff x="6285929" y="1309923"/>
            <a:chExt cx="2212975" cy="2270125"/>
          </a:xfrm>
        </p:grpSpPr>
        <p:sp>
          <p:nvSpPr>
            <p:cNvPr id="6" name="Freeform 7"/>
            <p:cNvSpPr>
              <a:spLocks noEditPoints="1"/>
            </p:cNvSpPr>
            <p:nvPr/>
          </p:nvSpPr>
          <p:spPr bwMode="auto">
            <a:xfrm>
              <a:off x="6998716" y="2348148"/>
              <a:ext cx="1500188" cy="908050"/>
            </a:xfrm>
            <a:custGeom>
              <a:avLst/>
              <a:gdLst>
                <a:gd name="T0" fmla="*/ 717 w 945"/>
                <a:gd name="T1" fmla="*/ 289 h 572"/>
                <a:gd name="T2" fmla="*/ 717 w 945"/>
                <a:gd name="T3" fmla="*/ 289 h 572"/>
                <a:gd name="T4" fmla="*/ 717 w 945"/>
                <a:gd name="T5" fmla="*/ 289 h 572"/>
                <a:gd name="T6" fmla="*/ 717 w 945"/>
                <a:gd name="T7" fmla="*/ 289 h 572"/>
                <a:gd name="T8" fmla="*/ 720 w 945"/>
                <a:gd name="T9" fmla="*/ 287 h 572"/>
                <a:gd name="T10" fmla="*/ 720 w 945"/>
                <a:gd name="T11" fmla="*/ 287 h 572"/>
                <a:gd name="T12" fmla="*/ 720 w 945"/>
                <a:gd name="T13" fmla="*/ 287 h 572"/>
                <a:gd name="T14" fmla="*/ 720 w 945"/>
                <a:gd name="T15" fmla="*/ 287 h 572"/>
                <a:gd name="T16" fmla="*/ 720 w 945"/>
                <a:gd name="T17" fmla="*/ 287 h 572"/>
                <a:gd name="T18" fmla="*/ 720 w 945"/>
                <a:gd name="T19" fmla="*/ 287 h 572"/>
                <a:gd name="T20" fmla="*/ 720 w 945"/>
                <a:gd name="T21" fmla="*/ 287 h 572"/>
                <a:gd name="T22" fmla="*/ 720 w 945"/>
                <a:gd name="T23" fmla="*/ 287 h 572"/>
                <a:gd name="T24" fmla="*/ 720 w 945"/>
                <a:gd name="T25" fmla="*/ 287 h 572"/>
                <a:gd name="T26" fmla="*/ 945 w 945"/>
                <a:gd name="T27" fmla="*/ 0 h 572"/>
                <a:gd name="T28" fmla="*/ 221 w 945"/>
                <a:gd name="T29" fmla="*/ 0 h 572"/>
                <a:gd name="T30" fmla="*/ 129 w 945"/>
                <a:gd name="T31" fmla="*/ 116 h 572"/>
                <a:gd name="T32" fmla="*/ 129 w 945"/>
                <a:gd name="T33" fmla="*/ 116 h 572"/>
                <a:gd name="T34" fmla="*/ 0 w 945"/>
                <a:gd name="T35" fmla="*/ 283 h 572"/>
                <a:gd name="T36" fmla="*/ 2 w 945"/>
                <a:gd name="T37" fmla="*/ 284 h 572"/>
                <a:gd name="T38" fmla="*/ 132 w 945"/>
                <a:gd name="T39" fmla="*/ 449 h 572"/>
                <a:gd name="T40" fmla="*/ 132 w 945"/>
                <a:gd name="T41" fmla="*/ 449 h 572"/>
                <a:gd name="T42" fmla="*/ 227 w 945"/>
                <a:gd name="T43" fmla="*/ 572 h 572"/>
                <a:gd name="T44" fmla="*/ 943 w 945"/>
                <a:gd name="T45" fmla="*/ 572 h 572"/>
                <a:gd name="T46" fmla="*/ 720 w 945"/>
                <a:gd name="T47" fmla="*/ 286 h 572"/>
                <a:gd name="T48" fmla="*/ 945 w 945"/>
                <a:gd name="T49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5" h="572">
                  <a:moveTo>
                    <a:pt x="717" y="289"/>
                  </a:moveTo>
                  <a:lnTo>
                    <a:pt x="717" y="289"/>
                  </a:lnTo>
                  <a:lnTo>
                    <a:pt x="717" y="289"/>
                  </a:lnTo>
                  <a:lnTo>
                    <a:pt x="717" y="289"/>
                  </a:lnTo>
                  <a:close/>
                  <a:moveTo>
                    <a:pt x="720" y="287"/>
                  </a:moveTo>
                  <a:lnTo>
                    <a:pt x="720" y="287"/>
                  </a:lnTo>
                  <a:lnTo>
                    <a:pt x="720" y="287"/>
                  </a:lnTo>
                  <a:close/>
                  <a:moveTo>
                    <a:pt x="720" y="287"/>
                  </a:moveTo>
                  <a:lnTo>
                    <a:pt x="720" y="287"/>
                  </a:lnTo>
                  <a:lnTo>
                    <a:pt x="720" y="287"/>
                  </a:lnTo>
                  <a:close/>
                  <a:moveTo>
                    <a:pt x="720" y="287"/>
                  </a:moveTo>
                  <a:lnTo>
                    <a:pt x="720" y="287"/>
                  </a:lnTo>
                  <a:lnTo>
                    <a:pt x="720" y="287"/>
                  </a:lnTo>
                  <a:close/>
                  <a:moveTo>
                    <a:pt x="945" y="0"/>
                  </a:moveTo>
                  <a:lnTo>
                    <a:pt x="221" y="0"/>
                  </a:lnTo>
                  <a:lnTo>
                    <a:pt x="129" y="116"/>
                  </a:lnTo>
                  <a:lnTo>
                    <a:pt x="129" y="116"/>
                  </a:lnTo>
                  <a:lnTo>
                    <a:pt x="0" y="283"/>
                  </a:lnTo>
                  <a:lnTo>
                    <a:pt x="2" y="284"/>
                  </a:lnTo>
                  <a:lnTo>
                    <a:pt x="132" y="449"/>
                  </a:lnTo>
                  <a:lnTo>
                    <a:pt x="132" y="449"/>
                  </a:lnTo>
                  <a:lnTo>
                    <a:pt x="227" y="572"/>
                  </a:lnTo>
                  <a:lnTo>
                    <a:pt x="943" y="572"/>
                  </a:lnTo>
                  <a:lnTo>
                    <a:pt x="720" y="286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Bebas Neue" charset="0"/>
                  <a:sym typeface="Arial" panose="020B0604020202020204" pitchFamily="34" charset="0"/>
                </a:rPr>
                <a:t>02</a:t>
              </a:r>
            </a:p>
          </p:txBody>
        </p:sp>
        <p:sp>
          <p:nvSpPr>
            <p:cNvPr id="7" name="Freeform 17"/>
            <p:cNvSpPr>
              <a:spLocks/>
            </p:cNvSpPr>
            <p:nvPr/>
          </p:nvSpPr>
          <p:spPr bwMode="auto">
            <a:xfrm>
              <a:off x="6644704" y="3256198"/>
              <a:ext cx="962025" cy="323850"/>
            </a:xfrm>
            <a:custGeom>
              <a:avLst/>
              <a:gdLst>
                <a:gd name="T0" fmla="*/ 450 w 606"/>
                <a:gd name="T1" fmla="*/ 0 h 204"/>
                <a:gd name="T2" fmla="*/ 1 w 606"/>
                <a:gd name="T3" fmla="*/ 0 h 204"/>
                <a:gd name="T4" fmla="*/ 0 w 606"/>
                <a:gd name="T5" fmla="*/ 1 h 204"/>
                <a:gd name="T6" fmla="*/ 158 w 606"/>
                <a:gd name="T7" fmla="*/ 204 h 204"/>
                <a:gd name="T8" fmla="*/ 606 w 606"/>
                <a:gd name="T9" fmla="*/ 204 h 204"/>
                <a:gd name="T10" fmla="*/ 450 w 606"/>
                <a:gd name="T1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6" h="204">
                  <a:moveTo>
                    <a:pt x="45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58" y="204"/>
                  </a:lnTo>
                  <a:lnTo>
                    <a:pt x="606" y="204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8" name="Freeform 19"/>
            <p:cNvSpPr>
              <a:spLocks/>
            </p:cNvSpPr>
            <p:nvPr/>
          </p:nvSpPr>
          <p:spPr bwMode="auto">
            <a:xfrm>
              <a:off x="6646291" y="2797411"/>
              <a:ext cx="712788" cy="458788"/>
            </a:xfrm>
            <a:custGeom>
              <a:avLst/>
              <a:gdLst>
                <a:gd name="T0" fmla="*/ 222 w 449"/>
                <a:gd name="T1" fmla="*/ 0 h 289"/>
                <a:gd name="T2" fmla="*/ 221 w 449"/>
                <a:gd name="T3" fmla="*/ 3 h 289"/>
                <a:gd name="T4" fmla="*/ 0 w 449"/>
                <a:gd name="T5" fmla="*/ 289 h 289"/>
                <a:gd name="T6" fmla="*/ 449 w 449"/>
                <a:gd name="T7" fmla="*/ 289 h 289"/>
                <a:gd name="T8" fmla="*/ 354 w 449"/>
                <a:gd name="T9" fmla="*/ 166 h 289"/>
                <a:gd name="T10" fmla="*/ 354 w 449"/>
                <a:gd name="T11" fmla="*/ 166 h 289"/>
                <a:gd name="T12" fmla="*/ 224 w 449"/>
                <a:gd name="T13" fmla="*/ 1 h 289"/>
                <a:gd name="T14" fmla="*/ 222 w 449"/>
                <a:gd name="T1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9" h="289">
                  <a:moveTo>
                    <a:pt x="222" y="0"/>
                  </a:moveTo>
                  <a:lnTo>
                    <a:pt x="221" y="3"/>
                  </a:lnTo>
                  <a:lnTo>
                    <a:pt x="0" y="289"/>
                  </a:lnTo>
                  <a:lnTo>
                    <a:pt x="449" y="289"/>
                  </a:lnTo>
                  <a:lnTo>
                    <a:pt x="354" y="166"/>
                  </a:lnTo>
                  <a:lnTo>
                    <a:pt x="354" y="166"/>
                  </a:lnTo>
                  <a:lnTo>
                    <a:pt x="224" y="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9" name="Freeform 21"/>
            <p:cNvSpPr>
              <a:spLocks noEditPoints="1"/>
            </p:cNvSpPr>
            <p:nvPr/>
          </p:nvSpPr>
          <p:spPr bwMode="auto">
            <a:xfrm>
              <a:off x="6285929" y="2022711"/>
              <a:ext cx="1316038" cy="1239838"/>
            </a:xfrm>
            <a:custGeom>
              <a:avLst/>
              <a:gdLst>
                <a:gd name="T0" fmla="*/ 3 w 829"/>
                <a:gd name="T1" fmla="*/ 492 h 781"/>
                <a:gd name="T2" fmla="*/ 3 w 829"/>
                <a:gd name="T3" fmla="*/ 492 h 781"/>
                <a:gd name="T4" fmla="*/ 3 w 829"/>
                <a:gd name="T5" fmla="*/ 492 h 781"/>
                <a:gd name="T6" fmla="*/ 3 w 829"/>
                <a:gd name="T7" fmla="*/ 492 h 781"/>
                <a:gd name="T8" fmla="*/ 3 w 829"/>
                <a:gd name="T9" fmla="*/ 492 h 781"/>
                <a:gd name="T10" fmla="*/ 3 w 829"/>
                <a:gd name="T11" fmla="*/ 492 h 781"/>
                <a:gd name="T12" fmla="*/ 829 w 829"/>
                <a:gd name="T13" fmla="*/ 0 h 781"/>
                <a:gd name="T14" fmla="*/ 381 w 829"/>
                <a:gd name="T15" fmla="*/ 0 h 781"/>
                <a:gd name="T16" fmla="*/ 0 w 829"/>
                <a:gd name="T17" fmla="*/ 492 h 781"/>
                <a:gd name="T18" fmla="*/ 0 w 829"/>
                <a:gd name="T19" fmla="*/ 492 h 781"/>
                <a:gd name="T20" fmla="*/ 223 w 829"/>
                <a:gd name="T21" fmla="*/ 781 h 781"/>
                <a:gd name="T22" fmla="*/ 226 w 829"/>
                <a:gd name="T23" fmla="*/ 778 h 781"/>
                <a:gd name="T24" fmla="*/ 3 w 829"/>
                <a:gd name="T25" fmla="*/ 492 h 781"/>
                <a:gd name="T26" fmla="*/ 3 w 829"/>
                <a:gd name="T27" fmla="*/ 492 h 781"/>
                <a:gd name="T28" fmla="*/ 3 w 829"/>
                <a:gd name="T29" fmla="*/ 492 h 781"/>
                <a:gd name="T30" fmla="*/ 3 w 829"/>
                <a:gd name="T31" fmla="*/ 492 h 781"/>
                <a:gd name="T32" fmla="*/ 3 w 829"/>
                <a:gd name="T33" fmla="*/ 492 h 781"/>
                <a:gd name="T34" fmla="*/ 3 w 829"/>
                <a:gd name="T35" fmla="*/ 491 h 781"/>
                <a:gd name="T36" fmla="*/ 141 w 829"/>
                <a:gd name="T37" fmla="*/ 313 h 781"/>
                <a:gd name="T38" fmla="*/ 226 w 829"/>
                <a:gd name="T39" fmla="*/ 205 h 781"/>
                <a:gd name="T40" fmla="*/ 227 w 829"/>
                <a:gd name="T41" fmla="*/ 205 h 781"/>
                <a:gd name="T42" fmla="*/ 670 w 829"/>
                <a:gd name="T43" fmla="*/ 205 h 781"/>
                <a:gd name="T44" fmla="*/ 829 w 829"/>
                <a:gd name="T45" fmla="*/ 0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29" h="781">
                  <a:moveTo>
                    <a:pt x="3" y="492"/>
                  </a:moveTo>
                  <a:lnTo>
                    <a:pt x="3" y="492"/>
                  </a:lnTo>
                  <a:lnTo>
                    <a:pt x="3" y="492"/>
                  </a:lnTo>
                  <a:close/>
                  <a:moveTo>
                    <a:pt x="3" y="492"/>
                  </a:moveTo>
                  <a:lnTo>
                    <a:pt x="3" y="492"/>
                  </a:lnTo>
                  <a:lnTo>
                    <a:pt x="3" y="492"/>
                  </a:lnTo>
                  <a:close/>
                  <a:moveTo>
                    <a:pt x="829" y="0"/>
                  </a:moveTo>
                  <a:lnTo>
                    <a:pt x="381" y="0"/>
                  </a:lnTo>
                  <a:lnTo>
                    <a:pt x="0" y="492"/>
                  </a:lnTo>
                  <a:lnTo>
                    <a:pt x="0" y="492"/>
                  </a:lnTo>
                  <a:lnTo>
                    <a:pt x="223" y="781"/>
                  </a:lnTo>
                  <a:lnTo>
                    <a:pt x="226" y="778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3" y="491"/>
                  </a:lnTo>
                  <a:lnTo>
                    <a:pt x="141" y="313"/>
                  </a:lnTo>
                  <a:lnTo>
                    <a:pt x="226" y="205"/>
                  </a:lnTo>
                  <a:lnTo>
                    <a:pt x="227" y="205"/>
                  </a:lnTo>
                  <a:lnTo>
                    <a:pt x="670" y="205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0" name="Freeform 23"/>
            <p:cNvSpPr>
              <a:spLocks noEditPoints="1"/>
            </p:cNvSpPr>
            <p:nvPr/>
          </p:nvSpPr>
          <p:spPr bwMode="auto">
            <a:xfrm>
              <a:off x="6290691" y="2348148"/>
              <a:ext cx="1058863" cy="455613"/>
            </a:xfrm>
            <a:custGeom>
              <a:avLst/>
              <a:gdLst>
                <a:gd name="T0" fmla="*/ 138 w 667"/>
                <a:gd name="T1" fmla="*/ 108 h 287"/>
                <a:gd name="T2" fmla="*/ 0 w 667"/>
                <a:gd name="T3" fmla="*/ 286 h 287"/>
                <a:gd name="T4" fmla="*/ 0 w 667"/>
                <a:gd name="T5" fmla="*/ 287 h 287"/>
                <a:gd name="T6" fmla="*/ 138 w 667"/>
                <a:gd name="T7" fmla="*/ 108 h 287"/>
                <a:gd name="T8" fmla="*/ 667 w 667"/>
                <a:gd name="T9" fmla="*/ 0 h 287"/>
                <a:gd name="T10" fmla="*/ 224 w 667"/>
                <a:gd name="T11" fmla="*/ 0 h 287"/>
                <a:gd name="T12" fmla="*/ 446 w 667"/>
                <a:gd name="T13" fmla="*/ 283 h 287"/>
                <a:gd name="T14" fmla="*/ 575 w 667"/>
                <a:gd name="T15" fmla="*/ 116 h 287"/>
                <a:gd name="T16" fmla="*/ 575 w 667"/>
                <a:gd name="T17" fmla="*/ 116 h 287"/>
                <a:gd name="T18" fmla="*/ 667 w 667"/>
                <a:gd name="T19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7" h="287">
                  <a:moveTo>
                    <a:pt x="138" y="108"/>
                  </a:moveTo>
                  <a:lnTo>
                    <a:pt x="0" y="286"/>
                  </a:lnTo>
                  <a:lnTo>
                    <a:pt x="0" y="287"/>
                  </a:lnTo>
                  <a:lnTo>
                    <a:pt x="138" y="108"/>
                  </a:lnTo>
                  <a:close/>
                  <a:moveTo>
                    <a:pt x="667" y="0"/>
                  </a:moveTo>
                  <a:lnTo>
                    <a:pt x="224" y="0"/>
                  </a:lnTo>
                  <a:lnTo>
                    <a:pt x="446" y="283"/>
                  </a:lnTo>
                  <a:lnTo>
                    <a:pt x="575" y="116"/>
                  </a:lnTo>
                  <a:lnTo>
                    <a:pt x="575" y="116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1" name="Freeform 31"/>
            <p:cNvSpPr>
              <a:spLocks/>
            </p:cNvSpPr>
            <p:nvPr/>
          </p:nvSpPr>
          <p:spPr bwMode="auto">
            <a:xfrm>
              <a:off x="6290691" y="2348148"/>
              <a:ext cx="708025" cy="908050"/>
            </a:xfrm>
            <a:custGeom>
              <a:avLst/>
              <a:gdLst>
                <a:gd name="T0" fmla="*/ 224 w 446"/>
                <a:gd name="T1" fmla="*/ 0 h 572"/>
                <a:gd name="T2" fmla="*/ 223 w 446"/>
                <a:gd name="T3" fmla="*/ 0 h 572"/>
                <a:gd name="T4" fmla="*/ 138 w 446"/>
                <a:gd name="T5" fmla="*/ 108 h 572"/>
                <a:gd name="T6" fmla="*/ 0 w 446"/>
                <a:gd name="T7" fmla="*/ 287 h 572"/>
                <a:gd name="T8" fmla="*/ 223 w 446"/>
                <a:gd name="T9" fmla="*/ 572 h 572"/>
                <a:gd name="T10" fmla="*/ 224 w 446"/>
                <a:gd name="T11" fmla="*/ 572 h 572"/>
                <a:gd name="T12" fmla="*/ 445 w 446"/>
                <a:gd name="T13" fmla="*/ 286 h 572"/>
                <a:gd name="T14" fmla="*/ 446 w 446"/>
                <a:gd name="T15" fmla="*/ 283 h 572"/>
                <a:gd name="T16" fmla="*/ 224 w 446"/>
                <a:gd name="T17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6" h="572">
                  <a:moveTo>
                    <a:pt x="224" y="0"/>
                  </a:moveTo>
                  <a:lnTo>
                    <a:pt x="223" y="0"/>
                  </a:lnTo>
                  <a:lnTo>
                    <a:pt x="138" y="108"/>
                  </a:lnTo>
                  <a:lnTo>
                    <a:pt x="0" y="287"/>
                  </a:lnTo>
                  <a:lnTo>
                    <a:pt x="223" y="572"/>
                  </a:lnTo>
                  <a:lnTo>
                    <a:pt x="224" y="572"/>
                  </a:lnTo>
                  <a:lnTo>
                    <a:pt x="445" y="286"/>
                  </a:lnTo>
                  <a:lnTo>
                    <a:pt x="446" y="283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2" name="Freeform 35"/>
            <p:cNvSpPr>
              <a:spLocks/>
            </p:cNvSpPr>
            <p:nvPr/>
          </p:nvSpPr>
          <p:spPr bwMode="auto">
            <a:xfrm>
              <a:off x="6917754" y="1781411"/>
              <a:ext cx="869950" cy="204788"/>
            </a:xfrm>
            <a:custGeom>
              <a:avLst/>
              <a:gdLst>
                <a:gd name="T0" fmla="*/ 548 w 548"/>
                <a:gd name="T1" fmla="*/ 0 h 129"/>
                <a:gd name="T2" fmla="*/ 99 w 548"/>
                <a:gd name="T3" fmla="*/ 0 h 129"/>
                <a:gd name="T4" fmla="*/ 0 w 548"/>
                <a:gd name="T5" fmla="*/ 129 h 129"/>
                <a:gd name="T6" fmla="*/ 447 w 548"/>
                <a:gd name="T7" fmla="*/ 129 h 129"/>
                <a:gd name="T8" fmla="*/ 548 w 548"/>
                <a:gd name="T9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129">
                  <a:moveTo>
                    <a:pt x="548" y="0"/>
                  </a:moveTo>
                  <a:lnTo>
                    <a:pt x="99" y="0"/>
                  </a:lnTo>
                  <a:lnTo>
                    <a:pt x="0" y="129"/>
                  </a:lnTo>
                  <a:lnTo>
                    <a:pt x="447" y="1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37"/>
            <p:cNvSpPr>
              <a:spLocks/>
            </p:cNvSpPr>
            <p:nvPr/>
          </p:nvSpPr>
          <p:spPr bwMode="auto">
            <a:xfrm>
              <a:off x="7093966" y="1541698"/>
              <a:ext cx="869950" cy="203200"/>
            </a:xfrm>
            <a:custGeom>
              <a:avLst/>
              <a:gdLst>
                <a:gd name="T0" fmla="*/ 548 w 548"/>
                <a:gd name="T1" fmla="*/ 0 h 128"/>
                <a:gd name="T2" fmla="*/ 99 w 548"/>
                <a:gd name="T3" fmla="*/ 0 h 128"/>
                <a:gd name="T4" fmla="*/ 0 w 548"/>
                <a:gd name="T5" fmla="*/ 128 h 128"/>
                <a:gd name="T6" fmla="*/ 447 w 548"/>
                <a:gd name="T7" fmla="*/ 128 h 128"/>
                <a:gd name="T8" fmla="*/ 548 w 548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128">
                  <a:moveTo>
                    <a:pt x="548" y="0"/>
                  </a:moveTo>
                  <a:lnTo>
                    <a:pt x="99" y="0"/>
                  </a:lnTo>
                  <a:lnTo>
                    <a:pt x="0" y="128"/>
                  </a:lnTo>
                  <a:lnTo>
                    <a:pt x="447" y="128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4" name="Freeform 39"/>
            <p:cNvSpPr>
              <a:spLocks noEditPoints="1"/>
            </p:cNvSpPr>
            <p:nvPr/>
          </p:nvSpPr>
          <p:spPr bwMode="auto">
            <a:xfrm>
              <a:off x="7270179" y="1309923"/>
              <a:ext cx="869950" cy="203200"/>
            </a:xfrm>
            <a:custGeom>
              <a:avLst/>
              <a:gdLst>
                <a:gd name="T0" fmla="*/ 260 w 548"/>
                <a:gd name="T1" fmla="*/ 90 h 128"/>
                <a:gd name="T2" fmla="*/ 260 w 548"/>
                <a:gd name="T3" fmla="*/ 90 h 128"/>
                <a:gd name="T4" fmla="*/ 260 w 548"/>
                <a:gd name="T5" fmla="*/ 90 h 128"/>
                <a:gd name="T6" fmla="*/ 260 w 548"/>
                <a:gd name="T7" fmla="*/ 90 h 128"/>
                <a:gd name="T8" fmla="*/ 548 w 548"/>
                <a:gd name="T9" fmla="*/ 0 h 128"/>
                <a:gd name="T10" fmla="*/ 99 w 548"/>
                <a:gd name="T11" fmla="*/ 0 h 128"/>
                <a:gd name="T12" fmla="*/ 0 w 548"/>
                <a:gd name="T13" fmla="*/ 128 h 128"/>
                <a:gd name="T14" fmla="*/ 447 w 548"/>
                <a:gd name="T15" fmla="*/ 128 h 128"/>
                <a:gd name="T16" fmla="*/ 548 w 548"/>
                <a:gd name="T1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8" h="128">
                  <a:moveTo>
                    <a:pt x="260" y="90"/>
                  </a:move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close/>
                  <a:moveTo>
                    <a:pt x="548" y="0"/>
                  </a:moveTo>
                  <a:lnTo>
                    <a:pt x="99" y="0"/>
                  </a:lnTo>
                  <a:lnTo>
                    <a:pt x="0" y="128"/>
                  </a:lnTo>
                  <a:lnTo>
                    <a:pt x="447" y="128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" name="Group 301"/>
          <p:cNvGrpSpPr/>
          <p:nvPr/>
        </p:nvGrpSpPr>
        <p:grpSpPr>
          <a:xfrm>
            <a:off x="5123337" y="3219223"/>
            <a:ext cx="1656160" cy="1168004"/>
            <a:chOff x="6272585" y="3618148"/>
            <a:chExt cx="2208213" cy="1557338"/>
          </a:xfrm>
        </p:grpSpPr>
        <p:sp>
          <p:nvSpPr>
            <p:cNvPr id="16" name="Freeform 81"/>
            <p:cNvSpPr>
              <a:spLocks noEditPoints="1"/>
            </p:cNvSpPr>
            <p:nvPr/>
          </p:nvSpPr>
          <p:spPr bwMode="auto">
            <a:xfrm>
              <a:off x="6272585" y="3941998"/>
              <a:ext cx="2208213" cy="900113"/>
            </a:xfrm>
            <a:custGeom>
              <a:avLst/>
              <a:gdLst>
                <a:gd name="T0" fmla="*/ 16 w 1391"/>
                <a:gd name="T1" fmla="*/ 264 h 567"/>
                <a:gd name="T2" fmla="*/ 0 w 1391"/>
                <a:gd name="T3" fmla="*/ 283 h 567"/>
                <a:gd name="T4" fmla="*/ 0 w 1391"/>
                <a:gd name="T5" fmla="*/ 285 h 567"/>
                <a:gd name="T6" fmla="*/ 16 w 1391"/>
                <a:gd name="T7" fmla="*/ 264 h 567"/>
                <a:gd name="T8" fmla="*/ 1163 w 1391"/>
                <a:gd name="T9" fmla="*/ 291 h 567"/>
                <a:gd name="T10" fmla="*/ 1163 w 1391"/>
                <a:gd name="T11" fmla="*/ 291 h 567"/>
                <a:gd name="T12" fmla="*/ 1163 w 1391"/>
                <a:gd name="T13" fmla="*/ 291 h 567"/>
                <a:gd name="T14" fmla="*/ 1163 w 1391"/>
                <a:gd name="T15" fmla="*/ 291 h 567"/>
                <a:gd name="T16" fmla="*/ 1166 w 1391"/>
                <a:gd name="T17" fmla="*/ 289 h 567"/>
                <a:gd name="T18" fmla="*/ 1166 w 1391"/>
                <a:gd name="T19" fmla="*/ 289 h 567"/>
                <a:gd name="T20" fmla="*/ 1166 w 1391"/>
                <a:gd name="T21" fmla="*/ 289 h 567"/>
                <a:gd name="T22" fmla="*/ 1166 w 1391"/>
                <a:gd name="T23" fmla="*/ 289 h 567"/>
                <a:gd name="T24" fmla="*/ 1166 w 1391"/>
                <a:gd name="T25" fmla="*/ 289 h 567"/>
                <a:gd name="T26" fmla="*/ 1166 w 1391"/>
                <a:gd name="T27" fmla="*/ 289 h 567"/>
                <a:gd name="T28" fmla="*/ 1166 w 1391"/>
                <a:gd name="T29" fmla="*/ 289 h 567"/>
                <a:gd name="T30" fmla="*/ 1166 w 1391"/>
                <a:gd name="T31" fmla="*/ 289 h 567"/>
                <a:gd name="T32" fmla="*/ 1166 w 1391"/>
                <a:gd name="T33" fmla="*/ 289 h 567"/>
                <a:gd name="T34" fmla="*/ 1391 w 1391"/>
                <a:gd name="T35" fmla="*/ 0 h 567"/>
                <a:gd name="T36" fmla="*/ 670 w 1391"/>
                <a:gd name="T37" fmla="*/ 0 h 567"/>
                <a:gd name="T38" fmla="*/ 575 w 1391"/>
                <a:gd name="T39" fmla="*/ 123 h 567"/>
                <a:gd name="T40" fmla="*/ 575 w 1391"/>
                <a:gd name="T41" fmla="*/ 123 h 567"/>
                <a:gd name="T42" fmla="*/ 446 w 1391"/>
                <a:gd name="T43" fmla="*/ 288 h 567"/>
                <a:gd name="T44" fmla="*/ 448 w 1391"/>
                <a:gd name="T45" fmla="*/ 289 h 567"/>
                <a:gd name="T46" fmla="*/ 578 w 1391"/>
                <a:gd name="T47" fmla="*/ 456 h 567"/>
                <a:gd name="T48" fmla="*/ 578 w 1391"/>
                <a:gd name="T49" fmla="*/ 456 h 567"/>
                <a:gd name="T50" fmla="*/ 665 w 1391"/>
                <a:gd name="T51" fmla="*/ 567 h 567"/>
                <a:gd name="T52" fmla="*/ 1389 w 1391"/>
                <a:gd name="T53" fmla="*/ 567 h 567"/>
                <a:gd name="T54" fmla="*/ 1166 w 1391"/>
                <a:gd name="T55" fmla="*/ 283 h 567"/>
                <a:gd name="T56" fmla="*/ 1391 w 1391"/>
                <a:gd name="T57" fmla="*/ 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91" h="567">
                  <a:moveTo>
                    <a:pt x="16" y="264"/>
                  </a:moveTo>
                  <a:lnTo>
                    <a:pt x="0" y="283"/>
                  </a:lnTo>
                  <a:lnTo>
                    <a:pt x="0" y="285"/>
                  </a:lnTo>
                  <a:lnTo>
                    <a:pt x="16" y="264"/>
                  </a:lnTo>
                  <a:close/>
                  <a:moveTo>
                    <a:pt x="1163" y="291"/>
                  </a:moveTo>
                  <a:lnTo>
                    <a:pt x="1163" y="291"/>
                  </a:lnTo>
                  <a:lnTo>
                    <a:pt x="1163" y="291"/>
                  </a:lnTo>
                  <a:lnTo>
                    <a:pt x="1163" y="291"/>
                  </a:lnTo>
                  <a:close/>
                  <a:moveTo>
                    <a:pt x="1166" y="289"/>
                  </a:moveTo>
                  <a:lnTo>
                    <a:pt x="1166" y="289"/>
                  </a:lnTo>
                  <a:lnTo>
                    <a:pt x="1166" y="289"/>
                  </a:lnTo>
                  <a:close/>
                  <a:moveTo>
                    <a:pt x="1166" y="289"/>
                  </a:moveTo>
                  <a:lnTo>
                    <a:pt x="1166" y="289"/>
                  </a:lnTo>
                  <a:lnTo>
                    <a:pt x="1166" y="289"/>
                  </a:lnTo>
                  <a:close/>
                  <a:moveTo>
                    <a:pt x="1166" y="289"/>
                  </a:moveTo>
                  <a:lnTo>
                    <a:pt x="1166" y="289"/>
                  </a:lnTo>
                  <a:lnTo>
                    <a:pt x="1166" y="289"/>
                  </a:lnTo>
                  <a:close/>
                  <a:moveTo>
                    <a:pt x="1391" y="0"/>
                  </a:moveTo>
                  <a:lnTo>
                    <a:pt x="670" y="0"/>
                  </a:lnTo>
                  <a:lnTo>
                    <a:pt x="575" y="123"/>
                  </a:lnTo>
                  <a:lnTo>
                    <a:pt x="575" y="123"/>
                  </a:lnTo>
                  <a:lnTo>
                    <a:pt x="446" y="288"/>
                  </a:lnTo>
                  <a:lnTo>
                    <a:pt x="448" y="289"/>
                  </a:lnTo>
                  <a:lnTo>
                    <a:pt x="578" y="456"/>
                  </a:lnTo>
                  <a:lnTo>
                    <a:pt x="578" y="456"/>
                  </a:lnTo>
                  <a:lnTo>
                    <a:pt x="665" y="567"/>
                  </a:lnTo>
                  <a:lnTo>
                    <a:pt x="1389" y="567"/>
                  </a:lnTo>
                  <a:lnTo>
                    <a:pt x="1166" y="283"/>
                  </a:lnTo>
                  <a:lnTo>
                    <a:pt x="1391" y="0"/>
                  </a:ln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Bebas Neue" charset="0"/>
                  <a:sym typeface="Arial" panose="020B0604020202020204" pitchFamily="34" charset="0"/>
                </a:rPr>
                <a:t>03</a:t>
              </a:r>
            </a:p>
          </p:txBody>
        </p:sp>
        <p:sp>
          <p:nvSpPr>
            <p:cNvPr id="17" name="Freeform 91"/>
            <p:cNvSpPr>
              <a:spLocks/>
            </p:cNvSpPr>
            <p:nvPr/>
          </p:nvSpPr>
          <p:spPr bwMode="auto">
            <a:xfrm>
              <a:off x="6644704" y="4842111"/>
              <a:ext cx="962025" cy="333375"/>
            </a:xfrm>
            <a:custGeom>
              <a:avLst/>
              <a:gdLst>
                <a:gd name="T0" fmla="*/ 442 w 606"/>
                <a:gd name="T1" fmla="*/ 0 h 210"/>
                <a:gd name="T2" fmla="*/ 6 w 606"/>
                <a:gd name="T3" fmla="*/ 0 h 210"/>
                <a:gd name="T4" fmla="*/ 0 w 606"/>
                <a:gd name="T5" fmla="*/ 7 h 210"/>
                <a:gd name="T6" fmla="*/ 158 w 606"/>
                <a:gd name="T7" fmla="*/ 210 h 210"/>
                <a:gd name="T8" fmla="*/ 606 w 606"/>
                <a:gd name="T9" fmla="*/ 210 h 210"/>
                <a:gd name="T10" fmla="*/ 442 w 606"/>
                <a:gd name="T11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6" h="210">
                  <a:moveTo>
                    <a:pt x="442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158" y="210"/>
                  </a:lnTo>
                  <a:lnTo>
                    <a:pt x="606" y="21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8" name="Freeform 93"/>
            <p:cNvSpPr>
              <a:spLocks/>
            </p:cNvSpPr>
            <p:nvPr/>
          </p:nvSpPr>
          <p:spPr bwMode="auto">
            <a:xfrm>
              <a:off x="6645176" y="4399198"/>
              <a:ext cx="692150" cy="442913"/>
            </a:xfrm>
            <a:custGeom>
              <a:avLst/>
              <a:gdLst>
                <a:gd name="T0" fmla="*/ 217 w 436"/>
                <a:gd name="T1" fmla="*/ 0 h 279"/>
                <a:gd name="T2" fmla="*/ 216 w 436"/>
                <a:gd name="T3" fmla="*/ 1 h 279"/>
                <a:gd name="T4" fmla="*/ 0 w 436"/>
                <a:gd name="T5" fmla="*/ 279 h 279"/>
                <a:gd name="T6" fmla="*/ 436 w 436"/>
                <a:gd name="T7" fmla="*/ 279 h 279"/>
                <a:gd name="T8" fmla="*/ 349 w 436"/>
                <a:gd name="T9" fmla="*/ 168 h 279"/>
                <a:gd name="T10" fmla="*/ 349 w 436"/>
                <a:gd name="T11" fmla="*/ 168 h 279"/>
                <a:gd name="T12" fmla="*/ 219 w 436"/>
                <a:gd name="T13" fmla="*/ 1 h 279"/>
                <a:gd name="T14" fmla="*/ 217 w 436"/>
                <a:gd name="T15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6" h="279">
                  <a:moveTo>
                    <a:pt x="217" y="0"/>
                  </a:moveTo>
                  <a:lnTo>
                    <a:pt x="216" y="1"/>
                  </a:lnTo>
                  <a:lnTo>
                    <a:pt x="0" y="279"/>
                  </a:lnTo>
                  <a:lnTo>
                    <a:pt x="436" y="279"/>
                  </a:lnTo>
                  <a:lnTo>
                    <a:pt x="349" y="168"/>
                  </a:lnTo>
                  <a:lnTo>
                    <a:pt x="349" y="168"/>
                  </a:lnTo>
                  <a:lnTo>
                    <a:pt x="219" y="1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9" name="Freeform 95"/>
            <p:cNvSpPr>
              <a:spLocks noEditPoints="1"/>
            </p:cNvSpPr>
            <p:nvPr/>
          </p:nvSpPr>
          <p:spPr bwMode="auto">
            <a:xfrm>
              <a:off x="6285929" y="3618148"/>
              <a:ext cx="1316038" cy="1241425"/>
            </a:xfrm>
            <a:custGeom>
              <a:avLst/>
              <a:gdLst>
                <a:gd name="T0" fmla="*/ 3 w 829"/>
                <a:gd name="T1" fmla="*/ 493 h 782"/>
                <a:gd name="T2" fmla="*/ 3 w 829"/>
                <a:gd name="T3" fmla="*/ 493 h 782"/>
                <a:gd name="T4" fmla="*/ 3 w 829"/>
                <a:gd name="T5" fmla="*/ 493 h 782"/>
                <a:gd name="T6" fmla="*/ 3 w 829"/>
                <a:gd name="T7" fmla="*/ 493 h 782"/>
                <a:gd name="T8" fmla="*/ 3 w 829"/>
                <a:gd name="T9" fmla="*/ 493 h 782"/>
                <a:gd name="T10" fmla="*/ 3 w 829"/>
                <a:gd name="T11" fmla="*/ 493 h 782"/>
                <a:gd name="T12" fmla="*/ 3 w 829"/>
                <a:gd name="T13" fmla="*/ 489 h 782"/>
                <a:gd name="T14" fmla="*/ 0 w 829"/>
                <a:gd name="T15" fmla="*/ 492 h 782"/>
                <a:gd name="T16" fmla="*/ 0 w 829"/>
                <a:gd name="T17" fmla="*/ 493 h 782"/>
                <a:gd name="T18" fmla="*/ 223 w 829"/>
                <a:gd name="T19" fmla="*/ 782 h 782"/>
                <a:gd name="T20" fmla="*/ 226 w 829"/>
                <a:gd name="T21" fmla="*/ 778 h 782"/>
                <a:gd name="T22" fmla="*/ 3 w 829"/>
                <a:gd name="T23" fmla="*/ 492 h 782"/>
                <a:gd name="T24" fmla="*/ 3 w 829"/>
                <a:gd name="T25" fmla="*/ 492 h 782"/>
                <a:gd name="T26" fmla="*/ 3 w 829"/>
                <a:gd name="T27" fmla="*/ 492 h 782"/>
                <a:gd name="T28" fmla="*/ 3 w 829"/>
                <a:gd name="T29" fmla="*/ 492 h 782"/>
                <a:gd name="T30" fmla="*/ 4 w 829"/>
                <a:gd name="T31" fmla="*/ 490 h 782"/>
                <a:gd name="T32" fmla="*/ 3 w 829"/>
                <a:gd name="T33" fmla="*/ 489 h 782"/>
                <a:gd name="T34" fmla="*/ 829 w 829"/>
                <a:gd name="T35" fmla="*/ 0 h 782"/>
                <a:gd name="T36" fmla="*/ 381 w 829"/>
                <a:gd name="T37" fmla="*/ 0 h 782"/>
                <a:gd name="T38" fmla="*/ 19 w 829"/>
                <a:gd name="T39" fmla="*/ 468 h 782"/>
                <a:gd name="T40" fmla="*/ 226 w 829"/>
                <a:gd name="T41" fmla="*/ 204 h 782"/>
                <a:gd name="T42" fmla="*/ 673 w 829"/>
                <a:gd name="T43" fmla="*/ 204 h 782"/>
                <a:gd name="T44" fmla="*/ 829 w 829"/>
                <a:gd name="T45" fmla="*/ 0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29" h="782">
                  <a:moveTo>
                    <a:pt x="3" y="493"/>
                  </a:moveTo>
                  <a:lnTo>
                    <a:pt x="3" y="493"/>
                  </a:lnTo>
                  <a:lnTo>
                    <a:pt x="3" y="493"/>
                  </a:lnTo>
                  <a:close/>
                  <a:moveTo>
                    <a:pt x="3" y="493"/>
                  </a:moveTo>
                  <a:lnTo>
                    <a:pt x="3" y="493"/>
                  </a:lnTo>
                  <a:lnTo>
                    <a:pt x="3" y="493"/>
                  </a:lnTo>
                  <a:close/>
                  <a:moveTo>
                    <a:pt x="3" y="489"/>
                  </a:moveTo>
                  <a:lnTo>
                    <a:pt x="0" y="492"/>
                  </a:lnTo>
                  <a:lnTo>
                    <a:pt x="0" y="493"/>
                  </a:lnTo>
                  <a:lnTo>
                    <a:pt x="223" y="782"/>
                  </a:lnTo>
                  <a:lnTo>
                    <a:pt x="226" y="778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3" y="492"/>
                  </a:lnTo>
                  <a:lnTo>
                    <a:pt x="4" y="490"/>
                  </a:lnTo>
                  <a:lnTo>
                    <a:pt x="3" y="489"/>
                  </a:lnTo>
                  <a:close/>
                  <a:moveTo>
                    <a:pt x="829" y="0"/>
                  </a:moveTo>
                  <a:lnTo>
                    <a:pt x="381" y="0"/>
                  </a:lnTo>
                  <a:lnTo>
                    <a:pt x="19" y="468"/>
                  </a:lnTo>
                  <a:lnTo>
                    <a:pt x="226" y="204"/>
                  </a:lnTo>
                  <a:lnTo>
                    <a:pt x="673" y="204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20" name="Freeform 97"/>
            <p:cNvSpPr>
              <a:spLocks/>
            </p:cNvSpPr>
            <p:nvPr/>
          </p:nvSpPr>
          <p:spPr bwMode="auto">
            <a:xfrm>
              <a:off x="6281638" y="3941998"/>
              <a:ext cx="1063625" cy="457200"/>
            </a:xfrm>
            <a:custGeom>
              <a:avLst/>
              <a:gdLst>
                <a:gd name="T0" fmla="*/ 670 w 670"/>
                <a:gd name="T1" fmla="*/ 0 h 288"/>
                <a:gd name="T2" fmla="*/ 223 w 670"/>
                <a:gd name="T3" fmla="*/ 0 h 288"/>
                <a:gd name="T4" fmla="*/ 16 w 670"/>
                <a:gd name="T5" fmla="*/ 264 h 288"/>
                <a:gd name="T6" fmla="*/ 0 w 670"/>
                <a:gd name="T7" fmla="*/ 285 h 288"/>
                <a:gd name="T8" fmla="*/ 1 w 670"/>
                <a:gd name="T9" fmla="*/ 286 h 288"/>
                <a:gd name="T10" fmla="*/ 223 w 670"/>
                <a:gd name="T11" fmla="*/ 0 h 288"/>
                <a:gd name="T12" fmla="*/ 446 w 670"/>
                <a:gd name="T13" fmla="*/ 288 h 288"/>
                <a:gd name="T14" fmla="*/ 575 w 670"/>
                <a:gd name="T15" fmla="*/ 123 h 288"/>
                <a:gd name="T16" fmla="*/ 575 w 670"/>
                <a:gd name="T17" fmla="*/ 123 h 288"/>
                <a:gd name="T18" fmla="*/ 670 w 670"/>
                <a:gd name="T1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70" h="288">
                  <a:moveTo>
                    <a:pt x="670" y="0"/>
                  </a:moveTo>
                  <a:lnTo>
                    <a:pt x="223" y="0"/>
                  </a:lnTo>
                  <a:lnTo>
                    <a:pt x="16" y="264"/>
                  </a:lnTo>
                  <a:lnTo>
                    <a:pt x="0" y="285"/>
                  </a:lnTo>
                  <a:lnTo>
                    <a:pt x="1" y="286"/>
                  </a:lnTo>
                  <a:lnTo>
                    <a:pt x="223" y="0"/>
                  </a:lnTo>
                  <a:lnTo>
                    <a:pt x="446" y="288"/>
                  </a:lnTo>
                  <a:lnTo>
                    <a:pt x="575" y="123"/>
                  </a:lnTo>
                  <a:lnTo>
                    <a:pt x="575" y="123"/>
                  </a:lnTo>
                  <a:lnTo>
                    <a:pt x="6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 105"/>
            <p:cNvSpPr>
              <a:spLocks/>
            </p:cNvSpPr>
            <p:nvPr/>
          </p:nvSpPr>
          <p:spPr bwMode="auto">
            <a:xfrm>
              <a:off x="6292279" y="3941998"/>
              <a:ext cx="706438" cy="900113"/>
            </a:xfrm>
            <a:custGeom>
              <a:avLst/>
              <a:gdLst>
                <a:gd name="T0" fmla="*/ 222 w 445"/>
                <a:gd name="T1" fmla="*/ 0 h 567"/>
                <a:gd name="T2" fmla="*/ 0 w 445"/>
                <a:gd name="T3" fmla="*/ 286 h 567"/>
                <a:gd name="T4" fmla="*/ 222 w 445"/>
                <a:gd name="T5" fmla="*/ 567 h 567"/>
                <a:gd name="T6" fmla="*/ 228 w 445"/>
                <a:gd name="T7" fmla="*/ 567 h 567"/>
                <a:gd name="T8" fmla="*/ 444 w 445"/>
                <a:gd name="T9" fmla="*/ 289 h 567"/>
                <a:gd name="T10" fmla="*/ 445 w 445"/>
                <a:gd name="T11" fmla="*/ 288 h 567"/>
                <a:gd name="T12" fmla="*/ 222 w 445"/>
                <a:gd name="T13" fmla="*/ 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5" h="567">
                  <a:moveTo>
                    <a:pt x="222" y="0"/>
                  </a:moveTo>
                  <a:lnTo>
                    <a:pt x="0" y="286"/>
                  </a:lnTo>
                  <a:lnTo>
                    <a:pt x="222" y="567"/>
                  </a:lnTo>
                  <a:lnTo>
                    <a:pt x="228" y="567"/>
                  </a:lnTo>
                  <a:lnTo>
                    <a:pt x="444" y="289"/>
                  </a:lnTo>
                  <a:lnTo>
                    <a:pt x="445" y="28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5" name="Group 299"/>
          <p:cNvGrpSpPr/>
          <p:nvPr/>
        </p:nvGrpSpPr>
        <p:grpSpPr>
          <a:xfrm>
            <a:off x="2705177" y="2493499"/>
            <a:ext cx="2627710" cy="1168004"/>
            <a:chOff x="769288" y="1041635"/>
            <a:chExt cx="3503613" cy="1557338"/>
          </a:xfrm>
        </p:grpSpPr>
        <p:sp>
          <p:nvSpPr>
            <p:cNvPr id="23" name="Freeform 47"/>
            <p:cNvSpPr>
              <a:spLocks noEditPoints="1"/>
            </p:cNvSpPr>
            <p:nvPr/>
          </p:nvSpPr>
          <p:spPr bwMode="auto">
            <a:xfrm>
              <a:off x="2279001" y="1367072"/>
              <a:ext cx="1639888" cy="917575"/>
            </a:xfrm>
            <a:custGeom>
              <a:avLst/>
              <a:gdLst>
                <a:gd name="T0" fmla="*/ 225 w 1033"/>
                <a:gd name="T1" fmla="*/ 292 h 578"/>
                <a:gd name="T2" fmla="*/ 225 w 1033"/>
                <a:gd name="T3" fmla="*/ 292 h 578"/>
                <a:gd name="T4" fmla="*/ 225 w 1033"/>
                <a:gd name="T5" fmla="*/ 292 h 578"/>
                <a:gd name="T6" fmla="*/ 225 w 1033"/>
                <a:gd name="T7" fmla="*/ 292 h 578"/>
                <a:gd name="T8" fmla="*/ 225 w 1033"/>
                <a:gd name="T9" fmla="*/ 292 h 578"/>
                <a:gd name="T10" fmla="*/ 225 w 1033"/>
                <a:gd name="T11" fmla="*/ 292 h 578"/>
                <a:gd name="T12" fmla="*/ 225 w 1033"/>
                <a:gd name="T13" fmla="*/ 292 h 578"/>
                <a:gd name="T14" fmla="*/ 225 w 1033"/>
                <a:gd name="T15" fmla="*/ 292 h 578"/>
                <a:gd name="T16" fmla="*/ 225 w 1033"/>
                <a:gd name="T17" fmla="*/ 292 h 578"/>
                <a:gd name="T18" fmla="*/ 228 w 1033"/>
                <a:gd name="T19" fmla="*/ 290 h 578"/>
                <a:gd name="T20" fmla="*/ 228 w 1033"/>
                <a:gd name="T21" fmla="*/ 290 h 578"/>
                <a:gd name="T22" fmla="*/ 228 w 1033"/>
                <a:gd name="T23" fmla="*/ 290 h 578"/>
                <a:gd name="T24" fmla="*/ 228 w 1033"/>
                <a:gd name="T25" fmla="*/ 290 h 578"/>
                <a:gd name="T26" fmla="*/ 228 w 1033"/>
                <a:gd name="T27" fmla="*/ 290 h 578"/>
                <a:gd name="T28" fmla="*/ 583 w 1033"/>
                <a:gd name="T29" fmla="*/ 0 h 578"/>
                <a:gd name="T30" fmla="*/ 2 w 1033"/>
                <a:gd name="T31" fmla="*/ 0 h 578"/>
                <a:gd name="T32" fmla="*/ 225 w 1033"/>
                <a:gd name="T33" fmla="*/ 289 h 578"/>
                <a:gd name="T34" fmla="*/ 0 w 1033"/>
                <a:gd name="T35" fmla="*/ 578 h 578"/>
                <a:gd name="T36" fmla="*/ 581 w 1033"/>
                <a:gd name="T37" fmla="*/ 578 h 578"/>
                <a:gd name="T38" fmla="*/ 678 w 1033"/>
                <a:gd name="T39" fmla="*/ 455 h 578"/>
                <a:gd name="T40" fmla="*/ 678 w 1033"/>
                <a:gd name="T41" fmla="*/ 455 h 578"/>
                <a:gd name="T42" fmla="*/ 808 w 1033"/>
                <a:gd name="T43" fmla="*/ 290 h 578"/>
                <a:gd name="T44" fmla="*/ 805 w 1033"/>
                <a:gd name="T45" fmla="*/ 287 h 578"/>
                <a:gd name="T46" fmla="*/ 675 w 1033"/>
                <a:gd name="T47" fmla="*/ 116 h 578"/>
                <a:gd name="T48" fmla="*/ 675 w 1033"/>
                <a:gd name="T49" fmla="*/ 116 h 578"/>
                <a:gd name="T50" fmla="*/ 583 w 1033"/>
                <a:gd name="T51" fmla="*/ 0 h 578"/>
                <a:gd name="T52" fmla="*/ 1031 w 1033"/>
                <a:gd name="T53" fmla="*/ 0 h 578"/>
                <a:gd name="T54" fmla="*/ 1030 w 1033"/>
                <a:gd name="T55" fmla="*/ 0 h 578"/>
                <a:gd name="T56" fmla="*/ 1031 w 1033"/>
                <a:gd name="T57" fmla="*/ 3 h 578"/>
                <a:gd name="T58" fmla="*/ 1033 w 1033"/>
                <a:gd name="T59" fmla="*/ 1 h 578"/>
                <a:gd name="T60" fmla="*/ 1031 w 1033"/>
                <a:gd name="T61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3" h="578">
                  <a:moveTo>
                    <a:pt x="225" y="292"/>
                  </a:moveTo>
                  <a:lnTo>
                    <a:pt x="225" y="292"/>
                  </a:lnTo>
                  <a:lnTo>
                    <a:pt x="225" y="292"/>
                  </a:lnTo>
                  <a:close/>
                  <a:moveTo>
                    <a:pt x="225" y="292"/>
                  </a:moveTo>
                  <a:lnTo>
                    <a:pt x="225" y="292"/>
                  </a:lnTo>
                  <a:lnTo>
                    <a:pt x="225" y="292"/>
                  </a:lnTo>
                  <a:close/>
                  <a:moveTo>
                    <a:pt x="225" y="292"/>
                  </a:moveTo>
                  <a:lnTo>
                    <a:pt x="225" y="292"/>
                  </a:lnTo>
                  <a:lnTo>
                    <a:pt x="225" y="292"/>
                  </a:lnTo>
                  <a:close/>
                  <a:moveTo>
                    <a:pt x="228" y="290"/>
                  </a:moveTo>
                  <a:lnTo>
                    <a:pt x="228" y="290"/>
                  </a:lnTo>
                  <a:lnTo>
                    <a:pt x="228" y="290"/>
                  </a:lnTo>
                  <a:lnTo>
                    <a:pt x="228" y="290"/>
                  </a:lnTo>
                  <a:lnTo>
                    <a:pt x="228" y="290"/>
                  </a:lnTo>
                  <a:close/>
                  <a:moveTo>
                    <a:pt x="583" y="0"/>
                  </a:moveTo>
                  <a:lnTo>
                    <a:pt x="2" y="0"/>
                  </a:lnTo>
                  <a:lnTo>
                    <a:pt x="225" y="289"/>
                  </a:lnTo>
                  <a:lnTo>
                    <a:pt x="0" y="578"/>
                  </a:lnTo>
                  <a:lnTo>
                    <a:pt x="581" y="578"/>
                  </a:lnTo>
                  <a:lnTo>
                    <a:pt x="678" y="455"/>
                  </a:lnTo>
                  <a:lnTo>
                    <a:pt x="678" y="455"/>
                  </a:lnTo>
                  <a:lnTo>
                    <a:pt x="808" y="290"/>
                  </a:lnTo>
                  <a:lnTo>
                    <a:pt x="805" y="287"/>
                  </a:lnTo>
                  <a:lnTo>
                    <a:pt x="675" y="116"/>
                  </a:lnTo>
                  <a:lnTo>
                    <a:pt x="675" y="116"/>
                  </a:lnTo>
                  <a:lnTo>
                    <a:pt x="583" y="0"/>
                  </a:lnTo>
                  <a:close/>
                  <a:moveTo>
                    <a:pt x="1031" y="0"/>
                  </a:moveTo>
                  <a:lnTo>
                    <a:pt x="1030" y="0"/>
                  </a:lnTo>
                  <a:lnTo>
                    <a:pt x="1031" y="3"/>
                  </a:lnTo>
                  <a:lnTo>
                    <a:pt x="1033" y="1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Bebas Neue" charset="0"/>
                  <a:sym typeface="Arial" panose="020B0604020202020204" pitchFamily="34" charset="0"/>
                </a:rPr>
                <a:t>01</a:t>
              </a:r>
            </a:p>
          </p:txBody>
        </p:sp>
        <p:sp>
          <p:nvSpPr>
            <p:cNvPr id="24" name="Freeform 57"/>
            <p:cNvSpPr>
              <a:spLocks/>
            </p:cNvSpPr>
            <p:nvPr/>
          </p:nvSpPr>
          <p:spPr bwMode="auto">
            <a:xfrm>
              <a:off x="2952101" y="1041635"/>
              <a:ext cx="962025" cy="325438"/>
            </a:xfrm>
            <a:custGeom>
              <a:avLst/>
              <a:gdLst>
                <a:gd name="T0" fmla="*/ 448 w 606"/>
                <a:gd name="T1" fmla="*/ 0 h 205"/>
                <a:gd name="T2" fmla="*/ 0 w 606"/>
                <a:gd name="T3" fmla="*/ 0 h 205"/>
                <a:gd name="T4" fmla="*/ 159 w 606"/>
                <a:gd name="T5" fmla="*/ 205 h 205"/>
                <a:gd name="T6" fmla="*/ 606 w 606"/>
                <a:gd name="T7" fmla="*/ 205 h 205"/>
                <a:gd name="T8" fmla="*/ 448 w 606"/>
                <a:gd name="T9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6" h="205">
                  <a:moveTo>
                    <a:pt x="448" y="0"/>
                  </a:moveTo>
                  <a:lnTo>
                    <a:pt x="0" y="0"/>
                  </a:lnTo>
                  <a:lnTo>
                    <a:pt x="159" y="205"/>
                  </a:lnTo>
                  <a:lnTo>
                    <a:pt x="606" y="205"/>
                  </a:lnTo>
                  <a:lnTo>
                    <a:pt x="4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 59"/>
            <p:cNvSpPr>
              <a:spLocks/>
            </p:cNvSpPr>
            <p:nvPr/>
          </p:nvSpPr>
          <p:spPr bwMode="auto">
            <a:xfrm>
              <a:off x="3204513" y="1367072"/>
              <a:ext cx="711200" cy="460375"/>
            </a:xfrm>
            <a:custGeom>
              <a:avLst/>
              <a:gdLst>
                <a:gd name="T0" fmla="*/ 447 w 448"/>
                <a:gd name="T1" fmla="*/ 0 h 290"/>
                <a:gd name="T2" fmla="*/ 0 w 448"/>
                <a:gd name="T3" fmla="*/ 0 h 290"/>
                <a:gd name="T4" fmla="*/ 92 w 448"/>
                <a:gd name="T5" fmla="*/ 116 h 290"/>
                <a:gd name="T6" fmla="*/ 92 w 448"/>
                <a:gd name="T7" fmla="*/ 116 h 290"/>
                <a:gd name="T8" fmla="*/ 222 w 448"/>
                <a:gd name="T9" fmla="*/ 287 h 290"/>
                <a:gd name="T10" fmla="*/ 225 w 448"/>
                <a:gd name="T11" fmla="*/ 290 h 290"/>
                <a:gd name="T12" fmla="*/ 225 w 448"/>
                <a:gd name="T13" fmla="*/ 289 h 290"/>
                <a:gd name="T14" fmla="*/ 448 w 448"/>
                <a:gd name="T15" fmla="*/ 3 h 290"/>
                <a:gd name="T16" fmla="*/ 447 w 448"/>
                <a:gd name="T17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8" h="290">
                  <a:moveTo>
                    <a:pt x="447" y="0"/>
                  </a:moveTo>
                  <a:lnTo>
                    <a:pt x="0" y="0"/>
                  </a:lnTo>
                  <a:lnTo>
                    <a:pt x="92" y="116"/>
                  </a:lnTo>
                  <a:lnTo>
                    <a:pt x="92" y="116"/>
                  </a:lnTo>
                  <a:lnTo>
                    <a:pt x="222" y="287"/>
                  </a:lnTo>
                  <a:lnTo>
                    <a:pt x="225" y="290"/>
                  </a:lnTo>
                  <a:lnTo>
                    <a:pt x="225" y="289"/>
                  </a:lnTo>
                  <a:lnTo>
                    <a:pt x="448" y="3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 71"/>
            <p:cNvSpPr>
              <a:spLocks noEditPoints="1"/>
            </p:cNvSpPr>
            <p:nvPr/>
          </p:nvSpPr>
          <p:spPr bwMode="auto">
            <a:xfrm>
              <a:off x="2956863" y="1822685"/>
              <a:ext cx="1316038" cy="776288"/>
            </a:xfrm>
            <a:custGeom>
              <a:avLst/>
              <a:gdLst>
                <a:gd name="T0" fmla="*/ 601 w 829"/>
                <a:gd name="T1" fmla="*/ 291 h 489"/>
                <a:gd name="T2" fmla="*/ 154 w 829"/>
                <a:gd name="T3" fmla="*/ 291 h 489"/>
                <a:gd name="T4" fmla="*/ 0 w 829"/>
                <a:gd name="T5" fmla="*/ 489 h 489"/>
                <a:gd name="T6" fmla="*/ 448 w 829"/>
                <a:gd name="T7" fmla="*/ 489 h 489"/>
                <a:gd name="T8" fmla="*/ 603 w 829"/>
                <a:gd name="T9" fmla="*/ 292 h 489"/>
                <a:gd name="T10" fmla="*/ 601 w 829"/>
                <a:gd name="T11" fmla="*/ 291 h 489"/>
                <a:gd name="T12" fmla="*/ 829 w 829"/>
                <a:gd name="T13" fmla="*/ 0 h 489"/>
                <a:gd name="T14" fmla="*/ 829 w 829"/>
                <a:gd name="T15" fmla="*/ 2 h 489"/>
                <a:gd name="T16" fmla="*/ 829 w 829"/>
                <a:gd name="T17" fmla="*/ 2 h 489"/>
                <a:gd name="T18" fmla="*/ 829 w 829"/>
                <a:gd name="T1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9" h="489">
                  <a:moveTo>
                    <a:pt x="601" y="291"/>
                  </a:moveTo>
                  <a:lnTo>
                    <a:pt x="154" y="291"/>
                  </a:lnTo>
                  <a:lnTo>
                    <a:pt x="0" y="489"/>
                  </a:lnTo>
                  <a:lnTo>
                    <a:pt x="448" y="489"/>
                  </a:lnTo>
                  <a:lnTo>
                    <a:pt x="603" y="292"/>
                  </a:lnTo>
                  <a:lnTo>
                    <a:pt x="601" y="291"/>
                  </a:lnTo>
                  <a:close/>
                  <a:moveTo>
                    <a:pt x="829" y="0"/>
                  </a:moveTo>
                  <a:lnTo>
                    <a:pt x="829" y="2"/>
                  </a:lnTo>
                  <a:lnTo>
                    <a:pt x="829" y="2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 73"/>
            <p:cNvSpPr>
              <a:spLocks/>
            </p:cNvSpPr>
            <p:nvPr/>
          </p:nvSpPr>
          <p:spPr bwMode="auto">
            <a:xfrm>
              <a:off x="3201338" y="1827447"/>
              <a:ext cx="709613" cy="457200"/>
            </a:xfrm>
            <a:custGeom>
              <a:avLst/>
              <a:gdLst>
                <a:gd name="T0" fmla="*/ 227 w 447"/>
                <a:gd name="T1" fmla="*/ 0 h 288"/>
                <a:gd name="T2" fmla="*/ 97 w 447"/>
                <a:gd name="T3" fmla="*/ 165 h 288"/>
                <a:gd name="T4" fmla="*/ 97 w 447"/>
                <a:gd name="T5" fmla="*/ 165 h 288"/>
                <a:gd name="T6" fmla="*/ 0 w 447"/>
                <a:gd name="T7" fmla="*/ 288 h 288"/>
                <a:gd name="T8" fmla="*/ 447 w 447"/>
                <a:gd name="T9" fmla="*/ 288 h 288"/>
                <a:gd name="T10" fmla="*/ 227 w 447"/>
                <a:gd name="T1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7" h="288">
                  <a:moveTo>
                    <a:pt x="227" y="0"/>
                  </a:moveTo>
                  <a:lnTo>
                    <a:pt x="97" y="165"/>
                  </a:lnTo>
                  <a:lnTo>
                    <a:pt x="97" y="165"/>
                  </a:lnTo>
                  <a:lnTo>
                    <a:pt x="0" y="288"/>
                  </a:lnTo>
                  <a:lnTo>
                    <a:pt x="447" y="288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 77"/>
            <p:cNvSpPr>
              <a:spLocks/>
            </p:cNvSpPr>
            <p:nvPr/>
          </p:nvSpPr>
          <p:spPr bwMode="auto">
            <a:xfrm>
              <a:off x="3561701" y="1371835"/>
              <a:ext cx="706438" cy="912813"/>
            </a:xfrm>
            <a:custGeom>
              <a:avLst/>
              <a:gdLst>
                <a:gd name="T0" fmla="*/ 223 w 445"/>
                <a:gd name="T1" fmla="*/ 0 h 575"/>
                <a:gd name="T2" fmla="*/ 0 w 445"/>
                <a:gd name="T3" fmla="*/ 286 h 575"/>
                <a:gd name="T4" fmla="*/ 0 w 445"/>
                <a:gd name="T5" fmla="*/ 287 h 575"/>
                <a:gd name="T6" fmla="*/ 220 w 445"/>
                <a:gd name="T7" fmla="*/ 575 h 575"/>
                <a:gd name="T8" fmla="*/ 222 w 445"/>
                <a:gd name="T9" fmla="*/ 575 h 575"/>
                <a:gd name="T10" fmla="*/ 445 w 445"/>
                <a:gd name="T11" fmla="*/ 286 h 575"/>
                <a:gd name="T12" fmla="*/ 223 w 445"/>
                <a:gd name="T1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5" h="575">
                  <a:moveTo>
                    <a:pt x="223" y="0"/>
                  </a:moveTo>
                  <a:lnTo>
                    <a:pt x="0" y="286"/>
                  </a:lnTo>
                  <a:lnTo>
                    <a:pt x="0" y="287"/>
                  </a:lnTo>
                  <a:lnTo>
                    <a:pt x="220" y="575"/>
                  </a:lnTo>
                  <a:lnTo>
                    <a:pt x="222" y="575"/>
                  </a:lnTo>
                  <a:lnTo>
                    <a:pt x="445" y="28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 200"/>
            <p:cNvSpPr>
              <a:spLocks noEditPoints="1"/>
            </p:cNvSpPr>
            <p:nvPr/>
          </p:nvSpPr>
          <p:spPr bwMode="auto">
            <a:xfrm>
              <a:off x="1658288" y="1357547"/>
              <a:ext cx="809625" cy="927100"/>
            </a:xfrm>
            <a:custGeom>
              <a:avLst/>
              <a:gdLst>
                <a:gd name="T0" fmla="*/ 223 w 510"/>
                <a:gd name="T1" fmla="*/ 293 h 584"/>
                <a:gd name="T2" fmla="*/ 223 w 510"/>
                <a:gd name="T3" fmla="*/ 293 h 584"/>
                <a:gd name="T4" fmla="*/ 223 w 510"/>
                <a:gd name="T5" fmla="*/ 293 h 584"/>
                <a:gd name="T6" fmla="*/ 223 w 510"/>
                <a:gd name="T7" fmla="*/ 293 h 584"/>
                <a:gd name="T8" fmla="*/ 223 w 510"/>
                <a:gd name="T9" fmla="*/ 293 h 584"/>
                <a:gd name="T10" fmla="*/ 223 w 510"/>
                <a:gd name="T11" fmla="*/ 293 h 584"/>
                <a:gd name="T12" fmla="*/ 223 w 510"/>
                <a:gd name="T13" fmla="*/ 293 h 584"/>
                <a:gd name="T14" fmla="*/ 223 w 510"/>
                <a:gd name="T15" fmla="*/ 293 h 584"/>
                <a:gd name="T16" fmla="*/ 223 w 510"/>
                <a:gd name="T17" fmla="*/ 293 h 584"/>
                <a:gd name="T18" fmla="*/ 226 w 510"/>
                <a:gd name="T19" fmla="*/ 293 h 584"/>
                <a:gd name="T20" fmla="*/ 226 w 510"/>
                <a:gd name="T21" fmla="*/ 293 h 584"/>
                <a:gd name="T22" fmla="*/ 226 w 510"/>
                <a:gd name="T23" fmla="*/ 293 h 584"/>
                <a:gd name="T24" fmla="*/ 226 w 510"/>
                <a:gd name="T25" fmla="*/ 293 h 584"/>
                <a:gd name="T26" fmla="*/ 226 w 510"/>
                <a:gd name="T27" fmla="*/ 293 h 584"/>
                <a:gd name="T28" fmla="*/ 286 w 510"/>
                <a:gd name="T29" fmla="*/ 0 h 584"/>
                <a:gd name="T30" fmla="*/ 2 w 510"/>
                <a:gd name="T31" fmla="*/ 0 h 584"/>
                <a:gd name="T32" fmla="*/ 223 w 510"/>
                <a:gd name="T33" fmla="*/ 292 h 584"/>
                <a:gd name="T34" fmla="*/ 0 w 510"/>
                <a:gd name="T35" fmla="*/ 584 h 584"/>
                <a:gd name="T36" fmla="*/ 285 w 510"/>
                <a:gd name="T37" fmla="*/ 584 h 584"/>
                <a:gd name="T38" fmla="*/ 510 w 510"/>
                <a:gd name="T39" fmla="*/ 292 h 584"/>
                <a:gd name="T40" fmla="*/ 286 w 510"/>
                <a:gd name="T41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0" h="584"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6" y="293"/>
                  </a:moveTo>
                  <a:lnTo>
                    <a:pt x="226" y="293"/>
                  </a:lnTo>
                  <a:lnTo>
                    <a:pt x="226" y="293"/>
                  </a:lnTo>
                  <a:lnTo>
                    <a:pt x="226" y="293"/>
                  </a:lnTo>
                  <a:lnTo>
                    <a:pt x="226" y="293"/>
                  </a:lnTo>
                  <a:moveTo>
                    <a:pt x="286" y="0"/>
                  </a:moveTo>
                  <a:lnTo>
                    <a:pt x="2" y="0"/>
                  </a:lnTo>
                  <a:lnTo>
                    <a:pt x="223" y="292"/>
                  </a:lnTo>
                  <a:lnTo>
                    <a:pt x="0" y="584"/>
                  </a:lnTo>
                  <a:lnTo>
                    <a:pt x="285" y="584"/>
                  </a:lnTo>
                  <a:lnTo>
                    <a:pt x="510" y="292"/>
                  </a:lnTo>
                  <a:lnTo>
                    <a:pt x="286" y="0"/>
                  </a:lnTo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 217"/>
            <p:cNvSpPr>
              <a:spLocks noEditPoints="1"/>
            </p:cNvSpPr>
            <p:nvPr/>
          </p:nvSpPr>
          <p:spPr bwMode="auto">
            <a:xfrm>
              <a:off x="1204263" y="1357547"/>
              <a:ext cx="614363" cy="927100"/>
            </a:xfrm>
            <a:custGeom>
              <a:avLst/>
              <a:gdLst>
                <a:gd name="T0" fmla="*/ 223 w 387"/>
                <a:gd name="T1" fmla="*/ 293 h 584"/>
                <a:gd name="T2" fmla="*/ 223 w 387"/>
                <a:gd name="T3" fmla="*/ 293 h 584"/>
                <a:gd name="T4" fmla="*/ 223 w 387"/>
                <a:gd name="T5" fmla="*/ 293 h 584"/>
                <a:gd name="T6" fmla="*/ 223 w 387"/>
                <a:gd name="T7" fmla="*/ 293 h 584"/>
                <a:gd name="T8" fmla="*/ 223 w 387"/>
                <a:gd name="T9" fmla="*/ 293 h 584"/>
                <a:gd name="T10" fmla="*/ 223 w 387"/>
                <a:gd name="T11" fmla="*/ 293 h 584"/>
                <a:gd name="T12" fmla="*/ 223 w 387"/>
                <a:gd name="T13" fmla="*/ 293 h 584"/>
                <a:gd name="T14" fmla="*/ 223 w 387"/>
                <a:gd name="T15" fmla="*/ 293 h 584"/>
                <a:gd name="T16" fmla="*/ 223 w 387"/>
                <a:gd name="T17" fmla="*/ 293 h 584"/>
                <a:gd name="T18" fmla="*/ 226 w 387"/>
                <a:gd name="T19" fmla="*/ 293 h 584"/>
                <a:gd name="T20" fmla="*/ 226 w 387"/>
                <a:gd name="T21" fmla="*/ 293 h 584"/>
                <a:gd name="T22" fmla="*/ 226 w 387"/>
                <a:gd name="T23" fmla="*/ 293 h 584"/>
                <a:gd name="T24" fmla="*/ 226 w 387"/>
                <a:gd name="T25" fmla="*/ 293 h 584"/>
                <a:gd name="T26" fmla="*/ 226 w 387"/>
                <a:gd name="T27" fmla="*/ 293 h 584"/>
                <a:gd name="T28" fmla="*/ 163 w 387"/>
                <a:gd name="T29" fmla="*/ 0 h 584"/>
                <a:gd name="T30" fmla="*/ 1 w 387"/>
                <a:gd name="T31" fmla="*/ 0 h 584"/>
                <a:gd name="T32" fmla="*/ 223 w 387"/>
                <a:gd name="T33" fmla="*/ 292 h 584"/>
                <a:gd name="T34" fmla="*/ 0 w 387"/>
                <a:gd name="T35" fmla="*/ 584 h 584"/>
                <a:gd name="T36" fmla="*/ 162 w 387"/>
                <a:gd name="T37" fmla="*/ 584 h 584"/>
                <a:gd name="T38" fmla="*/ 387 w 387"/>
                <a:gd name="T39" fmla="*/ 292 h 584"/>
                <a:gd name="T40" fmla="*/ 163 w 387"/>
                <a:gd name="T41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7" h="584"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6" y="293"/>
                  </a:moveTo>
                  <a:lnTo>
                    <a:pt x="226" y="293"/>
                  </a:lnTo>
                  <a:lnTo>
                    <a:pt x="226" y="293"/>
                  </a:lnTo>
                  <a:lnTo>
                    <a:pt x="226" y="293"/>
                  </a:lnTo>
                  <a:lnTo>
                    <a:pt x="226" y="293"/>
                  </a:lnTo>
                  <a:moveTo>
                    <a:pt x="163" y="0"/>
                  </a:moveTo>
                  <a:lnTo>
                    <a:pt x="1" y="0"/>
                  </a:lnTo>
                  <a:lnTo>
                    <a:pt x="223" y="292"/>
                  </a:lnTo>
                  <a:lnTo>
                    <a:pt x="0" y="584"/>
                  </a:lnTo>
                  <a:lnTo>
                    <a:pt x="162" y="584"/>
                  </a:lnTo>
                  <a:lnTo>
                    <a:pt x="387" y="292"/>
                  </a:lnTo>
                  <a:lnTo>
                    <a:pt x="163" y="0"/>
                  </a:lnTo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 233"/>
            <p:cNvSpPr>
              <a:spLocks noEditPoints="1"/>
            </p:cNvSpPr>
            <p:nvPr/>
          </p:nvSpPr>
          <p:spPr bwMode="auto">
            <a:xfrm>
              <a:off x="769288" y="1357547"/>
              <a:ext cx="612775" cy="927100"/>
            </a:xfrm>
            <a:custGeom>
              <a:avLst/>
              <a:gdLst>
                <a:gd name="T0" fmla="*/ 223 w 386"/>
                <a:gd name="T1" fmla="*/ 293 h 584"/>
                <a:gd name="T2" fmla="*/ 223 w 386"/>
                <a:gd name="T3" fmla="*/ 293 h 584"/>
                <a:gd name="T4" fmla="*/ 223 w 386"/>
                <a:gd name="T5" fmla="*/ 293 h 584"/>
                <a:gd name="T6" fmla="*/ 223 w 386"/>
                <a:gd name="T7" fmla="*/ 293 h 584"/>
                <a:gd name="T8" fmla="*/ 223 w 386"/>
                <a:gd name="T9" fmla="*/ 293 h 584"/>
                <a:gd name="T10" fmla="*/ 223 w 386"/>
                <a:gd name="T11" fmla="*/ 293 h 584"/>
                <a:gd name="T12" fmla="*/ 223 w 386"/>
                <a:gd name="T13" fmla="*/ 293 h 584"/>
                <a:gd name="T14" fmla="*/ 223 w 386"/>
                <a:gd name="T15" fmla="*/ 293 h 584"/>
                <a:gd name="T16" fmla="*/ 223 w 386"/>
                <a:gd name="T17" fmla="*/ 293 h 584"/>
                <a:gd name="T18" fmla="*/ 226 w 386"/>
                <a:gd name="T19" fmla="*/ 293 h 584"/>
                <a:gd name="T20" fmla="*/ 226 w 386"/>
                <a:gd name="T21" fmla="*/ 293 h 584"/>
                <a:gd name="T22" fmla="*/ 226 w 386"/>
                <a:gd name="T23" fmla="*/ 293 h 584"/>
                <a:gd name="T24" fmla="*/ 226 w 386"/>
                <a:gd name="T25" fmla="*/ 293 h 584"/>
                <a:gd name="T26" fmla="*/ 226 w 386"/>
                <a:gd name="T27" fmla="*/ 293 h 584"/>
                <a:gd name="T28" fmla="*/ 163 w 386"/>
                <a:gd name="T29" fmla="*/ 0 h 584"/>
                <a:gd name="T30" fmla="*/ 1 w 386"/>
                <a:gd name="T31" fmla="*/ 0 h 584"/>
                <a:gd name="T32" fmla="*/ 223 w 386"/>
                <a:gd name="T33" fmla="*/ 292 h 584"/>
                <a:gd name="T34" fmla="*/ 0 w 386"/>
                <a:gd name="T35" fmla="*/ 584 h 584"/>
                <a:gd name="T36" fmla="*/ 162 w 386"/>
                <a:gd name="T37" fmla="*/ 584 h 584"/>
                <a:gd name="T38" fmla="*/ 386 w 386"/>
                <a:gd name="T39" fmla="*/ 292 h 584"/>
                <a:gd name="T40" fmla="*/ 163 w 386"/>
                <a:gd name="T41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6" h="584"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3" y="293"/>
                  </a:moveTo>
                  <a:lnTo>
                    <a:pt x="223" y="293"/>
                  </a:lnTo>
                  <a:lnTo>
                    <a:pt x="223" y="293"/>
                  </a:lnTo>
                  <a:moveTo>
                    <a:pt x="226" y="293"/>
                  </a:moveTo>
                  <a:lnTo>
                    <a:pt x="226" y="293"/>
                  </a:lnTo>
                  <a:lnTo>
                    <a:pt x="226" y="293"/>
                  </a:lnTo>
                  <a:lnTo>
                    <a:pt x="226" y="293"/>
                  </a:lnTo>
                  <a:lnTo>
                    <a:pt x="226" y="293"/>
                  </a:lnTo>
                  <a:moveTo>
                    <a:pt x="163" y="0"/>
                  </a:moveTo>
                  <a:lnTo>
                    <a:pt x="1" y="0"/>
                  </a:lnTo>
                  <a:lnTo>
                    <a:pt x="223" y="292"/>
                  </a:lnTo>
                  <a:lnTo>
                    <a:pt x="0" y="584"/>
                  </a:lnTo>
                  <a:lnTo>
                    <a:pt x="162" y="584"/>
                  </a:lnTo>
                  <a:lnTo>
                    <a:pt x="386" y="292"/>
                  </a:lnTo>
                  <a:lnTo>
                    <a:pt x="163" y="0"/>
                  </a:lnTo>
                </a:path>
              </a:pathLst>
            </a:cu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</p:grpSp>
      <p:sp>
        <p:nvSpPr>
          <p:cNvPr id="33" name="Rectangle 302"/>
          <p:cNvSpPr/>
          <p:nvPr/>
        </p:nvSpPr>
        <p:spPr>
          <a:xfrm>
            <a:off x="6845463" y="3498995"/>
            <a:ext cx="2298538" cy="584775"/>
          </a:xfrm>
          <a:prstGeom prst="rect">
            <a:avLst/>
          </a:prstGeom>
        </p:spPr>
        <p:txBody>
          <a:bodyPr wrap="square" lIns="91440" rIns="91440" bIns="45720">
            <a:spAutoFit/>
          </a:bodyPr>
          <a:lstStyle/>
          <a:p>
            <a:r>
              <a:rPr lang="zh-CN" altLang="zh-CN" sz="1600" dirty="0" smtClean="0"/>
              <a:t>将人工智能引入</a:t>
            </a:r>
            <a:r>
              <a:rPr lang="zh-CN" altLang="en-US" sz="1600" dirty="0" smtClean="0"/>
              <a:t>移动</a:t>
            </a:r>
            <a:r>
              <a:rPr lang="en-US" altLang="zh-CN" sz="1600" dirty="0" smtClean="0"/>
              <a:t>APP</a:t>
            </a:r>
            <a:r>
              <a:rPr lang="zh-CN" altLang="zh-CN" sz="1600" dirty="0" smtClean="0"/>
              <a:t>安全检测</a:t>
            </a:r>
          </a:p>
        </p:txBody>
      </p:sp>
      <p:sp>
        <p:nvSpPr>
          <p:cNvPr id="34" name="Rectangle 304"/>
          <p:cNvSpPr/>
          <p:nvPr/>
        </p:nvSpPr>
        <p:spPr>
          <a:xfrm>
            <a:off x="6624120" y="2126799"/>
            <a:ext cx="2298538" cy="530658"/>
          </a:xfrm>
          <a:prstGeom prst="rect">
            <a:avLst/>
          </a:prstGeom>
        </p:spPr>
        <p:txBody>
          <a:bodyPr wrap="square" lIns="91440" rIns="91440" bIns="45720">
            <a:spAutoFit/>
          </a:bodyPr>
          <a:lstStyle/>
          <a:p>
            <a:pPr>
              <a:lnSpc>
                <a:spcPct val="89000"/>
              </a:lnSpc>
            </a:pPr>
            <a:r>
              <a:rPr lang="zh-CN" altLang="zh-CN" sz="1600" dirty="0" smtClean="0"/>
              <a:t>基于云平台的移动</a:t>
            </a:r>
            <a:r>
              <a:rPr lang="en-US" altLang="zh-CN" sz="1600" dirty="0" smtClean="0"/>
              <a:t>APP</a:t>
            </a:r>
            <a:r>
              <a:rPr lang="zh-CN" altLang="zh-CN" sz="1600" dirty="0" smtClean="0"/>
              <a:t>自动化测试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Rectangle 305"/>
          <p:cNvSpPr/>
          <p:nvPr/>
        </p:nvSpPr>
        <p:spPr>
          <a:xfrm>
            <a:off x="319407" y="2771550"/>
            <a:ext cx="2298538" cy="311496"/>
          </a:xfrm>
          <a:prstGeom prst="rect">
            <a:avLst/>
          </a:prstGeom>
        </p:spPr>
        <p:txBody>
          <a:bodyPr wrap="square" lIns="91440" rIns="91440" bIns="45720">
            <a:spAutoFit/>
          </a:bodyPr>
          <a:lstStyle/>
          <a:p>
            <a:pPr algn="r">
              <a:lnSpc>
                <a:spcPct val="89000"/>
              </a:lnSpc>
            </a:pPr>
            <a:r>
              <a:rPr lang="zh-CN" altLang="zh-CN" sz="1600" dirty="0" smtClean="0"/>
              <a:t>“敏捷开发”模型探索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-286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7000" decel="8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7000" decel="83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7000" decel="83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敏捷开发模型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等腰三角形 4"/>
          <p:cNvSpPr/>
          <p:nvPr/>
        </p:nvSpPr>
        <p:spPr>
          <a:xfrm>
            <a:off x="571472" y="2199570"/>
            <a:ext cx="2413821" cy="745058"/>
          </a:xfrm>
          <a:prstGeom prst="triangle">
            <a:avLst>
              <a:gd name="adj" fmla="val 619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zh-CN" altLang="en-US" sz="1799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2970384" y="2928940"/>
            <a:ext cx="2214578" cy="745058"/>
          </a:xfrm>
          <a:prstGeom prst="triangle">
            <a:avLst>
              <a:gd name="adj" fmla="val 3682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zh-CN" altLang="en-US" sz="1799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/>
        </p:nvSpPr>
        <p:spPr>
          <a:xfrm>
            <a:off x="5113524" y="2184580"/>
            <a:ext cx="2214578" cy="785818"/>
          </a:xfrm>
          <a:prstGeom prst="triangle">
            <a:avLst>
              <a:gd name="adj" fmla="val 6195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zh-CN" altLang="en-US" sz="1799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56004" y="1214428"/>
            <a:ext cx="3161739" cy="931012"/>
          </a:xfrm>
          <a:prstGeom prst="rect">
            <a:avLst/>
          </a:prstGeom>
        </p:spPr>
        <p:txBody>
          <a:bodyPr wrap="none" lIns="68568" tIns="34284" rIns="68568" bIns="34284">
            <a:spAutoFit/>
          </a:bodyPr>
          <a:lstStyle/>
          <a:p>
            <a:r>
              <a:rPr lang="en-US" altLang="zh-CN" sz="1400" dirty="0" smtClean="0"/>
              <a:t>“</a:t>
            </a:r>
            <a:r>
              <a:rPr lang="zh-CN" altLang="en-US" sz="1400" dirty="0" smtClean="0"/>
              <a:t>快</a:t>
            </a:r>
            <a:r>
              <a:rPr lang="en-US" altLang="zh-CN" sz="1400" dirty="0" smtClean="0"/>
              <a:t>”</a:t>
            </a:r>
            <a:r>
              <a:rPr lang="zh-CN" altLang="en-US" sz="1400" dirty="0" smtClean="0"/>
              <a:t>、</a:t>
            </a:r>
            <a:r>
              <a:rPr lang="zh-CN" altLang="zh-CN" sz="1400" dirty="0" smtClean="0"/>
              <a:t>“新”是企业取胜的两大法宝，</a:t>
            </a:r>
            <a:endParaRPr lang="en-US" altLang="zh-CN" sz="1400" dirty="0" smtClean="0"/>
          </a:p>
          <a:p>
            <a:r>
              <a:rPr lang="zh-CN" altLang="zh-CN" sz="1400" dirty="0" smtClean="0"/>
              <a:t>因此传统的开发模型，如瀑布模型</a:t>
            </a:r>
            <a:endParaRPr lang="en-US" altLang="zh-CN" sz="1400" dirty="0" smtClean="0"/>
          </a:p>
          <a:p>
            <a:r>
              <a:rPr lang="zh-CN" altLang="zh-CN" sz="1400" dirty="0" smtClean="0"/>
              <a:t>、增量模型、迭代模型、螺旋模型等</a:t>
            </a:r>
            <a:endParaRPr lang="en-US" altLang="zh-CN" sz="1400" dirty="0" smtClean="0"/>
          </a:p>
          <a:p>
            <a:r>
              <a:rPr lang="zh-CN" altLang="zh-CN" sz="1400" dirty="0" smtClean="0"/>
              <a:t>不再适用于移动</a:t>
            </a:r>
            <a:r>
              <a:rPr lang="zh-CN" altLang="en-US" sz="1400" dirty="0" smtClean="0"/>
              <a:t>应用开发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13062" y="2500312"/>
            <a:ext cx="486327" cy="284681"/>
          </a:xfrm>
          <a:prstGeom prst="rect">
            <a:avLst/>
          </a:prstGeom>
        </p:spPr>
        <p:txBody>
          <a:bodyPr wrap="none" lIns="68568" tIns="34284" rIns="68568" bIns="34284">
            <a:spAutoFit/>
          </a:bodyPr>
          <a:lstStyle/>
          <a:p>
            <a:r>
              <a:rPr lang="en-US" altLang="zh-CN" sz="1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why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17777" y="2571750"/>
            <a:ext cx="495945" cy="284681"/>
          </a:xfrm>
          <a:prstGeom prst="rect">
            <a:avLst/>
          </a:prstGeom>
        </p:spPr>
        <p:txBody>
          <a:bodyPr wrap="none" lIns="68568" tIns="34284" rIns="68568" bIns="34284">
            <a:spAutoFit/>
          </a:bodyPr>
          <a:lstStyle/>
          <a:p>
            <a:r>
              <a:rPr lang="en-US" altLang="zh-CN" sz="1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how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99078" y="3071816"/>
            <a:ext cx="545638" cy="284681"/>
          </a:xfrm>
          <a:prstGeom prst="rect">
            <a:avLst/>
          </a:prstGeom>
        </p:spPr>
        <p:txBody>
          <a:bodyPr wrap="none" lIns="68568" tIns="34284" rIns="68568" bIns="34284">
            <a:spAutoFit/>
          </a:bodyPr>
          <a:lstStyle/>
          <a:p>
            <a:r>
              <a:rPr lang="en-US" altLang="zh-CN" sz="1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what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041690" y="1500180"/>
            <a:ext cx="0" cy="685800"/>
          </a:xfrm>
          <a:prstGeom prst="line">
            <a:avLst/>
          </a:prstGeom>
          <a:ln>
            <a:solidFill>
              <a:schemeClr val="accent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600147" y="1285866"/>
            <a:ext cx="2472447" cy="1146456"/>
          </a:xfrm>
          <a:prstGeom prst="rect">
            <a:avLst/>
          </a:prstGeom>
        </p:spPr>
        <p:txBody>
          <a:bodyPr wrap="none" lIns="68568" tIns="34284" rIns="68568" bIns="34284">
            <a:spAutoFit/>
          </a:bodyPr>
          <a:lstStyle/>
          <a:p>
            <a:r>
              <a:rPr lang="zh-CN" altLang="zh-CN" sz="1400" dirty="0" smtClean="0"/>
              <a:t>在敏捷开发中，一个大项目可</a:t>
            </a:r>
            <a:endParaRPr lang="en-US" altLang="zh-CN" sz="1400" dirty="0" smtClean="0"/>
          </a:p>
          <a:p>
            <a:r>
              <a:rPr lang="zh-CN" altLang="zh-CN" sz="1400" dirty="0" smtClean="0"/>
              <a:t>切分为多个相互联系，但也可</a:t>
            </a:r>
            <a:endParaRPr lang="en-US" altLang="zh-CN" sz="1400" dirty="0" smtClean="0"/>
          </a:p>
          <a:p>
            <a:r>
              <a:rPr lang="zh-CN" altLang="zh-CN" sz="1400" dirty="0" smtClean="0"/>
              <a:t>独立运行的小项目，并分别完</a:t>
            </a:r>
            <a:endParaRPr lang="en-US" altLang="zh-CN" sz="1400" dirty="0" smtClean="0"/>
          </a:p>
          <a:p>
            <a:r>
              <a:rPr lang="zh-CN" altLang="zh-CN" sz="1400" dirty="0" smtClean="0"/>
              <a:t>成，在此过程中软件一直处于</a:t>
            </a:r>
            <a:endParaRPr lang="en-US" altLang="zh-CN" sz="1400" dirty="0" smtClean="0"/>
          </a:p>
          <a:p>
            <a:r>
              <a:rPr lang="zh-CN" altLang="zh-CN" sz="1400" dirty="0" smtClean="0"/>
              <a:t>可使用状态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470846" y="1500180"/>
            <a:ext cx="0" cy="685800"/>
          </a:xfrm>
          <a:prstGeom prst="line">
            <a:avLst/>
          </a:prstGeom>
          <a:ln>
            <a:solidFill>
              <a:schemeClr val="accent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76659" y="3658310"/>
            <a:ext cx="0" cy="685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041558" y="3571882"/>
            <a:ext cx="3190593" cy="1146456"/>
          </a:xfrm>
          <a:prstGeom prst="rect">
            <a:avLst/>
          </a:prstGeom>
        </p:spPr>
        <p:txBody>
          <a:bodyPr wrap="none" lIns="68568" tIns="34284" rIns="68568" bIns="34284">
            <a:spAutoFit/>
          </a:bodyPr>
          <a:lstStyle/>
          <a:p>
            <a:r>
              <a:rPr lang="zh-CN" altLang="zh-CN" sz="1400" dirty="0" smtClean="0"/>
              <a:t>敏捷开发</a:t>
            </a:r>
            <a:r>
              <a:rPr lang="en-US" altLang="zh-CN" sz="1400" dirty="0" smtClean="0"/>
              <a:t>(Agile Development) </a:t>
            </a:r>
          </a:p>
          <a:p>
            <a:r>
              <a:rPr lang="zh-CN" altLang="zh-CN" sz="1400" dirty="0" smtClean="0"/>
              <a:t>是一种从</a:t>
            </a:r>
            <a:r>
              <a:rPr lang="en-US" altLang="zh-CN" sz="1400" dirty="0" smtClean="0"/>
              <a:t>2004</a:t>
            </a:r>
            <a:r>
              <a:rPr lang="zh-CN" altLang="zh-CN" sz="1400" dirty="0" smtClean="0"/>
              <a:t>年开始逐渐引起广泛</a:t>
            </a:r>
            <a:endParaRPr lang="en-US" altLang="zh-CN" sz="1400" dirty="0" smtClean="0"/>
          </a:p>
          <a:p>
            <a:r>
              <a:rPr lang="zh-CN" altLang="zh-CN" sz="1400" dirty="0" smtClean="0"/>
              <a:t>关注的一种新型软件开发方法，是</a:t>
            </a:r>
            <a:endParaRPr lang="en-US" altLang="zh-CN" sz="1400" dirty="0" smtClean="0"/>
          </a:p>
          <a:p>
            <a:r>
              <a:rPr lang="zh-CN" altLang="zh-CN" sz="1400" dirty="0" smtClean="0"/>
              <a:t>一种以人为</a:t>
            </a:r>
            <a:r>
              <a:rPr lang="en-US" altLang="zh-CN" sz="1400" dirty="0" err="1" smtClean="0"/>
              <a:t>核心</a:t>
            </a:r>
            <a:r>
              <a:rPr lang="zh-CN" altLang="zh-CN" sz="1400" dirty="0" smtClean="0"/>
              <a:t>、迭代、循序渐进</a:t>
            </a:r>
            <a:endParaRPr lang="en-US" altLang="zh-CN" sz="1400" dirty="0" smtClean="0"/>
          </a:p>
          <a:p>
            <a:r>
              <a:rPr lang="zh-CN" altLang="zh-CN" sz="1400" dirty="0" smtClean="0"/>
              <a:t>的开发方法，它能应对快速的需求变化</a:t>
            </a:r>
            <a:endParaRPr lang="zh-CN" altLang="en-US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7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1" grpId="0"/>
      <p:bldP spid="12" grpId="0"/>
      <p:bldP spid="13" grpId="0"/>
      <p:bldP spid="16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敏捷开发模型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3ddc1eb3-9f81-4f16-8507-aef57f66ddc4"/>
          <p:cNvGrpSpPr>
            <a:grpSpLocks noChangeAspect="1"/>
          </p:cNvGrpSpPr>
          <p:nvPr/>
        </p:nvGrpSpPr>
        <p:grpSpPr>
          <a:xfrm>
            <a:off x="3144146" y="1351906"/>
            <a:ext cx="2890989" cy="3044131"/>
            <a:chOff x="3946466" y="2440273"/>
            <a:chExt cx="4334505" cy="4564112"/>
          </a:xfrm>
        </p:grpSpPr>
        <p:grpSp>
          <p:nvGrpSpPr>
            <p:cNvPr id="3" name="组合 5"/>
            <p:cNvGrpSpPr/>
            <p:nvPr/>
          </p:nvGrpSpPr>
          <p:grpSpPr>
            <a:xfrm>
              <a:off x="5257976" y="3090254"/>
              <a:ext cx="1918418" cy="3914131"/>
              <a:chOff x="5327555" y="2391229"/>
              <a:chExt cx="1752715" cy="3576048"/>
            </a:xfrm>
            <a:solidFill>
              <a:schemeClr val="tx2"/>
            </a:solidFill>
          </p:grpSpPr>
          <p:sp>
            <p:nvSpPr>
              <p:cNvPr id="23" name="椭圆 22"/>
              <p:cNvSpPr/>
              <p:nvPr/>
            </p:nvSpPr>
            <p:spPr>
              <a:xfrm>
                <a:off x="5613852" y="2391229"/>
                <a:ext cx="972458" cy="9724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135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5" name="组合 23"/>
              <p:cNvGrpSpPr/>
              <p:nvPr/>
            </p:nvGrpSpPr>
            <p:grpSpPr>
              <a:xfrm>
                <a:off x="5327555" y="3180303"/>
                <a:ext cx="1752715" cy="2786974"/>
                <a:chOff x="4941496" y="3075325"/>
                <a:chExt cx="2587561" cy="4114461"/>
              </a:xfrm>
              <a:grpFill/>
            </p:grpSpPr>
            <p:sp>
              <p:nvSpPr>
                <p:cNvPr id="25" name="矩形 24"/>
                <p:cNvSpPr/>
                <p:nvPr/>
              </p:nvSpPr>
              <p:spPr>
                <a:xfrm rot="1059798">
                  <a:off x="5211257" y="3075325"/>
                  <a:ext cx="208292" cy="4114461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rot="20540202" flipV="1">
                  <a:off x="6784470" y="3075325"/>
                  <a:ext cx="208292" cy="4114461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rot="2965124" flipV="1">
                  <a:off x="5920990" y="3324396"/>
                  <a:ext cx="183203" cy="1036296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 rot="17632735" flipV="1">
                  <a:off x="6067857" y="3877690"/>
                  <a:ext cx="183203" cy="130743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3542085" flipV="1">
                  <a:off x="5875544" y="4290062"/>
                  <a:ext cx="183203" cy="20513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7632735" flipV="1">
                  <a:off x="6187063" y="5125446"/>
                  <a:ext cx="183203" cy="250078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" name="组合 6"/>
            <p:cNvGrpSpPr/>
            <p:nvPr/>
          </p:nvGrpSpPr>
          <p:grpSpPr>
            <a:xfrm>
              <a:off x="4458310" y="2499242"/>
              <a:ext cx="3255677" cy="2242621"/>
              <a:chOff x="4458310" y="2499242"/>
              <a:chExt cx="3255677" cy="2242621"/>
            </a:xfrm>
          </p:grpSpPr>
          <p:grpSp>
            <p:nvGrpSpPr>
              <p:cNvPr id="7" name="组合 12"/>
              <p:cNvGrpSpPr/>
              <p:nvPr/>
            </p:nvGrpSpPr>
            <p:grpSpPr>
              <a:xfrm>
                <a:off x="5471366" y="2499242"/>
                <a:ext cx="2242621" cy="2242621"/>
                <a:chOff x="4891834" y="1056196"/>
                <a:chExt cx="3541350" cy="3541350"/>
              </a:xfrm>
            </p:grpSpPr>
            <p:sp>
              <p:nvSpPr>
                <p:cNvPr id="19" name="弧形 18"/>
                <p:cNvSpPr/>
                <p:nvPr/>
              </p:nvSpPr>
              <p:spPr>
                <a:xfrm rot="2650796">
                  <a:off x="5594296" y="2122411"/>
                  <a:ext cx="1408920" cy="1408920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0" name="弧形 19"/>
                <p:cNvSpPr/>
                <p:nvPr/>
              </p:nvSpPr>
              <p:spPr>
                <a:xfrm rot="2650796">
                  <a:off x="5523938" y="1858690"/>
                  <a:ext cx="1936362" cy="1936362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1" name="弧形 20"/>
                <p:cNvSpPr/>
                <p:nvPr/>
              </p:nvSpPr>
              <p:spPr>
                <a:xfrm rot="2650796">
                  <a:off x="5270901" y="1511463"/>
                  <a:ext cx="2630816" cy="2630816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2" name="弧形 21"/>
                <p:cNvSpPr/>
                <p:nvPr/>
              </p:nvSpPr>
              <p:spPr>
                <a:xfrm rot="2650796">
                  <a:off x="4891834" y="1056196"/>
                  <a:ext cx="3541350" cy="3541350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3" name="组合 13"/>
              <p:cNvGrpSpPr/>
              <p:nvPr/>
            </p:nvGrpSpPr>
            <p:grpSpPr>
              <a:xfrm flipH="1">
                <a:off x="4458310" y="2499242"/>
                <a:ext cx="2242621" cy="2242621"/>
                <a:chOff x="4891834" y="1056196"/>
                <a:chExt cx="3541350" cy="3541350"/>
              </a:xfrm>
            </p:grpSpPr>
            <p:sp>
              <p:nvSpPr>
                <p:cNvPr id="15" name="弧形 14"/>
                <p:cNvSpPr/>
                <p:nvPr/>
              </p:nvSpPr>
              <p:spPr>
                <a:xfrm rot="2650796">
                  <a:off x="5594296" y="2122411"/>
                  <a:ext cx="1408920" cy="1408920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6" name="弧形 15"/>
                <p:cNvSpPr/>
                <p:nvPr/>
              </p:nvSpPr>
              <p:spPr>
                <a:xfrm rot="2650796">
                  <a:off x="5523938" y="1858690"/>
                  <a:ext cx="1936362" cy="1936362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7" name="弧形 16"/>
                <p:cNvSpPr/>
                <p:nvPr/>
              </p:nvSpPr>
              <p:spPr>
                <a:xfrm rot="2650796">
                  <a:off x="5270901" y="1511463"/>
                  <a:ext cx="2630816" cy="2630816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8" name="弧形 17"/>
                <p:cNvSpPr/>
                <p:nvPr/>
              </p:nvSpPr>
              <p:spPr>
                <a:xfrm rot="2650796">
                  <a:off x="4891834" y="1056196"/>
                  <a:ext cx="3541350" cy="3541350"/>
                </a:xfrm>
                <a:prstGeom prst="arc">
                  <a:avLst/>
                </a:prstGeom>
                <a:ln w="3810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  <a:endParaRPr sz="135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" name="任意多边形: 形状 9"/>
            <p:cNvSpPr>
              <a:spLocks/>
            </p:cNvSpPr>
            <p:nvPr/>
          </p:nvSpPr>
          <p:spPr bwMode="auto">
            <a:xfrm>
              <a:off x="5816286" y="3329784"/>
              <a:ext cx="574501" cy="531507"/>
            </a:xfrm>
            <a:custGeom>
              <a:avLst/>
              <a:gdLst/>
              <a:ahLst/>
              <a:cxnLst>
                <a:cxn ang="0">
                  <a:pos x="39" y="36"/>
                </a:cxn>
                <a:cxn ang="0">
                  <a:pos x="41" y="44"/>
                </a:cxn>
                <a:cxn ang="0">
                  <a:pos x="35" y="50"/>
                </a:cxn>
                <a:cxn ang="0">
                  <a:pos x="27" y="53"/>
                </a:cxn>
                <a:cxn ang="0">
                  <a:pos x="18" y="53"/>
                </a:cxn>
                <a:cxn ang="0">
                  <a:pos x="11" y="50"/>
                </a:cxn>
                <a:cxn ang="0">
                  <a:pos x="4" y="44"/>
                </a:cxn>
                <a:cxn ang="0">
                  <a:pos x="6" y="36"/>
                </a:cxn>
                <a:cxn ang="0">
                  <a:pos x="0" y="28"/>
                </a:cxn>
                <a:cxn ang="0">
                  <a:pos x="7" y="23"/>
                </a:cxn>
                <a:cxn ang="0">
                  <a:pos x="4" y="18"/>
                </a:cxn>
                <a:cxn ang="0">
                  <a:pos x="15" y="16"/>
                </a:cxn>
                <a:cxn ang="0">
                  <a:pos x="19" y="8"/>
                </a:cxn>
                <a:cxn ang="0">
                  <a:pos x="28" y="15"/>
                </a:cxn>
                <a:cxn ang="0">
                  <a:pos x="35" y="12"/>
                </a:cxn>
                <a:cxn ang="0">
                  <a:pos x="41" y="19"/>
                </a:cxn>
                <a:cxn ang="0">
                  <a:pos x="45" y="27"/>
                </a:cxn>
                <a:cxn ang="0">
                  <a:pos x="23" y="22"/>
                </a:cxn>
                <a:cxn ang="0">
                  <a:pos x="32" y="31"/>
                </a:cxn>
                <a:cxn ang="0">
                  <a:pos x="63" y="16"/>
                </a:cxn>
                <a:cxn ang="0">
                  <a:pos x="64" y="24"/>
                </a:cxn>
                <a:cxn ang="0">
                  <a:pos x="55" y="22"/>
                </a:cxn>
                <a:cxn ang="0">
                  <a:pos x="46" y="24"/>
                </a:cxn>
                <a:cxn ang="0">
                  <a:pos x="46" y="16"/>
                </a:cxn>
                <a:cxn ang="0">
                  <a:pos x="46" y="9"/>
                </a:cxn>
                <a:cxn ang="0">
                  <a:pos x="46" y="2"/>
                </a:cxn>
                <a:cxn ang="0">
                  <a:pos x="55" y="4"/>
                </a:cxn>
                <a:cxn ang="0">
                  <a:pos x="59" y="0"/>
                </a:cxn>
                <a:cxn ang="0">
                  <a:pos x="62" y="7"/>
                </a:cxn>
                <a:cxn ang="0">
                  <a:pos x="68" y="15"/>
                </a:cxn>
                <a:cxn ang="0">
                  <a:pos x="62" y="55"/>
                </a:cxn>
                <a:cxn ang="0">
                  <a:pos x="59" y="63"/>
                </a:cxn>
                <a:cxn ang="0">
                  <a:pos x="54" y="59"/>
                </a:cxn>
                <a:cxn ang="0">
                  <a:pos x="45" y="60"/>
                </a:cxn>
                <a:cxn ang="0">
                  <a:pos x="41" y="52"/>
                </a:cxn>
                <a:cxn ang="0">
                  <a:pos x="47" y="44"/>
                </a:cxn>
                <a:cxn ang="0">
                  <a:pos x="50" y="36"/>
                </a:cxn>
                <a:cxn ang="0">
                  <a:pos x="56" y="40"/>
                </a:cxn>
                <a:cxn ang="0">
                  <a:pos x="64" y="39"/>
                </a:cxn>
                <a:cxn ang="0">
                  <a:pos x="63" y="46"/>
                </a:cxn>
                <a:cxn ang="0">
                  <a:pos x="55" y="8"/>
                </a:cxn>
                <a:cxn ang="0">
                  <a:pos x="59" y="13"/>
                </a:cxn>
                <a:cxn ang="0">
                  <a:pos x="50" y="49"/>
                </a:cxn>
                <a:cxn ang="0">
                  <a:pos x="55" y="45"/>
                </a:cxn>
              </a:cxnLst>
              <a:rect l="0" t="0" r="r" b="b"/>
              <a:pathLst>
                <a:path w="68" h="63">
                  <a:moveTo>
                    <a:pt x="45" y="35"/>
                  </a:moveTo>
                  <a:cubicBezTo>
                    <a:pt x="45" y="35"/>
                    <a:pt x="45" y="36"/>
                    <a:pt x="4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8" y="38"/>
                    <a:pt x="38" y="39"/>
                  </a:cubicBezTo>
                  <a:cubicBezTo>
                    <a:pt x="39" y="41"/>
                    <a:pt x="40" y="42"/>
                    <a:pt x="41" y="43"/>
                  </a:cubicBezTo>
                  <a:cubicBezTo>
                    <a:pt x="41" y="43"/>
                    <a:pt x="41" y="44"/>
                    <a:pt x="41" y="44"/>
                  </a:cubicBezTo>
                  <a:cubicBezTo>
                    <a:pt x="41" y="44"/>
                    <a:pt x="41" y="44"/>
                    <a:pt x="41" y="45"/>
                  </a:cubicBezTo>
                  <a:cubicBezTo>
                    <a:pt x="40" y="46"/>
                    <a:pt x="36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0" y="47"/>
                    <a:pt x="29" y="47"/>
                    <a:pt x="28" y="48"/>
                  </a:cubicBezTo>
                  <a:cubicBezTo>
                    <a:pt x="28" y="49"/>
                    <a:pt x="27" y="51"/>
                    <a:pt x="27" y="53"/>
                  </a:cubicBezTo>
                  <a:cubicBezTo>
                    <a:pt x="27" y="54"/>
                    <a:pt x="26" y="54"/>
                    <a:pt x="26" y="54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4"/>
                    <a:pt x="18" y="54"/>
                    <a:pt x="18" y="53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6" y="47"/>
                    <a:pt x="16" y="47"/>
                    <a:pt x="15" y="47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9" y="50"/>
                    <a:pt x="9" y="50"/>
                  </a:cubicBezTo>
                  <a:cubicBezTo>
                    <a:pt x="8" y="49"/>
                    <a:pt x="4" y="45"/>
                    <a:pt x="4" y="44"/>
                  </a:cubicBezTo>
                  <a:cubicBezTo>
                    <a:pt x="4" y="44"/>
                    <a:pt x="4" y="44"/>
                    <a:pt x="4" y="43"/>
                  </a:cubicBezTo>
                  <a:cubicBezTo>
                    <a:pt x="5" y="42"/>
                    <a:pt x="6" y="41"/>
                    <a:pt x="7" y="39"/>
                  </a:cubicBezTo>
                  <a:cubicBezTo>
                    <a:pt x="7" y="38"/>
                    <a:pt x="6" y="37"/>
                    <a:pt x="6" y="36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5"/>
                    <a:pt x="7" y="24"/>
                    <a:pt x="7" y="23"/>
                  </a:cubicBezTo>
                  <a:cubicBezTo>
                    <a:pt x="6" y="22"/>
                    <a:pt x="5" y="20"/>
                    <a:pt x="4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7"/>
                    <a:pt x="9" y="12"/>
                    <a:pt x="10" y="12"/>
                  </a:cubicBezTo>
                  <a:cubicBezTo>
                    <a:pt x="10" y="12"/>
                    <a:pt x="10" y="12"/>
                    <a:pt x="11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5"/>
                    <a:pt x="16" y="15"/>
                    <a:pt x="17" y="15"/>
                  </a:cubicBezTo>
                  <a:cubicBezTo>
                    <a:pt x="18" y="13"/>
                    <a:pt x="18" y="11"/>
                    <a:pt x="18" y="9"/>
                  </a:cubicBezTo>
                  <a:cubicBezTo>
                    <a:pt x="18" y="9"/>
                    <a:pt x="19" y="8"/>
                    <a:pt x="19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7" y="9"/>
                    <a:pt x="27" y="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9" y="15"/>
                    <a:pt x="30" y="15"/>
                    <a:pt x="31" y="16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2"/>
                    <a:pt x="36" y="13"/>
                  </a:cubicBezTo>
                  <a:cubicBezTo>
                    <a:pt x="37" y="13"/>
                    <a:pt x="41" y="17"/>
                    <a:pt x="41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0" y="20"/>
                    <a:pt x="39" y="22"/>
                    <a:pt x="38" y="23"/>
                  </a:cubicBezTo>
                  <a:cubicBezTo>
                    <a:pt x="38" y="24"/>
                    <a:pt x="39" y="25"/>
                    <a:pt x="39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8"/>
                  </a:cubicBezTo>
                  <a:lnTo>
                    <a:pt x="45" y="35"/>
                  </a:lnTo>
                  <a:close/>
                  <a:moveTo>
                    <a:pt x="23" y="22"/>
                  </a:moveTo>
                  <a:cubicBezTo>
                    <a:pt x="18" y="22"/>
                    <a:pt x="13" y="26"/>
                    <a:pt x="13" y="31"/>
                  </a:cubicBezTo>
                  <a:cubicBezTo>
                    <a:pt x="13" y="36"/>
                    <a:pt x="18" y="40"/>
                    <a:pt x="23" y="40"/>
                  </a:cubicBezTo>
                  <a:cubicBezTo>
                    <a:pt x="28" y="40"/>
                    <a:pt x="32" y="36"/>
                    <a:pt x="32" y="31"/>
                  </a:cubicBezTo>
                  <a:cubicBezTo>
                    <a:pt x="32" y="26"/>
                    <a:pt x="28" y="22"/>
                    <a:pt x="23" y="22"/>
                  </a:cubicBezTo>
                  <a:close/>
                  <a:moveTo>
                    <a:pt x="68" y="15"/>
                  </a:moveTo>
                  <a:cubicBezTo>
                    <a:pt x="68" y="16"/>
                    <a:pt x="64" y="16"/>
                    <a:pt x="63" y="16"/>
                  </a:cubicBezTo>
                  <a:cubicBezTo>
                    <a:pt x="63" y="17"/>
                    <a:pt x="62" y="18"/>
                    <a:pt x="62" y="18"/>
                  </a:cubicBezTo>
                  <a:cubicBezTo>
                    <a:pt x="62" y="19"/>
                    <a:pt x="64" y="23"/>
                    <a:pt x="64" y="23"/>
                  </a:cubicBezTo>
                  <a:cubicBezTo>
                    <a:pt x="64" y="23"/>
                    <a:pt x="64" y="23"/>
                    <a:pt x="64" y="24"/>
                  </a:cubicBezTo>
                  <a:cubicBezTo>
                    <a:pt x="63" y="24"/>
                    <a:pt x="59" y="26"/>
                    <a:pt x="59" y="26"/>
                  </a:cubicBezTo>
                  <a:cubicBezTo>
                    <a:pt x="59" y="26"/>
                    <a:pt x="56" y="22"/>
                    <a:pt x="56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2"/>
                    <a:pt x="50" y="26"/>
                    <a:pt x="50" y="26"/>
                  </a:cubicBezTo>
                  <a:cubicBezTo>
                    <a:pt x="50" y="26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7" y="19"/>
                    <a:pt x="47" y="18"/>
                  </a:cubicBezTo>
                  <a:cubicBezTo>
                    <a:pt x="47" y="18"/>
                    <a:pt x="46" y="17"/>
                    <a:pt x="46" y="16"/>
                  </a:cubicBezTo>
                  <a:cubicBezTo>
                    <a:pt x="45" y="16"/>
                    <a:pt x="41" y="16"/>
                    <a:pt x="41" y="1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5" y="9"/>
                    <a:pt x="46" y="9"/>
                  </a:cubicBezTo>
                  <a:cubicBezTo>
                    <a:pt x="46" y="9"/>
                    <a:pt x="47" y="8"/>
                    <a:pt x="47" y="7"/>
                  </a:cubicBezTo>
                  <a:cubicBezTo>
                    <a:pt x="47" y="7"/>
                    <a:pt x="45" y="3"/>
                    <a:pt x="45" y="2"/>
                  </a:cubicBezTo>
                  <a:cubicBezTo>
                    <a:pt x="45" y="2"/>
                    <a:pt x="45" y="2"/>
                    <a:pt x="46" y="2"/>
                  </a:cubicBezTo>
                  <a:cubicBezTo>
                    <a:pt x="46" y="2"/>
                    <a:pt x="50" y="0"/>
                    <a:pt x="50" y="0"/>
                  </a:cubicBezTo>
                  <a:cubicBezTo>
                    <a:pt x="50" y="0"/>
                    <a:pt x="53" y="3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5" y="4"/>
                    <a:pt x="56" y="4"/>
                  </a:cubicBezTo>
                  <a:cubicBezTo>
                    <a:pt x="57" y="2"/>
                    <a:pt x="58" y="1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3" y="2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2" y="7"/>
                    <a:pt x="62" y="7"/>
                  </a:cubicBezTo>
                  <a:cubicBezTo>
                    <a:pt x="62" y="8"/>
                    <a:pt x="63" y="9"/>
                    <a:pt x="63" y="9"/>
                  </a:cubicBezTo>
                  <a:cubicBezTo>
                    <a:pt x="64" y="9"/>
                    <a:pt x="68" y="10"/>
                    <a:pt x="68" y="10"/>
                  </a:cubicBezTo>
                  <a:lnTo>
                    <a:pt x="68" y="15"/>
                  </a:lnTo>
                  <a:close/>
                  <a:moveTo>
                    <a:pt x="68" y="52"/>
                  </a:moveTo>
                  <a:cubicBezTo>
                    <a:pt x="68" y="52"/>
                    <a:pt x="64" y="53"/>
                    <a:pt x="63" y="53"/>
                  </a:cubicBezTo>
                  <a:cubicBezTo>
                    <a:pt x="63" y="54"/>
                    <a:pt x="62" y="54"/>
                    <a:pt x="62" y="55"/>
                  </a:cubicBezTo>
                  <a:cubicBezTo>
                    <a:pt x="62" y="56"/>
                    <a:pt x="64" y="59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59" y="63"/>
                    <a:pt x="59" y="63"/>
                  </a:cubicBezTo>
                  <a:cubicBezTo>
                    <a:pt x="59" y="63"/>
                    <a:pt x="56" y="59"/>
                    <a:pt x="56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3" y="59"/>
                    <a:pt x="50" y="63"/>
                    <a:pt x="50" y="63"/>
                  </a:cubicBezTo>
                  <a:cubicBezTo>
                    <a:pt x="50" y="63"/>
                    <a:pt x="46" y="60"/>
                    <a:pt x="46" y="60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45" y="59"/>
                    <a:pt x="47" y="56"/>
                    <a:pt x="47" y="55"/>
                  </a:cubicBezTo>
                  <a:cubicBezTo>
                    <a:pt x="47" y="54"/>
                    <a:pt x="46" y="54"/>
                    <a:pt x="46" y="53"/>
                  </a:cubicBezTo>
                  <a:cubicBezTo>
                    <a:pt x="45" y="53"/>
                    <a:pt x="41" y="52"/>
                    <a:pt x="41" y="52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6"/>
                    <a:pt x="45" y="46"/>
                    <a:pt x="46" y="46"/>
                  </a:cubicBezTo>
                  <a:cubicBezTo>
                    <a:pt x="46" y="45"/>
                    <a:pt x="47" y="45"/>
                    <a:pt x="47" y="44"/>
                  </a:cubicBezTo>
                  <a:cubicBezTo>
                    <a:pt x="47" y="43"/>
                    <a:pt x="45" y="40"/>
                    <a:pt x="45" y="39"/>
                  </a:cubicBezTo>
                  <a:cubicBezTo>
                    <a:pt x="45" y="39"/>
                    <a:pt x="45" y="39"/>
                    <a:pt x="46" y="39"/>
                  </a:cubicBezTo>
                  <a:cubicBezTo>
                    <a:pt x="46" y="39"/>
                    <a:pt x="50" y="36"/>
                    <a:pt x="50" y="36"/>
                  </a:cubicBezTo>
                  <a:cubicBezTo>
                    <a:pt x="50" y="36"/>
                    <a:pt x="53" y="40"/>
                    <a:pt x="54" y="40"/>
                  </a:cubicBezTo>
                  <a:cubicBezTo>
                    <a:pt x="54" y="40"/>
                    <a:pt x="54" y="40"/>
                    <a:pt x="55" y="40"/>
                  </a:cubicBezTo>
                  <a:cubicBezTo>
                    <a:pt x="55" y="40"/>
                    <a:pt x="55" y="40"/>
                    <a:pt x="56" y="40"/>
                  </a:cubicBezTo>
                  <a:cubicBezTo>
                    <a:pt x="57" y="39"/>
                    <a:pt x="58" y="38"/>
                    <a:pt x="59" y="36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3" y="39"/>
                    <a:pt x="6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4" y="40"/>
                    <a:pt x="62" y="43"/>
                    <a:pt x="62" y="44"/>
                  </a:cubicBezTo>
                  <a:cubicBezTo>
                    <a:pt x="62" y="45"/>
                    <a:pt x="63" y="45"/>
                    <a:pt x="63" y="46"/>
                  </a:cubicBezTo>
                  <a:cubicBezTo>
                    <a:pt x="64" y="46"/>
                    <a:pt x="68" y="46"/>
                    <a:pt x="68" y="47"/>
                  </a:cubicBezTo>
                  <a:lnTo>
                    <a:pt x="68" y="52"/>
                  </a:lnTo>
                  <a:close/>
                  <a:moveTo>
                    <a:pt x="55" y="8"/>
                  </a:moveTo>
                  <a:cubicBezTo>
                    <a:pt x="52" y="8"/>
                    <a:pt x="50" y="10"/>
                    <a:pt x="50" y="13"/>
                  </a:cubicBezTo>
                  <a:cubicBezTo>
                    <a:pt x="50" y="15"/>
                    <a:pt x="52" y="17"/>
                    <a:pt x="55" y="17"/>
                  </a:cubicBezTo>
                  <a:cubicBezTo>
                    <a:pt x="57" y="17"/>
                    <a:pt x="59" y="15"/>
                    <a:pt x="59" y="13"/>
                  </a:cubicBezTo>
                  <a:cubicBezTo>
                    <a:pt x="59" y="10"/>
                    <a:pt x="57" y="8"/>
                    <a:pt x="55" y="8"/>
                  </a:cubicBezTo>
                  <a:close/>
                  <a:moveTo>
                    <a:pt x="55" y="45"/>
                  </a:moveTo>
                  <a:cubicBezTo>
                    <a:pt x="52" y="45"/>
                    <a:pt x="50" y="47"/>
                    <a:pt x="50" y="49"/>
                  </a:cubicBezTo>
                  <a:cubicBezTo>
                    <a:pt x="50" y="52"/>
                    <a:pt x="52" y="54"/>
                    <a:pt x="55" y="54"/>
                  </a:cubicBezTo>
                  <a:cubicBezTo>
                    <a:pt x="57" y="54"/>
                    <a:pt x="59" y="52"/>
                    <a:pt x="59" y="49"/>
                  </a:cubicBezTo>
                  <a:cubicBezTo>
                    <a:pt x="59" y="47"/>
                    <a:pt x="57" y="45"/>
                    <a:pt x="55" y="4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>
              <a:off x="3946468" y="2487291"/>
              <a:ext cx="427532" cy="532544"/>
            </a:xfrm>
            <a:custGeom>
              <a:avLst/>
              <a:gdLst>
                <a:gd name="connsiteX0" fmla="*/ 79065 w 271462"/>
                <a:gd name="connsiteY0" fmla="*/ 301625 h 338138"/>
                <a:gd name="connsiteX1" fmla="*/ 69850 w 271462"/>
                <a:gd name="connsiteY1" fmla="*/ 312632 h 338138"/>
                <a:gd name="connsiteX2" fmla="*/ 79065 w 271462"/>
                <a:gd name="connsiteY2" fmla="*/ 322263 h 338138"/>
                <a:gd name="connsiteX3" fmla="*/ 114610 w 271462"/>
                <a:gd name="connsiteY3" fmla="*/ 322263 h 338138"/>
                <a:gd name="connsiteX4" fmla="*/ 123825 w 271462"/>
                <a:gd name="connsiteY4" fmla="*/ 312632 h 338138"/>
                <a:gd name="connsiteX5" fmla="*/ 114610 w 271462"/>
                <a:gd name="connsiteY5" fmla="*/ 301625 h 338138"/>
                <a:gd name="connsiteX6" fmla="*/ 79065 w 271462"/>
                <a:gd name="connsiteY6" fmla="*/ 301625 h 338138"/>
                <a:gd name="connsiteX7" fmla="*/ 166687 w 271462"/>
                <a:gd name="connsiteY7" fmla="*/ 152400 h 338138"/>
                <a:gd name="connsiteX8" fmla="*/ 166687 w 271462"/>
                <a:gd name="connsiteY8" fmla="*/ 166688 h 338138"/>
                <a:gd name="connsiteX9" fmla="*/ 171450 w 271462"/>
                <a:gd name="connsiteY9" fmla="*/ 166688 h 338138"/>
                <a:gd name="connsiteX10" fmla="*/ 171450 w 271462"/>
                <a:gd name="connsiteY10" fmla="*/ 193676 h 338138"/>
                <a:gd name="connsiteX11" fmla="*/ 166687 w 271462"/>
                <a:gd name="connsiteY11" fmla="*/ 193676 h 338138"/>
                <a:gd name="connsiteX12" fmla="*/ 166687 w 271462"/>
                <a:gd name="connsiteY12" fmla="*/ 207963 h 338138"/>
                <a:gd name="connsiteX13" fmla="*/ 193675 w 271462"/>
                <a:gd name="connsiteY13" fmla="*/ 207963 h 338138"/>
                <a:gd name="connsiteX14" fmla="*/ 193675 w 271462"/>
                <a:gd name="connsiteY14" fmla="*/ 193676 h 338138"/>
                <a:gd name="connsiteX15" fmla="*/ 190500 w 271462"/>
                <a:gd name="connsiteY15" fmla="*/ 193676 h 338138"/>
                <a:gd name="connsiteX16" fmla="*/ 190500 w 271462"/>
                <a:gd name="connsiteY16" fmla="*/ 152400 h 338138"/>
                <a:gd name="connsiteX17" fmla="*/ 179388 w 271462"/>
                <a:gd name="connsiteY17" fmla="*/ 125413 h 338138"/>
                <a:gd name="connsiteX18" fmla="*/ 168275 w 271462"/>
                <a:gd name="connsiteY18" fmla="*/ 135732 h 338138"/>
                <a:gd name="connsiteX19" fmla="*/ 179388 w 271462"/>
                <a:gd name="connsiteY19" fmla="*/ 146051 h 338138"/>
                <a:gd name="connsiteX20" fmla="*/ 190501 w 271462"/>
                <a:gd name="connsiteY20" fmla="*/ 135732 h 338138"/>
                <a:gd name="connsiteX21" fmla="*/ 179388 w 271462"/>
                <a:gd name="connsiteY21" fmla="*/ 125413 h 338138"/>
                <a:gd name="connsiteX22" fmla="*/ 180975 w 271462"/>
                <a:gd name="connsiteY22" fmla="*/ 88900 h 338138"/>
                <a:gd name="connsiteX23" fmla="*/ 271462 w 271462"/>
                <a:gd name="connsiteY23" fmla="*/ 169069 h 338138"/>
                <a:gd name="connsiteX24" fmla="*/ 180975 w 271462"/>
                <a:gd name="connsiteY24" fmla="*/ 249238 h 338138"/>
                <a:gd name="connsiteX25" fmla="*/ 131141 w 271462"/>
                <a:gd name="connsiteY25" fmla="*/ 236096 h 338138"/>
                <a:gd name="connsiteX26" fmla="*/ 97044 w 271462"/>
                <a:gd name="connsiteY26" fmla="*/ 242667 h 338138"/>
                <a:gd name="connsiteX27" fmla="*/ 95732 w 271462"/>
                <a:gd name="connsiteY27" fmla="*/ 237410 h 338138"/>
                <a:gd name="connsiteX28" fmla="*/ 110158 w 271462"/>
                <a:gd name="connsiteY28" fmla="*/ 219011 h 338138"/>
                <a:gd name="connsiteX29" fmla="*/ 90487 w 271462"/>
                <a:gd name="connsiteY29" fmla="*/ 169069 h 338138"/>
                <a:gd name="connsiteX30" fmla="*/ 180975 w 271462"/>
                <a:gd name="connsiteY30" fmla="*/ 88900 h 338138"/>
                <a:gd name="connsiteX31" fmla="*/ 37042 w 271462"/>
                <a:gd name="connsiteY31" fmla="*/ 0 h 338138"/>
                <a:gd name="connsiteX32" fmla="*/ 162719 w 271462"/>
                <a:gd name="connsiteY32" fmla="*/ 0 h 338138"/>
                <a:gd name="connsiteX33" fmla="*/ 198438 w 271462"/>
                <a:gd name="connsiteY33" fmla="*/ 38304 h 338138"/>
                <a:gd name="connsiteX34" fmla="*/ 198438 w 271462"/>
                <a:gd name="connsiteY34" fmla="*/ 67363 h 338138"/>
                <a:gd name="connsiteX35" fmla="*/ 181240 w 271462"/>
                <a:gd name="connsiteY35" fmla="*/ 66042 h 338138"/>
                <a:gd name="connsiteX36" fmla="*/ 165365 w 271462"/>
                <a:gd name="connsiteY36" fmla="*/ 67363 h 338138"/>
                <a:gd name="connsiteX37" fmla="*/ 165365 w 271462"/>
                <a:gd name="connsiteY37" fmla="*/ 51513 h 338138"/>
                <a:gd name="connsiteX38" fmla="*/ 34396 w 271462"/>
                <a:gd name="connsiteY38" fmla="*/ 51513 h 338138"/>
                <a:gd name="connsiteX39" fmla="*/ 33073 w 271462"/>
                <a:gd name="connsiteY39" fmla="*/ 51513 h 338138"/>
                <a:gd name="connsiteX40" fmla="*/ 33073 w 271462"/>
                <a:gd name="connsiteY40" fmla="*/ 286625 h 338138"/>
                <a:gd name="connsiteX41" fmla="*/ 34396 w 271462"/>
                <a:gd name="connsiteY41" fmla="*/ 286625 h 338138"/>
                <a:gd name="connsiteX42" fmla="*/ 165365 w 271462"/>
                <a:gd name="connsiteY42" fmla="*/ 286625 h 338138"/>
                <a:gd name="connsiteX43" fmla="*/ 165365 w 271462"/>
                <a:gd name="connsiteY43" fmla="*/ 270775 h 338138"/>
                <a:gd name="connsiteX44" fmla="*/ 181240 w 271462"/>
                <a:gd name="connsiteY44" fmla="*/ 272096 h 338138"/>
                <a:gd name="connsiteX45" fmla="*/ 198438 w 271462"/>
                <a:gd name="connsiteY45" fmla="*/ 270775 h 338138"/>
                <a:gd name="connsiteX46" fmla="*/ 198438 w 271462"/>
                <a:gd name="connsiteY46" fmla="*/ 299834 h 338138"/>
                <a:gd name="connsiteX47" fmla="*/ 162719 w 271462"/>
                <a:gd name="connsiteY47" fmla="*/ 338138 h 338138"/>
                <a:gd name="connsiteX48" fmla="*/ 37042 w 271462"/>
                <a:gd name="connsiteY48" fmla="*/ 338138 h 338138"/>
                <a:gd name="connsiteX49" fmla="*/ 0 w 271462"/>
                <a:gd name="connsiteY49" fmla="*/ 299834 h 338138"/>
                <a:gd name="connsiteX50" fmla="*/ 0 w 271462"/>
                <a:gd name="connsiteY50" fmla="*/ 38304 h 338138"/>
                <a:gd name="connsiteX51" fmla="*/ 37042 w 271462"/>
                <a:gd name="connsiteY51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71462" h="338138">
                  <a:moveTo>
                    <a:pt x="79065" y="301625"/>
                  </a:moveTo>
                  <a:cubicBezTo>
                    <a:pt x="73799" y="301625"/>
                    <a:pt x="69850" y="305753"/>
                    <a:pt x="69850" y="312632"/>
                  </a:cubicBezTo>
                  <a:cubicBezTo>
                    <a:pt x="69850" y="318136"/>
                    <a:pt x="73799" y="322263"/>
                    <a:pt x="79065" y="322263"/>
                  </a:cubicBezTo>
                  <a:cubicBezTo>
                    <a:pt x="79065" y="322263"/>
                    <a:pt x="79065" y="322263"/>
                    <a:pt x="114610" y="322263"/>
                  </a:cubicBezTo>
                  <a:cubicBezTo>
                    <a:pt x="119875" y="322263"/>
                    <a:pt x="123825" y="318136"/>
                    <a:pt x="123825" y="312632"/>
                  </a:cubicBezTo>
                  <a:cubicBezTo>
                    <a:pt x="123825" y="305753"/>
                    <a:pt x="119875" y="301625"/>
                    <a:pt x="114610" y="301625"/>
                  </a:cubicBezTo>
                  <a:cubicBezTo>
                    <a:pt x="114610" y="301625"/>
                    <a:pt x="114610" y="301625"/>
                    <a:pt x="79065" y="301625"/>
                  </a:cubicBezTo>
                  <a:close/>
                  <a:moveTo>
                    <a:pt x="166687" y="152400"/>
                  </a:moveTo>
                  <a:lnTo>
                    <a:pt x="166687" y="166688"/>
                  </a:lnTo>
                  <a:lnTo>
                    <a:pt x="171450" y="166688"/>
                  </a:lnTo>
                  <a:lnTo>
                    <a:pt x="171450" y="193676"/>
                  </a:lnTo>
                  <a:lnTo>
                    <a:pt x="166687" y="193676"/>
                  </a:lnTo>
                  <a:lnTo>
                    <a:pt x="166687" y="207963"/>
                  </a:lnTo>
                  <a:lnTo>
                    <a:pt x="193675" y="207963"/>
                  </a:lnTo>
                  <a:lnTo>
                    <a:pt x="193675" y="193676"/>
                  </a:lnTo>
                  <a:lnTo>
                    <a:pt x="190500" y="193676"/>
                  </a:lnTo>
                  <a:lnTo>
                    <a:pt x="190500" y="152400"/>
                  </a:lnTo>
                  <a:close/>
                  <a:moveTo>
                    <a:pt x="179388" y="125413"/>
                  </a:moveTo>
                  <a:cubicBezTo>
                    <a:pt x="173250" y="125413"/>
                    <a:pt x="168275" y="130033"/>
                    <a:pt x="168275" y="135732"/>
                  </a:cubicBezTo>
                  <a:cubicBezTo>
                    <a:pt x="168275" y="141431"/>
                    <a:pt x="173250" y="146051"/>
                    <a:pt x="179388" y="146051"/>
                  </a:cubicBezTo>
                  <a:cubicBezTo>
                    <a:pt x="185526" y="146051"/>
                    <a:pt x="190501" y="141431"/>
                    <a:pt x="190501" y="135732"/>
                  </a:cubicBezTo>
                  <a:cubicBezTo>
                    <a:pt x="190501" y="130033"/>
                    <a:pt x="185526" y="125413"/>
                    <a:pt x="179388" y="125413"/>
                  </a:cubicBezTo>
                  <a:close/>
                  <a:moveTo>
                    <a:pt x="180975" y="88900"/>
                  </a:moveTo>
                  <a:cubicBezTo>
                    <a:pt x="230808" y="88900"/>
                    <a:pt x="271462" y="124384"/>
                    <a:pt x="271462" y="169069"/>
                  </a:cubicBezTo>
                  <a:cubicBezTo>
                    <a:pt x="271462" y="212439"/>
                    <a:pt x="230808" y="249238"/>
                    <a:pt x="180975" y="249238"/>
                  </a:cubicBezTo>
                  <a:cubicBezTo>
                    <a:pt x="162614" y="249238"/>
                    <a:pt x="145566" y="243981"/>
                    <a:pt x="131141" y="236096"/>
                  </a:cubicBezTo>
                  <a:cubicBezTo>
                    <a:pt x="119338" y="243981"/>
                    <a:pt x="104912" y="242667"/>
                    <a:pt x="97044" y="242667"/>
                  </a:cubicBezTo>
                  <a:cubicBezTo>
                    <a:pt x="94421" y="241353"/>
                    <a:pt x="94421" y="238724"/>
                    <a:pt x="95732" y="237410"/>
                  </a:cubicBezTo>
                  <a:cubicBezTo>
                    <a:pt x="103601" y="232153"/>
                    <a:pt x="107535" y="225582"/>
                    <a:pt x="110158" y="219011"/>
                  </a:cubicBezTo>
                  <a:cubicBezTo>
                    <a:pt x="97044" y="205868"/>
                    <a:pt x="90487" y="187469"/>
                    <a:pt x="90487" y="169069"/>
                  </a:cubicBezTo>
                  <a:cubicBezTo>
                    <a:pt x="90487" y="124384"/>
                    <a:pt x="131141" y="88900"/>
                    <a:pt x="180975" y="88900"/>
                  </a:cubicBezTo>
                  <a:close/>
                  <a:moveTo>
                    <a:pt x="37042" y="0"/>
                  </a:moveTo>
                  <a:cubicBezTo>
                    <a:pt x="37042" y="0"/>
                    <a:pt x="37042" y="0"/>
                    <a:pt x="162719" y="0"/>
                  </a:cubicBezTo>
                  <a:cubicBezTo>
                    <a:pt x="182563" y="0"/>
                    <a:pt x="198438" y="17171"/>
                    <a:pt x="198438" y="38304"/>
                  </a:cubicBezTo>
                  <a:cubicBezTo>
                    <a:pt x="198438" y="38304"/>
                    <a:pt x="198438" y="38304"/>
                    <a:pt x="198438" y="67363"/>
                  </a:cubicBezTo>
                  <a:cubicBezTo>
                    <a:pt x="193147" y="67363"/>
                    <a:pt x="186532" y="66042"/>
                    <a:pt x="181240" y="66042"/>
                  </a:cubicBezTo>
                  <a:cubicBezTo>
                    <a:pt x="175949" y="66042"/>
                    <a:pt x="170657" y="67363"/>
                    <a:pt x="165365" y="67363"/>
                  </a:cubicBezTo>
                  <a:cubicBezTo>
                    <a:pt x="165365" y="67363"/>
                    <a:pt x="165365" y="67363"/>
                    <a:pt x="165365" y="51513"/>
                  </a:cubicBezTo>
                  <a:cubicBezTo>
                    <a:pt x="165365" y="51513"/>
                    <a:pt x="165365" y="51513"/>
                    <a:pt x="34396" y="51513"/>
                  </a:cubicBezTo>
                  <a:cubicBezTo>
                    <a:pt x="34396" y="51513"/>
                    <a:pt x="33073" y="51513"/>
                    <a:pt x="33073" y="51513"/>
                  </a:cubicBezTo>
                  <a:cubicBezTo>
                    <a:pt x="33073" y="51513"/>
                    <a:pt x="33073" y="51513"/>
                    <a:pt x="33073" y="286625"/>
                  </a:cubicBezTo>
                  <a:cubicBezTo>
                    <a:pt x="33073" y="286625"/>
                    <a:pt x="34396" y="286625"/>
                    <a:pt x="34396" y="286625"/>
                  </a:cubicBezTo>
                  <a:cubicBezTo>
                    <a:pt x="34396" y="286625"/>
                    <a:pt x="34396" y="286625"/>
                    <a:pt x="165365" y="286625"/>
                  </a:cubicBezTo>
                  <a:cubicBezTo>
                    <a:pt x="165365" y="286625"/>
                    <a:pt x="165365" y="286625"/>
                    <a:pt x="165365" y="270775"/>
                  </a:cubicBezTo>
                  <a:cubicBezTo>
                    <a:pt x="170657" y="270775"/>
                    <a:pt x="175949" y="272096"/>
                    <a:pt x="181240" y="272096"/>
                  </a:cubicBezTo>
                  <a:cubicBezTo>
                    <a:pt x="186532" y="272096"/>
                    <a:pt x="193147" y="270775"/>
                    <a:pt x="198438" y="270775"/>
                  </a:cubicBezTo>
                  <a:cubicBezTo>
                    <a:pt x="198438" y="270775"/>
                    <a:pt x="198438" y="270775"/>
                    <a:pt x="198438" y="299834"/>
                  </a:cubicBezTo>
                  <a:cubicBezTo>
                    <a:pt x="198438" y="320967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7042" y="338138"/>
                  </a:cubicBezTo>
                  <a:cubicBezTo>
                    <a:pt x="17198" y="338138"/>
                    <a:pt x="0" y="320967"/>
                    <a:pt x="0" y="299834"/>
                  </a:cubicBezTo>
                  <a:cubicBezTo>
                    <a:pt x="0" y="299834"/>
                    <a:pt x="0" y="299834"/>
                    <a:pt x="0" y="38304"/>
                  </a:cubicBezTo>
                  <a:cubicBezTo>
                    <a:pt x="0" y="17171"/>
                    <a:pt x="17198" y="0"/>
                    <a:pt x="37042" y="0"/>
                  </a:cubicBezTo>
                  <a:close/>
                </a:path>
              </a:pathLst>
            </a:cu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>
              <a:off x="7796518" y="2440273"/>
              <a:ext cx="427532" cy="532544"/>
            </a:xfrm>
            <a:custGeom>
              <a:avLst/>
              <a:gdLst>
                <a:gd name="connsiteX0" fmla="*/ 79065 w 271462"/>
                <a:gd name="connsiteY0" fmla="*/ 301625 h 338138"/>
                <a:gd name="connsiteX1" fmla="*/ 69850 w 271462"/>
                <a:gd name="connsiteY1" fmla="*/ 312632 h 338138"/>
                <a:gd name="connsiteX2" fmla="*/ 79065 w 271462"/>
                <a:gd name="connsiteY2" fmla="*/ 322263 h 338138"/>
                <a:gd name="connsiteX3" fmla="*/ 114610 w 271462"/>
                <a:gd name="connsiteY3" fmla="*/ 322263 h 338138"/>
                <a:gd name="connsiteX4" fmla="*/ 123825 w 271462"/>
                <a:gd name="connsiteY4" fmla="*/ 312632 h 338138"/>
                <a:gd name="connsiteX5" fmla="*/ 114610 w 271462"/>
                <a:gd name="connsiteY5" fmla="*/ 301625 h 338138"/>
                <a:gd name="connsiteX6" fmla="*/ 79065 w 271462"/>
                <a:gd name="connsiteY6" fmla="*/ 301625 h 338138"/>
                <a:gd name="connsiteX7" fmla="*/ 166687 w 271462"/>
                <a:gd name="connsiteY7" fmla="*/ 152400 h 338138"/>
                <a:gd name="connsiteX8" fmla="*/ 166687 w 271462"/>
                <a:gd name="connsiteY8" fmla="*/ 166688 h 338138"/>
                <a:gd name="connsiteX9" fmla="*/ 171450 w 271462"/>
                <a:gd name="connsiteY9" fmla="*/ 166688 h 338138"/>
                <a:gd name="connsiteX10" fmla="*/ 171450 w 271462"/>
                <a:gd name="connsiteY10" fmla="*/ 193676 h 338138"/>
                <a:gd name="connsiteX11" fmla="*/ 166687 w 271462"/>
                <a:gd name="connsiteY11" fmla="*/ 193676 h 338138"/>
                <a:gd name="connsiteX12" fmla="*/ 166687 w 271462"/>
                <a:gd name="connsiteY12" fmla="*/ 207963 h 338138"/>
                <a:gd name="connsiteX13" fmla="*/ 193675 w 271462"/>
                <a:gd name="connsiteY13" fmla="*/ 207963 h 338138"/>
                <a:gd name="connsiteX14" fmla="*/ 193675 w 271462"/>
                <a:gd name="connsiteY14" fmla="*/ 193676 h 338138"/>
                <a:gd name="connsiteX15" fmla="*/ 190500 w 271462"/>
                <a:gd name="connsiteY15" fmla="*/ 193676 h 338138"/>
                <a:gd name="connsiteX16" fmla="*/ 190500 w 271462"/>
                <a:gd name="connsiteY16" fmla="*/ 152400 h 338138"/>
                <a:gd name="connsiteX17" fmla="*/ 179388 w 271462"/>
                <a:gd name="connsiteY17" fmla="*/ 125413 h 338138"/>
                <a:gd name="connsiteX18" fmla="*/ 168275 w 271462"/>
                <a:gd name="connsiteY18" fmla="*/ 135732 h 338138"/>
                <a:gd name="connsiteX19" fmla="*/ 179388 w 271462"/>
                <a:gd name="connsiteY19" fmla="*/ 146051 h 338138"/>
                <a:gd name="connsiteX20" fmla="*/ 190501 w 271462"/>
                <a:gd name="connsiteY20" fmla="*/ 135732 h 338138"/>
                <a:gd name="connsiteX21" fmla="*/ 179388 w 271462"/>
                <a:gd name="connsiteY21" fmla="*/ 125413 h 338138"/>
                <a:gd name="connsiteX22" fmla="*/ 180975 w 271462"/>
                <a:gd name="connsiteY22" fmla="*/ 88900 h 338138"/>
                <a:gd name="connsiteX23" fmla="*/ 271462 w 271462"/>
                <a:gd name="connsiteY23" fmla="*/ 169069 h 338138"/>
                <a:gd name="connsiteX24" fmla="*/ 180975 w 271462"/>
                <a:gd name="connsiteY24" fmla="*/ 249238 h 338138"/>
                <a:gd name="connsiteX25" fmla="*/ 131141 w 271462"/>
                <a:gd name="connsiteY25" fmla="*/ 236096 h 338138"/>
                <a:gd name="connsiteX26" fmla="*/ 97044 w 271462"/>
                <a:gd name="connsiteY26" fmla="*/ 242667 h 338138"/>
                <a:gd name="connsiteX27" fmla="*/ 95732 w 271462"/>
                <a:gd name="connsiteY27" fmla="*/ 237410 h 338138"/>
                <a:gd name="connsiteX28" fmla="*/ 110158 w 271462"/>
                <a:gd name="connsiteY28" fmla="*/ 219011 h 338138"/>
                <a:gd name="connsiteX29" fmla="*/ 90487 w 271462"/>
                <a:gd name="connsiteY29" fmla="*/ 169069 h 338138"/>
                <a:gd name="connsiteX30" fmla="*/ 180975 w 271462"/>
                <a:gd name="connsiteY30" fmla="*/ 88900 h 338138"/>
                <a:gd name="connsiteX31" fmla="*/ 37042 w 271462"/>
                <a:gd name="connsiteY31" fmla="*/ 0 h 338138"/>
                <a:gd name="connsiteX32" fmla="*/ 162719 w 271462"/>
                <a:gd name="connsiteY32" fmla="*/ 0 h 338138"/>
                <a:gd name="connsiteX33" fmla="*/ 198438 w 271462"/>
                <a:gd name="connsiteY33" fmla="*/ 38304 h 338138"/>
                <a:gd name="connsiteX34" fmla="*/ 198438 w 271462"/>
                <a:gd name="connsiteY34" fmla="*/ 67363 h 338138"/>
                <a:gd name="connsiteX35" fmla="*/ 181240 w 271462"/>
                <a:gd name="connsiteY35" fmla="*/ 66042 h 338138"/>
                <a:gd name="connsiteX36" fmla="*/ 165365 w 271462"/>
                <a:gd name="connsiteY36" fmla="*/ 67363 h 338138"/>
                <a:gd name="connsiteX37" fmla="*/ 165365 w 271462"/>
                <a:gd name="connsiteY37" fmla="*/ 51513 h 338138"/>
                <a:gd name="connsiteX38" fmla="*/ 34396 w 271462"/>
                <a:gd name="connsiteY38" fmla="*/ 51513 h 338138"/>
                <a:gd name="connsiteX39" fmla="*/ 33073 w 271462"/>
                <a:gd name="connsiteY39" fmla="*/ 51513 h 338138"/>
                <a:gd name="connsiteX40" fmla="*/ 33073 w 271462"/>
                <a:gd name="connsiteY40" fmla="*/ 286625 h 338138"/>
                <a:gd name="connsiteX41" fmla="*/ 34396 w 271462"/>
                <a:gd name="connsiteY41" fmla="*/ 286625 h 338138"/>
                <a:gd name="connsiteX42" fmla="*/ 165365 w 271462"/>
                <a:gd name="connsiteY42" fmla="*/ 286625 h 338138"/>
                <a:gd name="connsiteX43" fmla="*/ 165365 w 271462"/>
                <a:gd name="connsiteY43" fmla="*/ 270775 h 338138"/>
                <a:gd name="connsiteX44" fmla="*/ 181240 w 271462"/>
                <a:gd name="connsiteY44" fmla="*/ 272096 h 338138"/>
                <a:gd name="connsiteX45" fmla="*/ 198438 w 271462"/>
                <a:gd name="connsiteY45" fmla="*/ 270775 h 338138"/>
                <a:gd name="connsiteX46" fmla="*/ 198438 w 271462"/>
                <a:gd name="connsiteY46" fmla="*/ 299834 h 338138"/>
                <a:gd name="connsiteX47" fmla="*/ 162719 w 271462"/>
                <a:gd name="connsiteY47" fmla="*/ 338138 h 338138"/>
                <a:gd name="connsiteX48" fmla="*/ 37042 w 271462"/>
                <a:gd name="connsiteY48" fmla="*/ 338138 h 338138"/>
                <a:gd name="connsiteX49" fmla="*/ 0 w 271462"/>
                <a:gd name="connsiteY49" fmla="*/ 299834 h 338138"/>
                <a:gd name="connsiteX50" fmla="*/ 0 w 271462"/>
                <a:gd name="connsiteY50" fmla="*/ 38304 h 338138"/>
                <a:gd name="connsiteX51" fmla="*/ 37042 w 271462"/>
                <a:gd name="connsiteY51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71462" h="338138">
                  <a:moveTo>
                    <a:pt x="79065" y="301625"/>
                  </a:moveTo>
                  <a:cubicBezTo>
                    <a:pt x="73799" y="301625"/>
                    <a:pt x="69850" y="305753"/>
                    <a:pt x="69850" y="312632"/>
                  </a:cubicBezTo>
                  <a:cubicBezTo>
                    <a:pt x="69850" y="318136"/>
                    <a:pt x="73799" y="322263"/>
                    <a:pt x="79065" y="322263"/>
                  </a:cubicBezTo>
                  <a:cubicBezTo>
                    <a:pt x="79065" y="322263"/>
                    <a:pt x="79065" y="322263"/>
                    <a:pt x="114610" y="322263"/>
                  </a:cubicBezTo>
                  <a:cubicBezTo>
                    <a:pt x="119875" y="322263"/>
                    <a:pt x="123825" y="318136"/>
                    <a:pt x="123825" y="312632"/>
                  </a:cubicBezTo>
                  <a:cubicBezTo>
                    <a:pt x="123825" y="305753"/>
                    <a:pt x="119875" y="301625"/>
                    <a:pt x="114610" y="301625"/>
                  </a:cubicBezTo>
                  <a:cubicBezTo>
                    <a:pt x="114610" y="301625"/>
                    <a:pt x="114610" y="301625"/>
                    <a:pt x="79065" y="301625"/>
                  </a:cubicBezTo>
                  <a:close/>
                  <a:moveTo>
                    <a:pt x="166687" y="152400"/>
                  </a:moveTo>
                  <a:lnTo>
                    <a:pt x="166687" y="166688"/>
                  </a:lnTo>
                  <a:lnTo>
                    <a:pt x="171450" y="166688"/>
                  </a:lnTo>
                  <a:lnTo>
                    <a:pt x="171450" y="193676"/>
                  </a:lnTo>
                  <a:lnTo>
                    <a:pt x="166687" y="193676"/>
                  </a:lnTo>
                  <a:lnTo>
                    <a:pt x="166687" y="207963"/>
                  </a:lnTo>
                  <a:lnTo>
                    <a:pt x="193675" y="207963"/>
                  </a:lnTo>
                  <a:lnTo>
                    <a:pt x="193675" y="193676"/>
                  </a:lnTo>
                  <a:lnTo>
                    <a:pt x="190500" y="193676"/>
                  </a:lnTo>
                  <a:lnTo>
                    <a:pt x="190500" y="152400"/>
                  </a:lnTo>
                  <a:close/>
                  <a:moveTo>
                    <a:pt x="179388" y="125413"/>
                  </a:moveTo>
                  <a:cubicBezTo>
                    <a:pt x="173250" y="125413"/>
                    <a:pt x="168275" y="130033"/>
                    <a:pt x="168275" y="135732"/>
                  </a:cubicBezTo>
                  <a:cubicBezTo>
                    <a:pt x="168275" y="141431"/>
                    <a:pt x="173250" y="146051"/>
                    <a:pt x="179388" y="146051"/>
                  </a:cubicBezTo>
                  <a:cubicBezTo>
                    <a:pt x="185526" y="146051"/>
                    <a:pt x="190501" y="141431"/>
                    <a:pt x="190501" y="135732"/>
                  </a:cubicBezTo>
                  <a:cubicBezTo>
                    <a:pt x="190501" y="130033"/>
                    <a:pt x="185526" y="125413"/>
                    <a:pt x="179388" y="125413"/>
                  </a:cubicBezTo>
                  <a:close/>
                  <a:moveTo>
                    <a:pt x="180975" y="88900"/>
                  </a:moveTo>
                  <a:cubicBezTo>
                    <a:pt x="230808" y="88900"/>
                    <a:pt x="271462" y="124384"/>
                    <a:pt x="271462" y="169069"/>
                  </a:cubicBezTo>
                  <a:cubicBezTo>
                    <a:pt x="271462" y="212439"/>
                    <a:pt x="230808" y="249238"/>
                    <a:pt x="180975" y="249238"/>
                  </a:cubicBezTo>
                  <a:cubicBezTo>
                    <a:pt x="162614" y="249238"/>
                    <a:pt x="145566" y="243981"/>
                    <a:pt x="131141" y="236096"/>
                  </a:cubicBezTo>
                  <a:cubicBezTo>
                    <a:pt x="119338" y="243981"/>
                    <a:pt x="104912" y="242667"/>
                    <a:pt x="97044" y="242667"/>
                  </a:cubicBezTo>
                  <a:cubicBezTo>
                    <a:pt x="94421" y="241353"/>
                    <a:pt x="94421" y="238724"/>
                    <a:pt x="95732" y="237410"/>
                  </a:cubicBezTo>
                  <a:cubicBezTo>
                    <a:pt x="103601" y="232153"/>
                    <a:pt x="107535" y="225582"/>
                    <a:pt x="110158" y="219011"/>
                  </a:cubicBezTo>
                  <a:cubicBezTo>
                    <a:pt x="97044" y="205868"/>
                    <a:pt x="90487" y="187469"/>
                    <a:pt x="90487" y="169069"/>
                  </a:cubicBezTo>
                  <a:cubicBezTo>
                    <a:pt x="90487" y="124384"/>
                    <a:pt x="131141" y="88900"/>
                    <a:pt x="180975" y="88900"/>
                  </a:cubicBezTo>
                  <a:close/>
                  <a:moveTo>
                    <a:pt x="37042" y="0"/>
                  </a:moveTo>
                  <a:cubicBezTo>
                    <a:pt x="37042" y="0"/>
                    <a:pt x="37042" y="0"/>
                    <a:pt x="162719" y="0"/>
                  </a:cubicBezTo>
                  <a:cubicBezTo>
                    <a:pt x="182563" y="0"/>
                    <a:pt x="198438" y="17171"/>
                    <a:pt x="198438" y="38304"/>
                  </a:cubicBezTo>
                  <a:cubicBezTo>
                    <a:pt x="198438" y="38304"/>
                    <a:pt x="198438" y="38304"/>
                    <a:pt x="198438" y="67363"/>
                  </a:cubicBezTo>
                  <a:cubicBezTo>
                    <a:pt x="193147" y="67363"/>
                    <a:pt x="186532" y="66042"/>
                    <a:pt x="181240" y="66042"/>
                  </a:cubicBezTo>
                  <a:cubicBezTo>
                    <a:pt x="175949" y="66042"/>
                    <a:pt x="170657" y="67363"/>
                    <a:pt x="165365" y="67363"/>
                  </a:cubicBezTo>
                  <a:cubicBezTo>
                    <a:pt x="165365" y="67363"/>
                    <a:pt x="165365" y="67363"/>
                    <a:pt x="165365" y="51513"/>
                  </a:cubicBezTo>
                  <a:cubicBezTo>
                    <a:pt x="165365" y="51513"/>
                    <a:pt x="165365" y="51513"/>
                    <a:pt x="34396" y="51513"/>
                  </a:cubicBezTo>
                  <a:cubicBezTo>
                    <a:pt x="34396" y="51513"/>
                    <a:pt x="33073" y="51513"/>
                    <a:pt x="33073" y="51513"/>
                  </a:cubicBezTo>
                  <a:cubicBezTo>
                    <a:pt x="33073" y="51513"/>
                    <a:pt x="33073" y="51513"/>
                    <a:pt x="33073" y="286625"/>
                  </a:cubicBezTo>
                  <a:cubicBezTo>
                    <a:pt x="33073" y="286625"/>
                    <a:pt x="34396" y="286625"/>
                    <a:pt x="34396" y="286625"/>
                  </a:cubicBezTo>
                  <a:cubicBezTo>
                    <a:pt x="34396" y="286625"/>
                    <a:pt x="34396" y="286625"/>
                    <a:pt x="165365" y="286625"/>
                  </a:cubicBezTo>
                  <a:cubicBezTo>
                    <a:pt x="165365" y="286625"/>
                    <a:pt x="165365" y="286625"/>
                    <a:pt x="165365" y="270775"/>
                  </a:cubicBezTo>
                  <a:cubicBezTo>
                    <a:pt x="170657" y="270775"/>
                    <a:pt x="175949" y="272096"/>
                    <a:pt x="181240" y="272096"/>
                  </a:cubicBezTo>
                  <a:cubicBezTo>
                    <a:pt x="186532" y="272096"/>
                    <a:pt x="193147" y="270775"/>
                    <a:pt x="198438" y="270775"/>
                  </a:cubicBezTo>
                  <a:cubicBezTo>
                    <a:pt x="198438" y="270775"/>
                    <a:pt x="198438" y="270775"/>
                    <a:pt x="198438" y="299834"/>
                  </a:cubicBezTo>
                  <a:cubicBezTo>
                    <a:pt x="198438" y="320967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7042" y="338138"/>
                  </a:cubicBezTo>
                  <a:cubicBezTo>
                    <a:pt x="17198" y="338138"/>
                    <a:pt x="0" y="320967"/>
                    <a:pt x="0" y="299834"/>
                  </a:cubicBezTo>
                  <a:cubicBezTo>
                    <a:pt x="0" y="299834"/>
                    <a:pt x="0" y="299834"/>
                    <a:pt x="0" y="38304"/>
                  </a:cubicBezTo>
                  <a:cubicBezTo>
                    <a:pt x="0" y="17171"/>
                    <a:pt x="17198" y="0"/>
                    <a:pt x="37042" y="0"/>
                  </a:cubicBezTo>
                  <a:close/>
                </a:path>
              </a:pathLst>
            </a:cu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>
              <a:off x="3946466" y="4408397"/>
              <a:ext cx="427532" cy="532544"/>
            </a:xfrm>
            <a:custGeom>
              <a:avLst/>
              <a:gdLst>
                <a:gd name="connsiteX0" fmla="*/ 79065 w 271462"/>
                <a:gd name="connsiteY0" fmla="*/ 301625 h 338138"/>
                <a:gd name="connsiteX1" fmla="*/ 69850 w 271462"/>
                <a:gd name="connsiteY1" fmla="*/ 312632 h 338138"/>
                <a:gd name="connsiteX2" fmla="*/ 79065 w 271462"/>
                <a:gd name="connsiteY2" fmla="*/ 322263 h 338138"/>
                <a:gd name="connsiteX3" fmla="*/ 114610 w 271462"/>
                <a:gd name="connsiteY3" fmla="*/ 322263 h 338138"/>
                <a:gd name="connsiteX4" fmla="*/ 123825 w 271462"/>
                <a:gd name="connsiteY4" fmla="*/ 312632 h 338138"/>
                <a:gd name="connsiteX5" fmla="*/ 114610 w 271462"/>
                <a:gd name="connsiteY5" fmla="*/ 301625 h 338138"/>
                <a:gd name="connsiteX6" fmla="*/ 79065 w 271462"/>
                <a:gd name="connsiteY6" fmla="*/ 301625 h 338138"/>
                <a:gd name="connsiteX7" fmla="*/ 166687 w 271462"/>
                <a:gd name="connsiteY7" fmla="*/ 152400 h 338138"/>
                <a:gd name="connsiteX8" fmla="*/ 166687 w 271462"/>
                <a:gd name="connsiteY8" fmla="*/ 166688 h 338138"/>
                <a:gd name="connsiteX9" fmla="*/ 171450 w 271462"/>
                <a:gd name="connsiteY9" fmla="*/ 166688 h 338138"/>
                <a:gd name="connsiteX10" fmla="*/ 171450 w 271462"/>
                <a:gd name="connsiteY10" fmla="*/ 193676 h 338138"/>
                <a:gd name="connsiteX11" fmla="*/ 166687 w 271462"/>
                <a:gd name="connsiteY11" fmla="*/ 193676 h 338138"/>
                <a:gd name="connsiteX12" fmla="*/ 166687 w 271462"/>
                <a:gd name="connsiteY12" fmla="*/ 207963 h 338138"/>
                <a:gd name="connsiteX13" fmla="*/ 193675 w 271462"/>
                <a:gd name="connsiteY13" fmla="*/ 207963 h 338138"/>
                <a:gd name="connsiteX14" fmla="*/ 193675 w 271462"/>
                <a:gd name="connsiteY14" fmla="*/ 193676 h 338138"/>
                <a:gd name="connsiteX15" fmla="*/ 190500 w 271462"/>
                <a:gd name="connsiteY15" fmla="*/ 193676 h 338138"/>
                <a:gd name="connsiteX16" fmla="*/ 190500 w 271462"/>
                <a:gd name="connsiteY16" fmla="*/ 152400 h 338138"/>
                <a:gd name="connsiteX17" fmla="*/ 179388 w 271462"/>
                <a:gd name="connsiteY17" fmla="*/ 125413 h 338138"/>
                <a:gd name="connsiteX18" fmla="*/ 168275 w 271462"/>
                <a:gd name="connsiteY18" fmla="*/ 135732 h 338138"/>
                <a:gd name="connsiteX19" fmla="*/ 179388 w 271462"/>
                <a:gd name="connsiteY19" fmla="*/ 146051 h 338138"/>
                <a:gd name="connsiteX20" fmla="*/ 190501 w 271462"/>
                <a:gd name="connsiteY20" fmla="*/ 135732 h 338138"/>
                <a:gd name="connsiteX21" fmla="*/ 179388 w 271462"/>
                <a:gd name="connsiteY21" fmla="*/ 125413 h 338138"/>
                <a:gd name="connsiteX22" fmla="*/ 180975 w 271462"/>
                <a:gd name="connsiteY22" fmla="*/ 88900 h 338138"/>
                <a:gd name="connsiteX23" fmla="*/ 271462 w 271462"/>
                <a:gd name="connsiteY23" fmla="*/ 169069 h 338138"/>
                <a:gd name="connsiteX24" fmla="*/ 180975 w 271462"/>
                <a:gd name="connsiteY24" fmla="*/ 249238 h 338138"/>
                <a:gd name="connsiteX25" fmla="*/ 131141 w 271462"/>
                <a:gd name="connsiteY25" fmla="*/ 236096 h 338138"/>
                <a:gd name="connsiteX26" fmla="*/ 97044 w 271462"/>
                <a:gd name="connsiteY26" fmla="*/ 242667 h 338138"/>
                <a:gd name="connsiteX27" fmla="*/ 95732 w 271462"/>
                <a:gd name="connsiteY27" fmla="*/ 237410 h 338138"/>
                <a:gd name="connsiteX28" fmla="*/ 110158 w 271462"/>
                <a:gd name="connsiteY28" fmla="*/ 219011 h 338138"/>
                <a:gd name="connsiteX29" fmla="*/ 90487 w 271462"/>
                <a:gd name="connsiteY29" fmla="*/ 169069 h 338138"/>
                <a:gd name="connsiteX30" fmla="*/ 180975 w 271462"/>
                <a:gd name="connsiteY30" fmla="*/ 88900 h 338138"/>
                <a:gd name="connsiteX31" fmla="*/ 37042 w 271462"/>
                <a:gd name="connsiteY31" fmla="*/ 0 h 338138"/>
                <a:gd name="connsiteX32" fmla="*/ 162719 w 271462"/>
                <a:gd name="connsiteY32" fmla="*/ 0 h 338138"/>
                <a:gd name="connsiteX33" fmla="*/ 198438 w 271462"/>
                <a:gd name="connsiteY33" fmla="*/ 38304 h 338138"/>
                <a:gd name="connsiteX34" fmla="*/ 198438 w 271462"/>
                <a:gd name="connsiteY34" fmla="*/ 67363 h 338138"/>
                <a:gd name="connsiteX35" fmla="*/ 181240 w 271462"/>
                <a:gd name="connsiteY35" fmla="*/ 66042 h 338138"/>
                <a:gd name="connsiteX36" fmla="*/ 165365 w 271462"/>
                <a:gd name="connsiteY36" fmla="*/ 67363 h 338138"/>
                <a:gd name="connsiteX37" fmla="*/ 165365 w 271462"/>
                <a:gd name="connsiteY37" fmla="*/ 51513 h 338138"/>
                <a:gd name="connsiteX38" fmla="*/ 34396 w 271462"/>
                <a:gd name="connsiteY38" fmla="*/ 51513 h 338138"/>
                <a:gd name="connsiteX39" fmla="*/ 33073 w 271462"/>
                <a:gd name="connsiteY39" fmla="*/ 51513 h 338138"/>
                <a:gd name="connsiteX40" fmla="*/ 33073 w 271462"/>
                <a:gd name="connsiteY40" fmla="*/ 286625 h 338138"/>
                <a:gd name="connsiteX41" fmla="*/ 34396 w 271462"/>
                <a:gd name="connsiteY41" fmla="*/ 286625 h 338138"/>
                <a:gd name="connsiteX42" fmla="*/ 165365 w 271462"/>
                <a:gd name="connsiteY42" fmla="*/ 286625 h 338138"/>
                <a:gd name="connsiteX43" fmla="*/ 165365 w 271462"/>
                <a:gd name="connsiteY43" fmla="*/ 270775 h 338138"/>
                <a:gd name="connsiteX44" fmla="*/ 181240 w 271462"/>
                <a:gd name="connsiteY44" fmla="*/ 272096 h 338138"/>
                <a:gd name="connsiteX45" fmla="*/ 198438 w 271462"/>
                <a:gd name="connsiteY45" fmla="*/ 270775 h 338138"/>
                <a:gd name="connsiteX46" fmla="*/ 198438 w 271462"/>
                <a:gd name="connsiteY46" fmla="*/ 299834 h 338138"/>
                <a:gd name="connsiteX47" fmla="*/ 162719 w 271462"/>
                <a:gd name="connsiteY47" fmla="*/ 338138 h 338138"/>
                <a:gd name="connsiteX48" fmla="*/ 37042 w 271462"/>
                <a:gd name="connsiteY48" fmla="*/ 338138 h 338138"/>
                <a:gd name="connsiteX49" fmla="*/ 0 w 271462"/>
                <a:gd name="connsiteY49" fmla="*/ 299834 h 338138"/>
                <a:gd name="connsiteX50" fmla="*/ 0 w 271462"/>
                <a:gd name="connsiteY50" fmla="*/ 38304 h 338138"/>
                <a:gd name="connsiteX51" fmla="*/ 37042 w 271462"/>
                <a:gd name="connsiteY51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71462" h="338138">
                  <a:moveTo>
                    <a:pt x="79065" y="301625"/>
                  </a:moveTo>
                  <a:cubicBezTo>
                    <a:pt x="73799" y="301625"/>
                    <a:pt x="69850" y="305753"/>
                    <a:pt x="69850" y="312632"/>
                  </a:cubicBezTo>
                  <a:cubicBezTo>
                    <a:pt x="69850" y="318136"/>
                    <a:pt x="73799" y="322263"/>
                    <a:pt x="79065" y="322263"/>
                  </a:cubicBezTo>
                  <a:cubicBezTo>
                    <a:pt x="79065" y="322263"/>
                    <a:pt x="79065" y="322263"/>
                    <a:pt x="114610" y="322263"/>
                  </a:cubicBezTo>
                  <a:cubicBezTo>
                    <a:pt x="119875" y="322263"/>
                    <a:pt x="123825" y="318136"/>
                    <a:pt x="123825" y="312632"/>
                  </a:cubicBezTo>
                  <a:cubicBezTo>
                    <a:pt x="123825" y="305753"/>
                    <a:pt x="119875" y="301625"/>
                    <a:pt x="114610" y="301625"/>
                  </a:cubicBezTo>
                  <a:cubicBezTo>
                    <a:pt x="114610" y="301625"/>
                    <a:pt x="114610" y="301625"/>
                    <a:pt x="79065" y="301625"/>
                  </a:cubicBezTo>
                  <a:close/>
                  <a:moveTo>
                    <a:pt x="166687" y="152400"/>
                  </a:moveTo>
                  <a:lnTo>
                    <a:pt x="166687" y="166688"/>
                  </a:lnTo>
                  <a:lnTo>
                    <a:pt x="171450" y="166688"/>
                  </a:lnTo>
                  <a:lnTo>
                    <a:pt x="171450" y="193676"/>
                  </a:lnTo>
                  <a:lnTo>
                    <a:pt x="166687" y="193676"/>
                  </a:lnTo>
                  <a:lnTo>
                    <a:pt x="166687" y="207963"/>
                  </a:lnTo>
                  <a:lnTo>
                    <a:pt x="193675" y="207963"/>
                  </a:lnTo>
                  <a:lnTo>
                    <a:pt x="193675" y="193676"/>
                  </a:lnTo>
                  <a:lnTo>
                    <a:pt x="190500" y="193676"/>
                  </a:lnTo>
                  <a:lnTo>
                    <a:pt x="190500" y="152400"/>
                  </a:lnTo>
                  <a:close/>
                  <a:moveTo>
                    <a:pt x="179388" y="125413"/>
                  </a:moveTo>
                  <a:cubicBezTo>
                    <a:pt x="173250" y="125413"/>
                    <a:pt x="168275" y="130033"/>
                    <a:pt x="168275" y="135732"/>
                  </a:cubicBezTo>
                  <a:cubicBezTo>
                    <a:pt x="168275" y="141431"/>
                    <a:pt x="173250" y="146051"/>
                    <a:pt x="179388" y="146051"/>
                  </a:cubicBezTo>
                  <a:cubicBezTo>
                    <a:pt x="185526" y="146051"/>
                    <a:pt x="190501" y="141431"/>
                    <a:pt x="190501" y="135732"/>
                  </a:cubicBezTo>
                  <a:cubicBezTo>
                    <a:pt x="190501" y="130033"/>
                    <a:pt x="185526" y="125413"/>
                    <a:pt x="179388" y="125413"/>
                  </a:cubicBezTo>
                  <a:close/>
                  <a:moveTo>
                    <a:pt x="180975" y="88900"/>
                  </a:moveTo>
                  <a:cubicBezTo>
                    <a:pt x="230808" y="88900"/>
                    <a:pt x="271462" y="124384"/>
                    <a:pt x="271462" y="169069"/>
                  </a:cubicBezTo>
                  <a:cubicBezTo>
                    <a:pt x="271462" y="212439"/>
                    <a:pt x="230808" y="249238"/>
                    <a:pt x="180975" y="249238"/>
                  </a:cubicBezTo>
                  <a:cubicBezTo>
                    <a:pt x="162614" y="249238"/>
                    <a:pt x="145566" y="243981"/>
                    <a:pt x="131141" y="236096"/>
                  </a:cubicBezTo>
                  <a:cubicBezTo>
                    <a:pt x="119338" y="243981"/>
                    <a:pt x="104912" y="242667"/>
                    <a:pt x="97044" y="242667"/>
                  </a:cubicBezTo>
                  <a:cubicBezTo>
                    <a:pt x="94421" y="241353"/>
                    <a:pt x="94421" y="238724"/>
                    <a:pt x="95732" y="237410"/>
                  </a:cubicBezTo>
                  <a:cubicBezTo>
                    <a:pt x="103601" y="232153"/>
                    <a:pt x="107535" y="225582"/>
                    <a:pt x="110158" y="219011"/>
                  </a:cubicBezTo>
                  <a:cubicBezTo>
                    <a:pt x="97044" y="205868"/>
                    <a:pt x="90487" y="187469"/>
                    <a:pt x="90487" y="169069"/>
                  </a:cubicBezTo>
                  <a:cubicBezTo>
                    <a:pt x="90487" y="124384"/>
                    <a:pt x="131141" y="88900"/>
                    <a:pt x="180975" y="88900"/>
                  </a:cubicBezTo>
                  <a:close/>
                  <a:moveTo>
                    <a:pt x="37042" y="0"/>
                  </a:moveTo>
                  <a:cubicBezTo>
                    <a:pt x="37042" y="0"/>
                    <a:pt x="37042" y="0"/>
                    <a:pt x="162719" y="0"/>
                  </a:cubicBezTo>
                  <a:cubicBezTo>
                    <a:pt x="182563" y="0"/>
                    <a:pt x="198438" y="17171"/>
                    <a:pt x="198438" y="38304"/>
                  </a:cubicBezTo>
                  <a:cubicBezTo>
                    <a:pt x="198438" y="38304"/>
                    <a:pt x="198438" y="38304"/>
                    <a:pt x="198438" y="67363"/>
                  </a:cubicBezTo>
                  <a:cubicBezTo>
                    <a:pt x="193147" y="67363"/>
                    <a:pt x="186532" y="66042"/>
                    <a:pt x="181240" y="66042"/>
                  </a:cubicBezTo>
                  <a:cubicBezTo>
                    <a:pt x="175949" y="66042"/>
                    <a:pt x="170657" y="67363"/>
                    <a:pt x="165365" y="67363"/>
                  </a:cubicBezTo>
                  <a:cubicBezTo>
                    <a:pt x="165365" y="67363"/>
                    <a:pt x="165365" y="67363"/>
                    <a:pt x="165365" y="51513"/>
                  </a:cubicBezTo>
                  <a:cubicBezTo>
                    <a:pt x="165365" y="51513"/>
                    <a:pt x="165365" y="51513"/>
                    <a:pt x="34396" y="51513"/>
                  </a:cubicBezTo>
                  <a:cubicBezTo>
                    <a:pt x="34396" y="51513"/>
                    <a:pt x="33073" y="51513"/>
                    <a:pt x="33073" y="51513"/>
                  </a:cubicBezTo>
                  <a:cubicBezTo>
                    <a:pt x="33073" y="51513"/>
                    <a:pt x="33073" y="51513"/>
                    <a:pt x="33073" y="286625"/>
                  </a:cubicBezTo>
                  <a:cubicBezTo>
                    <a:pt x="33073" y="286625"/>
                    <a:pt x="34396" y="286625"/>
                    <a:pt x="34396" y="286625"/>
                  </a:cubicBezTo>
                  <a:cubicBezTo>
                    <a:pt x="34396" y="286625"/>
                    <a:pt x="34396" y="286625"/>
                    <a:pt x="165365" y="286625"/>
                  </a:cubicBezTo>
                  <a:cubicBezTo>
                    <a:pt x="165365" y="286625"/>
                    <a:pt x="165365" y="286625"/>
                    <a:pt x="165365" y="270775"/>
                  </a:cubicBezTo>
                  <a:cubicBezTo>
                    <a:pt x="170657" y="270775"/>
                    <a:pt x="175949" y="272096"/>
                    <a:pt x="181240" y="272096"/>
                  </a:cubicBezTo>
                  <a:cubicBezTo>
                    <a:pt x="186532" y="272096"/>
                    <a:pt x="193147" y="270775"/>
                    <a:pt x="198438" y="270775"/>
                  </a:cubicBezTo>
                  <a:cubicBezTo>
                    <a:pt x="198438" y="270775"/>
                    <a:pt x="198438" y="270775"/>
                    <a:pt x="198438" y="299834"/>
                  </a:cubicBezTo>
                  <a:cubicBezTo>
                    <a:pt x="198438" y="320967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7042" y="338138"/>
                  </a:cubicBezTo>
                  <a:cubicBezTo>
                    <a:pt x="17198" y="338138"/>
                    <a:pt x="0" y="320967"/>
                    <a:pt x="0" y="299834"/>
                  </a:cubicBezTo>
                  <a:cubicBezTo>
                    <a:pt x="0" y="299834"/>
                    <a:pt x="0" y="299834"/>
                    <a:pt x="0" y="38304"/>
                  </a:cubicBezTo>
                  <a:cubicBezTo>
                    <a:pt x="0" y="17171"/>
                    <a:pt x="17198" y="0"/>
                    <a:pt x="37042" y="0"/>
                  </a:cubicBezTo>
                  <a:close/>
                </a:path>
              </a:pathLst>
            </a:cu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>
              <a:off x="7853439" y="4408397"/>
              <a:ext cx="427532" cy="532544"/>
            </a:xfrm>
            <a:custGeom>
              <a:avLst/>
              <a:gdLst>
                <a:gd name="connsiteX0" fmla="*/ 79065 w 271462"/>
                <a:gd name="connsiteY0" fmla="*/ 301625 h 338138"/>
                <a:gd name="connsiteX1" fmla="*/ 69850 w 271462"/>
                <a:gd name="connsiteY1" fmla="*/ 312632 h 338138"/>
                <a:gd name="connsiteX2" fmla="*/ 79065 w 271462"/>
                <a:gd name="connsiteY2" fmla="*/ 322263 h 338138"/>
                <a:gd name="connsiteX3" fmla="*/ 114610 w 271462"/>
                <a:gd name="connsiteY3" fmla="*/ 322263 h 338138"/>
                <a:gd name="connsiteX4" fmla="*/ 123825 w 271462"/>
                <a:gd name="connsiteY4" fmla="*/ 312632 h 338138"/>
                <a:gd name="connsiteX5" fmla="*/ 114610 w 271462"/>
                <a:gd name="connsiteY5" fmla="*/ 301625 h 338138"/>
                <a:gd name="connsiteX6" fmla="*/ 79065 w 271462"/>
                <a:gd name="connsiteY6" fmla="*/ 301625 h 338138"/>
                <a:gd name="connsiteX7" fmla="*/ 166687 w 271462"/>
                <a:gd name="connsiteY7" fmla="*/ 152400 h 338138"/>
                <a:gd name="connsiteX8" fmla="*/ 166687 w 271462"/>
                <a:gd name="connsiteY8" fmla="*/ 166688 h 338138"/>
                <a:gd name="connsiteX9" fmla="*/ 171450 w 271462"/>
                <a:gd name="connsiteY9" fmla="*/ 166688 h 338138"/>
                <a:gd name="connsiteX10" fmla="*/ 171450 w 271462"/>
                <a:gd name="connsiteY10" fmla="*/ 193676 h 338138"/>
                <a:gd name="connsiteX11" fmla="*/ 166687 w 271462"/>
                <a:gd name="connsiteY11" fmla="*/ 193676 h 338138"/>
                <a:gd name="connsiteX12" fmla="*/ 166687 w 271462"/>
                <a:gd name="connsiteY12" fmla="*/ 207963 h 338138"/>
                <a:gd name="connsiteX13" fmla="*/ 193675 w 271462"/>
                <a:gd name="connsiteY13" fmla="*/ 207963 h 338138"/>
                <a:gd name="connsiteX14" fmla="*/ 193675 w 271462"/>
                <a:gd name="connsiteY14" fmla="*/ 193676 h 338138"/>
                <a:gd name="connsiteX15" fmla="*/ 190500 w 271462"/>
                <a:gd name="connsiteY15" fmla="*/ 193676 h 338138"/>
                <a:gd name="connsiteX16" fmla="*/ 190500 w 271462"/>
                <a:gd name="connsiteY16" fmla="*/ 152400 h 338138"/>
                <a:gd name="connsiteX17" fmla="*/ 179388 w 271462"/>
                <a:gd name="connsiteY17" fmla="*/ 125413 h 338138"/>
                <a:gd name="connsiteX18" fmla="*/ 168275 w 271462"/>
                <a:gd name="connsiteY18" fmla="*/ 135732 h 338138"/>
                <a:gd name="connsiteX19" fmla="*/ 179388 w 271462"/>
                <a:gd name="connsiteY19" fmla="*/ 146051 h 338138"/>
                <a:gd name="connsiteX20" fmla="*/ 190501 w 271462"/>
                <a:gd name="connsiteY20" fmla="*/ 135732 h 338138"/>
                <a:gd name="connsiteX21" fmla="*/ 179388 w 271462"/>
                <a:gd name="connsiteY21" fmla="*/ 125413 h 338138"/>
                <a:gd name="connsiteX22" fmla="*/ 180975 w 271462"/>
                <a:gd name="connsiteY22" fmla="*/ 88900 h 338138"/>
                <a:gd name="connsiteX23" fmla="*/ 271462 w 271462"/>
                <a:gd name="connsiteY23" fmla="*/ 169069 h 338138"/>
                <a:gd name="connsiteX24" fmla="*/ 180975 w 271462"/>
                <a:gd name="connsiteY24" fmla="*/ 249238 h 338138"/>
                <a:gd name="connsiteX25" fmla="*/ 131141 w 271462"/>
                <a:gd name="connsiteY25" fmla="*/ 236096 h 338138"/>
                <a:gd name="connsiteX26" fmla="*/ 97044 w 271462"/>
                <a:gd name="connsiteY26" fmla="*/ 242667 h 338138"/>
                <a:gd name="connsiteX27" fmla="*/ 95732 w 271462"/>
                <a:gd name="connsiteY27" fmla="*/ 237410 h 338138"/>
                <a:gd name="connsiteX28" fmla="*/ 110158 w 271462"/>
                <a:gd name="connsiteY28" fmla="*/ 219011 h 338138"/>
                <a:gd name="connsiteX29" fmla="*/ 90487 w 271462"/>
                <a:gd name="connsiteY29" fmla="*/ 169069 h 338138"/>
                <a:gd name="connsiteX30" fmla="*/ 180975 w 271462"/>
                <a:gd name="connsiteY30" fmla="*/ 88900 h 338138"/>
                <a:gd name="connsiteX31" fmla="*/ 37042 w 271462"/>
                <a:gd name="connsiteY31" fmla="*/ 0 h 338138"/>
                <a:gd name="connsiteX32" fmla="*/ 162719 w 271462"/>
                <a:gd name="connsiteY32" fmla="*/ 0 h 338138"/>
                <a:gd name="connsiteX33" fmla="*/ 198438 w 271462"/>
                <a:gd name="connsiteY33" fmla="*/ 38304 h 338138"/>
                <a:gd name="connsiteX34" fmla="*/ 198438 w 271462"/>
                <a:gd name="connsiteY34" fmla="*/ 67363 h 338138"/>
                <a:gd name="connsiteX35" fmla="*/ 181240 w 271462"/>
                <a:gd name="connsiteY35" fmla="*/ 66042 h 338138"/>
                <a:gd name="connsiteX36" fmla="*/ 165365 w 271462"/>
                <a:gd name="connsiteY36" fmla="*/ 67363 h 338138"/>
                <a:gd name="connsiteX37" fmla="*/ 165365 w 271462"/>
                <a:gd name="connsiteY37" fmla="*/ 51513 h 338138"/>
                <a:gd name="connsiteX38" fmla="*/ 34396 w 271462"/>
                <a:gd name="connsiteY38" fmla="*/ 51513 h 338138"/>
                <a:gd name="connsiteX39" fmla="*/ 33073 w 271462"/>
                <a:gd name="connsiteY39" fmla="*/ 51513 h 338138"/>
                <a:gd name="connsiteX40" fmla="*/ 33073 w 271462"/>
                <a:gd name="connsiteY40" fmla="*/ 286625 h 338138"/>
                <a:gd name="connsiteX41" fmla="*/ 34396 w 271462"/>
                <a:gd name="connsiteY41" fmla="*/ 286625 h 338138"/>
                <a:gd name="connsiteX42" fmla="*/ 165365 w 271462"/>
                <a:gd name="connsiteY42" fmla="*/ 286625 h 338138"/>
                <a:gd name="connsiteX43" fmla="*/ 165365 w 271462"/>
                <a:gd name="connsiteY43" fmla="*/ 270775 h 338138"/>
                <a:gd name="connsiteX44" fmla="*/ 181240 w 271462"/>
                <a:gd name="connsiteY44" fmla="*/ 272096 h 338138"/>
                <a:gd name="connsiteX45" fmla="*/ 198438 w 271462"/>
                <a:gd name="connsiteY45" fmla="*/ 270775 h 338138"/>
                <a:gd name="connsiteX46" fmla="*/ 198438 w 271462"/>
                <a:gd name="connsiteY46" fmla="*/ 299834 h 338138"/>
                <a:gd name="connsiteX47" fmla="*/ 162719 w 271462"/>
                <a:gd name="connsiteY47" fmla="*/ 338138 h 338138"/>
                <a:gd name="connsiteX48" fmla="*/ 37042 w 271462"/>
                <a:gd name="connsiteY48" fmla="*/ 338138 h 338138"/>
                <a:gd name="connsiteX49" fmla="*/ 0 w 271462"/>
                <a:gd name="connsiteY49" fmla="*/ 299834 h 338138"/>
                <a:gd name="connsiteX50" fmla="*/ 0 w 271462"/>
                <a:gd name="connsiteY50" fmla="*/ 38304 h 338138"/>
                <a:gd name="connsiteX51" fmla="*/ 37042 w 271462"/>
                <a:gd name="connsiteY51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71462" h="338138">
                  <a:moveTo>
                    <a:pt x="79065" y="301625"/>
                  </a:moveTo>
                  <a:cubicBezTo>
                    <a:pt x="73799" y="301625"/>
                    <a:pt x="69850" y="305753"/>
                    <a:pt x="69850" y="312632"/>
                  </a:cubicBezTo>
                  <a:cubicBezTo>
                    <a:pt x="69850" y="318136"/>
                    <a:pt x="73799" y="322263"/>
                    <a:pt x="79065" y="322263"/>
                  </a:cubicBezTo>
                  <a:cubicBezTo>
                    <a:pt x="79065" y="322263"/>
                    <a:pt x="79065" y="322263"/>
                    <a:pt x="114610" y="322263"/>
                  </a:cubicBezTo>
                  <a:cubicBezTo>
                    <a:pt x="119875" y="322263"/>
                    <a:pt x="123825" y="318136"/>
                    <a:pt x="123825" y="312632"/>
                  </a:cubicBezTo>
                  <a:cubicBezTo>
                    <a:pt x="123825" y="305753"/>
                    <a:pt x="119875" y="301625"/>
                    <a:pt x="114610" y="301625"/>
                  </a:cubicBezTo>
                  <a:cubicBezTo>
                    <a:pt x="114610" y="301625"/>
                    <a:pt x="114610" y="301625"/>
                    <a:pt x="79065" y="301625"/>
                  </a:cubicBezTo>
                  <a:close/>
                  <a:moveTo>
                    <a:pt x="166687" y="152400"/>
                  </a:moveTo>
                  <a:lnTo>
                    <a:pt x="166687" y="166688"/>
                  </a:lnTo>
                  <a:lnTo>
                    <a:pt x="171450" y="166688"/>
                  </a:lnTo>
                  <a:lnTo>
                    <a:pt x="171450" y="193676"/>
                  </a:lnTo>
                  <a:lnTo>
                    <a:pt x="166687" y="193676"/>
                  </a:lnTo>
                  <a:lnTo>
                    <a:pt x="166687" y="207963"/>
                  </a:lnTo>
                  <a:lnTo>
                    <a:pt x="193675" y="207963"/>
                  </a:lnTo>
                  <a:lnTo>
                    <a:pt x="193675" y="193676"/>
                  </a:lnTo>
                  <a:lnTo>
                    <a:pt x="190500" y="193676"/>
                  </a:lnTo>
                  <a:lnTo>
                    <a:pt x="190500" y="152400"/>
                  </a:lnTo>
                  <a:close/>
                  <a:moveTo>
                    <a:pt x="179388" y="125413"/>
                  </a:moveTo>
                  <a:cubicBezTo>
                    <a:pt x="173250" y="125413"/>
                    <a:pt x="168275" y="130033"/>
                    <a:pt x="168275" y="135732"/>
                  </a:cubicBezTo>
                  <a:cubicBezTo>
                    <a:pt x="168275" y="141431"/>
                    <a:pt x="173250" y="146051"/>
                    <a:pt x="179388" y="146051"/>
                  </a:cubicBezTo>
                  <a:cubicBezTo>
                    <a:pt x="185526" y="146051"/>
                    <a:pt x="190501" y="141431"/>
                    <a:pt x="190501" y="135732"/>
                  </a:cubicBezTo>
                  <a:cubicBezTo>
                    <a:pt x="190501" y="130033"/>
                    <a:pt x="185526" y="125413"/>
                    <a:pt x="179388" y="125413"/>
                  </a:cubicBezTo>
                  <a:close/>
                  <a:moveTo>
                    <a:pt x="180975" y="88900"/>
                  </a:moveTo>
                  <a:cubicBezTo>
                    <a:pt x="230808" y="88900"/>
                    <a:pt x="271462" y="124384"/>
                    <a:pt x="271462" y="169069"/>
                  </a:cubicBezTo>
                  <a:cubicBezTo>
                    <a:pt x="271462" y="212439"/>
                    <a:pt x="230808" y="249238"/>
                    <a:pt x="180975" y="249238"/>
                  </a:cubicBezTo>
                  <a:cubicBezTo>
                    <a:pt x="162614" y="249238"/>
                    <a:pt x="145566" y="243981"/>
                    <a:pt x="131141" y="236096"/>
                  </a:cubicBezTo>
                  <a:cubicBezTo>
                    <a:pt x="119338" y="243981"/>
                    <a:pt x="104912" y="242667"/>
                    <a:pt x="97044" y="242667"/>
                  </a:cubicBezTo>
                  <a:cubicBezTo>
                    <a:pt x="94421" y="241353"/>
                    <a:pt x="94421" y="238724"/>
                    <a:pt x="95732" y="237410"/>
                  </a:cubicBezTo>
                  <a:cubicBezTo>
                    <a:pt x="103601" y="232153"/>
                    <a:pt x="107535" y="225582"/>
                    <a:pt x="110158" y="219011"/>
                  </a:cubicBezTo>
                  <a:cubicBezTo>
                    <a:pt x="97044" y="205868"/>
                    <a:pt x="90487" y="187469"/>
                    <a:pt x="90487" y="169069"/>
                  </a:cubicBezTo>
                  <a:cubicBezTo>
                    <a:pt x="90487" y="124384"/>
                    <a:pt x="131141" y="88900"/>
                    <a:pt x="180975" y="88900"/>
                  </a:cubicBezTo>
                  <a:close/>
                  <a:moveTo>
                    <a:pt x="37042" y="0"/>
                  </a:moveTo>
                  <a:cubicBezTo>
                    <a:pt x="37042" y="0"/>
                    <a:pt x="37042" y="0"/>
                    <a:pt x="162719" y="0"/>
                  </a:cubicBezTo>
                  <a:cubicBezTo>
                    <a:pt x="182563" y="0"/>
                    <a:pt x="198438" y="17171"/>
                    <a:pt x="198438" y="38304"/>
                  </a:cubicBezTo>
                  <a:cubicBezTo>
                    <a:pt x="198438" y="38304"/>
                    <a:pt x="198438" y="38304"/>
                    <a:pt x="198438" y="67363"/>
                  </a:cubicBezTo>
                  <a:cubicBezTo>
                    <a:pt x="193147" y="67363"/>
                    <a:pt x="186532" y="66042"/>
                    <a:pt x="181240" y="66042"/>
                  </a:cubicBezTo>
                  <a:cubicBezTo>
                    <a:pt x="175949" y="66042"/>
                    <a:pt x="170657" y="67363"/>
                    <a:pt x="165365" y="67363"/>
                  </a:cubicBezTo>
                  <a:cubicBezTo>
                    <a:pt x="165365" y="67363"/>
                    <a:pt x="165365" y="67363"/>
                    <a:pt x="165365" y="51513"/>
                  </a:cubicBezTo>
                  <a:cubicBezTo>
                    <a:pt x="165365" y="51513"/>
                    <a:pt x="165365" y="51513"/>
                    <a:pt x="34396" y="51513"/>
                  </a:cubicBezTo>
                  <a:cubicBezTo>
                    <a:pt x="34396" y="51513"/>
                    <a:pt x="33073" y="51513"/>
                    <a:pt x="33073" y="51513"/>
                  </a:cubicBezTo>
                  <a:cubicBezTo>
                    <a:pt x="33073" y="51513"/>
                    <a:pt x="33073" y="51513"/>
                    <a:pt x="33073" y="286625"/>
                  </a:cubicBezTo>
                  <a:cubicBezTo>
                    <a:pt x="33073" y="286625"/>
                    <a:pt x="34396" y="286625"/>
                    <a:pt x="34396" y="286625"/>
                  </a:cubicBezTo>
                  <a:cubicBezTo>
                    <a:pt x="34396" y="286625"/>
                    <a:pt x="34396" y="286625"/>
                    <a:pt x="165365" y="286625"/>
                  </a:cubicBezTo>
                  <a:cubicBezTo>
                    <a:pt x="165365" y="286625"/>
                    <a:pt x="165365" y="286625"/>
                    <a:pt x="165365" y="270775"/>
                  </a:cubicBezTo>
                  <a:cubicBezTo>
                    <a:pt x="170657" y="270775"/>
                    <a:pt x="175949" y="272096"/>
                    <a:pt x="181240" y="272096"/>
                  </a:cubicBezTo>
                  <a:cubicBezTo>
                    <a:pt x="186532" y="272096"/>
                    <a:pt x="193147" y="270775"/>
                    <a:pt x="198438" y="270775"/>
                  </a:cubicBezTo>
                  <a:cubicBezTo>
                    <a:pt x="198438" y="270775"/>
                    <a:pt x="198438" y="270775"/>
                    <a:pt x="198438" y="299834"/>
                  </a:cubicBezTo>
                  <a:cubicBezTo>
                    <a:pt x="198438" y="320967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7042" y="338138"/>
                  </a:cubicBezTo>
                  <a:cubicBezTo>
                    <a:pt x="17198" y="338138"/>
                    <a:pt x="0" y="320967"/>
                    <a:pt x="0" y="299834"/>
                  </a:cubicBezTo>
                  <a:cubicBezTo>
                    <a:pt x="0" y="299834"/>
                    <a:pt x="0" y="299834"/>
                    <a:pt x="0" y="38304"/>
                  </a:cubicBezTo>
                  <a:cubicBezTo>
                    <a:pt x="0" y="17171"/>
                    <a:pt x="17198" y="0"/>
                    <a:pt x="37042" y="0"/>
                  </a:cubicBezTo>
                  <a:close/>
                </a:path>
              </a:pathLst>
            </a:custGeom>
            <a:solidFill>
              <a:schemeClr val="accent3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3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31"/>
          <p:cNvGrpSpPr/>
          <p:nvPr/>
        </p:nvGrpSpPr>
        <p:grpSpPr>
          <a:xfrm>
            <a:off x="6111104" y="1345013"/>
            <a:ext cx="2318547" cy="726672"/>
            <a:chOff x="6736920" y="2180778"/>
            <a:chExt cx="3091396" cy="968896"/>
          </a:xfrm>
        </p:grpSpPr>
        <p:sp>
          <p:nvSpPr>
            <p:cNvPr id="33" name="TextBox 11"/>
            <p:cNvSpPr txBox="1"/>
            <p:nvPr/>
          </p:nvSpPr>
          <p:spPr>
            <a:xfrm>
              <a:off x="6736923" y="2773502"/>
              <a:ext cx="2931096" cy="376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对需求、技术文档和质量标准等过程控制的弱化</a:t>
              </a:r>
              <a:endParaRPr lang="en-US" sz="1200" b="1" dirty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34" name="TextBox 11"/>
            <p:cNvSpPr txBox="1"/>
            <p:nvPr/>
          </p:nvSpPr>
          <p:spPr>
            <a:xfrm>
              <a:off x="6736920" y="2180778"/>
              <a:ext cx="309139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b="1" dirty="0" smtClean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disadvantages</a:t>
              </a:r>
              <a:endParaRPr lang="en-US" altLang="zh-CN" sz="1604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34"/>
          <p:cNvGrpSpPr/>
          <p:nvPr/>
        </p:nvGrpSpPr>
        <p:grpSpPr>
          <a:xfrm>
            <a:off x="6111105" y="2655066"/>
            <a:ext cx="2198323" cy="843565"/>
            <a:chOff x="6736921" y="2180772"/>
            <a:chExt cx="2931097" cy="1124751"/>
          </a:xfrm>
        </p:grpSpPr>
        <p:sp>
          <p:nvSpPr>
            <p:cNvPr id="36" name="TextBox 11"/>
            <p:cNvSpPr txBox="1"/>
            <p:nvPr/>
          </p:nvSpPr>
          <p:spPr>
            <a:xfrm>
              <a:off x="6736922" y="2741267"/>
              <a:ext cx="2931096" cy="5642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在敏捷开发的基础上</a:t>
              </a:r>
              <a:r>
                <a:rPr lang="zh-CN" altLang="en-US" sz="1200" dirty="0" smtClean="0">
                  <a:latin typeface="仿宋" pitchFamily="49" charset="-122"/>
                  <a:ea typeface="仿宋" pitchFamily="49" charset="-122"/>
                </a:rPr>
                <a:t>结合其它开发方法</a:t>
              </a: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优化开发模式和质量管理方式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37" name="TextBox 11"/>
            <p:cNvSpPr txBox="1"/>
            <p:nvPr/>
          </p:nvSpPr>
          <p:spPr>
            <a:xfrm>
              <a:off x="6736921" y="2180772"/>
              <a:ext cx="2449034" cy="369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b="1" dirty="0" smtClean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prospects</a:t>
              </a:r>
              <a:endParaRPr lang="zh-CN" altLang="en-US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2" name="组合 37"/>
          <p:cNvGrpSpPr/>
          <p:nvPr/>
        </p:nvGrpSpPr>
        <p:grpSpPr>
          <a:xfrm>
            <a:off x="287964" y="1345010"/>
            <a:ext cx="3212466" cy="1155302"/>
            <a:chOff x="7218983" y="2180775"/>
            <a:chExt cx="2755405" cy="1110344"/>
          </a:xfrm>
        </p:grpSpPr>
        <p:sp>
          <p:nvSpPr>
            <p:cNvPr id="39" name="TextBox 11"/>
            <p:cNvSpPr txBox="1"/>
            <p:nvPr/>
          </p:nvSpPr>
          <p:spPr>
            <a:xfrm>
              <a:off x="7998613" y="2613245"/>
              <a:ext cx="1975775" cy="6778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较强的适应性而非预设性</a:t>
              </a:r>
              <a:endParaRPr lang="en-US" altLang="zh-CN" sz="1200" dirty="0" smtClean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开发更注重人的因素</a:t>
              </a:r>
              <a:endParaRPr lang="en-US" altLang="zh-CN" sz="1200" dirty="0" smtClean="0">
                <a:latin typeface="仿宋" pitchFamily="49" charset="-122"/>
                <a:ea typeface="仿宋" pitchFamily="49" charset="-122"/>
              </a:endParaRPr>
            </a:p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由测试驱动而非文档驱</a:t>
              </a:r>
              <a:r>
                <a:rPr lang="zh-CN" altLang="zh-CN" sz="1200" b="1" dirty="0" smtClean="0">
                  <a:latin typeface="仿宋" pitchFamily="49" charset="-122"/>
                  <a:ea typeface="仿宋" pitchFamily="49" charset="-122"/>
                </a:rPr>
                <a:t>动</a:t>
              </a:r>
              <a:endParaRPr lang="en-US" sz="1200" b="1" dirty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40" name="TextBox 11"/>
            <p:cNvSpPr txBox="1"/>
            <p:nvPr/>
          </p:nvSpPr>
          <p:spPr>
            <a:xfrm>
              <a:off x="7218983" y="2180775"/>
              <a:ext cx="2449035" cy="2662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b="1" dirty="0" smtClean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characteristics</a:t>
              </a:r>
              <a:endParaRPr lang="en-US" altLang="zh-CN" sz="1604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5" name="组合 40"/>
          <p:cNvGrpSpPr/>
          <p:nvPr/>
        </p:nvGrpSpPr>
        <p:grpSpPr>
          <a:xfrm>
            <a:off x="1216660" y="2655066"/>
            <a:ext cx="1838889" cy="839943"/>
            <a:chOff x="7218983" y="2180770"/>
            <a:chExt cx="2451851" cy="1119921"/>
          </a:xfrm>
        </p:grpSpPr>
        <p:sp>
          <p:nvSpPr>
            <p:cNvPr id="42" name="TextBox 11"/>
            <p:cNvSpPr txBox="1"/>
            <p:nvPr/>
          </p:nvSpPr>
          <p:spPr>
            <a:xfrm>
              <a:off x="7596994" y="2736435"/>
              <a:ext cx="2073840" cy="5642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能有效缩短开发时间</a:t>
              </a:r>
              <a:endParaRPr lang="en-US" altLang="zh-CN" sz="1200" dirty="0" smtClean="0">
                <a:latin typeface="仿宋" pitchFamily="49" charset="-122"/>
                <a:ea typeface="仿宋" pitchFamily="49" charset="-122"/>
              </a:endParaRPr>
            </a:p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软件质量也能得到很大程度的提高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43" name="TextBox 11"/>
            <p:cNvSpPr txBox="1"/>
            <p:nvPr/>
          </p:nvSpPr>
          <p:spPr>
            <a:xfrm>
              <a:off x="7218983" y="2180770"/>
              <a:ext cx="2449034" cy="369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b="1" dirty="0" smtClean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advantages</a:t>
              </a:r>
              <a:endParaRPr lang="zh-CN" altLang="en-US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17640" y="-19159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4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4818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基于云平台的移动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自动化测试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4"/>
          <p:cNvGrpSpPr>
            <a:grpSpLocks noChangeAspect="1"/>
          </p:cNvGrpSpPr>
          <p:nvPr/>
        </p:nvGrpSpPr>
        <p:grpSpPr>
          <a:xfrm>
            <a:off x="1142976" y="1182403"/>
            <a:ext cx="1570540" cy="701240"/>
            <a:chOff x="465719" y="1295954"/>
            <a:chExt cx="1658494" cy="740511"/>
          </a:xfrm>
        </p:grpSpPr>
        <p:sp>
          <p:nvSpPr>
            <p:cNvPr id="6" name="Freeform 1"/>
            <p:cNvSpPr>
              <a:spLocks noChangeArrowheads="1"/>
            </p:cNvSpPr>
            <p:nvPr/>
          </p:nvSpPr>
          <p:spPr bwMode="auto">
            <a:xfrm rot="10800000">
              <a:off x="465719" y="1295954"/>
              <a:ext cx="1658494" cy="740511"/>
            </a:xfrm>
            <a:custGeom>
              <a:avLst/>
              <a:gdLst>
                <a:gd name="T0" fmla="*/ 5874 w 7875"/>
                <a:gd name="T1" fmla="*/ 1811 h 3594"/>
                <a:gd name="T2" fmla="*/ 7874 w 7875"/>
                <a:gd name="T3" fmla="*/ 0 h 3594"/>
                <a:gd name="T4" fmla="*/ 1969 w 7875"/>
                <a:gd name="T5" fmla="*/ 0 h 3594"/>
                <a:gd name="T6" fmla="*/ 0 w 7875"/>
                <a:gd name="T7" fmla="*/ 1811 h 3594"/>
                <a:gd name="T8" fmla="*/ 1969 w 7875"/>
                <a:gd name="T9" fmla="*/ 3593 h 3594"/>
                <a:gd name="T10" fmla="*/ 7874 w 7875"/>
                <a:gd name="T11" fmla="*/ 3593 h 3594"/>
                <a:gd name="T12" fmla="*/ 5874 w 7875"/>
                <a:gd name="T13" fmla="*/ 1811 h 3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604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Freeform 41"/>
            <p:cNvSpPr>
              <a:spLocks noEditPoints="1"/>
            </p:cNvSpPr>
            <p:nvPr/>
          </p:nvSpPr>
          <p:spPr bwMode="auto">
            <a:xfrm>
              <a:off x="1089592" y="1430439"/>
              <a:ext cx="458072" cy="416658"/>
            </a:xfrm>
            <a:custGeom>
              <a:avLst/>
              <a:gdLst>
                <a:gd name="T0" fmla="*/ 2147483647 w 67"/>
                <a:gd name="T1" fmla="*/ 124018912 h 60"/>
                <a:gd name="T2" fmla="*/ 2147483647 w 67"/>
                <a:gd name="T3" fmla="*/ 0 h 60"/>
                <a:gd name="T4" fmla="*/ 2147483647 w 67"/>
                <a:gd name="T5" fmla="*/ 0 h 60"/>
                <a:gd name="T6" fmla="*/ 2147483647 w 67"/>
                <a:gd name="T7" fmla="*/ 124018912 h 60"/>
                <a:gd name="T8" fmla="*/ 2147483647 w 67"/>
                <a:gd name="T9" fmla="*/ 310059138 h 60"/>
                <a:gd name="T10" fmla="*/ 2147483647 w 67"/>
                <a:gd name="T11" fmla="*/ 868156039 h 60"/>
                <a:gd name="T12" fmla="*/ 2147483647 w 67"/>
                <a:gd name="T13" fmla="*/ 124018912 h 60"/>
                <a:gd name="T14" fmla="*/ 2147483647 w 67"/>
                <a:gd name="T15" fmla="*/ 1922344337 h 60"/>
                <a:gd name="T16" fmla="*/ 2147483647 w 67"/>
                <a:gd name="T17" fmla="*/ 124018912 h 60"/>
                <a:gd name="T18" fmla="*/ 1902898002 w 67"/>
                <a:gd name="T19" fmla="*/ 124018912 h 60"/>
                <a:gd name="T20" fmla="*/ 122771150 w 67"/>
                <a:gd name="T21" fmla="*/ 1922344337 h 60"/>
                <a:gd name="T22" fmla="*/ 122771150 w 67"/>
                <a:gd name="T23" fmla="*/ 2147483647 h 60"/>
                <a:gd name="T24" fmla="*/ 245534466 w 67"/>
                <a:gd name="T25" fmla="*/ 2147483647 h 60"/>
                <a:gd name="T26" fmla="*/ 429691207 w 67"/>
                <a:gd name="T27" fmla="*/ 2147483647 h 60"/>
                <a:gd name="T28" fmla="*/ 2087055172 w 67"/>
                <a:gd name="T29" fmla="*/ 558097024 h 60"/>
                <a:gd name="T30" fmla="*/ 2147483647 w 67"/>
                <a:gd name="T31" fmla="*/ 2147483647 h 60"/>
                <a:gd name="T32" fmla="*/ 2147483647 w 67"/>
                <a:gd name="T33" fmla="*/ 2147483647 h 60"/>
                <a:gd name="T34" fmla="*/ 2147483647 w 67"/>
                <a:gd name="T35" fmla="*/ 1922344337 h 60"/>
                <a:gd name="T36" fmla="*/ 552454614 w 67"/>
                <a:gd name="T37" fmla="*/ 2147483647 h 60"/>
                <a:gd name="T38" fmla="*/ 552454614 w 67"/>
                <a:gd name="T39" fmla="*/ 2147483647 h 60"/>
                <a:gd name="T40" fmla="*/ 797989019 w 67"/>
                <a:gd name="T41" fmla="*/ 2147483647 h 60"/>
                <a:gd name="T42" fmla="*/ 1718749157 w 67"/>
                <a:gd name="T43" fmla="*/ 2147483647 h 60"/>
                <a:gd name="T44" fmla="*/ 1718749157 w 67"/>
                <a:gd name="T45" fmla="*/ 2147483647 h 60"/>
                <a:gd name="T46" fmla="*/ 1780134717 w 67"/>
                <a:gd name="T47" fmla="*/ 2147483647 h 60"/>
                <a:gd name="T48" fmla="*/ 2147483647 w 67"/>
                <a:gd name="T49" fmla="*/ 2147483647 h 60"/>
                <a:gd name="T50" fmla="*/ 2147483647 w 67"/>
                <a:gd name="T51" fmla="*/ 2147483647 h 60"/>
                <a:gd name="T52" fmla="*/ 2147483647 w 67"/>
                <a:gd name="T53" fmla="*/ 2147483647 h 60"/>
                <a:gd name="T54" fmla="*/ 2147483647 w 67"/>
                <a:gd name="T55" fmla="*/ 2147483647 h 60"/>
                <a:gd name="T56" fmla="*/ 2147483647 w 67"/>
                <a:gd name="T57" fmla="*/ 2147483647 h 60"/>
                <a:gd name="T58" fmla="*/ 2147483647 w 67"/>
                <a:gd name="T59" fmla="*/ 2147483647 h 60"/>
                <a:gd name="T60" fmla="*/ 2087055172 w 67"/>
                <a:gd name="T61" fmla="*/ 806142661 h 60"/>
                <a:gd name="T62" fmla="*/ 552454614 w 67"/>
                <a:gd name="T63" fmla="*/ 2147483647 h 6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7"/>
                <a:gd name="T97" fmla="*/ 0 h 60"/>
                <a:gd name="T98" fmla="*/ 67 w 67"/>
                <a:gd name="T99" fmla="*/ 60 h 6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7" h="60">
                  <a:moveTo>
                    <a:pt x="53" y="2"/>
                  </a:moveTo>
                  <a:cubicBezTo>
                    <a:pt x="53" y="1"/>
                    <a:pt x="52" y="0"/>
                    <a:pt x="51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4" y="1"/>
                    <a:pt x="44" y="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53" y="14"/>
                    <a:pt x="53" y="14"/>
                    <a:pt x="53" y="14"/>
                  </a:cubicBezTo>
                  <a:lnTo>
                    <a:pt x="53" y="2"/>
                  </a:lnTo>
                  <a:close/>
                  <a:moveTo>
                    <a:pt x="66" y="31"/>
                  </a:moveTo>
                  <a:cubicBezTo>
                    <a:pt x="36" y="2"/>
                    <a:pt x="36" y="2"/>
                    <a:pt x="36" y="2"/>
                  </a:cubicBezTo>
                  <a:cubicBezTo>
                    <a:pt x="35" y="0"/>
                    <a:pt x="33" y="0"/>
                    <a:pt x="31" y="2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0" y="33"/>
                    <a:pt x="0" y="35"/>
                    <a:pt x="2" y="36"/>
                  </a:cubicBezTo>
                  <a:cubicBezTo>
                    <a:pt x="2" y="37"/>
                    <a:pt x="3" y="37"/>
                    <a:pt x="4" y="37"/>
                  </a:cubicBezTo>
                  <a:cubicBezTo>
                    <a:pt x="5" y="37"/>
                    <a:pt x="6" y="37"/>
                    <a:pt x="7" y="36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8"/>
                    <a:pt x="65" y="38"/>
                    <a:pt x="66" y="36"/>
                  </a:cubicBezTo>
                  <a:cubicBezTo>
                    <a:pt x="67" y="35"/>
                    <a:pt x="67" y="33"/>
                    <a:pt x="66" y="31"/>
                  </a:cubicBezTo>
                  <a:close/>
                  <a:moveTo>
                    <a:pt x="9" y="37"/>
                  </a:moveTo>
                  <a:cubicBezTo>
                    <a:pt x="9" y="57"/>
                    <a:pt x="9" y="57"/>
                    <a:pt x="9" y="57"/>
                  </a:cubicBezTo>
                  <a:cubicBezTo>
                    <a:pt x="9" y="59"/>
                    <a:pt x="11" y="60"/>
                    <a:pt x="13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9" y="41"/>
                    <a:pt x="29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9" y="41"/>
                    <a:pt x="39" y="42"/>
                    <a:pt x="39" y="42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60"/>
                    <a:pt x="58" y="59"/>
                    <a:pt x="58" y="57"/>
                  </a:cubicBezTo>
                  <a:cubicBezTo>
                    <a:pt x="58" y="38"/>
                    <a:pt x="58" y="38"/>
                    <a:pt x="58" y="38"/>
                  </a:cubicBezTo>
                  <a:cubicBezTo>
                    <a:pt x="34" y="13"/>
                    <a:pt x="34" y="13"/>
                    <a:pt x="34" y="13"/>
                  </a:cubicBezTo>
                  <a:lnTo>
                    <a:pt x="9" y="3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en-US" sz="1604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TextBox 6"/>
          <p:cNvSpPr txBox="1">
            <a:spLocks noChangeAspect="1"/>
          </p:cNvSpPr>
          <p:nvPr/>
        </p:nvSpPr>
        <p:spPr>
          <a:xfrm>
            <a:off x="2904428" y="1506895"/>
            <a:ext cx="5259238" cy="282007"/>
          </a:xfrm>
          <a:prstGeom prst="rect">
            <a:avLst/>
          </a:prstGeom>
          <a:noFill/>
        </p:spPr>
        <p:txBody>
          <a:bodyPr wrap="square" lIns="57727" tIns="28864" rIns="57727" bIns="2886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100" dirty="0" smtClean="0"/>
              <a:t>操作系统的碎片化</a:t>
            </a:r>
            <a:r>
              <a:rPr lang="zh-CN" altLang="en-US" sz="1100" dirty="0" smtClean="0"/>
              <a:t>、</a:t>
            </a:r>
            <a:r>
              <a:rPr lang="zh-CN" altLang="zh-CN" sz="1100" dirty="0" smtClean="0"/>
              <a:t>智能终端的多样性</a:t>
            </a:r>
            <a:r>
              <a:rPr lang="zh-CN" altLang="en-US" sz="1100" dirty="0" smtClean="0"/>
              <a:t>、</a:t>
            </a:r>
            <a:r>
              <a:rPr lang="zh-CN" altLang="zh-CN" sz="1100" dirty="0" smtClean="0"/>
              <a:t>更新迭代快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7"/>
          <p:cNvSpPr txBox="1">
            <a:spLocks noChangeAspect="1"/>
          </p:cNvSpPr>
          <p:nvPr/>
        </p:nvSpPr>
        <p:spPr>
          <a:xfrm>
            <a:off x="2904429" y="1142990"/>
            <a:ext cx="3181786" cy="285431"/>
          </a:xfrm>
          <a:prstGeom prst="rect">
            <a:avLst/>
          </a:prstGeom>
          <a:noFill/>
        </p:spPr>
        <p:txBody>
          <a:bodyPr wrap="square" lIns="38197" tIns="19098" rIns="38197" bIns="19098" rtlCol="0">
            <a:spAutoFit/>
          </a:bodyPr>
          <a:lstStyle/>
          <a:p>
            <a:r>
              <a:rPr lang="en-US" altLang="zh-CN" sz="1604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why</a:t>
            </a:r>
            <a:endParaRPr lang="zh-CN" altLang="en-US" sz="1604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9"/>
          <p:cNvGrpSpPr>
            <a:grpSpLocks noChangeAspect="1"/>
          </p:cNvGrpSpPr>
          <p:nvPr/>
        </p:nvGrpSpPr>
        <p:grpSpPr>
          <a:xfrm>
            <a:off x="1142976" y="3362719"/>
            <a:ext cx="1570540" cy="734779"/>
            <a:chOff x="465719" y="3291830"/>
            <a:chExt cx="1658494" cy="740511"/>
          </a:xfrm>
        </p:grpSpPr>
        <p:sp>
          <p:nvSpPr>
            <p:cNvPr id="11" name="Freeform 1"/>
            <p:cNvSpPr>
              <a:spLocks noChangeArrowheads="1"/>
            </p:cNvSpPr>
            <p:nvPr/>
          </p:nvSpPr>
          <p:spPr bwMode="auto">
            <a:xfrm rot="10800000">
              <a:off x="465719" y="3291830"/>
              <a:ext cx="1658494" cy="740511"/>
            </a:xfrm>
            <a:custGeom>
              <a:avLst/>
              <a:gdLst>
                <a:gd name="T0" fmla="*/ 5874 w 7875"/>
                <a:gd name="T1" fmla="*/ 1811 h 3594"/>
                <a:gd name="T2" fmla="*/ 7874 w 7875"/>
                <a:gd name="T3" fmla="*/ 0 h 3594"/>
                <a:gd name="T4" fmla="*/ 1969 w 7875"/>
                <a:gd name="T5" fmla="*/ 0 h 3594"/>
                <a:gd name="T6" fmla="*/ 0 w 7875"/>
                <a:gd name="T7" fmla="*/ 1811 h 3594"/>
                <a:gd name="T8" fmla="*/ 1969 w 7875"/>
                <a:gd name="T9" fmla="*/ 3593 h 3594"/>
                <a:gd name="T10" fmla="*/ 7874 w 7875"/>
                <a:gd name="T11" fmla="*/ 3593 h 3594"/>
                <a:gd name="T12" fmla="*/ 5874 w 7875"/>
                <a:gd name="T13" fmla="*/ 1811 h 3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604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71134" y="3488771"/>
              <a:ext cx="346674" cy="346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1"/>
          <p:cNvSpPr txBox="1">
            <a:spLocks noChangeAspect="1"/>
          </p:cNvSpPr>
          <p:nvPr/>
        </p:nvSpPr>
        <p:spPr>
          <a:xfrm>
            <a:off x="2894414" y="2370404"/>
            <a:ext cx="5271053" cy="789839"/>
          </a:xfrm>
          <a:prstGeom prst="rect">
            <a:avLst/>
          </a:prstGeom>
          <a:noFill/>
        </p:spPr>
        <p:txBody>
          <a:bodyPr wrap="square" lIns="57727" tIns="28864" rIns="57727" bIns="2886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100" dirty="0" smtClean="0"/>
              <a:t>云测试（</a:t>
            </a:r>
            <a:r>
              <a:rPr lang="en-US" altLang="zh-CN" sz="1100" dirty="0" smtClean="0"/>
              <a:t>Cloud </a:t>
            </a:r>
            <a:r>
              <a:rPr lang="en-US" altLang="zh-CN" sz="1100" dirty="0" err="1" smtClean="0"/>
              <a:t>Testin</a:t>
            </a:r>
            <a:r>
              <a:rPr lang="en-US" altLang="zh-CN" sz="1100" dirty="0" smtClean="0"/>
              <a:t>)</a:t>
            </a:r>
            <a:r>
              <a:rPr lang="zh-CN" altLang="zh-CN" sz="1100" dirty="0" smtClean="0"/>
              <a:t>将软件测试迁移到云端进行，是一种基于云计算的新型测试方法开发者可以在云端同步开发，边测试边开发，充分发挥云测试的优势，模拟各种各样的真机测试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2"/>
          <p:cNvSpPr txBox="1">
            <a:spLocks noChangeAspect="1"/>
          </p:cNvSpPr>
          <p:nvPr/>
        </p:nvSpPr>
        <p:spPr>
          <a:xfrm>
            <a:off x="2904429" y="2079163"/>
            <a:ext cx="3181786" cy="285431"/>
          </a:xfrm>
          <a:prstGeom prst="rect">
            <a:avLst/>
          </a:prstGeom>
          <a:noFill/>
        </p:spPr>
        <p:txBody>
          <a:bodyPr wrap="square" lIns="38197" tIns="19098" rIns="38197" bIns="19098" rtlCol="0">
            <a:spAutoFit/>
          </a:bodyPr>
          <a:lstStyle/>
          <a:p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what</a:t>
            </a:r>
            <a:endParaRPr lang="zh-CN" altLang="en-US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3"/>
          <p:cNvSpPr txBox="1">
            <a:spLocks noChangeAspect="1"/>
          </p:cNvSpPr>
          <p:nvPr/>
        </p:nvSpPr>
        <p:spPr>
          <a:xfrm>
            <a:off x="2904428" y="3650115"/>
            <a:ext cx="5259238" cy="793045"/>
          </a:xfrm>
          <a:prstGeom prst="rect">
            <a:avLst/>
          </a:prstGeom>
          <a:noFill/>
        </p:spPr>
        <p:txBody>
          <a:bodyPr wrap="square" lIns="57727" tIns="28864" rIns="57727" bIns="2886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100" dirty="0" smtClean="0"/>
              <a:t>云测试的平台提供了大量的真机和终端模拟器，用户可以通过远程调用的方式，使用浏览器来提交测试项目和测试脚本，测试云将进行资源统计，最后得出完整的调度，把测试任务分配到云端执行，再将执行结果进行分析形成测试报告。</a:t>
            </a:r>
          </a:p>
        </p:txBody>
      </p:sp>
      <p:sp>
        <p:nvSpPr>
          <p:cNvPr id="16" name="TextBox 14"/>
          <p:cNvSpPr txBox="1">
            <a:spLocks noChangeAspect="1"/>
          </p:cNvSpPr>
          <p:nvPr/>
        </p:nvSpPr>
        <p:spPr>
          <a:xfrm>
            <a:off x="2871466" y="3279334"/>
            <a:ext cx="3181786" cy="285431"/>
          </a:xfrm>
          <a:prstGeom prst="rect">
            <a:avLst/>
          </a:prstGeom>
          <a:noFill/>
        </p:spPr>
        <p:txBody>
          <a:bodyPr wrap="square" lIns="38197" tIns="19098" rIns="38197" bIns="19098" rtlCol="0">
            <a:spAutoFit/>
          </a:bodyPr>
          <a:lstStyle/>
          <a:p>
            <a:r>
              <a:rPr lang="en-US" altLang="zh-CN" sz="1604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how</a:t>
            </a:r>
            <a:endParaRPr lang="zh-CN" altLang="en-US" sz="1604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142976" y="2257328"/>
            <a:ext cx="1570540" cy="734076"/>
            <a:chOff x="1372486" y="3793072"/>
            <a:chExt cx="6146978" cy="2804667"/>
          </a:xfrm>
        </p:grpSpPr>
        <p:sp>
          <p:nvSpPr>
            <p:cNvPr id="18" name="Freeform 1"/>
            <p:cNvSpPr>
              <a:spLocks noChangeArrowheads="1"/>
            </p:cNvSpPr>
            <p:nvPr/>
          </p:nvSpPr>
          <p:spPr bwMode="auto">
            <a:xfrm rot="10800000">
              <a:off x="1372486" y="3793072"/>
              <a:ext cx="6146978" cy="2804667"/>
            </a:xfrm>
            <a:custGeom>
              <a:avLst/>
              <a:gdLst>
                <a:gd name="T0" fmla="*/ 5874 w 7875"/>
                <a:gd name="T1" fmla="*/ 1811 h 3594"/>
                <a:gd name="T2" fmla="*/ 7874 w 7875"/>
                <a:gd name="T3" fmla="*/ 0 h 3594"/>
                <a:gd name="T4" fmla="*/ 1969 w 7875"/>
                <a:gd name="T5" fmla="*/ 0 h 3594"/>
                <a:gd name="T6" fmla="*/ 0 w 7875"/>
                <a:gd name="T7" fmla="*/ 1811 h 3594"/>
                <a:gd name="T8" fmla="*/ 1969 w 7875"/>
                <a:gd name="T9" fmla="*/ 3593 h 3594"/>
                <a:gd name="T10" fmla="*/ 7874 w 7875"/>
                <a:gd name="T11" fmla="*/ 3593 h 3594"/>
                <a:gd name="T12" fmla="*/ 5874 w 7875"/>
                <a:gd name="T13" fmla="*/ 1811 h 3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604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0" name="Group 2"/>
            <p:cNvGrpSpPr/>
            <p:nvPr/>
          </p:nvGrpSpPr>
          <p:grpSpPr bwMode="auto">
            <a:xfrm>
              <a:off x="3531959" y="4060393"/>
              <a:ext cx="1906518" cy="1888205"/>
              <a:chOff x="1569458" y="688424"/>
              <a:chExt cx="334962" cy="331788"/>
            </a:xfrm>
            <a:solidFill>
              <a:schemeClr val="bg1"/>
            </a:solidFill>
          </p:grpSpPr>
          <p:sp>
            <p:nvSpPr>
              <p:cNvPr id="20" name="Freeform 11"/>
              <p:cNvSpPr>
                <a:spLocks noChangeArrowheads="1"/>
              </p:cNvSpPr>
              <p:nvPr/>
            </p:nvSpPr>
            <p:spPr bwMode="auto">
              <a:xfrm>
                <a:off x="1587500" y="901699"/>
                <a:ext cx="42863" cy="77788"/>
              </a:xfrm>
              <a:custGeom>
                <a:avLst/>
                <a:gdLst>
                  <a:gd name="T0" fmla="*/ 0 w 118"/>
                  <a:gd name="T1" fmla="*/ 183 h 218"/>
                  <a:gd name="T2" fmla="*/ 25 w 118"/>
                  <a:gd name="T3" fmla="*/ 217 h 218"/>
                  <a:gd name="T4" fmla="*/ 84 w 118"/>
                  <a:gd name="T5" fmla="*/ 217 h 218"/>
                  <a:gd name="T6" fmla="*/ 117 w 118"/>
                  <a:gd name="T7" fmla="*/ 183 h 218"/>
                  <a:gd name="T8" fmla="*/ 117 w 118"/>
                  <a:gd name="T9" fmla="*/ 0 h 218"/>
                  <a:gd name="T10" fmla="*/ 17 w 118"/>
                  <a:gd name="T11" fmla="*/ 91 h 218"/>
                  <a:gd name="T12" fmla="*/ 0 w 118"/>
                  <a:gd name="T13" fmla="*/ 75 h 218"/>
                  <a:gd name="T14" fmla="*/ 0 w 118"/>
                  <a:gd name="T15" fmla="*/ 183 h 218"/>
                  <a:gd name="T16" fmla="*/ 0 w 118"/>
                  <a:gd name="T17" fmla="*/ 183 h 218"/>
                  <a:gd name="T18" fmla="*/ 0 w 118"/>
                  <a:gd name="T19" fmla="*/ 18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8" h="218">
                    <a:moveTo>
                      <a:pt x="0" y="183"/>
                    </a:moveTo>
                    <a:cubicBezTo>
                      <a:pt x="0" y="200"/>
                      <a:pt x="8" y="217"/>
                      <a:pt x="25" y="217"/>
                    </a:cubicBezTo>
                    <a:cubicBezTo>
                      <a:pt x="84" y="217"/>
                      <a:pt x="84" y="217"/>
                      <a:pt x="84" y="217"/>
                    </a:cubicBezTo>
                    <a:cubicBezTo>
                      <a:pt x="100" y="217"/>
                      <a:pt x="117" y="200"/>
                      <a:pt x="117" y="183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0" y="75"/>
                      <a:pt x="0" y="75"/>
                      <a:pt x="0" y="75"/>
                    </a:cubicBezTo>
                    <a:lnTo>
                      <a:pt x="0" y="183"/>
                    </a:lnTo>
                    <a:close/>
                    <a:moveTo>
                      <a:pt x="0" y="183"/>
                    </a:moveTo>
                    <a:lnTo>
                      <a:pt x="0" y="18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4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12"/>
              <p:cNvSpPr>
                <a:spLocks noChangeArrowheads="1"/>
              </p:cNvSpPr>
              <p:nvPr/>
            </p:nvSpPr>
            <p:spPr bwMode="auto">
              <a:xfrm>
                <a:off x="1657350" y="858837"/>
                <a:ext cx="42863" cy="120650"/>
              </a:xfrm>
              <a:custGeom>
                <a:avLst/>
                <a:gdLst>
                  <a:gd name="T0" fmla="*/ 0 w 118"/>
                  <a:gd name="T1" fmla="*/ 301 h 336"/>
                  <a:gd name="T2" fmla="*/ 34 w 118"/>
                  <a:gd name="T3" fmla="*/ 335 h 336"/>
                  <a:gd name="T4" fmla="*/ 84 w 118"/>
                  <a:gd name="T5" fmla="*/ 335 h 336"/>
                  <a:gd name="T6" fmla="*/ 117 w 118"/>
                  <a:gd name="T7" fmla="*/ 301 h 336"/>
                  <a:gd name="T8" fmla="*/ 117 w 118"/>
                  <a:gd name="T9" fmla="*/ 76 h 336"/>
                  <a:gd name="T10" fmla="*/ 42 w 118"/>
                  <a:gd name="T11" fmla="*/ 0 h 336"/>
                  <a:gd name="T12" fmla="*/ 0 w 118"/>
                  <a:gd name="T13" fmla="*/ 42 h 336"/>
                  <a:gd name="T14" fmla="*/ 0 w 118"/>
                  <a:gd name="T15" fmla="*/ 301 h 336"/>
                  <a:gd name="T16" fmla="*/ 0 w 118"/>
                  <a:gd name="T17" fmla="*/ 301 h 336"/>
                  <a:gd name="T18" fmla="*/ 0 w 118"/>
                  <a:gd name="T19" fmla="*/ 301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8" h="336">
                    <a:moveTo>
                      <a:pt x="0" y="301"/>
                    </a:moveTo>
                    <a:cubicBezTo>
                      <a:pt x="0" y="318"/>
                      <a:pt x="17" y="335"/>
                      <a:pt x="34" y="335"/>
                    </a:cubicBezTo>
                    <a:cubicBezTo>
                      <a:pt x="84" y="335"/>
                      <a:pt x="84" y="335"/>
                      <a:pt x="84" y="335"/>
                    </a:cubicBezTo>
                    <a:cubicBezTo>
                      <a:pt x="101" y="335"/>
                      <a:pt x="117" y="318"/>
                      <a:pt x="117" y="301"/>
                    </a:cubicBezTo>
                    <a:cubicBezTo>
                      <a:pt x="117" y="76"/>
                      <a:pt x="117" y="76"/>
                      <a:pt x="117" y="7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0" y="42"/>
                      <a:pt x="0" y="42"/>
                      <a:pt x="0" y="42"/>
                    </a:cubicBezTo>
                    <a:lnTo>
                      <a:pt x="0" y="301"/>
                    </a:lnTo>
                    <a:close/>
                    <a:moveTo>
                      <a:pt x="0" y="301"/>
                    </a:moveTo>
                    <a:lnTo>
                      <a:pt x="0" y="301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4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13"/>
              <p:cNvSpPr>
                <a:spLocks noChangeArrowheads="1"/>
              </p:cNvSpPr>
              <p:nvPr/>
            </p:nvSpPr>
            <p:spPr bwMode="auto">
              <a:xfrm>
                <a:off x="1727200" y="858837"/>
                <a:ext cx="42863" cy="120650"/>
              </a:xfrm>
              <a:custGeom>
                <a:avLst/>
                <a:gdLst>
                  <a:gd name="T0" fmla="*/ 92 w 118"/>
                  <a:gd name="T1" fmla="*/ 335 h 336"/>
                  <a:gd name="T2" fmla="*/ 117 w 118"/>
                  <a:gd name="T3" fmla="*/ 301 h 336"/>
                  <a:gd name="T4" fmla="*/ 117 w 118"/>
                  <a:gd name="T5" fmla="*/ 0 h 336"/>
                  <a:gd name="T6" fmla="*/ 0 w 118"/>
                  <a:gd name="T7" fmla="*/ 118 h 336"/>
                  <a:gd name="T8" fmla="*/ 0 w 118"/>
                  <a:gd name="T9" fmla="*/ 301 h 336"/>
                  <a:gd name="T10" fmla="*/ 33 w 118"/>
                  <a:gd name="T11" fmla="*/ 335 h 336"/>
                  <a:gd name="T12" fmla="*/ 92 w 118"/>
                  <a:gd name="T13" fmla="*/ 335 h 336"/>
                  <a:gd name="T14" fmla="*/ 92 w 118"/>
                  <a:gd name="T15" fmla="*/ 335 h 336"/>
                  <a:gd name="T16" fmla="*/ 92 w 118"/>
                  <a:gd name="T17" fmla="*/ 335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8" h="336">
                    <a:moveTo>
                      <a:pt x="92" y="335"/>
                    </a:moveTo>
                    <a:cubicBezTo>
                      <a:pt x="108" y="335"/>
                      <a:pt x="117" y="318"/>
                      <a:pt x="117" y="301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0" y="118"/>
                      <a:pt x="0" y="118"/>
                      <a:pt x="0" y="118"/>
                    </a:cubicBezTo>
                    <a:cubicBezTo>
                      <a:pt x="0" y="301"/>
                      <a:pt x="0" y="301"/>
                      <a:pt x="0" y="301"/>
                    </a:cubicBezTo>
                    <a:cubicBezTo>
                      <a:pt x="0" y="318"/>
                      <a:pt x="16" y="335"/>
                      <a:pt x="33" y="335"/>
                    </a:cubicBezTo>
                    <a:lnTo>
                      <a:pt x="92" y="335"/>
                    </a:lnTo>
                    <a:close/>
                    <a:moveTo>
                      <a:pt x="92" y="335"/>
                    </a:moveTo>
                    <a:lnTo>
                      <a:pt x="92" y="33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4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14"/>
              <p:cNvSpPr>
                <a:spLocks noChangeArrowheads="1"/>
              </p:cNvSpPr>
              <p:nvPr/>
            </p:nvSpPr>
            <p:spPr bwMode="auto">
              <a:xfrm>
                <a:off x="1795463" y="817562"/>
                <a:ext cx="46037" cy="163512"/>
              </a:xfrm>
              <a:custGeom>
                <a:avLst/>
                <a:gdLst>
                  <a:gd name="T0" fmla="*/ 0 w 126"/>
                  <a:gd name="T1" fmla="*/ 41 h 452"/>
                  <a:gd name="T2" fmla="*/ 0 w 126"/>
                  <a:gd name="T3" fmla="*/ 417 h 452"/>
                  <a:gd name="T4" fmla="*/ 33 w 126"/>
                  <a:gd name="T5" fmla="*/ 451 h 452"/>
                  <a:gd name="T6" fmla="*/ 92 w 126"/>
                  <a:gd name="T7" fmla="*/ 451 h 452"/>
                  <a:gd name="T8" fmla="*/ 125 w 126"/>
                  <a:gd name="T9" fmla="*/ 417 h 452"/>
                  <a:gd name="T10" fmla="*/ 125 w 126"/>
                  <a:gd name="T11" fmla="*/ 66 h 452"/>
                  <a:gd name="T12" fmla="*/ 50 w 126"/>
                  <a:gd name="T13" fmla="*/ 0 h 452"/>
                  <a:gd name="T14" fmla="*/ 0 w 126"/>
                  <a:gd name="T15" fmla="*/ 41 h 452"/>
                  <a:gd name="T16" fmla="*/ 0 w 126"/>
                  <a:gd name="T17" fmla="*/ 41 h 452"/>
                  <a:gd name="T18" fmla="*/ 0 w 126"/>
                  <a:gd name="T19" fmla="*/ 41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6" h="452">
                    <a:moveTo>
                      <a:pt x="0" y="41"/>
                    </a:moveTo>
                    <a:cubicBezTo>
                      <a:pt x="0" y="417"/>
                      <a:pt x="0" y="417"/>
                      <a:pt x="0" y="417"/>
                    </a:cubicBezTo>
                    <a:cubicBezTo>
                      <a:pt x="0" y="434"/>
                      <a:pt x="17" y="451"/>
                      <a:pt x="33" y="451"/>
                    </a:cubicBezTo>
                    <a:cubicBezTo>
                      <a:pt x="92" y="451"/>
                      <a:pt x="92" y="451"/>
                      <a:pt x="92" y="451"/>
                    </a:cubicBezTo>
                    <a:cubicBezTo>
                      <a:pt x="109" y="451"/>
                      <a:pt x="125" y="434"/>
                      <a:pt x="125" y="417"/>
                    </a:cubicBezTo>
                    <a:cubicBezTo>
                      <a:pt x="125" y="66"/>
                      <a:pt x="125" y="66"/>
                      <a:pt x="125" y="66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0" y="41"/>
                    </a:lnTo>
                    <a:close/>
                    <a:moveTo>
                      <a:pt x="0" y="41"/>
                    </a:moveTo>
                    <a:lnTo>
                      <a:pt x="0" y="41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4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15"/>
              <p:cNvSpPr>
                <a:spLocks noChangeArrowheads="1"/>
              </p:cNvSpPr>
              <p:nvPr/>
            </p:nvSpPr>
            <p:spPr bwMode="auto">
              <a:xfrm>
                <a:off x="1576388" y="744537"/>
                <a:ext cx="261937" cy="163512"/>
              </a:xfrm>
              <a:custGeom>
                <a:avLst/>
                <a:gdLst>
                  <a:gd name="T0" fmla="*/ 234 w 728"/>
                  <a:gd name="T1" fmla="*/ 284 h 452"/>
                  <a:gd name="T2" fmla="*/ 292 w 728"/>
                  <a:gd name="T3" fmla="*/ 284 h 452"/>
                  <a:gd name="T4" fmla="*/ 359 w 728"/>
                  <a:gd name="T5" fmla="*/ 351 h 452"/>
                  <a:gd name="T6" fmla="*/ 401 w 728"/>
                  <a:gd name="T7" fmla="*/ 368 h 452"/>
                  <a:gd name="T8" fmla="*/ 434 w 728"/>
                  <a:gd name="T9" fmla="*/ 351 h 452"/>
                  <a:gd name="T10" fmla="*/ 660 w 728"/>
                  <a:gd name="T11" fmla="*/ 134 h 452"/>
                  <a:gd name="T12" fmla="*/ 694 w 728"/>
                  <a:gd name="T13" fmla="*/ 167 h 452"/>
                  <a:gd name="T14" fmla="*/ 710 w 728"/>
                  <a:gd name="T15" fmla="*/ 175 h 452"/>
                  <a:gd name="T16" fmla="*/ 727 w 728"/>
                  <a:gd name="T17" fmla="*/ 159 h 452"/>
                  <a:gd name="T18" fmla="*/ 727 w 728"/>
                  <a:gd name="T19" fmla="*/ 33 h 452"/>
                  <a:gd name="T20" fmla="*/ 719 w 728"/>
                  <a:gd name="T21" fmla="*/ 8 h 452"/>
                  <a:gd name="T22" fmla="*/ 694 w 728"/>
                  <a:gd name="T23" fmla="*/ 0 h 452"/>
                  <a:gd name="T24" fmla="*/ 568 w 728"/>
                  <a:gd name="T25" fmla="*/ 0 h 452"/>
                  <a:gd name="T26" fmla="*/ 551 w 728"/>
                  <a:gd name="T27" fmla="*/ 8 h 452"/>
                  <a:gd name="T28" fmla="*/ 551 w 728"/>
                  <a:gd name="T29" fmla="*/ 33 h 452"/>
                  <a:gd name="T30" fmla="*/ 585 w 728"/>
                  <a:gd name="T31" fmla="*/ 58 h 452"/>
                  <a:gd name="T32" fmla="*/ 426 w 728"/>
                  <a:gd name="T33" fmla="*/ 217 h 452"/>
                  <a:gd name="T34" fmla="*/ 401 w 728"/>
                  <a:gd name="T35" fmla="*/ 225 h 452"/>
                  <a:gd name="T36" fmla="*/ 368 w 728"/>
                  <a:gd name="T37" fmla="*/ 217 h 452"/>
                  <a:gd name="T38" fmla="*/ 292 w 728"/>
                  <a:gd name="T39" fmla="*/ 142 h 452"/>
                  <a:gd name="T40" fmla="*/ 234 w 728"/>
                  <a:gd name="T41" fmla="*/ 142 h 452"/>
                  <a:gd name="T42" fmla="*/ 8 w 728"/>
                  <a:gd name="T43" fmla="*/ 359 h 452"/>
                  <a:gd name="T44" fmla="*/ 0 w 728"/>
                  <a:gd name="T45" fmla="*/ 393 h 452"/>
                  <a:gd name="T46" fmla="*/ 8 w 728"/>
                  <a:gd name="T47" fmla="*/ 426 h 452"/>
                  <a:gd name="T48" fmla="*/ 25 w 728"/>
                  <a:gd name="T49" fmla="*/ 435 h 452"/>
                  <a:gd name="T50" fmla="*/ 83 w 728"/>
                  <a:gd name="T51" fmla="*/ 435 h 452"/>
                  <a:gd name="T52" fmla="*/ 234 w 728"/>
                  <a:gd name="T53" fmla="*/ 284 h 452"/>
                  <a:gd name="T54" fmla="*/ 234 w 728"/>
                  <a:gd name="T55" fmla="*/ 284 h 452"/>
                  <a:gd name="T56" fmla="*/ 234 w 728"/>
                  <a:gd name="T57" fmla="*/ 284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28" h="452">
                    <a:moveTo>
                      <a:pt x="234" y="284"/>
                    </a:moveTo>
                    <a:cubicBezTo>
                      <a:pt x="250" y="267"/>
                      <a:pt x="276" y="267"/>
                      <a:pt x="292" y="284"/>
                    </a:cubicBezTo>
                    <a:cubicBezTo>
                      <a:pt x="359" y="351"/>
                      <a:pt x="359" y="351"/>
                      <a:pt x="359" y="351"/>
                    </a:cubicBezTo>
                    <a:cubicBezTo>
                      <a:pt x="376" y="368"/>
                      <a:pt x="384" y="368"/>
                      <a:pt x="401" y="368"/>
                    </a:cubicBezTo>
                    <a:cubicBezTo>
                      <a:pt x="418" y="368"/>
                      <a:pt x="426" y="368"/>
                      <a:pt x="434" y="351"/>
                    </a:cubicBezTo>
                    <a:cubicBezTo>
                      <a:pt x="660" y="134"/>
                      <a:pt x="660" y="134"/>
                      <a:pt x="660" y="134"/>
                    </a:cubicBezTo>
                    <a:cubicBezTo>
                      <a:pt x="694" y="167"/>
                      <a:pt x="694" y="167"/>
                      <a:pt x="694" y="167"/>
                    </a:cubicBezTo>
                    <a:cubicBezTo>
                      <a:pt x="702" y="175"/>
                      <a:pt x="710" y="175"/>
                      <a:pt x="710" y="175"/>
                    </a:cubicBezTo>
                    <a:cubicBezTo>
                      <a:pt x="719" y="175"/>
                      <a:pt x="727" y="167"/>
                      <a:pt x="727" y="159"/>
                    </a:cubicBezTo>
                    <a:cubicBezTo>
                      <a:pt x="727" y="33"/>
                      <a:pt x="727" y="33"/>
                      <a:pt x="727" y="33"/>
                    </a:cubicBezTo>
                    <a:cubicBezTo>
                      <a:pt x="727" y="25"/>
                      <a:pt x="727" y="16"/>
                      <a:pt x="719" y="8"/>
                    </a:cubicBezTo>
                    <a:cubicBezTo>
                      <a:pt x="710" y="0"/>
                      <a:pt x="702" y="0"/>
                      <a:pt x="694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0" y="0"/>
                      <a:pt x="551" y="0"/>
                      <a:pt x="551" y="8"/>
                    </a:cubicBezTo>
                    <a:cubicBezTo>
                      <a:pt x="543" y="16"/>
                      <a:pt x="551" y="25"/>
                      <a:pt x="551" y="33"/>
                    </a:cubicBezTo>
                    <a:cubicBezTo>
                      <a:pt x="585" y="58"/>
                      <a:pt x="585" y="58"/>
                      <a:pt x="585" y="58"/>
                    </a:cubicBezTo>
                    <a:cubicBezTo>
                      <a:pt x="426" y="217"/>
                      <a:pt x="426" y="217"/>
                      <a:pt x="426" y="217"/>
                    </a:cubicBezTo>
                    <a:cubicBezTo>
                      <a:pt x="426" y="225"/>
                      <a:pt x="409" y="225"/>
                      <a:pt x="401" y="225"/>
                    </a:cubicBezTo>
                    <a:cubicBezTo>
                      <a:pt x="393" y="225"/>
                      <a:pt x="376" y="225"/>
                      <a:pt x="368" y="217"/>
                    </a:cubicBezTo>
                    <a:cubicBezTo>
                      <a:pt x="292" y="142"/>
                      <a:pt x="292" y="142"/>
                      <a:pt x="292" y="142"/>
                    </a:cubicBezTo>
                    <a:cubicBezTo>
                      <a:pt x="276" y="125"/>
                      <a:pt x="250" y="125"/>
                      <a:pt x="234" y="142"/>
                    </a:cubicBezTo>
                    <a:cubicBezTo>
                      <a:pt x="8" y="359"/>
                      <a:pt x="8" y="359"/>
                      <a:pt x="8" y="359"/>
                    </a:cubicBezTo>
                    <a:cubicBezTo>
                      <a:pt x="0" y="368"/>
                      <a:pt x="0" y="384"/>
                      <a:pt x="0" y="393"/>
                    </a:cubicBezTo>
                    <a:cubicBezTo>
                      <a:pt x="0" y="410"/>
                      <a:pt x="0" y="418"/>
                      <a:pt x="8" y="426"/>
                    </a:cubicBezTo>
                    <a:cubicBezTo>
                      <a:pt x="25" y="435"/>
                      <a:pt x="25" y="435"/>
                      <a:pt x="25" y="435"/>
                    </a:cubicBezTo>
                    <a:cubicBezTo>
                      <a:pt x="41" y="451"/>
                      <a:pt x="67" y="451"/>
                      <a:pt x="83" y="435"/>
                    </a:cubicBezTo>
                    <a:lnTo>
                      <a:pt x="234" y="284"/>
                    </a:lnTo>
                    <a:close/>
                    <a:moveTo>
                      <a:pt x="234" y="284"/>
                    </a:moveTo>
                    <a:lnTo>
                      <a:pt x="234" y="28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4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16"/>
              <p:cNvSpPr>
                <a:spLocks noChangeArrowheads="1"/>
              </p:cNvSpPr>
              <p:nvPr/>
            </p:nvSpPr>
            <p:spPr bwMode="auto">
              <a:xfrm>
                <a:off x="1569458" y="688424"/>
                <a:ext cx="334962" cy="331788"/>
              </a:xfrm>
              <a:custGeom>
                <a:avLst/>
                <a:gdLst>
                  <a:gd name="T0" fmla="*/ 887 w 929"/>
                  <a:gd name="T1" fmla="*/ 0 h 921"/>
                  <a:gd name="T2" fmla="*/ 836 w 929"/>
                  <a:gd name="T3" fmla="*/ 50 h 921"/>
                  <a:gd name="T4" fmla="*/ 836 w 929"/>
                  <a:gd name="T5" fmla="*/ 837 h 921"/>
                  <a:gd name="T6" fmla="*/ 51 w 929"/>
                  <a:gd name="T7" fmla="*/ 837 h 921"/>
                  <a:gd name="T8" fmla="*/ 0 w 929"/>
                  <a:gd name="T9" fmla="*/ 878 h 921"/>
                  <a:gd name="T10" fmla="*/ 51 w 929"/>
                  <a:gd name="T11" fmla="*/ 920 h 921"/>
                  <a:gd name="T12" fmla="*/ 887 w 929"/>
                  <a:gd name="T13" fmla="*/ 920 h 921"/>
                  <a:gd name="T14" fmla="*/ 928 w 929"/>
                  <a:gd name="T15" fmla="*/ 878 h 921"/>
                  <a:gd name="T16" fmla="*/ 928 w 929"/>
                  <a:gd name="T17" fmla="*/ 50 h 921"/>
                  <a:gd name="T18" fmla="*/ 887 w 929"/>
                  <a:gd name="T19" fmla="*/ 0 h 921"/>
                  <a:gd name="T20" fmla="*/ 887 w 929"/>
                  <a:gd name="T21" fmla="*/ 0 h 921"/>
                  <a:gd name="T22" fmla="*/ 887 w 929"/>
                  <a:gd name="T23" fmla="*/ 0 h 9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29" h="921">
                    <a:moveTo>
                      <a:pt x="887" y="0"/>
                    </a:moveTo>
                    <a:cubicBezTo>
                      <a:pt x="862" y="0"/>
                      <a:pt x="836" y="26"/>
                      <a:pt x="836" y="50"/>
                    </a:cubicBezTo>
                    <a:cubicBezTo>
                      <a:pt x="836" y="837"/>
                      <a:pt x="836" y="837"/>
                      <a:pt x="836" y="837"/>
                    </a:cubicBezTo>
                    <a:cubicBezTo>
                      <a:pt x="51" y="837"/>
                      <a:pt x="51" y="837"/>
                      <a:pt x="51" y="837"/>
                    </a:cubicBezTo>
                    <a:cubicBezTo>
                      <a:pt x="26" y="837"/>
                      <a:pt x="0" y="853"/>
                      <a:pt x="0" y="878"/>
                    </a:cubicBezTo>
                    <a:cubicBezTo>
                      <a:pt x="0" y="903"/>
                      <a:pt x="26" y="920"/>
                      <a:pt x="51" y="920"/>
                    </a:cubicBezTo>
                    <a:cubicBezTo>
                      <a:pt x="887" y="920"/>
                      <a:pt x="887" y="920"/>
                      <a:pt x="887" y="920"/>
                    </a:cubicBezTo>
                    <a:cubicBezTo>
                      <a:pt x="912" y="920"/>
                      <a:pt x="928" y="903"/>
                      <a:pt x="928" y="878"/>
                    </a:cubicBezTo>
                    <a:cubicBezTo>
                      <a:pt x="928" y="50"/>
                      <a:pt x="928" y="50"/>
                      <a:pt x="928" y="50"/>
                    </a:cubicBezTo>
                    <a:cubicBezTo>
                      <a:pt x="928" y="26"/>
                      <a:pt x="903" y="0"/>
                      <a:pt x="887" y="0"/>
                    </a:cubicBezTo>
                    <a:close/>
                    <a:moveTo>
                      <a:pt x="887" y="0"/>
                    </a:moveTo>
                    <a:lnTo>
                      <a:pt x="887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4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6" name="矩形 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7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4818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基于云平台的移动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自动化测试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Group 19"/>
          <p:cNvGrpSpPr/>
          <p:nvPr/>
        </p:nvGrpSpPr>
        <p:grpSpPr>
          <a:xfrm>
            <a:off x="4243214" y="2492191"/>
            <a:ext cx="1600439" cy="1601747"/>
            <a:chOff x="5678176" y="3395507"/>
            <a:chExt cx="1939926" cy="1941512"/>
          </a:xfrm>
        </p:grpSpPr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6181414" y="3395507"/>
              <a:ext cx="1436688" cy="971550"/>
            </a:xfrm>
            <a:custGeom>
              <a:avLst/>
              <a:gdLst>
                <a:gd name="T0" fmla="*/ 124 w 382"/>
                <a:gd name="T1" fmla="*/ 0 h 258"/>
                <a:gd name="T2" fmla="*/ 0 w 382"/>
                <a:gd name="T3" fmla="*/ 32 h 258"/>
                <a:gd name="T4" fmla="*/ 55 w 382"/>
                <a:gd name="T5" fmla="*/ 127 h 258"/>
                <a:gd name="T6" fmla="*/ 124 w 382"/>
                <a:gd name="T7" fmla="*/ 110 h 258"/>
                <a:gd name="T8" fmla="*/ 272 w 382"/>
                <a:gd name="T9" fmla="*/ 258 h 258"/>
                <a:gd name="T10" fmla="*/ 382 w 382"/>
                <a:gd name="T11" fmla="*/ 258 h 258"/>
                <a:gd name="T12" fmla="*/ 124 w 382"/>
                <a:gd name="T13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2" h="258">
                  <a:moveTo>
                    <a:pt x="124" y="0"/>
                  </a:moveTo>
                  <a:cubicBezTo>
                    <a:pt x="79" y="0"/>
                    <a:pt x="37" y="12"/>
                    <a:pt x="0" y="32"/>
                  </a:cubicBezTo>
                  <a:cubicBezTo>
                    <a:pt x="55" y="127"/>
                    <a:pt x="55" y="127"/>
                    <a:pt x="55" y="127"/>
                  </a:cubicBezTo>
                  <a:cubicBezTo>
                    <a:pt x="75" y="116"/>
                    <a:pt x="99" y="110"/>
                    <a:pt x="124" y="110"/>
                  </a:cubicBezTo>
                  <a:cubicBezTo>
                    <a:pt x="206" y="110"/>
                    <a:pt x="272" y="176"/>
                    <a:pt x="272" y="258"/>
                  </a:cubicBezTo>
                  <a:cubicBezTo>
                    <a:pt x="382" y="258"/>
                    <a:pt x="382" y="258"/>
                    <a:pt x="382" y="258"/>
                  </a:cubicBezTo>
                  <a:cubicBezTo>
                    <a:pt x="382" y="116"/>
                    <a:pt x="266" y="0"/>
                    <a:pt x="124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7" name="Freeform 9"/>
            <p:cNvSpPr>
              <a:spLocks/>
            </p:cNvSpPr>
            <p:nvPr/>
          </p:nvSpPr>
          <p:spPr bwMode="auto">
            <a:xfrm>
              <a:off x="5678176" y="4367057"/>
              <a:ext cx="1939925" cy="969962"/>
            </a:xfrm>
            <a:custGeom>
              <a:avLst/>
              <a:gdLst>
                <a:gd name="T0" fmla="*/ 258 w 516"/>
                <a:gd name="T1" fmla="*/ 148 h 258"/>
                <a:gd name="T2" fmla="*/ 110 w 516"/>
                <a:gd name="T3" fmla="*/ 0 h 258"/>
                <a:gd name="T4" fmla="*/ 0 w 516"/>
                <a:gd name="T5" fmla="*/ 0 h 258"/>
                <a:gd name="T6" fmla="*/ 258 w 516"/>
                <a:gd name="T7" fmla="*/ 258 h 258"/>
                <a:gd name="T8" fmla="*/ 516 w 516"/>
                <a:gd name="T9" fmla="*/ 0 h 258"/>
                <a:gd name="T10" fmla="*/ 406 w 516"/>
                <a:gd name="T11" fmla="*/ 0 h 258"/>
                <a:gd name="T12" fmla="*/ 258 w 516"/>
                <a:gd name="T13" fmla="*/ 14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6" h="258">
                  <a:moveTo>
                    <a:pt x="258" y="148"/>
                  </a:moveTo>
                  <a:cubicBezTo>
                    <a:pt x="176" y="148"/>
                    <a:pt x="110" y="82"/>
                    <a:pt x="1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2"/>
                    <a:pt x="116" y="258"/>
                    <a:pt x="258" y="258"/>
                  </a:cubicBezTo>
                  <a:cubicBezTo>
                    <a:pt x="400" y="258"/>
                    <a:pt x="516" y="142"/>
                    <a:pt x="516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406" y="82"/>
                    <a:pt x="340" y="148"/>
                    <a:pt x="258" y="1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Bebas Neue" charset="0"/>
                  <a:sym typeface="Arial" panose="020B0604020202020204" pitchFamily="34" charset="0"/>
                </a:rPr>
                <a:t>02</a:t>
              </a:r>
            </a:p>
          </p:txBody>
        </p:sp>
        <p:sp>
          <p:nvSpPr>
            <p:cNvPr id="8" name="Oval 12"/>
            <p:cNvSpPr/>
            <p:nvPr/>
          </p:nvSpPr>
          <p:spPr>
            <a:xfrm>
              <a:off x="6200231" y="3910336"/>
              <a:ext cx="906905" cy="90690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20"/>
          <p:cNvGrpSpPr/>
          <p:nvPr/>
        </p:nvGrpSpPr>
        <p:grpSpPr>
          <a:xfrm>
            <a:off x="2983337" y="2486570"/>
            <a:ext cx="1600439" cy="1601747"/>
            <a:chOff x="4154176" y="3395507"/>
            <a:chExt cx="1939925" cy="1941512"/>
          </a:xfrm>
        </p:grpSpPr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154176" y="3395507"/>
              <a:ext cx="1439863" cy="971550"/>
            </a:xfrm>
            <a:custGeom>
              <a:avLst/>
              <a:gdLst>
                <a:gd name="T0" fmla="*/ 258 w 383"/>
                <a:gd name="T1" fmla="*/ 110 h 258"/>
                <a:gd name="T2" fmla="*/ 328 w 383"/>
                <a:gd name="T3" fmla="*/ 128 h 258"/>
                <a:gd name="T4" fmla="*/ 383 w 383"/>
                <a:gd name="T5" fmla="*/ 33 h 258"/>
                <a:gd name="T6" fmla="*/ 258 w 383"/>
                <a:gd name="T7" fmla="*/ 0 h 258"/>
                <a:gd name="T8" fmla="*/ 0 w 383"/>
                <a:gd name="T9" fmla="*/ 258 h 258"/>
                <a:gd name="T10" fmla="*/ 110 w 383"/>
                <a:gd name="T11" fmla="*/ 258 h 258"/>
                <a:gd name="T12" fmla="*/ 258 w 383"/>
                <a:gd name="T13" fmla="*/ 11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3" h="258">
                  <a:moveTo>
                    <a:pt x="258" y="110"/>
                  </a:moveTo>
                  <a:cubicBezTo>
                    <a:pt x="283" y="110"/>
                    <a:pt x="307" y="117"/>
                    <a:pt x="328" y="128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46" y="12"/>
                    <a:pt x="303" y="0"/>
                    <a:pt x="258" y="0"/>
                  </a:cubicBezTo>
                  <a:cubicBezTo>
                    <a:pt x="116" y="0"/>
                    <a:pt x="0" y="116"/>
                    <a:pt x="0" y="258"/>
                  </a:cubicBezTo>
                  <a:cubicBezTo>
                    <a:pt x="110" y="258"/>
                    <a:pt x="110" y="258"/>
                    <a:pt x="110" y="258"/>
                  </a:cubicBezTo>
                  <a:cubicBezTo>
                    <a:pt x="110" y="176"/>
                    <a:pt x="176" y="110"/>
                    <a:pt x="258" y="1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b" anchorCtr="0" compatLnSpc="1">
              <a:prstTxWarp prst="textNoShape">
                <a:avLst/>
              </a:prstTxWarp>
            </a:bodyPr>
            <a:lstStyle/>
            <a:p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Bebas Neue" charset="0"/>
                  <a:sym typeface="Arial" panose="020B0604020202020204" pitchFamily="34" charset="0"/>
                </a:rPr>
                <a:t>03</a:t>
              </a: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4154176" y="4367057"/>
              <a:ext cx="1939925" cy="969962"/>
            </a:xfrm>
            <a:custGeom>
              <a:avLst/>
              <a:gdLst>
                <a:gd name="T0" fmla="*/ 258 w 516"/>
                <a:gd name="T1" fmla="*/ 148 h 258"/>
                <a:gd name="T2" fmla="*/ 110 w 516"/>
                <a:gd name="T3" fmla="*/ 0 h 258"/>
                <a:gd name="T4" fmla="*/ 0 w 516"/>
                <a:gd name="T5" fmla="*/ 0 h 258"/>
                <a:gd name="T6" fmla="*/ 258 w 516"/>
                <a:gd name="T7" fmla="*/ 258 h 258"/>
                <a:gd name="T8" fmla="*/ 516 w 516"/>
                <a:gd name="T9" fmla="*/ 0 h 258"/>
                <a:gd name="T10" fmla="*/ 406 w 516"/>
                <a:gd name="T11" fmla="*/ 0 h 258"/>
                <a:gd name="T12" fmla="*/ 258 w 516"/>
                <a:gd name="T13" fmla="*/ 14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6" h="258">
                  <a:moveTo>
                    <a:pt x="258" y="148"/>
                  </a:moveTo>
                  <a:cubicBezTo>
                    <a:pt x="176" y="148"/>
                    <a:pt x="110" y="82"/>
                    <a:pt x="1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2"/>
                    <a:pt x="116" y="258"/>
                    <a:pt x="258" y="258"/>
                  </a:cubicBezTo>
                  <a:cubicBezTo>
                    <a:pt x="400" y="258"/>
                    <a:pt x="516" y="142"/>
                    <a:pt x="516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406" y="82"/>
                    <a:pt x="340" y="148"/>
                    <a:pt x="258" y="14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2" name="Oval 13"/>
            <p:cNvSpPr/>
            <p:nvPr/>
          </p:nvSpPr>
          <p:spPr>
            <a:xfrm>
              <a:off x="4670685" y="3910336"/>
              <a:ext cx="906905" cy="90690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Group 18"/>
          <p:cNvGrpSpPr/>
          <p:nvPr/>
        </p:nvGrpSpPr>
        <p:grpSpPr>
          <a:xfrm>
            <a:off x="3615576" y="1403442"/>
            <a:ext cx="1600439" cy="1483876"/>
            <a:chOff x="4917764" y="2077882"/>
            <a:chExt cx="1939925" cy="1798637"/>
          </a:xfrm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4917764" y="2077882"/>
              <a:ext cx="969963" cy="1798637"/>
            </a:xfrm>
            <a:custGeom>
              <a:avLst/>
              <a:gdLst>
                <a:gd name="T0" fmla="*/ 1 w 258"/>
                <a:gd name="T1" fmla="*/ 239 h 478"/>
                <a:gd name="T2" fmla="*/ 0 w 258"/>
                <a:gd name="T3" fmla="*/ 257 h 478"/>
                <a:gd name="T4" fmla="*/ 125 w 258"/>
                <a:gd name="T5" fmla="*/ 478 h 478"/>
                <a:gd name="T6" fmla="*/ 180 w 258"/>
                <a:gd name="T7" fmla="*/ 383 h 478"/>
                <a:gd name="T8" fmla="*/ 110 w 258"/>
                <a:gd name="T9" fmla="*/ 257 h 478"/>
                <a:gd name="T10" fmla="*/ 111 w 258"/>
                <a:gd name="T11" fmla="*/ 239 h 478"/>
                <a:gd name="T12" fmla="*/ 258 w 258"/>
                <a:gd name="T13" fmla="*/ 110 h 478"/>
                <a:gd name="T14" fmla="*/ 258 w 258"/>
                <a:gd name="T15" fmla="*/ 0 h 478"/>
                <a:gd name="T16" fmla="*/ 1 w 258"/>
                <a:gd name="T17" fmla="*/ 23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478">
                  <a:moveTo>
                    <a:pt x="1" y="239"/>
                  </a:moveTo>
                  <a:cubicBezTo>
                    <a:pt x="1" y="245"/>
                    <a:pt x="0" y="251"/>
                    <a:pt x="0" y="257"/>
                  </a:cubicBezTo>
                  <a:cubicBezTo>
                    <a:pt x="0" y="351"/>
                    <a:pt x="50" y="433"/>
                    <a:pt x="125" y="478"/>
                  </a:cubicBezTo>
                  <a:cubicBezTo>
                    <a:pt x="180" y="383"/>
                    <a:pt x="180" y="383"/>
                    <a:pt x="180" y="383"/>
                  </a:cubicBezTo>
                  <a:cubicBezTo>
                    <a:pt x="138" y="357"/>
                    <a:pt x="110" y="310"/>
                    <a:pt x="110" y="257"/>
                  </a:cubicBezTo>
                  <a:cubicBezTo>
                    <a:pt x="110" y="251"/>
                    <a:pt x="111" y="245"/>
                    <a:pt x="111" y="239"/>
                  </a:cubicBezTo>
                  <a:cubicBezTo>
                    <a:pt x="120" y="166"/>
                    <a:pt x="183" y="110"/>
                    <a:pt x="258" y="11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122" y="0"/>
                    <a:pt x="11" y="105"/>
                    <a:pt x="1" y="23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887726" y="2077882"/>
              <a:ext cx="969963" cy="1798637"/>
            </a:xfrm>
            <a:custGeom>
              <a:avLst/>
              <a:gdLst>
                <a:gd name="T0" fmla="*/ 257 w 258"/>
                <a:gd name="T1" fmla="*/ 239 h 478"/>
                <a:gd name="T2" fmla="*/ 0 w 258"/>
                <a:gd name="T3" fmla="*/ 0 h 478"/>
                <a:gd name="T4" fmla="*/ 0 w 258"/>
                <a:gd name="T5" fmla="*/ 110 h 478"/>
                <a:gd name="T6" fmla="*/ 147 w 258"/>
                <a:gd name="T7" fmla="*/ 239 h 478"/>
                <a:gd name="T8" fmla="*/ 148 w 258"/>
                <a:gd name="T9" fmla="*/ 257 h 478"/>
                <a:gd name="T10" fmla="*/ 78 w 258"/>
                <a:gd name="T11" fmla="*/ 383 h 478"/>
                <a:gd name="T12" fmla="*/ 133 w 258"/>
                <a:gd name="T13" fmla="*/ 478 h 478"/>
                <a:gd name="T14" fmla="*/ 258 w 258"/>
                <a:gd name="T15" fmla="*/ 257 h 478"/>
                <a:gd name="T16" fmla="*/ 257 w 258"/>
                <a:gd name="T17" fmla="*/ 23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478">
                  <a:moveTo>
                    <a:pt x="257" y="239"/>
                  </a:moveTo>
                  <a:cubicBezTo>
                    <a:pt x="248" y="105"/>
                    <a:pt x="136" y="0"/>
                    <a:pt x="0" y="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75" y="110"/>
                    <a:pt x="138" y="166"/>
                    <a:pt x="147" y="239"/>
                  </a:cubicBezTo>
                  <a:cubicBezTo>
                    <a:pt x="147" y="245"/>
                    <a:pt x="148" y="251"/>
                    <a:pt x="148" y="257"/>
                  </a:cubicBezTo>
                  <a:cubicBezTo>
                    <a:pt x="148" y="310"/>
                    <a:pt x="120" y="357"/>
                    <a:pt x="78" y="383"/>
                  </a:cubicBezTo>
                  <a:cubicBezTo>
                    <a:pt x="133" y="478"/>
                    <a:pt x="133" y="478"/>
                    <a:pt x="133" y="478"/>
                  </a:cubicBezTo>
                  <a:cubicBezTo>
                    <a:pt x="208" y="433"/>
                    <a:pt x="258" y="351"/>
                    <a:pt x="258" y="257"/>
                  </a:cubicBezTo>
                  <a:cubicBezTo>
                    <a:pt x="258" y="251"/>
                    <a:pt x="257" y="245"/>
                    <a:pt x="257" y="2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Bebas Neue" charset="0"/>
                  <a:sym typeface="Arial" panose="020B0604020202020204" pitchFamily="34" charset="0"/>
                </a:rPr>
                <a:t>01</a:t>
              </a:r>
            </a:p>
          </p:txBody>
        </p:sp>
        <p:sp>
          <p:nvSpPr>
            <p:cNvPr id="16" name="Oval 14"/>
            <p:cNvSpPr/>
            <p:nvPr/>
          </p:nvSpPr>
          <p:spPr>
            <a:xfrm>
              <a:off x="5434272" y="2596950"/>
              <a:ext cx="906905" cy="90690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25" b="1" dirty="0">
                <a:latin typeface="Arial" panose="020B0604020202020204" pitchFamily="34" charset="0"/>
                <a:ea typeface="微软雅黑" panose="020B0503020204020204" pitchFamily="34" charset="-122"/>
                <a:cs typeface="Bebas Neue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Rectangle 15"/>
          <p:cNvSpPr/>
          <p:nvPr/>
        </p:nvSpPr>
        <p:spPr>
          <a:xfrm>
            <a:off x="5251018" y="1337215"/>
            <a:ext cx="1871520" cy="941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advantages</a:t>
            </a:r>
            <a:endParaRPr lang="en-US" altLang="zh-CN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sz="1050" dirty="0" smtClean="0"/>
          </a:p>
          <a:p>
            <a:pPr>
              <a:lnSpc>
                <a:spcPct val="90000"/>
              </a:lnSpc>
            </a:pPr>
            <a:r>
              <a:rPr lang="zh-CN" altLang="zh-CN" sz="1100" dirty="0" smtClean="0"/>
              <a:t>可以代替重复的手工测试，提高测试质量和效率，有效减少测试开支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Rectangle 16"/>
          <p:cNvSpPr/>
          <p:nvPr/>
        </p:nvSpPr>
        <p:spPr>
          <a:xfrm>
            <a:off x="5947289" y="3173780"/>
            <a:ext cx="1871520" cy="789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4" b="1" dirty="0" err="1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disadvatages</a:t>
            </a:r>
            <a:endParaRPr lang="en-US" altLang="zh-CN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sz="1050" dirty="0" smtClean="0"/>
          </a:p>
          <a:p>
            <a:pPr>
              <a:lnSpc>
                <a:spcPct val="90000"/>
              </a:lnSpc>
            </a:pPr>
            <a:r>
              <a:rPr lang="zh-CN" altLang="zh-CN" sz="1100" dirty="0" smtClean="0"/>
              <a:t>软件兼容性以及数据安全性方面还存在一定的缺陷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Rectangle 17"/>
          <p:cNvSpPr/>
          <p:nvPr/>
        </p:nvSpPr>
        <p:spPr>
          <a:xfrm>
            <a:off x="357158" y="2651350"/>
            <a:ext cx="2635127" cy="1190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major platforms</a:t>
            </a:r>
            <a:endParaRPr lang="en-US" altLang="zh-CN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9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国外：</a:t>
            </a:r>
            <a:r>
              <a:rPr lang="en-US" altLang="zh-CN" sz="1050" dirty="0" err="1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Xamarin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Test Cloud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050" dirty="0" err="1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TestDroid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Sauce Labs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Google Cloud Test Cloud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AWS Device Farm</a:t>
            </a:r>
          </a:p>
          <a:p>
            <a:pPr>
              <a:lnSpc>
                <a:spcPct val="90000"/>
              </a:lnSpc>
            </a:pP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国内：</a:t>
            </a:r>
            <a:r>
              <a:rPr lang="en-US" altLang="zh-CN" sz="1050" dirty="0" err="1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Testin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云测、</a:t>
            </a:r>
            <a:r>
              <a:rPr lang="en-US" altLang="zh-CN" sz="1050" dirty="0" err="1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testbird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、百度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MTC</a:t>
            </a:r>
            <a:r>
              <a:rPr lang="zh-CN" altLang="en-US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、腾讯优测、阿里</a:t>
            </a:r>
            <a:r>
              <a:rPr lang="en-US" altLang="zh-CN" sz="105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MQC</a:t>
            </a:r>
            <a:endParaRPr lang="en-US" sz="9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-286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96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78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78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78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555" y="7142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将人工智能引入移动移动应用安全检测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Group 50"/>
          <p:cNvGrpSpPr/>
          <p:nvPr/>
        </p:nvGrpSpPr>
        <p:grpSpPr>
          <a:xfrm>
            <a:off x="3428992" y="3086158"/>
            <a:ext cx="2057342" cy="2057342"/>
            <a:chOff x="3614476" y="3221164"/>
            <a:chExt cx="1950772" cy="1950772"/>
          </a:xfrm>
        </p:grpSpPr>
        <p:sp>
          <p:nvSpPr>
            <p:cNvPr id="6" name="Chord 48"/>
            <p:cNvSpPr/>
            <p:nvPr/>
          </p:nvSpPr>
          <p:spPr>
            <a:xfrm rot="6300000">
              <a:off x="3614476" y="3221164"/>
              <a:ext cx="1950772" cy="1950772"/>
            </a:xfrm>
            <a:prstGeom prst="chord">
              <a:avLst>
                <a:gd name="adj1" fmla="val 4234771"/>
                <a:gd name="adj2" fmla="val 1553198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Freeform 153"/>
            <p:cNvSpPr>
              <a:spLocks noEditPoints="1"/>
            </p:cNvSpPr>
            <p:nvPr/>
          </p:nvSpPr>
          <p:spPr bwMode="auto">
            <a:xfrm>
              <a:off x="4312763" y="3528584"/>
              <a:ext cx="554198" cy="561860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118" y="59"/>
                </a:cxn>
                <a:cxn ang="0">
                  <a:pos x="111" y="57"/>
                </a:cxn>
                <a:cxn ang="0">
                  <a:pos x="83" y="33"/>
                </a:cxn>
                <a:cxn ang="0">
                  <a:pos x="111" y="57"/>
                </a:cxn>
                <a:cxn ang="0">
                  <a:pos x="41" y="91"/>
                </a:cxn>
                <a:cxn ang="0">
                  <a:pos x="57" y="111"/>
                </a:cxn>
                <a:cxn ang="0">
                  <a:pos x="61" y="8"/>
                </a:cxn>
                <a:cxn ang="0">
                  <a:pos x="61" y="34"/>
                </a:cxn>
                <a:cxn ang="0">
                  <a:pos x="61" y="8"/>
                </a:cxn>
                <a:cxn ang="0">
                  <a:pos x="95" y="22"/>
                </a:cxn>
                <a:cxn ang="0">
                  <a:pos x="67" y="8"/>
                </a:cxn>
                <a:cxn ang="0">
                  <a:pos x="57" y="34"/>
                </a:cxn>
                <a:cxn ang="0">
                  <a:pos x="57" y="8"/>
                </a:cxn>
                <a:cxn ang="0">
                  <a:pos x="36" y="30"/>
                </a:cxn>
                <a:cxn ang="0">
                  <a:pos x="50" y="8"/>
                </a:cxn>
                <a:cxn ang="0">
                  <a:pos x="38" y="35"/>
                </a:cxn>
                <a:cxn ang="0">
                  <a:pos x="57" y="57"/>
                </a:cxn>
                <a:cxn ang="0">
                  <a:pos x="38" y="35"/>
                </a:cxn>
                <a:cxn ang="0">
                  <a:pos x="57" y="84"/>
                </a:cxn>
                <a:cxn ang="0">
                  <a:pos x="34" y="61"/>
                </a:cxn>
                <a:cxn ang="0">
                  <a:pos x="50" y="110"/>
                </a:cxn>
                <a:cxn ang="0">
                  <a:pos x="38" y="92"/>
                </a:cxn>
                <a:cxn ang="0">
                  <a:pos x="61" y="111"/>
                </a:cxn>
                <a:cxn ang="0">
                  <a:pos x="77" y="91"/>
                </a:cxn>
                <a:cxn ang="0">
                  <a:pos x="61" y="111"/>
                </a:cxn>
                <a:cxn ang="0">
                  <a:pos x="93" y="99"/>
                </a:cxn>
                <a:cxn ang="0">
                  <a:pos x="80" y="92"/>
                </a:cxn>
                <a:cxn ang="0">
                  <a:pos x="61" y="84"/>
                </a:cxn>
                <a:cxn ang="0">
                  <a:pos x="84" y="61"/>
                </a:cxn>
                <a:cxn ang="0">
                  <a:pos x="61" y="57"/>
                </a:cxn>
                <a:cxn ang="0">
                  <a:pos x="80" y="35"/>
                </a:cxn>
                <a:cxn ang="0">
                  <a:pos x="61" y="57"/>
                </a:cxn>
                <a:cxn ang="0">
                  <a:pos x="35" y="33"/>
                </a:cxn>
                <a:cxn ang="0">
                  <a:pos x="7" y="57"/>
                </a:cxn>
                <a:cxn ang="0">
                  <a:pos x="7" y="61"/>
                </a:cxn>
                <a:cxn ang="0">
                  <a:pos x="36" y="89"/>
                </a:cxn>
                <a:cxn ang="0">
                  <a:pos x="7" y="61"/>
                </a:cxn>
                <a:cxn ang="0">
                  <a:pos x="82" y="89"/>
                </a:cxn>
                <a:cxn ang="0">
                  <a:pos x="111" y="61"/>
                </a:cxn>
                <a:cxn ang="0">
                  <a:pos x="95" y="96"/>
                </a:cxn>
              </a:cxnLst>
              <a:rect l="0" t="0" r="r" b="b"/>
              <a:pathLst>
                <a:path w="118" h="119">
                  <a:moveTo>
                    <a:pt x="59" y="0"/>
                  </a:moveTo>
                  <a:cubicBezTo>
                    <a:pt x="26" y="0"/>
                    <a:pt x="0" y="27"/>
                    <a:pt x="0" y="59"/>
                  </a:cubicBezTo>
                  <a:cubicBezTo>
                    <a:pt x="0" y="92"/>
                    <a:pt x="26" y="119"/>
                    <a:pt x="59" y="119"/>
                  </a:cubicBezTo>
                  <a:cubicBezTo>
                    <a:pt x="92" y="119"/>
                    <a:pt x="118" y="92"/>
                    <a:pt x="118" y="59"/>
                  </a:cubicBezTo>
                  <a:cubicBezTo>
                    <a:pt x="118" y="27"/>
                    <a:pt x="92" y="0"/>
                    <a:pt x="59" y="0"/>
                  </a:cubicBezTo>
                  <a:close/>
                  <a:moveTo>
                    <a:pt x="111" y="57"/>
                  </a:moveTo>
                  <a:cubicBezTo>
                    <a:pt x="88" y="57"/>
                    <a:pt x="88" y="57"/>
                    <a:pt x="88" y="57"/>
                  </a:cubicBezTo>
                  <a:cubicBezTo>
                    <a:pt x="87" y="49"/>
                    <a:pt x="86" y="41"/>
                    <a:pt x="83" y="33"/>
                  </a:cubicBezTo>
                  <a:cubicBezTo>
                    <a:pt x="88" y="31"/>
                    <a:pt x="93" y="28"/>
                    <a:pt x="98" y="25"/>
                  </a:cubicBezTo>
                  <a:cubicBezTo>
                    <a:pt x="105" y="34"/>
                    <a:pt x="110" y="45"/>
                    <a:pt x="111" y="57"/>
                  </a:cubicBezTo>
                  <a:close/>
                  <a:moveTo>
                    <a:pt x="57" y="111"/>
                  </a:moveTo>
                  <a:cubicBezTo>
                    <a:pt x="50" y="106"/>
                    <a:pt x="45" y="99"/>
                    <a:pt x="41" y="91"/>
                  </a:cubicBezTo>
                  <a:cubicBezTo>
                    <a:pt x="46" y="89"/>
                    <a:pt x="52" y="88"/>
                    <a:pt x="57" y="88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1"/>
                    <a:pt x="57" y="111"/>
                    <a:pt x="57" y="111"/>
                  </a:cubicBezTo>
                  <a:close/>
                  <a:moveTo>
                    <a:pt x="61" y="8"/>
                  </a:moveTo>
                  <a:cubicBezTo>
                    <a:pt x="68" y="14"/>
                    <a:pt x="74" y="22"/>
                    <a:pt x="78" y="31"/>
                  </a:cubicBezTo>
                  <a:cubicBezTo>
                    <a:pt x="73" y="33"/>
                    <a:pt x="67" y="34"/>
                    <a:pt x="61" y="34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lose/>
                  <a:moveTo>
                    <a:pt x="67" y="8"/>
                  </a:moveTo>
                  <a:cubicBezTo>
                    <a:pt x="78" y="10"/>
                    <a:pt x="88" y="15"/>
                    <a:pt x="95" y="22"/>
                  </a:cubicBezTo>
                  <a:cubicBezTo>
                    <a:pt x="91" y="25"/>
                    <a:pt x="87" y="28"/>
                    <a:pt x="82" y="30"/>
                  </a:cubicBezTo>
                  <a:cubicBezTo>
                    <a:pt x="78" y="22"/>
                    <a:pt x="73" y="14"/>
                    <a:pt x="67" y="8"/>
                  </a:cubicBezTo>
                  <a:close/>
                  <a:moveTo>
                    <a:pt x="57" y="8"/>
                  </a:moveTo>
                  <a:cubicBezTo>
                    <a:pt x="57" y="34"/>
                    <a:pt x="57" y="34"/>
                    <a:pt x="57" y="34"/>
                  </a:cubicBezTo>
                  <a:cubicBezTo>
                    <a:pt x="51" y="34"/>
                    <a:pt x="45" y="33"/>
                    <a:pt x="40" y="31"/>
                  </a:cubicBezTo>
                  <a:cubicBezTo>
                    <a:pt x="44" y="22"/>
                    <a:pt x="50" y="14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lose/>
                  <a:moveTo>
                    <a:pt x="36" y="30"/>
                  </a:moveTo>
                  <a:cubicBezTo>
                    <a:pt x="31" y="28"/>
                    <a:pt x="27" y="25"/>
                    <a:pt x="23" y="22"/>
                  </a:cubicBezTo>
                  <a:cubicBezTo>
                    <a:pt x="30" y="15"/>
                    <a:pt x="40" y="10"/>
                    <a:pt x="50" y="8"/>
                  </a:cubicBezTo>
                  <a:cubicBezTo>
                    <a:pt x="45" y="14"/>
                    <a:pt x="40" y="22"/>
                    <a:pt x="36" y="30"/>
                  </a:cubicBezTo>
                  <a:close/>
                  <a:moveTo>
                    <a:pt x="38" y="35"/>
                  </a:moveTo>
                  <a:cubicBezTo>
                    <a:pt x="44" y="37"/>
                    <a:pt x="50" y="38"/>
                    <a:pt x="57" y="3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49"/>
                    <a:pt x="36" y="42"/>
                    <a:pt x="38" y="35"/>
                  </a:cubicBezTo>
                  <a:close/>
                  <a:moveTo>
                    <a:pt x="57" y="61"/>
                  </a:moveTo>
                  <a:cubicBezTo>
                    <a:pt x="57" y="84"/>
                    <a:pt x="57" y="84"/>
                    <a:pt x="57" y="84"/>
                  </a:cubicBezTo>
                  <a:cubicBezTo>
                    <a:pt x="51" y="85"/>
                    <a:pt x="45" y="86"/>
                    <a:pt x="40" y="87"/>
                  </a:cubicBezTo>
                  <a:cubicBezTo>
                    <a:pt x="36" y="79"/>
                    <a:pt x="34" y="71"/>
                    <a:pt x="34" y="61"/>
                  </a:cubicBezTo>
                  <a:lnTo>
                    <a:pt x="57" y="61"/>
                  </a:lnTo>
                  <a:close/>
                  <a:moveTo>
                    <a:pt x="50" y="110"/>
                  </a:moveTo>
                  <a:cubicBezTo>
                    <a:pt x="41" y="109"/>
                    <a:pt x="32" y="105"/>
                    <a:pt x="25" y="99"/>
                  </a:cubicBezTo>
                  <a:cubicBezTo>
                    <a:pt x="29" y="96"/>
                    <a:pt x="33" y="94"/>
                    <a:pt x="38" y="92"/>
                  </a:cubicBezTo>
                  <a:cubicBezTo>
                    <a:pt x="41" y="99"/>
                    <a:pt x="45" y="105"/>
                    <a:pt x="50" y="110"/>
                  </a:cubicBezTo>
                  <a:close/>
                  <a:moveTo>
                    <a:pt x="61" y="111"/>
                  </a:moveTo>
                  <a:cubicBezTo>
                    <a:pt x="61" y="88"/>
                    <a:pt x="61" y="88"/>
                    <a:pt x="61" y="88"/>
                  </a:cubicBezTo>
                  <a:cubicBezTo>
                    <a:pt x="66" y="88"/>
                    <a:pt x="72" y="89"/>
                    <a:pt x="77" y="91"/>
                  </a:cubicBezTo>
                  <a:cubicBezTo>
                    <a:pt x="73" y="99"/>
                    <a:pt x="67" y="106"/>
                    <a:pt x="61" y="111"/>
                  </a:cubicBezTo>
                  <a:cubicBezTo>
                    <a:pt x="61" y="111"/>
                    <a:pt x="61" y="111"/>
                    <a:pt x="61" y="111"/>
                  </a:cubicBezTo>
                  <a:close/>
                  <a:moveTo>
                    <a:pt x="80" y="92"/>
                  </a:moveTo>
                  <a:cubicBezTo>
                    <a:pt x="85" y="94"/>
                    <a:pt x="89" y="96"/>
                    <a:pt x="93" y="99"/>
                  </a:cubicBezTo>
                  <a:cubicBezTo>
                    <a:pt x="86" y="105"/>
                    <a:pt x="77" y="109"/>
                    <a:pt x="67" y="110"/>
                  </a:cubicBezTo>
                  <a:cubicBezTo>
                    <a:pt x="73" y="105"/>
                    <a:pt x="77" y="99"/>
                    <a:pt x="80" y="92"/>
                  </a:cubicBezTo>
                  <a:close/>
                  <a:moveTo>
                    <a:pt x="78" y="87"/>
                  </a:moveTo>
                  <a:cubicBezTo>
                    <a:pt x="73" y="86"/>
                    <a:pt x="67" y="85"/>
                    <a:pt x="61" y="84"/>
                  </a:cubicBezTo>
                  <a:cubicBezTo>
                    <a:pt x="61" y="61"/>
                    <a:pt x="61" y="61"/>
                    <a:pt x="61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4" y="71"/>
                    <a:pt x="82" y="79"/>
                    <a:pt x="78" y="87"/>
                  </a:cubicBezTo>
                  <a:close/>
                  <a:moveTo>
                    <a:pt x="61" y="57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7" y="38"/>
                    <a:pt x="74" y="37"/>
                    <a:pt x="80" y="35"/>
                  </a:cubicBezTo>
                  <a:cubicBezTo>
                    <a:pt x="82" y="42"/>
                    <a:pt x="84" y="49"/>
                    <a:pt x="84" y="57"/>
                  </a:cubicBezTo>
                  <a:lnTo>
                    <a:pt x="61" y="57"/>
                  </a:lnTo>
                  <a:close/>
                  <a:moveTo>
                    <a:pt x="20" y="25"/>
                  </a:moveTo>
                  <a:cubicBezTo>
                    <a:pt x="25" y="28"/>
                    <a:pt x="30" y="31"/>
                    <a:pt x="35" y="33"/>
                  </a:cubicBezTo>
                  <a:cubicBezTo>
                    <a:pt x="32" y="41"/>
                    <a:pt x="30" y="49"/>
                    <a:pt x="30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8" y="45"/>
                    <a:pt x="13" y="34"/>
                    <a:pt x="20" y="25"/>
                  </a:cubicBezTo>
                  <a:close/>
                  <a:moveTo>
                    <a:pt x="7" y="61"/>
                  </a:moveTo>
                  <a:cubicBezTo>
                    <a:pt x="30" y="61"/>
                    <a:pt x="30" y="61"/>
                    <a:pt x="30" y="61"/>
                  </a:cubicBezTo>
                  <a:cubicBezTo>
                    <a:pt x="31" y="71"/>
                    <a:pt x="33" y="80"/>
                    <a:pt x="36" y="89"/>
                  </a:cubicBezTo>
                  <a:cubicBezTo>
                    <a:pt x="31" y="91"/>
                    <a:pt x="27" y="93"/>
                    <a:pt x="22" y="96"/>
                  </a:cubicBezTo>
                  <a:cubicBezTo>
                    <a:pt x="13" y="87"/>
                    <a:pt x="8" y="75"/>
                    <a:pt x="7" y="61"/>
                  </a:cubicBezTo>
                  <a:close/>
                  <a:moveTo>
                    <a:pt x="95" y="96"/>
                  </a:moveTo>
                  <a:cubicBezTo>
                    <a:pt x="91" y="93"/>
                    <a:pt x="87" y="91"/>
                    <a:pt x="82" y="89"/>
                  </a:cubicBezTo>
                  <a:cubicBezTo>
                    <a:pt x="85" y="80"/>
                    <a:pt x="87" y="71"/>
                    <a:pt x="88" y="61"/>
                  </a:cubicBezTo>
                  <a:cubicBezTo>
                    <a:pt x="111" y="61"/>
                    <a:pt x="111" y="61"/>
                    <a:pt x="111" y="61"/>
                  </a:cubicBezTo>
                  <a:cubicBezTo>
                    <a:pt x="110" y="75"/>
                    <a:pt x="104" y="87"/>
                    <a:pt x="95" y="96"/>
                  </a:cubicBezTo>
                  <a:close/>
                  <a:moveTo>
                    <a:pt x="95" y="96"/>
                  </a:moveTo>
                  <a:cubicBezTo>
                    <a:pt x="95" y="96"/>
                    <a:pt x="95" y="96"/>
                    <a:pt x="95" y="96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6435" tIns="48218" rIns="96435" bIns="48218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Oval 7"/>
          <p:cNvSpPr/>
          <p:nvPr/>
        </p:nvSpPr>
        <p:spPr>
          <a:xfrm>
            <a:off x="2380786" y="3941891"/>
            <a:ext cx="241088" cy="241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6067429" y="3941891"/>
            <a:ext cx="241088" cy="24108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225098" y="2118776"/>
            <a:ext cx="241088" cy="241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40047" y="2673388"/>
            <a:ext cx="241088" cy="2410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912767" y="2673388"/>
            <a:ext cx="241088" cy="2410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ardrop 12"/>
          <p:cNvSpPr/>
          <p:nvPr/>
        </p:nvSpPr>
        <p:spPr>
          <a:xfrm rot="5400000">
            <a:off x="1521907" y="3083012"/>
            <a:ext cx="858878" cy="858878"/>
          </a:xfrm>
          <a:prstGeom prst="teardrop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ardrop 13"/>
          <p:cNvSpPr/>
          <p:nvPr/>
        </p:nvSpPr>
        <p:spPr>
          <a:xfrm rot="5400000">
            <a:off x="2039242" y="1817414"/>
            <a:ext cx="858878" cy="858878"/>
          </a:xfrm>
          <a:prstGeom prst="teardrop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ardrop 14"/>
          <p:cNvSpPr/>
          <p:nvPr/>
        </p:nvSpPr>
        <p:spPr>
          <a:xfrm rot="16200000" flipH="1">
            <a:off x="5808760" y="1817414"/>
            <a:ext cx="858878" cy="858878"/>
          </a:xfrm>
          <a:prstGeom prst="teardrop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ardrop 15"/>
          <p:cNvSpPr/>
          <p:nvPr/>
        </p:nvSpPr>
        <p:spPr>
          <a:xfrm rot="16200000" flipH="1">
            <a:off x="6378832" y="3083012"/>
            <a:ext cx="858878" cy="858878"/>
          </a:xfrm>
          <a:prstGeom prst="teardrop">
            <a:avLst/>
          </a:prstGeom>
          <a:solidFill>
            <a:schemeClr val="accent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Teardrop 16"/>
          <p:cNvSpPr/>
          <p:nvPr/>
        </p:nvSpPr>
        <p:spPr>
          <a:xfrm rot="13500000" flipH="1">
            <a:off x="3916202" y="1031790"/>
            <a:ext cx="858878" cy="858878"/>
          </a:xfrm>
          <a:prstGeom prst="teardrop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Freeform 127"/>
          <p:cNvSpPr/>
          <p:nvPr/>
        </p:nvSpPr>
        <p:spPr bwMode="auto">
          <a:xfrm>
            <a:off x="4167937" y="1305572"/>
            <a:ext cx="355409" cy="391610"/>
          </a:xfrm>
          <a:custGeom>
            <a:avLst/>
            <a:gdLst/>
            <a:ahLst/>
            <a:cxnLst>
              <a:cxn ang="0">
                <a:pos x="40" y="55"/>
              </a:cxn>
              <a:cxn ang="0">
                <a:pos x="32" y="51"/>
              </a:cxn>
              <a:cxn ang="0">
                <a:pos x="4" y="24"/>
              </a:cxn>
              <a:cxn ang="0">
                <a:pos x="0" y="14"/>
              </a:cxn>
              <a:cxn ang="0">
                <a:pos x="13" y="0"/>
              </a:cxn>
              <a:cxn ang="0">
                <a:pos x="23" y="5"/>
              </a:cxn>
              <a:cxn ang="0">
                <a:pos x="45" y="26"/>
              </a:cxn>
              <a:cxn ang="0">
                <a:pos x="45" y="27"/>
              </a:cxn>
              <a:cxn ang="0">
                <a:pos x="42" y="30"/>
              </a:cxn>
              <a:cxn ang="0">
                <a:pos x="42" y="29"/>
              </a:cxn>
              <a:cxn ang="0">
                <a:pos x="20" y="8"/>
              </a:cxn>
              <a:cxn ang="0">
                <a:pos x="13" y="5"/>
              </a:cxn>
              <a:cxn ang="0">
                <a:pos x="4" y="14"/>
              </a:cxn>
              <a:cxn ang="0">
                <a:pos x="7" y="21"/>
              </a:cxn>
              <a:cxn ang="0">
                <a:pos x="35" y="48"/>
              </a:cxn>
              <a:cxn ang="0">
                <a:pos x="40" y="50"/>
              </a:cxn>
              <a:cxn ang="0">
                <a:pos x="45" y="45"/>
              </a:cxn>
              <a:cxn ang="0">
                <a:pos x="43" y="40"/>
              </a:cxn>
              <a:cxn ang="0">
                <a:pos x="22" y="19"/>
              </a:cxn>
              <a:cxn ang="0">
                <a:pos x="20" y="18"/>
              </a:cxn>
              <a:cxn ang="0">
                <a:pos x="18" y="21"/>
              </a:cxn>
              <a:cxn ang="0">
                <a:pos x="19" y="23"/>
              </a:cxn>
              <a:cxn ang="0">
                <a:pos x="33" y="38"/>
              </a:cxn>
              <a:cxn ang="0">
                <a:pos x="34" y="38"/>
              </a:cxn>
              <a:cxn ang="0">
                <a:pos x="31" y="41"/>
              </a:cxn>
              <a:cxn ang="0">
                <a:pos x="30" y="41"/>
              </a:cxn>
              <a:cxn ang="0">
                <a:pos x="16" y="26"/>
              </a:cxn>
              <a:cxn ang="0">
                <a:pos x="13" y="21"/>
              </a:cxn>
              <a:cxn ang="0">
                <a:pos x="20" y="14"/>
              </a:cxn>
              <a:cxn ang="0">
                <a:pos x="26" y="16"/>
              </a:cxn>
              <a:cxn ang="0">
                <a:pos x="46" y="37"/>
              </a:cxn>
              <a:cxn ang="0">
                <a:pos x="50" y="45"/>
              </a:cxn>
              <a:cxn ang="0">
                <a:pos x="40" y="55"/>
              </a:cxn>
            </a:cxnLst>
            <a:rect l="0" t="0" r="r" b="b"/>
            <a:pathLst>
              <a:path w="50" h="55">
                <a:moveTo>
                  <a:pt x="40" y="55"/>
                </a:moveTo>
                <a:cubicBezTo>
                  <a:pt x="37" y="55"/>
                  <a:pt x="34" y="54"/>
                  <a:pt x="32" y="51"/>
                </a:cubicBezTo>
                <a:cubicBezTo>
                  <a:pt x="4" y="24"/>
                  <a:pt x="4" y="24"/>
                  <a:pt x="4" y="24"/>
                </a:cubicBezTo>
                <a:cubicBezTo>
                  <a:pt x="1" y="21"/>
                  <a:pt x="0" y="18"/>
                  <a:pt x="0" y="14"/>
                </a:cubicBezTo>
                <a:cubicBezTo>
                  <a:pt x="0" y="7"/>
                  <a:pt x="6" y="0"/>
                  <a:pt x="13" y="0"/>
                </a:cubicBezTo>
                <a:cubicBezTo>
                  <a:pt x="17" y="0"/>
                  <a:pt x="21" y="2"/>
                  <a:pt x="23" y="5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7"/>
                  <a:pt x="45" y="27"/>
                </a:cubicBezTo>
                <a:cubicBezTo>
                  <a:pt x="45" y="28"/>
                  <a:pt x="43" y="30"/>
                  <a:pt x="42" y="30"/>
                </a:cubicBezTo>
                <a:cubicBezTo>
                  <a:pt x="42" y="30"/>
                  <a:pt x="42" y="30"/>
                  <a:pt x="42" y="29"/>
                </a:cubicBezTo>
                <a:cubicBezTo>
                  <a:pt x="20" y="8"/>
                  <a:pt x="20" y="8"/>
                  <a:pt x="20" y="8"/>
                </a:cubicBezTo>
                <a:cubicBezTo>
                  <a:pt x="18" y="6"/>
                  <a:pt x="16" y="5"/>
                  <a:pt x="13" y="5"/>
                </a:cubicBezTo>
                <a:cubicBezTo>
                  <a:pt x="8" y="5"/>
                  <a:pt x="4" y="9"/>
                  <a:pt x="4" y="14"/>
                </a:cubicBezTo>
                <a:cubicBezTo>
                  <a:pt x="4" y="16"/>
                  <a:pt x="5" y="19"/>
                  <a:pt x="7" y="21"/>
                </a:cubicBezTo>
                <a:cubicBezTo>
                  <a:pt x="35" y="48"/>
                  <a:pt x="35" y="48"/>
                  <a:pt x="35" y="48"/>
                </a:cubicBezTo>
                <a:cubicBezTo>
                  <a:pt x="36" y="50"/>
                  <a:pt x="38" y="50"/>
                  <a:pt x="40" y="50"/>
                </a:cubicBezTo>
                <a:cubicBezTo>
                  <a:pt x="43" y="50"/>
                  <a:pt x="45" y="48"/>
                  <a:pt x="45" y="45"/>
                </a:cubicBezTo>
                <a:cubicBezTo>
                  <a:pt x="45" y="43"/>
                  <a:pt x="44" y="41"/>
                  <a:pt x="43" y="40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8"/>
                  <a:pt x="20" y="18"/>
                </a:cubicBezTo>
                <a:cubicBezTo>
                  <a:pt x="19" y="18"/>
                  <a:pt x="18" y="19"/>
                  <a:pt x="18" y="21"/>
                </a:cubicBezTo>
                <a:cubicBezTo>
                  <a:pt x="18" y="22"/>
                  <a:pt x="18" y="22"/>
                  <a:pt x="19" y="23"/>
                </a:cubicBezTo>
                <a:cubicBezTo>
                  <a:pt x="33" y="38"/>
                  <a:pt x="33" y="38"/>
                  <a:pt x="33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9"/>
                  <a:pt x="32" y="41"/>
                  <a:pt x="31" y="41"/>
                </a:cubicBezTo>
                <a:cubicBezTo>
                  <a:pt x="31" y="41"/>
                  <a:pt x="30" y="41"/>
                  <a:pt x="30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14" y="25"/>
                  <a:pt x="13" y="23"/>
                  <a:pt x="13" y="21"/>
                </a:cubicBezTo>
                <a:cubicBezTo>
                  <a:pt x="13" y="17"/>
                  <a:pt x="16" y="14"/>
                  <a:pt x="20" y="14"/>
                </a:cubicBezTo>
                <a:cubicBezTo>
                  <a:pt x="22" y="14"/>
                  <a:pt x="24" y="15"/>
                  <a:pt x="26" y="16"/>
                </a:cubicBezTo>
                <a:cubicBezTo>
                  <a:pt x="46" y="37"/>
                  <a:pt x="46" y="37"/>
                  <a:pt x="46" y="37"/>
                </a:cubicBezTo>
                <a:cubicBezTo>
                  <a:pt x="49" y="39"/>
                  <a:pt x="50" y="42"/>
                  <a:pt x="50" y="45"/>
                </a:cubicBezTo>
                <a:cubicBezTo>
                  <a:pt x="50" y="51"/>
                  <a:pt x="46" y="55"/>
                  <a:pt x="40" y="5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6435" tIns="48218" rIns="96435" bIns="48218" numCol="1" anchor="t" anchorCtr="0" compatLnSpc="1"/>
          <a:lstStyle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Freeform 137"/>
          <p:cNvSpPr>
            <a:spLocks noEditPoints="1"/>
          </p:cNvSpPr>
          <p:nvPr/>
        </p:nvSpPr>
        <p:spPr bwMode="auto">
          <a:xfrm>
            <a:off x="6637502" y="3423983"/>
            <a:ext cx="313225" cy="320741"/>
          </a:xfrm>
          <a:custGeom>
            <a:avLst/>
            <a:gdLst/>
            <a:ahLst/>
            <a:cxnLst>
              <a:cxn ang="0">
                <a:pos x="46" y="30"/>
              </a:cxn>
              <a:cxn ang="0">
                <a:pos x="39" y="36"/>
              </a:cxn>
              <a:cxn ang="0">
                <a:pos x="39" y="50"/>
              </a:cxn>
              <a:cxn ang="0">
                <a:pos x="38" y="50"/>
              </a:cxn>
              <a:cxn ang="0">
                <a:pos x="24" y="58"/>
              </a:cxn>
              <a:cxn ang="0">
                <a:pos x="24" y="59"/>
              </a:cxn>
              <a:cxn ang="0">
                <a:pos x="23" y="58"/>
              </a:cxn>
              <a:cxn ang="0">
                <a:pos x="21" y="56"/>
              </a:cxn>
              <a:cxn ang="0">
                <a:pos x="21" y="55"/>
              </a:cxn>
              <a:cxn ang="0">
                <a:pos x="24" y="45"/>
              </a:cxn>
              <a:cxn ang="0">
                <a:pos x="14" y="35"/>
              </a:cxn>
              <a:cxn ang="0">
                <a:pos x="4" y="38"/>
              </a:cxn>
              <a:cxn ang="0">
                <a:pos x="3" y="38"/>
              </a:cxn>
              <a:cxn ang="0">
                <a:pos x="3" y="38"/>
              </a:cxn>
              <a:cxn ang="0">
                <a:pos x="0" y="35"/>
              </a:cxn>
              <a:cxn ang="0">
                <a:pos x="0" y="34"/>
              </a:cxn>
              <a:cxn ang="0">
                <a:pos x="8" y="20"/>
              </a:cxn>
              <a:cxn ang="0">
                <a:pos x="9" y="20"/>
              </a:cxn>
              <a:cxn ang="0">
                <a:pos x="23" y="19"/>
              </a:cxn>
              <a:cxn ang="0">
                <a:pos x="29" y="12"/>
              </a:cxn>
              <a:cxn ang="0">
                <a:pos x="57" y="0"/>
              </a:cxn>
              <a:cxn ang="0">
                <a:pos x="58" y="1"/>
              </a:cxn>
              <a:cxn ang="0">
                <a:pos x="46" y="30"/>
              </a:cxn>
              <a:cxn ang="0">
                <a:pos x="47" y="8"/>
              </a:cxn>
              <a:cxn ang="0">
                <a:pos x="43" y="12"/>
              </a:cxn>
              <a:cxn ang="0">
                <a:pos x="47" y="15"/>
              </a:cxn>
              <a:cxn ang="0">
                <a:pos x="50" y="12"/>
              </a:cxn>
              <a:cxn ang="0">
                <a:pos x="47" y="8"/>
              </a:cxn>
            </a:cxnLst>
            <a:rect l="0" t="0" r="r" b="b"/>
            <a:pathLst>
              <a:path w="58" h="59">
                <a:moveTo>
                  <a:pt x="46" y="30"/>
                </a:moveTo>
                <a:cubicBezTo>
                  <a:pt x="44" y="32"/>
                  <a:pt x="42" y="34"/>
                  <a:pt x="39" y="36"/>
                </a:cubicBezTo>
                <a:cubicBezTo>
                  <a:pt x="39" y="50"/>
                  <a:pt x="39" y="50"/>
                  <a:pt x="39" y="50"/>
                </a:cubicBezTo>
                <a:cubicBezTo>
                  <a:pt x="39" y="50"/>
                  <a:pt x="39" y="50"/>
                  <a:pt x="38" y="50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9"/>
                  <a:pt x="24" y="59"/>
                  <a:pt x="24" y="59"/>
                </a:cubicBezTo>
                <a:cubicBezTo>
                  <a:pt x="24" y="59"/>
                  <a:pt x="23" y="58"/>
                  <a:pt x="23" y="58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6"/>
                  <a:pt x="20" y="55"/>
                  <a:pt x="21" y="55"/>
                </a:cubicBezTo>
                <a:cubicBezTo>
                  <a:pt x="24" y="45"/>
                  <a:pt x="24" y="45"/>
                  <a:pt x="24" y="45"/>
                </a:cubicBezTo>
                <a:cubicBezTo>
                  <a:pt x="14" y="35"/>
                  <a:pt x="14" y="35"/>
                  <a:pt x="14" y="35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3" y="38"/>
                  <a:pt x="3" y="38"/>
                </a:cubicBezTo>
                <a:cubicBezTo>
                  <a:pt x="3" y="38"/>
                  <a:pt x="3" y="38"/>
                  <a:pt x="3" y="3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23" y="19"/>
                  <a:pt x="23" y="19"/>
                  <a:pt x="23" y="19"/>
                </a:cubicBezTo>
                <a:cubicBezTo>
                  <a:pt x="25" y="17"/>
                  <a:pt x="27" y="14"/>
                  <a:pt x="29" y="12"/>
                </a:cubicBezTo>
                <a:cubicBezTo>
                  <a:pt x="38" y="3"/>
                  <a:pt x="45" y="0"/>
                  <a:pt x="57" y="0"/>
                </a:cubicBezTo>
                <a:cubicBezTo>
                  <a:pt x="58" y="0"/>
                  <a:pt x="58" y="1"/>
                  <a:pt x="58" y="1"/>
                </a:cubicBezTo>
                <a:cubicBezTo>
                  <a:pt x="58" y="13"/>
                  <a:pt x="55" y="21"/>
                  <a:pt x="46" y="30"/>
                </a:cubicBezTo>
                <a:close/>
                <a:moveTo>
                  <a:pt x="47" y="8"/>
                </a:moveTo>
                <a:cubicBezTo>
                  <a:pt x="45" y="8"/>
                  <a:pt x="43" y="10"/>
                  <a:pt x="43" y="12"/>
                </a:cubicBezTo>
                <a:cubicBezTo>
                  <a:pt x="43" y="14"/>
                  <a:pt x="45" y="15"/>
                  <a:pt x="47" y="15"/>
                </a:cubicBezTo>
                <a:cubicBezTo>
                  <a:pt x="49" y="15"/>
                  <a:pt x="50" y="14"/>
                  <a:pt x="50" y="12"/>
                </a:cubicBezTo>
                <a:cubicBezTo>
                  <a:pt x="50" y="10"/>
                  <a:pt x="49" y="8"/>
                  <a:pt x="47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6435" tIns="48218" rIns="96435" bIns="48218" numCol="1" anchor="t" anchorCtr="0" compatLnSpc="1"/>
          <a:lstStyle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Freeform 145"/>
          <p:cNvSpPr/>
          <p:nvPr/>
        </p:nvSpPr>
        <p:spPr bwMode="auto">
          <a:xfrm>
            <a:off x="2296166" y="2097758"/>
            <a:ext cx="345798" cy="298190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6435" tIns="48218" rIns="96435" bIns="48218" numCol="1" anchor="t" anchorCtr="0" compatLnSpc="1"/>
          <a:lstStyle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Freeform 146"/>
          <p:cNvSpPr>
            <a:spLocks noEditPoints="1"/>
          </p:cNvSpPr>
          <p:nvPr/>
        </p:nvSpPr>
        <p:spPr bwMode="auto">
          <a:xfrm>
            <a:off x="1790403" y="3395166"/>
            <a:ext cx="345798" cy="378375"/>
          </a:xfrm>
          <a:custGeom>
            <a:avLst/>
            <a:gdLst/>
            <a:ahLst/>
            <a:cxnLst>
              <a:cxn ang="0">
                <a:pos x="49" y="42"/>
              </a:cxn>
              <a:cxn ang="0">
                <a:pos x="33" y="58"/>
              </a:cxn>
              <a:cxn ang="0">
                <a:pos x="33" y="46"/>
              </a:cxn>
              <a:cxn ang="0">
                <a:pos x="31" y="45"/>
              </a:cxn>
              <a:cxn ang="0">
                <a:pos x="31" y="58"/>
              </a:cxn>
              <a:cxn ang="0">
                <a:pos x="14" y="42"/>
              </a:cxn>
              <a:cxn ang="0">
                <a:pos x="1" y="33"/>
              </a:cxn>
              <a:cxn ang="0">
                <a:pos x="3" y="31"/>
              </a:cxn>
              <a:cxn ang="0">
                <a:pos x="4" y="31"/>
              </a:cxn>
              <a:cxn ang="0">
                <a:pos x="4" y="7"/>
              </a:cxn>
              <a:cxn ang="0">
                <a:pos x="9" y="0"/>
              </a:cxn>
              <a:cxn ang="0">
                <a:pos x="54" y="0"/>
              </a:cxn>
              <a:cxn ang="0">
                <a:pos x="60" y="7"/>
              </a:cxn>
              <a:cxn ang="0">
                <a:pos x="60" y="31"/>
              </a:cxn>
              <a:cxn ang="0">
                <a:pos x="61" y="31"/>
              </a:cxn>
              <a:cxn ang="0">
                <a:pos x="63" y="33"/>
              </a:cxn>
              <a:cxn ang="0">
                <a:pos x="49" y="42"/>
              </a:cxn>
              <a:cxn ang="0">
                <a:pos x="57" y="9"/>
              </a:cxn>
              <a:cxn ang="0">
                <a:pos x="52" y="4"/>
              </a:cxn>
              <a:cxn ang="0">
                <a:pos x="12" y="4"/>
              </a:cxn>
              <a:cxn ang="0">
                <a:pos x="7" y="9"/>
              </a:cxn>
              <a:cxn ang="0">
                <a:pos x="7" y="33"/>
              </a:cxn>
              <a:cxn ang="0">
                <a:pos x="27" y="37"/>
              </a:cxn>
              <a:cxn ang="0">
                <a:pos x="30" y="38"/>
              </a:cxn>
              <a:cxn ang="0">
                <a:pos x="30" y="38"/>
              </a:cxn>
              <a:cxn ang="0">
                <a:pos x="33" y="40"/>
              </a:cxn>
              <a:cxn ang="0">
                <a:pos x="37" y="37"/>
              </a:cxn>
              <a:cxn ang="0">
                <a:pos x="57" y="33"/>
              </a:cxn>
              <a:cxn ang="0">
                <a:pos x="57" y="9"/>
              </a:cxn>
              <a:cxn ang="0">
                <a:pos x="23" y="34"/>
              </a:cxn>
              <a:cxn ang="0">
                <a:pos x="16" y="27"/>
              </a:cxn>
              <a:cxn ang="0">
                <a:pos x="23" y="20"/>
              </a:cxn>
              <a:cxn ang="0">
                <a:pos x="31" y="27"/>
              </a:cxn>
              <a:cxn ang="0">
                <a:pos x="23" y="34"/>
              </a:cxn>
              <a:cxn ang="0">
                <a:pos x="41" y="34"/>
              </a:cxn>
              <a:cxn ang="0">
                <a:pos x="33" y="27"/>
              </a:cxn>
              <a:cxn ang="0">
                <a:pos x="41" y="20"/>
              </a:cxn>
              <a:cxn ang="0">
                <a:pos x="49" y="27"/>
              </a:cxn>
              <a:cxn ang="0">
                <a:pos x="41" y="34"/>
              </a:cxn>
            </a:cxnLst>
            <a:rect l="0" t="0" r="r" b="b"/>
            <a:pathLst>
              <a:path w="64" h="70">
                <a:moveTo>
                  <a:pt x="49" y="42"/>
                </a:moveTo>
                <a:cubicBezTo>
                  <a:pt x="56" y="66"/>
                  <a:pt x="32" y="70"/>
                  <a:pt x="33" y="58"/>
                </a:cubicBezTo>
                <a:cubicBezTo>
                  <a:pt x="33" y="58"/>
                  <a:pt x="33" y="51"/>
                  <a:pt x="33" y="46"/>
                </a:cubicBezTo>
                <a:cubicBezTo>
                  <a:pt x="32" y="46"/>
                  <a:pt x="32" y="46"/>
                  <a:pt x="31" y="45"/>
                </a:cubicBezTo>
                <a:cubicBezTo>
                  <a:pt x="31" y="51"/>
                  <a:pt x="31" y="58"/>
                  <a:pt x="31" y="58"/>
                </a:cubicBezTo>
                <a:cubicBezTo>
                  <a:pt x="31" y="70"/>
                  <a:pt x="7" y="66"/>
                  <a:pt x="14" y="42"/>
                </a:cubicBezTo>
                <a:cubicBezTo>
                  <a:pt x="7" y="39"/>
                  <a:pt x="3" y="36"/>
                  <a:pt x="1" y="33"/>
                </a:cubicBezTo>
                <a:cubicBezTo>
                  <a:pt x="0" y="31"/>
                  <a:pt x="1" y="29"/>
                  <a:pt x="3" y="31"/>
                </a:cubicBezTo>
                <a:cubicBezTo>
                  <a:pt x="3" y="31"/>
                  <a:pt x="3" y="31"/>
                  <a:pt x="4" y="31"/>
                </a:cubicBezTo>
                <a:cubicBezTo>
                  <a:pt x="4" y="7"/>
                  <a:pt x="4" y="7"/>
                  <a:pt x="4" y="7"/>
                </a:cubicBezTo>
                <a:cubicBezTo>
                  <a:pt x="4" y="3"/>
                  <a:pt x="6" y="0"/>
                  <a:pt x="9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7" y="0"/>
                  <a:pt x="60" y="3"/>
                  <a:pt x="60" y="7"/>
                </a:cubicBezTo>
                <a:cubicBezTo>
                  <a:pt x="60" y="31"/>
                  <a:pt x="60" y="31"/>
                  <a:pt x="60" y="31"/>
                </a:cubicBezTo>
                <a:cubicBezTo>
                  <a:pt x="60" y="31"/>
                  <a:pt x="60" y="31"/>
                  <a:pt x="61" y="31"/>
                </a:cubicBezTo>
                <a:cubicBezTo>
                  <a:pt x="63" y="29"/>
                  <a:pt x="64" y="31"/>
                  <a:pt x="63" y="33"/>
                </a:cubicBezTo>
                <a:cubicBezTo>
                  <a:pt x="60" y="36"/>
                  <a:pt x="56" y="39"/>
                  <a:pt x="49" y="42"/>
                </a:cubicBezTo>
                <a:close/>
                <a:moveTo>
                  <a:pt x="57" y="9"/>
                </a:moveTo>
                <a:cubicBezTo>
                  <a:pt x="57" y="5"/>
                  <a:pt x="56" y="4"/>
                  <a:pt x="5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8" y="4"/>
                  <a:pt x="7" y="5"/>
                  <a:pt x="7" y="9"/>
                </a:cubicBezTo>
                <a:cubicBezTo>
                  <a:pt x="7" y="33"/>
                  <a:pt x="7" y="33"/>
                  <a:pt x="7" y="33"/>
                </a:cubicBezTo>
                <a:cubicBezTo>
                  <a:pt x="15" y="38"/>
                  <a:pt x="23" y="37"/>
                  <a:pt x="27" y="37"/>
                </a:cubicBezTo>
                <a:cubicBezTo>
                  <a:pt x="28" y="37"/>
                  <a:pt x="29" y="37"/>
                  <a:pt x="30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9"/>
                  <a:pt x="32" y="39"/>
                  <a:pt x="33" y="40"/>
                </a:cubicBezTo>
                <a:cubicBezTo>
                  <a:pt x="33" y="38"/>
                  <a:pt x="34" y="37"/>
                  <a:pt x="37" y="37"/>
                </a:cubicBezTo>
                <a:cubicBezTo>
                  <a:pt x="41" y="37"/>
                  <a:pt x="48" y="38"/>
                  <a:pt x="57" y="33"/>
                </a:cubicBezTo>
                <a:lnTo>
                  <a:pt x="57" y="9"/>
                </a:lnTo>
                <a:close/>
                <a:moveTo>
                  <a:pt x="23" y="34"/>
                </a:moveTo>
                <a:cubicBezTo>
                  <a:pt x="19" y="34"/>
                  <a:pt x="16" y="31"/>
                  <a:pt x="16" y="27"/>
                </a:cubicBezTo>
                <a:cubicBezTo>
                  <a:pt x="16" y="23"/>
                  <a:pt x="19" y="20"/>
                  <a:pt x="23" y="20"/>
                </a:cubicBezTo>
                <a:cubicBezTo>
                  <a:pt x="27" y="20"/>
                  <a:pt x="31" y="23"/>
                  <a:pt x="31" y="27"/>
                </a:cubicBezTo>
                <a:cubicBezTo>
                  <a:pt x="31" y="31"/>
                  <a:pt x="27" y="34"/>
                  <a:pt x="23" y="34"/>
                </a:cubicBezTo>
                <a:close/>
                <a:moveTo>
                  <a:pt x="41" y="34"/>
                </a:moveTo>
                <a:cubicBezTo>
                  <a:pt x="37" y="34"/>
                  <a:pt x="33" y="31"/>
                  <a:pt x="33" y="27"/>
                </a:cubicBezTo>
                <a:cubicBezTo>
                  <a:pt x="33" y="23"/>
                  <a:pt x="37" y="20"/>
                  <a:pt x="41" y="20"/>
                </a:cubicBezTo>
                <a:cubicBezTo>
                  <a:pt x="45" y="20"/>
                  <a:pt x="49" y="23"/>
                  <a:pt x="49" y="27"/>
                </a:cubicBezTo>
                <a:cubicBezTo>
                  <a:pt x="49" y="31"/>
                  <a:pt x="45" y="34"/>
                  <a:pt x="41" y="3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6435" tIns="48218" rIns="96435" bIns="48218" numCol="1" anchor="t" anchorCtr="0" compatLnSpc="1"/>
          <a:lstStyle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Freeform 175"/>
          <p:cNvSpPr>
            <a:spLocks noEditPoints="1"/>
          </p:cNvSpPr>
          <p:nvPr/>
        </p:nvSpPr>
        <p:spPr bwMode="auto">
          <a:xfrm>
            <a:off x="6087519" y="2088988"/>
            <a:ext cx="313225" cy="315730"/>
          </a:xfrm>
          <a:custGeom>
            <a:avLst/>
            <a:gdLst/>
            <a:ahLst/>
            <a:cxnLst>
              <a:cxn ang="0">
                <a:pos x="11" y="57"/>
              </a:cxn>
              <a:cxn ang="0">
                <a:pos x="8" y="58"/>
              </a:cxn>
              <a:cxn ang="0">
                <a:pos x="5" y="57"/>
              </a:cxn>
              <a:cxn ang="0">
                <a:pos x="1" y="53"/>
              </a:cxn>
              <a:cxn ang="0">
                <a:pos x="0" y="50"/>
              </a:cxn>
              <a:cxn ang="0">
                <a:pos x="1" y="47"/>
              </a:cxn>
              <a:cxn ang="0">
                <a:pos x="25" y="22"/>
              </a:cxn>
              <a:cxn ang="0">
                <a:pos x="35" y="33"/>
              </a:cxn>
              <a:cxn ang="0">
                <a:pos x="11" y="57"/>
              </a:cxn>
              <a:cxn ang="0">
                <a:pos x="10" y="45"/>
              </a:cxn>
              <a:cxn ang="0">
                <a:pos x="8" y="48"/>
              </a:cxn>
              <a:cxn ang="0">
                <a:pos x="10" y="50"/>
              </a:cxn>
              <a:cxn ang="0">
                <a:pos x="12" y="48"/>
              </a:cxn>
              <a:cxn ang="0">
                <a:pos x="10" y="45"/>
              </a:cxn>
              <a:cxn ang="0">
                <a:pos x="57" y="21"/>
              </a:cxn>
              <a:cxn ang="0">
                <a:pos x="42" y="32"/>
              </a:cxn>
              <a:cxn ang="0">
                <a:pos x="26" y="16"/>
              </a:cxn>
              <a:cxn ang="0">
                <a:pos x="42" y="0"/>
              </a:cxn>
              <a:cxn ang="0">
                <a:pos x="50" y="2"/>
              </a:cxn>
              <a:cxn ang="0">
                <a:pos x="51" y="3"/>
              </a:cxn>
              <a:cxn ang="0">
                <a:pos x="50" y="4"/>
              </a:cxn>
              <a:cxn ang="0">
                <a:pos x="40" y="10"/>
              </a:cxn>
              <a:cxn ang="0">
                <a:pos x="40" y="18"/>
              </a:cxn>
              <a:cxn ang="0">
                <a:pos x="47" y="22"/>
              </a:cxn>
              <a:cxn ang="0">
                <a:pos x="57" y="16"/>
              </a:cxn>
              <a:cxn ang="0">
                <a:pos x="58" y="17"/>
              </a:cxn>
              <a:cxn ang="0">
                <a:pos x="57" y="21"/>
              </a:cxn>
            </a:cxnLst>
            <a:rect l="0" t="0" r="r" b="b"/>
            <a:pathLst>
              <a:path w="58" h="58">
                <a:moveTo>
                  <a:pt x="11" y="57"/>
                </a:moveTo>
                <a:cubicBezTo>
                  <a:pt x="10" y="58"/>
                  <a:pt x="9" y="58"/>
                  <a:pt x="8" y="58"/>
                </a:cubicBezTo>
                <a:cubicBezTo>
                  <a:pt x="7" y="58"/>
                  <a:pt x="6" y="58"/>
                  <a:pt x="5" y="57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2"/>
                  <a:pt x="0" y="51"/>
                  <a:pt x="0" y="50"/>
                </a:cubicBezTo>
                <a:cubicBezTo>
                  <a:pt x="0" y="49"/>
                  <a:pt x="0" y="47"/>
                  <a:pt x="1" y="47"/>
                </a:cubicBezTo>
                <a:cubicBezTo>
                  <a:pt x="25" y="22"/>
                  <a:pt x="25" y="22"/>
                  <a:pt x="25" y="22"/>
                </a:cubicBezTo>
                <a:cubicBezTo>
                  <a:pt x="27" y="27"/>
                  <a:pt x="31" y="31"/>
                  <a:pt x="35" y="33"/>
                </a:cubicBezTo>
                <a:lnTo>
                  <a:pt x="11" y="57"/>
                </a:lnTo>
                <a:close/>
                <a:moveTo>
                  <a:pt x="10" y="45"/>
                </a:moveTo>
                <a:cubicBezTo>
                  <a:pt x="9" y="45"/>
                  <a:pt x="8" y="46"/>
                  <a:pt x="8" y="48"/>
                </a:cubicBezTo>
                <a:cubicBezTo>
                  <a:pt x="8" y="49"/>
                  <a:pt x="9" y="50"/>
                  <a:pt x="10" y="50"/>
                </a:cubicBezTo>
                <a:cubicBezTo>
                  <a:pt x="11" y="50"/>
                  <a:pt x="12" y="49"/>
                  <a:pt x="12" y="48"/>
                </a:cubicBezTo>
                <a:cubicBezTo>
                  <a:pt x="12" y="46"/>
                  <a:pt x="11" y="45"/>
                  <a:pt x="10" y="45"/>
                </a:cubicBezTo>
                <a:close/>
                <a:moveTo>
                  <a:pt x="57" y="21"/>
                </a:moveTo>
                <a:cubicBezTo>
                  <a:pt x="55" y="27"/>
                  <a:pt x="49" y="32"/>
                  <a:pt x="42" y="32"/>
                </a:cubicBezTo>
                <a:cubicBezTo>
                  <a:pt x="33" y="32"/>
                  <a:pt x="26" y="24"/>
                  <a:pt x="26" y="16"/>
                </a:cubicBezTo>
                <a:cubicBezTo>
                  <a:pt x="26" y="7"/>
                  <a:pt x="33" y="0"/>
                  <a:pt x="42" y="0"/>
                </a:cubicBezTo>
                <a:cubicBezTo>
                  <a:pt x="45" y="0"/>
                  <a:pt x="48" y="0"/>
                  <a:pt x="50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1" y="3"/>
                  <a:pt x="51" y="4"/>
                  <a:pt x="50" y="4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8"/>
                  <a:pt x="40" y="18"/>
                  <a:pt x="40" y="18"/>
                </a:cubicBezTo>
                <a:cubicBezTo>
                  <a:pt x="47" y="22"/>
                  <a:pt x="47" y="22"/>
                  <a:pt x="47" y="22"/>
                </a:cubicBezTo>
                <a:cubicBezTo>
                  <a:pt x="48" y="21"/>
                  <a:pt x="56" y="16"/>
                  <a:pt x="57" y="16"/>
                </a:cubicBezTo>
                <a:cubicBezTo>
                  <a:pt x="58" y="16"/>
                  <a:pt x="58" y="16"/>
                  <a:pt x="58" y="17"/>
                </a:cubicBezTo>
                <a:cubicBezTo>
                  <a:pt x="58" y="18"/>
                  <a:pt x="58" y="20"/>
                  <a:pt x="57" y="2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6435" tIns="48218" rIns="96435" bIns="48218" numCol="1" anchor="t" anchorCtr="0" compatLnSpc="1"/>
          <a:lstStyle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85720" y="2866626"/>
            <a:ext cx="1326869" cy="1276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000" dirty="0" smtClean="0"/>
              <a:t>在巨大经济利益的背后，安全问题也逐渐凸显：恶意扣费、隐私泄露、流量耗费、数据篡改、资源占用、病毒木马，甚至传播涉黄、反动等非法内容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83939" y="2618820"/>
            <a:ext cx="399148" cy="2468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why</a:t>
            </a:r>
            <a:endParaRPr lang="zh-CN" altLang="en-US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714348" y="1357304"/>
            <a:ext cx="1344484" cy="1092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000" dirty="0" smtClean="0"/>
              <a:t>随着恶意代码数目的增加，未知恶意行为的出现，以及检测躲避技术的应用，恶意代码检测系统需要完成更多更复杂的任务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TextBox 24"/>
          <p:cNvSpPr txBox="1"/>
          <p:nvPr/>
        </p:nvSpPr>
        <p:spPr>
          <a:xfrm>
            <a:off x="1785857" y="1118622"/>
            <a:ext cx="399148" cy="2468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why</a:t>
            </a:r>
            <a:endParaRPr lang="zh-CN" altLang="en-US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3645193" y="630782"/>
            <a:ext cx="228412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000" dirty="0" smtClean="0"/>
              <a:t>恶意代码检测领域的人工智能技术主要包括数据挖掘和机器学习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Box 24"/>
          <p:cNvSpPr txBox="1"/>
          <p:nvPr/>
        </p:nvSpPr>
        <p:spPr>
          <a:xfrm>
            <a:off x="4348847" y="357172"/>
            <a:ext cx="468077" cy="2468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what</a:t>
            </a:r>
            <a:endParaRPr lang="zh-CN" altLang="en-US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TextBox 23"/>
          <p:cNvSpPr txBox="1"/>
          <p:nvPr/>
        </p:nvSpPr>
        <p:spPr>
          <a:xfrm>
            <a:off x="6187972" y="1142990"/>
            <a:ext cx="267030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 smtClean="0"/>
              <a:t>数据挖掘：</a:t>
            </a:r>
            <a:r>
              <a:rPr lang="zh-CN" altLang="zh-CN" sz="1000" dirty="0" smtClean="0"/>
              <a:t>首先，提取恶意代码和正常程序的特征，提取的特征可以是文件的静态特征，也可以是文件执行时的动态特征，对特征进行编码，构成恶意代码特征集合和正常文件特征集合；然后，基于数据挖掘算法对分类器进行训练；最后，进行恶意代码检测效果的测试。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TextBox 24"/>
          <p:cNvSpPr txBox="1"/>
          <p:nvPr/>
        </p:nvSpPr>
        <p:spPr>
          <a:xfrm>
            <a:off x="6152706" y="958440"/>
            <a:ext cx="410369" cy="2468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how</a:t>
            </a:r>
            <a:endParaRPr lang="zh-CN" altLang="en-US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6936997" y="2638535"/>
            <a:ext cx="2064159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 smtClean="0"/>
              <a:t>机器学习：</a:t>
            </a:r>
            <a:r>
              <a:rPr lang="zh-CN" altLang="zh-CN" sz="1000" dirty="0" smtClean="0"/>
              <a:t>首先，提取恶意代码和正常程序的代码做预处理并形成特征；其次，根据特征创建恶意代码检测模型；再次，机器学习算法分析收集到的数据，分配权重、阈值和其他参数达到学习目的，形成最终检测规则库；最后，进行恶意代码检测效果的测试。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TextBox 24"/>
          <p:cNvSpPr txBox="1"/>
          <p:nvPr/>
        </p:nvSpPr>
        <p:spPr>
          <a:xfrm>
            <a:off x="6901731" y="2409231"/>
            <a:ext cx="410369" cy="2468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604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how</a:t>
            </a:r>
            <a:endParaRPr lang="zh-CN" altLang="en-US" sz="1604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8873" y="-784143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87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5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000"/>
                            </p:stCondLst>
                            <p:childTnLst>
                              <p:par>
                                <p:cTn id="10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70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500"/>
                            </p:stCondLst>
                            <p:childTnLst>
                              <p:par>
                                <p:cTn id="1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87447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将人工智能引入移动移动应用安全检测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ddaa809a-dcfb-430a-ab96-fa252059f455"/>
          <p:cNvGrpSpPr>
            <a:grpSpLocks noChangeAspect="1"/>
          </p:cNvGrpSpPr>
          <p:nvPr/>
        </p:nvGrpSpPr>
        <p:grpSpPr>
          <a:xfrm>
            <a:off x="2751239" y="642924"/>
            <a:ext cx="3641524" cy="3267451"/>
            <a:chOff x="3684720" y="1233135"/>
            <a:chExt cx="4855365" cy="4356601"/>
          </a:xfrm>
        </p:grpSpPr>
        <p:sp>
          <p:nvSpPr>
            <p:cNvPr id="6" name="Freeform: Shape 35"/>
            <p:cNvSpPr>
              <a:spLocks/>
            </p:cNvSpPr>
            <p:nvPr/>
          </p:nvSpPr>
          <p:spPr bwMode="auto">
            <a:xfrm>
              <a:off x="7470897" y="1233135"/>
              <a:ext cx="1069188" cy="2538126"/>
            </a:xfrm>
            <a:custGeom>
              <a:avLst/>
              <a:gdLst>
                <a:gd name="T0" fmla="*/ 0 w 255"/>
                <a:gd name="T1" fmla="*/ 656 h 656"/>
                <a:gd name="T2" fmla="*/ 114 w 255"/>
                <a:gd name="T3" fmla="*/ 97 h 656"/>
                <a:gd name="T4" fmla="*/ 67 w 255"/>
                <a:gd name="T5" fmla="*/ 97 h 656"/>
                <a:gd name="T6" fmla="*/ 181 w 255"/>
                <a:gd name="T7" fmla="*/ 0 h 656"/>
                <a:gd name="T8" fmla="*/ 255 w 255"/>
                <a:gd name="T9" fmla="*/ 93 h 656"/>
                <a:gd name="T10" fmla="*/ 210 w 255"/>
                <a:gd name="T11" fmla="*/ 97 h 656"/>
                <a:gd name="T12" fmla="*/ 93 w 255"/>
                <a:gd name="T13" fmla="*/ 656 h 656"/>
                <a:gd name="T14" fmla="*/ 0 w 255"/>
                <a:gd name="T15" fmla="*/ 656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5" h="656">
                  <a:moveTo>
                    <a:pt x="0" y="656"/>
                  </a:moveTo>
                  <a:lnTo>
                    <a:pt x="114" y="97"/>
                  </a:lnTo>
                  <a:lnTo>
                    <a:pt x="67" y="97"/>
                  </a:lnTo>
                  <a:lnTo>
                    <a:pt x="181" y="0"/>
                  </a:lnTo>
                  <a:lnTo>
                    <a:pt x="255" y="93"/>
                  </a:lnTo>
                  <a:lnTo>
                    <a:pt x="210" y="97"/>
                  </a:lnTo>
                  <a:lnTo>
                    <a:pt x="93" y="656"/>
                  </a:lnTo>
                  <a:lnTo>
                    <a:pt x="0" y="6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Freeform: Shape 34"/>
            <p:cNvSpPr>
              <a:spLocks/>
            </p:cNvSpPr>
            <p:nvPr/>
          </p:nvSpPr>
          <p:spPr bwMode="auto">
            <a:xfrm>
              <a:off x="7135462" y="3771256"/>
              <a:ext cx="725369" cy="154763"/>
            </a:xfrm>
            <a:custGeom>
              <a:avLst/>
              <a:gdLst>
                <a:gd name="T0" fmla="*/ 173 w 173"/>
                <a:gd name="T1" fmla="*/ 0 h 40"/>
                <a:gd name="T2" fmla="*/ 80 w 173"/>
                <a:gd name="T3" fmla="*/ 0 h 40"/>
                <a:gd name="T4" fmla="*/ 0 w 173"/>
                <a:gd name="T5" fmla="*/ 40 h 40"/>
                <a:gd name="T6" fmla="*/ 95 w 173"/>
                <a:gd name="T7" fmla="*/ 40 h 40"/>
                <a:gd name="T8" fmla="*/ 173 w 17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40">
                  <a:moveTo>
                    <a:pt x="173" y="0"/>
                  </a:moveTo>
                  <a:lnTo>
                    <a:pt x="80" y="0"/>
                  </a:lnTo>
                  <a:lnTo>
                    <a:pt x="0" y="40"/>
                  </a:lnTo>
                  <a:lnTo>
                    <a:pt x="95" y="4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Freeform: Shape 33"/>
            <p:cNvSpPr>
              <a:spLocks/>
            </p:cNvSpPr>
            <p:nvPr/>
          </p:nvSpPr>
          <p:spPr bwMode="auto">
            <a:xfrm>
              <a:off x="6913238" y="2455767"/>
              <a:ext cx="620546" cy="1470257"/>
            </a:xfrm>
            <a:custGeom>
              <a:avLst/>
              <a:gdLst>
                <a:gd name="T0" fmla="*/ 0 w 148"/>
                <a:gd name="T1" fmla="*/ 0 h 380"/>
                <a:gd name="T2" fmla="*/ 98 w 148"/>
                <a:gd name="T3" fmla="*/ 0 h 380"/>
                <a:gd name="T4" fmla="*/ 148 w 148"/>
                <a:gd name="T5" fmla="*/ 380 h 380"/>
                <a:gd name="T6" fmla="*/ 53 w 148"/>
                <a:gd name="T7" fmla="*/ 380 h 380"/>
                <a:gd name="T8" fmla="*/ 0 w 148"/>
                <a:gd name="T9" fmla="*/ 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80">
                  <a:moveTo>
                    <a:pt x="0" y="0"/>
                  </a:moveTo>
                  <a:lnTo>
                    <a:pt x="98" y="0"/>
                  </a:lnTo>
                  <a:lnTo>
                    <a:pt x="148" y="380"/>
                  </a:lnTo>
                  <a:lnTo>
                    <a:pt x="53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Freeform: Shape 31"/>
            <p:cNvSpPr>
              <a:spLocks/>
            </p:cNvSpPr>
            <p:nvPr/>
          </p:nvSpPr>
          <p:spPr bwMode="auto">
            <a:xfrm>
              <a:off x="6208838" y="2595055"/>
              <a:ext cx="796648" cy="1779784"/>
            </a:xfrm>
            <a:custGeom>
              <a:avLst/>
              <a:gdLst>
                <a:gd name="T0" fmla="*/ 0 w 190"/>
                <a:gd name="T1" fmla="*/ 460 h 460"/>
                <a:gd name="T2" fmla="*/ 95 w 190"/>
                <a:gd name="T3" fmla="*/ 0 h 460"/>
                <a:gd name="T4" fmla="*/ 190 w 190"/>
                <a:gd name="T5" fmla="*/ 0 h 460"/>
                <a:gd name="T6" fmla="*/ 95 w 190"/>
                <a:gd name="T7" fmla="*/ 460 h 460"/>
                <a:gd name="T8" fmla="*/ 0 w 190"/>
                <a:gd name="T9" fmla="*/ 4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460">
                  <a:moveTo>
                    <a:pt x="0" y="460"/>
                  </a:moveTo>
                  <a:lnTo>
                    <a:pt x="95" y="0"/>
                  </a:lnTo>
                  <a:lnTo>
                    <a:pt x="190" y="0"/>
                  </a:lnTo>
                  <a:lnTo>
                    <a:pt x="95" y="460"/>
                  </a:lnTo>
                  <a:lnTo>
                    <a:pt x="0" y="46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Freeform: Shape 30"/>
            <p:cNvSpPr>
              <a:spLocks/>
            </p:cNvSpPr>
            <p:nvPr/>
          </p:nvSpPr>
          <p:spPr bwMode="auto">
            <a:xfrm>
              <a:off x="5877600" y="4374838"/>
              <a:ext cx="729562" cy="158634"/>
            </a:xfrm>
            <a:custGeom>
              <a:avLst/>
              <a:gdLst>
                <a:gd name="T0" fmla="*/ 174 w 174"/>
                <a:gd name="T1" fmla="*/ 0 h 41"/>
                <a:gd name="T2" fmla="*/ 79 w 174"/>
                <a:gd name="T3" fmla="*/ 0 h 41"/>
                <a:gd name="T4" fmla="*/ 0 w 174"/>
                <a:gd name="T5" fmla="*/ 41 h 41"/>
                <a:gd name="T6" fmla="*/ 95 w 174"/>
                <a:gd name="T7" fmla="*/ 41 h 41"/>
                <a:gd name="T8" fmla="*/ 174 w 174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41">
                  <a:moveTo>
                    <a:pt x="174" y="0"/>
                  </a:moveTo>
                  <a:lnTo>
                    <a:pt x="79" y="0"/>
                  </a:lnTo>
                  <a:lnTo>
                    <a:pt x="0" y="41"/>
                  </a:lnTo>
                  <a:lnTo>
                    <a:pt x="95" y="41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Freeform: Shape 27"/>
            <p:cNvSpPr>
              <a:spLocks/>
            </p:cNvSpPr>
            <p:nvPr/>
          </p:nvSpPr>
          <p:spPr bwMode="auto">
            <a:xfrm>
              <a:off x="5659567" y="3051608"/>
              <a:ext cx="616355" cy="1481866"/>
            </a:xfrm>
            <a:custGeom>
              <a:avLst/>
              <a:gdLst>
                <a:gd name="T0" fmla="*/ 52 w 147"/>
                <a:gd name="T1" fmla="*/ 383 h 383"/>
                <a:gd name="T2" fmla="*/ 147 w 147"/>
                <a:gd name="T3" fmla="*/ 383 h 383"/>
                <a:gd name="T4" fmla="*/ 97 w 147"/>
                <a:gd name="T5" fmla="*/ 0 h 383"/>
                <a:gd name="T6" fmla="*/ 0 w 147"/>
                <a:gd name="T7" fmla="*/ 0 h 383"/>
                <a:gd name="T8" fmla="*/ 52 w 147"/>
                <a:gd name="T9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383">
                  <a:moveTo>
                    <a:pt x="52" y="383"/>
                  </a:moveTo>
                  <a:lnTo>
                    <a:pt x="147" y="383"/>
                  </a:lnTo>
                  <a:lnTo>
                    <a:pt x="97" y="0"/>
                  </a:lnTo>
                  <a:lnTo>
                    <a:pt x="0" y="0"/>
                  </a:lnTo>
                  <a:lnTo>
                    <a:pt x="52" y="3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: Shape 29"/>
            <p:cNvSpPr>
              <a:spLocks/>
            </p:cNvSpPr>
            <p:nvPr/>
          </p:nvSpPr>
          <p:spPr bwMode="auto">
            <a:xfrm>
              <a:off x="4913235" y="3198631"/>
              <a:ext cx="825999" cy="1783656"/>
            </a:xfrm>
            <a:custGeom>
              <a:avLst/>
              <a:gdLst>
                <a:gd name="T0" fmla="*/ 102 w 197"/>
                <a:gd name="T1" fmla="*/ 461 h 461"/>
                <a:gd name="T2" fmla="*/ 0 w 197"/>
                <a:gd name="T3" fmla="*/ 461 h 461"/>
                <a:gd name="T4" fmla="*/ 104 w 197"/>
                <a:gd name="T5" fmla="*/ 0 h 461"/>
                <a:gd name="T6" fmla="*/ 197 w 197"/>
                <a:gd name="T7" fmla="*/ 0 h 461"/>
                <a:gd name="T8" fmla="*/ 102 w 197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461">
                  <a:moveTo>
                    <a:pt x="102" y="461"/>
                  </a:moveTo>
                  <a:lnTo>
                    <a:pt x="0" y="461"/>
                  </a:lnTo>
                  <a:lnTo>
                    <a:pt x="104" y="0"/>
                  </a:lnTo>
                  <a:lnTo>
                    <a:pt x="197" y="0"/>
                  </a:lnTo>
                  <a:lnTo>
                    <a:pt x="102" y="4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Freeform: Shape 26"/>
            <p:cNvSpPr>
              <a:spLocks/>
            </p:cNvSpPr>
            <p:nvPr/>
          </p:nvSpPr>
          <p:spPr bwMode="auto">
            <a:xfrm>
              <a:off x="4611350" y="4982287"/>
              <a:ext cx="729562" cy="158634"/>
            </a:xfrm>
            <a:custGeom>
              <a:avLst/>
              <a:gdLst>
                <a:gd name="T0" fmla="*/ 0 w 174"/>
                <a:gd name="T1" fmla="*/ 41 h 41"/>
                <a:gd name="T2" fmla="*/ 72 w 174"/>
                <a:gd name="T3" fmla="*/ 0 h 41"/>
                <a:gd name="T4" fmla="*/ 174 w 174"/>
                <a:gd name="T5" fmla="*/ 0 h 41"/>
                <a:gd name="T6" fmla="*/ 98 w 174"/>
                <a:gd name="T7" fmla="*/ 41 h 41"/>
                <a:gd name="T8" fmla="*/ 0 w 174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41">
                  <a:moveTo>
                    <a:pt x="0" y="41"/>
                  </a:moveTo>
                  <a:lnTo>
                    <a:pt x="72" y="0"/>
                  </a:lnTo>
                  <a:lnTo>
                    <a:pt x="174" y="0"/>
                  </a:lnTo>
                  <a:lnTo>
                    <a:pt x="98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Freeform: Shape 22"/>
            <p:cNvSpPr>
              <a:spLocks/>
            </p:cNvSpPr>
            <p:nvPr/>
          </p:nvSpPr>
          <p:spPr bwMode="auto">
            <a:xfrm>
              <a:off x="4393315" y="3659057"/>
              <a:ext cx="628935" cy="1481866"/>
            </a:xfrm>
            <a:custGeom>
              <a:avLst/>
              <a:gdLst>
                <a:gd name="T0" fmla="*/ 0 w 150"/>
                <a:gd name="T1" fmla="*/ 0 h 383"/>
                <a:gd name="T2" fmla="*/ 52 w 150"/>
                <a:gd name="T3" fmla="*/ 383 h 383"/>
                <a:gd name="T4" fmla="*/ 150 w 150"/>
                <a:gd name="T5" fmla="*/ 383 h 383"/>
                <a:gd name="T6" fmla="*/ 100 w 150"/>
                <a:gd name="T7" fmla="*/ 0 h 383"/>
                <a:gd name="T8" fmla="*/ 0 w 150"/>
                <a:gd name="T9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383">
                  <a:moveTo>
                    <a:pt x="0" y="0"/>
                  </a:moveTo>
                  <a:lnTo>
                    <a:pt x="52" y="383"/>
                  </a:lnTo>
                  <a:lnTo>
                    <a:pt x="150" y="383"/>
                  </a:lnTo>
                  <a:lnTo>
                    <a:pt x="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Freeform: Shape 23"/>
            <p:cNvSpPr>
              <a:spLocks/>
            </p:cNvSpPr>
            <p:nvPr/>
          </p:nvSpPr>
          <p:spPr bwMode="auto">
            <a:xfrm>
              <a:off x="4393315" y="3659057"/>
              <a:ext cx="628935" cy="1481866"/>
            </a:xfrm>
            <a:custGeom>
              <a:avLst/>
              <a:gdLst>
                <a:gd name="T0" fmla="*/ 0 w 150"/>
                <a:gd name="T1" fmla="*/ 0 h 383"/>
                <a:gd name="T2" fmla="*/ 52 w 150"/>
                <a:gd name="T3" fmla="*/ 383 h 383"/>
                <a:gd name="T4" fmla="*/ 150 w 150"/>
                <a:gd name="T5" fmla="*/ 383 h 383"/>
                <a:gd name="T6" fmla="*/ 100 w 150"/>
                <a:gd name="T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" h="383">
                  <a:moveTo>
                    <a:pt x="0" y="0"/>
                  </a:moveTo>
                  <a:lnTo>
                    <a:pt x="52" y="383"/>
                  </a:lnTo>
                  <a:lnTo>
                    <a:pt x="150" y="383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Freeform: Shape 24"/>
            <p:cNvSpPr>
              <a:spLocks/>
            </p:cNvSpPr>
            <p:nvPr/>
          </p:nvSpPr>
          <p:spPr bwMode="auto">
            <a:xfrm>
              <a:off x="4083046" y="3659057"/>
              <a:ext cx="729562" cy="147026"/>
            </a:xfrm>
            <a:custGeom>
              <a:avLst/>
              <a:gdLst>
                <a:gd name="T0" fmla="*/ 95 w 174"/>
                <a:gd name="T1" fmla="*/ 38 h 38"/>
                <a:gd name="T2" fmla="*/ 0 w 174"/>
                <a:gd name="T3" fmla="*/ 38 h 38"/>
                <a:gd name="T4" fmla="*/ 74 w 174"/>
                <a:gd name="T5" fmla="*/ 0 h 38"/>
                <a:gd name="T6" fmla="*/ 174 w 174"/>
                <a:gd name="T7" fmla="*/ 0 h 38"/>
                <a:gd name="T8" fmla="*/ 95 w 174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38">
                  <a:moveTo>
                    <a:pt x="95" y="38"/>
                  </a:moveTo>
                  <a:lnTo>
                    <a:pt x="0" y="38"/>
                  </a:lnTo>
                  <a:lnTo>
                    <a:pt x="74" y="0"/>
                  </a:lnTo>
                  <a:lnTo>
                    <a:pt x="174" y="0"/>
                  </a:lnTo>
                  <a:lnTo>
                    <a:pt x="95" y="3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Freeform: Shape 25"/>
            <p:cNvSpPr>
              <a:spLocks/>
            </p:cNvSpPr>
            <p:nvPr/>
          </p:nvSpPr>
          <p:spPr bwMode="auto">
            <a:xfrm>
              <a:off x="3684720" y="3806080"/>
              <a:ext cx="796648" cy="1783656"/>
            </a:xfrm>
            <a:custGeom>
              <a:avLst/>
              <a:gdLst>
                <a:gd name="T0" fmla="*/ 0 w 190"/>
                <a:gd name="T1" fmla="*/ 461 h 461"/>
                <a:gd name="T2" fmla="*/ 95 w 190"/>
                <a:gd name="T3" fmla="*/ 461 h 461"/>
                <a:gd name="T4" fmla="*/ 190 w 190"/>
                <a:gd name="T5" fmla="*/ 0 h 461"/>
                <a:gd name="T6" fmla="*/ 95 w 190"/>
                <a:gd name="T7" fmla="*/ 0 h 461"/>
                <a:gd name="T8" fmla="*/ 0 w 190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461">
                  <a:moveTo>
                    <a:pt x="0" y="461"/>
                  </a:moveTo>
                  <a:lnTo>
                    <a:pt x="95" y="461"/>
                  </a:lnTo>
                  <a:lnTo>
                    <a:pt x="190" y="0"/>
                  </a:lnTo>
                  <a:lnTo>
                    <a:pt x="95" y="0"/>
                  </a:lnTo>
                  <a:lnTo>
                    <a:pt x="0" y="4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Freeform: Shape 28"/>
            <p:cNvSpPr>
              <a:spLocks/>
            </p:cNvSpPr>
            <p:nvPr/>
          </p:nvSpPr>
          <p:spPr bwMode="auto">
            <a:xfrm>
              <a:off x="5349294" y="3051608"/>
              <a:ext cx="716985" cy="147026"/>
            </a:xfrm>
            <a:custGeom>
              <a:avLst/>
              <a:gdLst>
                <a:gd name="T0" fmla="*/ 0 w 171"/>
                <a:gd name="T1" fmla="*/ 38 h 38"/>
                <a:gd name="T2" fmla="*/ 93 w 171"/>
                <a:gd name="T3" fmla="*/ 38 h 38"/>
                <a:gd name="T4" fmla="*/ 171 w 171"/>
                <a:gd name="T5" fmla="*/ 0 h 38"/>
                <a:gd name="T6" fmla="*/ 74 w 171"/>
                <a:gd name="T7" fmla="*/ 0 h 38"/>
                <a:gd name="T8" fmla="*/ 0 w 171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38">
                  <a:moveTo>
                    <a:pt x="0" y="38"/>
                  </a:moveTo>
                  <a:lnTo>
                    <a:pt x="93" y="38"/>
                  </a:lnTo>
                  <a:lnTo>
                    <a:pt x="171" y="0"/>
                  </a:lnTo>
                  <a:lnTo>
                    <a:pt x="74" y="0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Freeform: Shape 32"/>
            <p:cNvSpPr>
              <a:spLocks/>
            </p:cNvSpPr>
            <p:nvPr/>
          </p:nvSpPr>
          <p:spPr bwMode="auto">
            <a:xfrm>
              <a:off x="6607159" y="2455767"/>
              <a:ext cx="716985" cy="139287"/>
            </a:xfrm>
            <a:custGeom>
              <a:avLst/>
              <a:gdLst>
                <a:gd name="T0" fmla="*/ 0 w 171"/>
                <a:gd name="T1" fmla="*/ 36 h 36"/>
                <a:gd name="T2" fmla="*/ 95 w 171"/>
                <a:gd name="T3" fmla="*/ 36 h 36"/>
                <a:gd name="T4" fmla="*/ 171 w 171"/>
                <a:gd name="T5" fmla="*/ 0 h 36"/>
                <a:gd name="T6" fmla="*/ 73 w 171"/>
                <a:gd name="T7" fmla="*/ 0 h 36"/>
                <a:gd name="T8" fmla="*/ 0 w 171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36">
                  <a:moveTo>
                    <a:pt x="0" y="36"/>
                  </a:moveTo>
                  <a:lnTo>
                    <a:pt x="95" y="36"/>
                  </a:lnTo>
                  <a:lnTo>
                    <a:pt x="171" y="0"/>
                  </a:lnTo>
                  <a:lnTo>
                    <a:pt x="73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392763" y="1347742"/>
            <a:ext cx="1836776" cy="1101468"/>
            <a:chOff x="6736921" y="2180771"/>
            <a:chExt cx="2449035" cy="1468622"/>
          </a:xfrm>
        </p:grpSpPr>
        <p:sp>
          <p:nvSpPr>
            <p:cNvPr id="27" name="TextBox 11"/>
            <p:cNvSpPr txBox="1"/>
            <p:nvPr/>
          </p:nvSpPr>
          <p:spPr>
            <a:xfrm>
              <a:off x="6736921" y="2520880"/>
              <a:ext cx="2370222" cy="1128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ts val="1050"/>
                </a:lnSpc>
              </a:pPr>
              <a:endParaRPr lang="en-US" altLang="zh-CN" sz="1200" dirty="0" smtClean="0">
                <a:latin typeface="仿宋" pitchFamily="49" charset="-122"/>
                <a:ea typeface="仿宋" pitchFamily="49" charset="-122"/>
              </a:endParaRPr>
            </a:p>
            <a:p>
              <a:pPr>
                <a:lnSpc>
                  <a:spcPts val="105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理论算法还不是非常成熟</a:t>
              </a:r>
              <a:endParaRPr lang="en-US" altLang="zh-CN" sz="1200" dirty="0" smtClean="0">
                <a:latin typeface="仿宋" pitchFamily="49" charset="-122"/>
                <a:ea typeface="仿宋" pitchFamily="49" charset="-122"/>
              </a:endParaRPr>
            </a:p>
            <a:p>
              <a:pPr>
                <a:lnSpc>
                  <a:spcPts val="1050"/>
                </a:lnSpc>
              </a:pPr>
              <a:r>
                <a:rPr lang="zh-CN" altLang="en-US" sz="1200" dirty="0" smtClean="0">
                  <a:solidFill>
                    <a:schemeClr val="bg1">
                      <a:lumMod val="65000"/>
                    </a:schemeClr>
                  </a:solidFill>
                  <a:latin typeface="仿宋" pitchFamily="49" charset="-122"/>
                  <a:ea typeface="仿宋" pitchFamily="49" charset="-122"/>
                  <a:sym typeface="Arial" panose="020B0604020202020204" pitchFamily="34" charset="0"/>
                </a:rPr>
                <a:t>基于人工智能的恶意代码检测系统往往系统庞大，执行效率远低于传统检测系统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28" name="TextBox 11"/>
            <p:cNvSpPr txBox="1"/>
            <p:nvPr/>
          </p:nvSpPr>
          <p:spPr>
            <a:xfrm>
              <a:off x="6736921" y="2180771"/>
              <a:ext cx="2449035" cy="328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604" b="1" dirty="0" smtClean="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disadvantages</a:t>
              </a:r>
              <a:endParaRPr lang="en-US" altLang="zh-CN" sz="1604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57224" y="2516436"/>
            <a:ext cx="1991649" cy="2390538"/>
            <a:chOff x="6530430" y="2180774"/>
            <a:chExt cx="2655535" cy="3187382"/>
          </a:xfrm>
        </p:grpSpPr>
        <p:sp>
          <p:nvSpPr>
            <p:cNvPr id="31" name="TextBox 11"/>
            <p:cNvSpPr txBox="1"/>
            <p:nvPr/>
          </p:nvSpPr>
          <p:spPr>
            <a:xfrm>
              <a:off x="6530430" y="2520883"/>
              <a:ext cx="2651024" cy="28472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ts val="1050"/>
                </a:lnSpc>
              </a:pPr>
              <a:endParaRPr lang="en-US" altLang="zh-CN" sz="1100" dirty="0" smtClean="0">
                <a:solidFill>
                  <a:schemeClr val="bg1">
                    <a:lumMod val="65000"/>
                  </a:schemeClr>
                </a:solidFill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sz="1200" dirty="0" smtClean="0">
                  <a:latin typeface="仿宋" pitchFamily="49" charset="-122"/>
                  <a:ea typeface="仿宋" pitchFamily="49" charset="-122"/>
                </a:rPr>
                <a:t>恶意代码隐藏于应用程序当中，应用程序本身代码量很大，当前应用程序总量也很多，故此数据挖掘是最适合恶意代码检测的技术之一</a:t>
              </a:r>
              <a:r>
                <a:rPr lang="zh-CN" altLang="en-US" sz="1200" dirty="0" smtClean="0">
                  <a:latin typeface="仿宋" pitchFamily="49" charset="-122"/>
                  <a:ea typeface="仿宋" pitchFamily="49" charset="-122"/>
                </a:rPr>
                <a:t>。</a:t>
              </a:r>
              <a:endParaRPr lang="en-US" altLang="zh-CN" sz="1200" dirty="0" smtClean="0">
                <a:latin typeface="仿宋" pitchFamily="49" charset="-122"/>
                <a:ea typeface="仿宋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200" dirty="0" smtClean="0">
                  <a:latin typeface="仿宋" pitchFamily="49" charset="-122"/>
                  <a:ea typeface="仿宋" pitchFamily="49" charset="-122"/>
                </a:rPr>
                <a:t>此外，机器学习具有一定的学习能力，因此在未知恶意行为识别上具有一定优势。</a:t>
              </a:r>
              <a:endParaRPr lang="en-US" altLang="zh-CN" sz="1200" dirty="0" smtClean="0">
                <a:latin typeface="仿宋" pitchFamily="49" charset="-122"/>
                <a:ea typeface="仿宋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1200" dirty="0">
                <a:latin typeface="仿宋" pitchFamily="49" charset="-122"/>
                <a:ea typeface="仿宋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32" name="TextBox 11"/>
            <p:cNvSpPr txBox="1"/>
            <p:nvPr/>
          </p:nvSpPr>
          <p:spPr>
            <a:xfrm>
              <a:off x="6736928" y="2180774"/>
              <a:ext cx="2449037" cy="3282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sz="1604" b="1" dirty="0" smtClean="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advantages</a:t>
              </a:r>
              <a:endParaRPr lang="en-US" altLang="zh-CN" sz="1604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0" y="-286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1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" y="0"/>
            <a:ext cx="3653303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89802" y="1782002"/>
            <a:ext cx="1567338" cy="1567542"/>
          </a:xfrm>
          <a:prstGeom prst="ellipse">
            <a:avLst/>
          </a:prstGeom>
          <a:pattFill prst="dkDnDiag">
            <a:fgClr>
              <a:srgbClr val="F3F3F3"/>
            </a:fgClr>
            <a:bgClr>
              <a:srgbClr val="F7F7F7"/>
            </a:bgClr>
          </a:pattFill>
          <a:ln w="19050">
            <a:gradFill flip="none" rotWithShape="1">
              <a:gsLst>
                <a:gs pos="0">
                  <a:schemeClr val="bg1"/>
                </a:gs>
                <a:gs pos="100000">
                  <a:srgbClr val="DEDEDE"/>
                </a:gs>
              </a:gsLst>
              <a:lin ang="2700000" scaled="1"/>
              <a:tileRect/>
            </a:gradFill>
          </a:ln>
          <a:effectLst>
            <a:outerShdw blurRad="3429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2155" y="1689986"/>
            <a:ext cx="4452221" cy="800403"/>
          </a:xfrm>
          <a:prstGeom prst="rect">
            <a:avLst/>
          </a:prstGeom>
          <a:noFill/>
          <a:effectLst/>
        </p:spPr>
        <p:txBody>
          <a:bodyPr wrap="square" lIns="72572" tIns="36286" rIns="72572" bIns="36286" rtlCol="0">
            <a:spAutoFit/>
          </a:bodyPr>
          <a:lstStyle/>
          <a:p>
            <a:pPr algn="ctr"/>
            <a:r>
              <a:rPr lang="zh-CN" altLang="en-US" sz="4725" b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思考题</a:t>
            </a:r>
            <a:endParaRPr lang="zh-CN" altLang="en-US" sz="4725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209884" y="2802532"/>
            <a:ext cx="4123990" cy="338554"/>
            <a:chOff x="3276600" y="3624261"/>
            <a:chExt cx="4150798" cy="340580"/>
          </a:xfrm>
        </p:grpSpPr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3276600" y="3649663"/>
              <a:ext cx="282575" cy="282575"/>
              <a:chOff x="0" y="0"/>
              <a:chExt cx="2494" cy="2494"/>
            </a:xfrm>
          </p:grpSpPr>
          <p:sp>
            <p:nvSpPr>
              <p:cNvPr id="19" name="AutoShap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94" cy="2494"/>
              </a:xfrm>
              <a:custGeom>
                <a:avLst/>
                <a:gdLst>
                  <a:gd name="G0" fmla="+- 2321 0 0"/>
                  <a:gd name="G1" fmla="+- 21600 0 2321"/>
                  <a:gd name="G2" fmla="+- 21600 0 2321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321" y="10800"/>
                    </a:moveTo>
                    <a:cubicBezTo>
                      <a:pt x="2321" y="15483"/>
                      <a:pt x="6117" y="19279"/>
                      <a:pt x="10800" y="19279"/>
                    </a:cubicBezTo>
                    <a:cubicBezTo>
                      <a:pt x="15483" y="19279"/>
                      <a:pt x="19279" y="15483"/>
                      <a:pt x="19279" y="10800"/>
                    </a:cubicBezTo>
                    <a:cubicBezTo>
                      <a:pt x="19279" y="6117"/>
                      <a:pt x="15483" y="2321"/>
                      <a:pt x="10800" y="2321"/>
                    </a:cubicBezTo>
                    <a:cubicBezTo>
                      <a:pt x="6117" y="2321"/>
                      <a:pt x="2321" y="6117"/>
                      <a:pt x="2321" y="1080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575" kern="0">
                  <a:solidFill>
                    <a:schemeClr val="accent5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AutoShape 12"/>
              <p:cNvSpPr>
                <a:spLocks noChangeArrowheads="1"/>
              </p:cNvSpPr>
              <p:nvPr/>
            </p:nvSpPr>
            <p:spPr bwMode="auto">
              <a:xfrm rot="5400000">
                <a:off x="646" y="574"/>
                <a:ext cx="1632" cy="1283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575" kern="0">
                  <a:solidFill>
                    <a:schemeClr val="accent5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3625849" y="3624261"/>
              <a:ext cx="3801549" cy="340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dirty="0" smtClean="0"/>
                <a:t>1</a:t>
              </a:r>
              <a:r>
                <a:rPr lang="zh-CN" altLang="zh-CN" sz="1600" dirty="0" smtClean="0"/>
                <a:t>导</a:t>
              </a:r>
              <a:r>
                <a:rPr lang="zh-CN" altLang="zh-CN" sz="1600" dirty="0" smtClean="0"/>
                <a:t>致移动应用安全问题的因素有哪些？</a:t>
              </a:r>
              <a:endParaRPr lang="zh-CN" altLang="en-US" sz="1575" kern="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209885" y="3126102"/>
            <a:ext cx="2687699" cy="338554"/>
            <a:chOff x="3276600" y="3624261"/>
            <a:chExt cx="2705173" cy="340580"/>
          </a:xfrm>
        </p:grpSpPr>
        <p:grpSp>
          <p:nvGrpSpPr>
            <p:cNvPr id="22" name="Group 10"/>
            <p:cNvGrpSpPr>
              <a:grpSpLocks/>
            </p:cNvGrpSpPr>
            <p:nvPr/>
          </p:nvGrpSpPr>
          <p:grpSpPr bwMode="auto">
            <a:xfrm>
              <a:off x="3276600" y="3649663"/>
              <a:ext cx="282575" cy="282575"/>
              <a:chOff x="0" y="0"/>
              <a:chExt cx="2494" cy="2494"/>
            </a:xfrm>
          </p:grpSpPr>
          <p:sp>
            <p:nvSpPr>
              <p:cNvPr id="24" name="AutoShap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94" cy="2494"/>
              </a:xfrm>
              <a:custGeom>
                <a:avLst/>
                <a:gdLst>
                  <a:gd name="G0" fmla="+- 2321 0 0"/>
                  <a:gd name="G1" fmla="+- 21600 0 2321"/>
                  <a:gd name="G2" fmla="+- 21600 0 2321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321" y="10800"/>
                    </a:moveTo>
                    <a:cubicBezTo>
                      <a:pt x="2321" y="15483"/>
                      <a:pt x="6117" y="19279"/>
                      <a:pt x="10800" y="19279"/>
                    </a:cubicBezTo>
                    <a:cubicBezTo>
                      <a:pt x="15483" y="19279"/>
                      <a:pt x="19279" y="15483"/>
                      <a:pt x="19279" y="10800"/>
                    </a:cubicBezTo>
                    <a:cubicBezTo>
                      <a:pt x="19279" y="6117"/>
                      <a:pt x="15483" y="2321"/>
                      <a:pt x="10800" y="2321"/>
                    </a:cubicBezTo>
                    <a:cubicBezTo>
                      <a:pt x="6117" y="2321"/>
                      <a:pt x="2321" y="6117"/>
                      <a:pt x="2321" y="1080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575" kern="0">
                  <a:solidFill>
                    <a:schemeClr val="accent5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AutoShape 12"/>
              <p:cNvSpPr>
                <a:spLocks noChangeArrowheads="1"/>
              </p:cNvSpPr>
              <p:nvPr/>
            </p:nvSpPr>
            <p:spPr bwMode="auto">
              <a:xfrm rot="5400000">
                <a:off x="646" y="574"/>
                <a:ext cx="1632" cy="1283"/>
              </a:xfrm>
              <a:prstGeom prst="triangle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1575" kern="0">
                  <a:solidFill>
                    <a:schemeClr val="accent5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3625850" y="3624261"/>
              <a:ext cx="2355923" cy="340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dirty="0" smtClean="0"/>
                <a:t>2</a:t>
              </a:r>
              <a:r>
                <a:rPr lang="zh-CN" altLang="en-US" sz="1600" dirty="0"/>
                <a:t>移动应用有哪些类型</a:t>
              </a:r>
              <a:r>
                <a:rPr lang="zh-CN" altLang="zh-CN" sz="1600" dirty="0" smtClean="0"/>
                <a:t>？</a:t>
              </a:r>
              <a:endParaRPr lang="zh-CN" altLang="en-US" sz="1575" kern="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46" name="直接连接符 45"/>
          <p:cNvCxnSpPr/>
          <p:nvPr/>
        </p:nvCxnSpPr>
        <p:spPr>
          <a:xfrm>
            <a:off x="4616658" y="2573868"/>
            <a:ext cx="404321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3239221" y="2096604"/>
            <a:ext cx="829354" cy="896881"/>
            <a:chOff x="8426028" y="2130356"/>
            <a:chExt cx="628956" cy="680167"/>
          </a:xfrm>
          <a:solidFill>
            <a:schemeClr val="accent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8" name="Freeform 581"/>
            <p:cNvSpPr>
              <a:spLocks noEditPoints="1"/>
            </p:cNvSpPr>
            <p:nvPr/>
          </p:nvSpPr>
          <p:spPr bwMode="auto">
            <a:xfrm>
              <a:off x="8562350" y="2326544"/>
              <a:ext cx="492634" cy="483979"/>
            </a:xfrm>
            <a:custGeom>
              <a:avLst/>
              <a:gdLst>
                <a:gd name="T0" fmla="*/ 281 w 289"/>
                <a:gd name="T1" fmla="*/ 240 h 284"/>
                <a:gd name="T2" fmla="*/ 219 w 289"/>
                <a:gd name="T3" fmla="*/ 178 h 284"/>
                <a:gd name="T4" fmla="*/ 205 w 289"/>
                <a:gd name="T5" fmla="*/ 165 h 284"/>
                <a:gd name="T6" fmla="*/ 187 w 289"/>
                <a:gd name="T7" fmla="*/ 38 h 284"/>
                <a:gd name="T8" fmla="*/ 181 w 289"/>
                <a:gd name="T9" fmla="*/ 32 h 284"/>
                <a:gd name="T10" fmla="*/ 161 w 289"/>
                <a:gd name="T11" fmla="*/ 19 h 284"/>
                <a:gd name="T12" fmla="*/ 40 w 289"/>
                <a:gd name="T13" fmla="*/ 40 h 284"/>
                <a:gd name="T14" fmla="*/ 42 w 289"/>
                <a:gd name="T15" fmla="*/ 187 h 284"/>
                <a:gd name="T16" fmla="*/ 42 w 289"/>
                <a:gd name="T17" fmla="*/ 188 h 284"/>
                <a:gd name="T18" fmla="*/ 71 w 289"/>
                <a:gd name="T19" fmla="*/ 207 h 284"/>
                <a:gd name="T20" fmla="*/ 160 w 289"/>
                <a:gd name="T21" fmla="*/ 207 h 284"/>
                <a:gd name="T22" fmla="*/ 169 w 289"/>
                <a:gd name="T23" fmla="*/ 202 h 284"/>
                <a:gd name="T24" fmla="*/ 171 w 289"/>
                <a:gd name="T25" fmla="*/ 201 h 284"/>
                <a:gd name="T26" fmla="*/ 169 w 289"/>
                <a:gd name="T27" fmla="*/ 202 h 284"/>
                <a:gd name="T28" fmla="*/ 183 w 289"/>
                <a:gd name="T29" fmla="*/ 215 h 284"/>
                <a:gd name="T30" fmla="*/ 243 w 289"/>
                <a:gd name="T31" fmla="*/ 273 h 284"/>
                <a:gd name="T32" fmla="*/ 274 w 289"/>
                <a:gd name="T33" fmla="*/ 268 h 284"/>
                <a:gd name="T34" fmla="*/ 281 w 289"/>
                <a:gd name="T35" fmla="*/ 240 h 284"/>
                <a:gd name="T36" fmla="*/ 161 w 289"/>
                <a:gd name="T37" fmla="*/ 149 h 284"/>
                <a:gd name="T38" fmla="*/ 157 w 289"/>
                <a:gd name="T39" fmla="*/ 154 h 284"/>
                <a:gd name="T40" fmla="*/ 74 w 289"/>
                <a:gd name="T41" fmla="*/ 155 h 284"/>
                <a:gd name="T42" fmla="*/ 73 w 289"/>
                <a:gd name="T43" fmla="*/ 72 h 284"/>
                <a:gd name="T44" fmla="*/ 156 w 289"/>
                <a:gd name="T45" fmla="*/ 71 h 284"/>
                <a:gd name="T46" fmla="*/ 161 w 289"/>
                <a:gd name="T47" fmla="*/ 76 h 284"/>
                <a:gd name="T48" fmla="*/ 161 w 289"/>
                <a:gd name="T49" fmla="*/ 149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9" h="284">
                  <a:moveTo>
                    <a:pt x="281" y="240"/>
                  </a:moveTo>
                  <a:cubicBezTo>
                    <a:pt x="219" y="178"/>
                    <a:pt x="219" y="178"/>
                    <a:pt x="219" y="178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28" y="125"/>
                    <a:pt x="222" y="72"/>
                    <a:pt x="187" y="38"/>
                  </a:cubicBezTo>
                  <a:cubicBezTo>
                    <a:pt x="185" y="36"/>
                    <a:pt x="183" y="34"/>
                    <a:pt x="181" y="32"/>
                  </a:cubicBezTo>
                  <a:cubicBezTo>
                    <a:pt x="174" y="27"/>
                    <a:pt x="168" y="23"/>
                    <a:pt x="161" y="19"/>
                  </a:cubicBezTo>
                  <a:cubicBezTo>
                    <a:pt x="121" y="0"/>
                    <a:pt x="72" y="7"/>
                    <a:pt x="40" y="40"/>
                  </a:cubicBezTo>
                  <a:cubicBezTo>
                    <a:pt x="0" y="81"/>
                    <a:pt x="1" y="147"/>
                    <a:pt x="42" y="187"/>
                  </a:cubicBezTo>
                  <a:cubicBezTo>
                    <a:pt x="42" y="187"/>
                    <a:pt x="42" y="188"/>
                    <a:pt x="42" y="188"/>
                  </a:cubicBezTo>
                  <a:cubicBezTo>
                    <a:pt x="51" y="196"/>
                    <a:pt x="61" y="203"/>
                    <a:pt x="71" y="207"/>
                  </a:cubicBezTo>
                  <a:cubicBezTo>
                    <a:pt x="99" y="220"/>
                    <a:pt x="132" y="220"/>
                    <a:pt x="160" y="207"/>
                  </a:cubicBezTo>
                  <a:cubicBezTo>
                    <a:pt x="163" y="205"/>
                    <a:pt x="166" y="204"/>
                    <a:pt x="169" y="202"/>
                  </a:cubicBezTo>
                  <a:cubicBezTo>
                    <a:pt x="170" y="201"/>
                    <a:pt x="170" y="201"/>
                    <a:pt x="171" y="201"/>
                  </a:cubicBezTo>
                  <a:cubicBezTo>
                    <a:pt x="170" y="201"/>
                    <a:pt x="170" y="202"/>
                    <a:pt x="169" y="202"/>
                  </a:cubicBezTo>
                  <a:cubicBezTo>
                    <a:pt x="183" y="215"/>
                    <a:pt x="183" y="215"/>
                    <a:pt x="183" y="215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59" y="284"/>
                    <a:pt x="274" y="268"/>
                  </a:cubicBezTo>
                  <a:cubicBezTo>
                    <a:pt x="289" y="253"/>
                    <a:pt x="281" y="240"/>
                    <a:pt x="281" y="240"/>
                  </a:cubicBezTo>
                  <a:close/>
                  <a:moveTo>
                    <a:pt x="161" y="149"/>
                  </a:moveTo>
                  <a:cubicBezTo>
                    <a:pt x="160" y="151"/>
                    <a:pt x="158" y="152"/>
                    <a:pt x="157" y="154"/>
                  </a:cubicBezTo>
                  <a:cubicBezTo>
                    <a:pt x="134" y="177"/>
                    <a:pt x="97" y="178"/>
                    <a:pt x="74" y="155"/>
                  </a:cubicBezTo>
                  <a:cubicBezTo>
                    <a:pt x="50" y="132"/>
                    <a:pt x="50" y="95"/>
                    <a:pt x="73" y="72"/>
                  </a:cubicBezTo>
                  <a:cubicBezTo>
                    <a:pt x="95" y="49"/>
                    <a:pt x="133" y="48"/>
                    <a:pt x="156" y="71"/>
                  </a:cubicBezTo>
                  <a:cubicBezTo>
                    <a:pt x="158" y="72"/>
                    <a:pt x="159" y="74"/>
                    <a:pt x="161" y="76"/>
                  </a:cubicBezTo>
                  <a:cubicBezTo>
                    <a:pt x="178" y="98"/>
                    <a:pt x="178" y="128"/>
                    <a:pt x="161" y="14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Freeform 582"/>
            <p:cNvSpPr>
              <a:spLocks/>
            </p:cNvSpPr>
            <p:nvPr/>
          </p:nvSpPr>
          <p:spPr bwMode="auto">
            <a:xfrm>
              <a:off x="8426028" y="2130356"/>
              <a:ext cx="445030" cy="556107"/>
            </a:xfrm>
            <a:custGeom>
              <a:avLst/>
              <a:gdLst>
                <a:gd name="T0" fmla="*/ 97 w 261"/>
                <a:gd name="T1" fmla="*/ 303 h 326"/>
                <a:gd name="T2" fmla="*/ 51 w 261"/>
                <a:gd name="T3" fmla="*/ 303 h 326"/>
                <a:gd name="T4" fmla="*/ 19 w 261"/>
                <a:gd name="T5" fmla="*/ 265 h 326"/>
                <a:gd name="T6" fmla="*/ 19 w 261"/>
                <a:gd name="T7" fmla="*/ 46 h 326"/>
                <a:gd name="T8" fmla="*/ 47 w 261"/>
                <a:gd name="T9" fmla="*/ 20 h 326"/>
                <a:gd name="T10" fmla="*/ 187 w 261"/>
                <a:gd name="T11" fmla="*/ 20 h 326"/>
                <a:gd name="T12" fmla="*/ 187 w 261"/>
                <a:gd name="T13" fmla="*/ 91 h 326"/>
                <a:gd name="T14" fmla="*/ 241 w 261"/>
                <a:gd name="T15" fmla="*/ 91 h 326"/>
                <a:gd name="T16" fmla="*/ 241 w 261"/>
                <a:gd name="T17" fmla="*/ 114 h 326"/>
                <a:gd name="T18" fmla="*/ 261 w 261"/>
                <a:gd name="T19" fmla="*/ 124 h 326"/>
                <a:gd name="T20" fmla="*/ 261 w 261"/>
                <a:gd name="T21" fmla="*/ 85 h 326"/>
                <a:gd name="T22" fmla="*/ 197 w 261"/>
                <a:gd name="T23" fmla="*/ 12 h 326"/>
                <a:gd name="T24" fmla="*/ 187 w 261"/>
                <a:gd name="T25" fmla="*/ 0 h 326"/>
                <a:gd name="T26" fmla="*/ 37 w 261"/>
                <a:gd name="T27" fmla="*/ 0 h 326"/>
                <a:gd name="T28" fmla="*/ 1 w 261"/>
                <a:gd name="T29" fmla="*/ 36 h 326"/>
                <a:gd name="T30" fmla="*/ 1 w 261"/>
                <a:gd name="T31" fmla="*/ 299 h 326"/>
                <a:gd name="T32" fmla="*/ 37 w 261"/>
                <a:gd name="T33" fmla="*/ 322 h 326"/>
                <a:gd name="T34" fmla="*/ 116 w 261"/>
                <a:gd name="T35" fmla="*/ 322 h 326"/>
                <a:gd name="T36" fmla="*/ 109 w 261"/>
                <a:gd name="T37" fmla="*/ 316 h 326"/>
                <a:gd name="T38" fmla="*/ 97 w 261"/>
                <a:gd name="T39" fmla="*/ 30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1" h="326">
                  <a:moveTo>
                    <a:pt x="97" y="303"/>
                  </a:moveTo>
                  <a:cubicBezTo>
                    <a:pt x="77" y="303"/>
                    <a:pt x="60" y="303"/>
                    <a:pt x="51" y="303"/>
                  </a:cubicBezTo>
                  <a:cubicBezTo>
                    <a:pt x="21" y="303"/>
                    <a:pt x="19" y="265"/>
                    <a:pt x="19" y="265"/>
                  </a:cubicBezTo>
                  <a:cubicBezTo>
                    <a:pt x="19" y="265"/>
                    <a:pt x="19" y="67"/>
                    <a:pt x="19" y="46"/>
                  </a:cubicBezTo>
                  <a:cubicBezTo>
                    <a:pt x="19" y="24"/>
                    <a:pt x="47" y="20"/>
                    <a:pt x="47" y="20"/>
                  </a:cubicBezTo>
                  <a:cubicBezTo>
                    <a:pt x="187" y="20"/>
                    <a:pt x="187" y="20"/>
                    <a:pt x="187" y="20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241" y="91"/>
                    <a:pt x="241" y="91"/>
                    <a:pt x="241" y="91"/>
                  </a:cubicBezTo>
                  <a:cubicBezTo>
                    <a:pt x="241" y="91"/>
                    <a:pt x="241" y="100"/>
                    <a:pt x="241" y="114"/>
                  </a:cubicBezTo>
                  <a:cubicBezTo>
                    <a:pt x="248" y="117"/>
                    <a:pt x="254" y="120"/>
                    <a:pt x="261" y="124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197" y="12"/>
                    <a:pt x="197" y="12"/>
                    <a:pt x="197" y="12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0"/>
                    <a:pt x="1" y="36"/>
                    <a:pt x="1" y="36"/>
                  </a:cubicBezTo>
                  <a:cubicBezTo>
                    <a:pt x="1" y="36"/>
                    <a:pt x="1" y="271"/>
                    <a:pt x="1" y="299"/>
                  </a:cubicBezTo>
                  <a:cubicBezTo>
                    <a:pt x="1" y="326"/>
                    <a:pt x="37" y="322"/>
                    <a:pt x="37" y="322"/>
                  </a:cubicBezTo>
                  <a:cubicBezTo>
                    <a:pt x="37" y="322"/>
                    <a:pt x="74" y="322"/>
                    <a:pt x="116" y="322"/>
                  </a:cubicBezTo>
                  <a:cubicBezTo>
                    <a:pt x="114" y="320"/>
                    <a:pt x="111" y="318"/>
                    <a:pt x="109" y="316"/>
                  </a:cubicBezTo>
                  <a:cubicBezTo>
                    <a:pt x="105" y="312"/>
                    <a:pt x="101" y="307"/>
                    <a:pt x="97" y="30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255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1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00"/>
                            </p:stCondLst>
                            <p:childTnLst>
                              <p:par>
                                <p:cTn id="32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80ED6F-8E96-4BE5-BF45-E0E89D2C39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" r="-1" b="24922"/>
          <a:stretch/>
        </p:blipFill>
        <p:spPr>
          <a:xfrm>
            <a:off x="-13964" y="8423"/>
            <a:ext cx="9171927" cy="432048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835696" y="3848440"/>
            <a:ext cx="6117715" cy="723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58000">
                <a:schemeClr val="accent1">
                  <a:lumMod val="7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感谢您的聆听！</a:t>
            </a:r>
          </a:p>
        </p:txBody>
      </p:sp>
    </p:spTree>
    <p:extLst>
      <p:ext uri="{BB962C8B-B14F-4D97-AF65-F5344CB8AC3E}">
        <p14:creationId xmlns:p14="http://schemas.microsoft.com/office/powerpoint/2010/main" val="16789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2d8dcbabbd8e112a3b19fad378e18898e3b7d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清风素材 https://12sc.taobao.com/">
  <a:themeElements>
    <a:clrScheme name="自定义 8">
      <a:dk1>
        <a:sysClr val="windowText" lastClr="000000"/>
      </a:dk1>
      <a:lt1>
        <a:sysClr val="window" lastClr="FFFFFF"/>
      </a:lt1>
      <a:dk2>
        <a:srgbClr val="7F7F7F"/>
      </a:dk2>
      <a:lt2>
        <a:srgbClr val="7F7F7F"/>
      </a:lt2>
      <a:accent1>
        <a:srgbClr val="0070C0"/>
      </a:accent1>
      <a:accent2>
        <a:srgbClr val="0070C0"/>
      </a:accent2>
      <a:accent3>
        <a:srgbClr val="0070C0"/>
      </a:accent3>
      <a:accent4>
        <a:srgbClr val="0070C0"/>
      </a:accent4>
      <a:accent5>
        <a:srgbClr val="0070C0"/>
      </a:accent5>
      <a:accent6>
        <a:srgbClr val="0070C0"/>
      </a:accent6>
      <a:hlink>
        <a:srgbClr val="FFFFFF"/>
      </a:hlink>
      <a:folHlink>
        <a:srgbClr val="FFFFF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1883</Words>
  <Application>Microsoft Office PowerPoint</Application>
  <PresentationFormat>全屏显示(16:9)</PresentationFormat>
  <Paragraphs>151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Bebas Neue</vt:lpstr>
      <vt:lpstr>Open Sans Condensed</vt:lpstr>
      <vt:lpstr>Open Sans Extrabold</vt:lpstr>
      <vt:lpstr>等线</vt:lpstr>
      <vt:lpstr>仿宋</vt:lpstr>
      <vt:lpstr>宋体</vt:lpstr>
      <vt:lpstr>微软雅黑</vt:lpstr>
      <vt:lpstr>Arial</vt:lpstr>
      <vt:lpstr>Calibri</vt:lpstr>
      <vt:lpstr>清风素材 https://12sc.taobao.com/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subject>tukuppt</dc:subject>
  <dc:creator>www.tukuppt.com</dc:creator>
  <cp:lastModifiedBy>nie</cp:lastModifiedBy>
  <cp:revision>26</cp:revision>
  <dcterms:created xsi:type="dcterms:W3CDTF">2015-10-21T17:10:39Z</dcterms:created>
  <dcterms:modified xsi:type="dcterms:W3CDTF">2021-11-14T06:56:30Z</dcterms:modified>
</cp:coreProperties>
</file>